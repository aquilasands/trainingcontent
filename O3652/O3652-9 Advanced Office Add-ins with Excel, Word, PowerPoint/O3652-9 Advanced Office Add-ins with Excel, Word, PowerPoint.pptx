
<file path=[Content_Types].xml><?xml version="1.0" encoding="utf-8"?>
<Types xmlns="http://schemas.openxmlformats.org/package/2006/content-types">
  <Default Extension="png" ContentType="image/png"/>
  <Default Extension="tmp" ContentType="image/png"/>
  <Default Extension="emf" ContentType="image/x-emf"/>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4229" r:id="rId4"/>
  </p:sldMasterIdLst>
  <p:notesMasterIdLst>
    <p:notesMasterId r:id="rId46"/>
  </p:notesMasterIdLst>
  <p:handoutMasterIdLst>
    <p:handoutMasterId r:id="rId47"/>
  </p:handoutMasterIdLst>
  <p:sldIdLst>
    <p:sldId id="1338" r:id="rId5"/>
    <p:sldId id="1384" r:id="rId6"/>
    <p:sldId id="1385" r:id="rId7"/>
    <p:sldId id="1386" r:id="rId8"/>
    <p:sldId id="1387" r:id="rId9"/>
    <p:sldId id="1388" r:id="rId10"/>
    <p:sldId id="1389" r:id="rId11"/>
    <p:sldId id="1390" r:id="rId12"/>
    <p:sldId id="1391" r:id="rId13"/>
    <p:sldId id="1392" r:id="rId14"/>
    <p:sldId id="1393" r:id="rId15"/>
    <p:sldId id="1394" r:id="rId16"/>
    <p:sldId id="1395" r:id="rId17"/>
    <p:sldId id="1396" r:id="rId18"/>
    <p:sldId id="1397" r:id="rId19"/>
    <p:sldId id="1398" r:id="rId20"/>
    <p:sldId id="1399" r:id="rId21"/>
    <p:sldId id="1400" r:id="rId22"/>
    <p:sldId id="1401" r:id="rId23"/>
    <p:sldId id="1402" r:id="rId24"/>
    <p:sldId id="1403" r:id="rId25"/>
    <p:sldId id="1404" r:id="rId26"/>
    <p:sldId id="1405" r:id="rId27"/>
    <p:sldId id="1406" r:id="rId28"/>
    <p:sldId id="1407" r:id="rId29"/>
    <p:sldId id="1408" r:id="rId30"/>
    <p:sldId id="1409" r:id="rId31"/>
    <p:sldId id="1410" r:id="rId32"/>
    <p:sldId id="1411" r:id="rId33"/>
    <p:sldId id="1412" r:id="rId34"/>
    <p:sldId id="1413" r:id="rId35"/>
    <p:sldId id="1414" r:id="rId36"/>
    <p:sldId id="1415" r:id="rId37"/>
    <p:sldId id="1416" r:id="rId38"/>
    <p:sldId id="1417" r:id="rId39"/>
    <p:sldId id="1418" r:id="rId40"/>
    <p:sldId id="1419" r:id="rId41"/>
    <p:sldId id="1420" r:id="rId42"/>
    <p:sldId id="1421" r:id="rId43"/>
    <p:sldId id="1422" r:id="rId44"/>
    <p:sldId id="1383" r:id="rId45"/>
  </p:sldIdLst>
  <p:sldSz cx="12436475" cy="6994525"/>
  <p:notesSz cx="6858000" cy="9144000"/>
  <p:defaultText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 id="{E3C0D6A7-D69E-4338-813A-6DB55B0C1C82}">
          <p14:sldIdLst>
            <p14:sldId id="1338"/>
            <p14:sldId id="1384"/>
            <p14:sldId id="1385"/>
            <p14:sldId id="1386"/>
          </p14:sldIdLst>
        </p14:section>
        <p14:section name="Overview" id="{B6FB9AE2-6868-4E7B-8369-59A2D38987F6}">
          <p14:sldIdLst>
            <p14:sldId id="1387"/>
            <p14:sldId id="1388"/>
            <p14:sldId id="1389"/>
            <p14:sldId id="1390"/>
            <p14:sldId id="1391"/>
          </p14:sldIdLst>
        </p14:section>
        <p14:section name="dev-addins" id="{13A0BE09-9565-4789-819D-65E11787EAEE}">
          <p14:sldIdLst>
            <p14:sldId id="1392"/>
            <p14:sldId id="1393"/>
            <p14:sldId id="1394"/>
            <p14:sldId id="1395"/>
            <p14:sldId id="1396"/>
            <p14:sldId id="1397"/>
            <p14:sldId id="1398"/>
            <p14:sldId id="1399"/>
            <p14:sldId id="1400"/>
            <p14:sldId id="1401"/>
            <p14:sldId id="1402"/>
            <p14:sldId id="1403"/>
            <p14:sldId id="1404"/>
            <p14:sldId id="1405"/>
            <p14:sldId id="1406"/>
            <p14:sldId id="1407"/>
            <p14:sldId id="1408"/>
            <p14:sldId id="1409"/>
            <p14:sldId id="1410"/>
            <p14:sldId id="1411"/>
          </p14:sldIdLst>
        </p14:section>
        <p14:section name="package-deployment" id="{C3AA2FA9-1A59-419D-9F2D-B3E87BD3FCA6}">
          <p14:sldIdLst>
            <p14:sldId id="1412"/>
            <p14:sldId id="1413"/>
            <p14:sldId id="1414"/>
            <p14:sldId id="1415"/>
          </p14:sldIdLst>
        </p14:section>
        <p14:section name="outro" id="{A6BCCFB7-B731-43C4-B2DC-C9B33C09287C}">
          <p14:sldIdLst>
            <p14:sldId id="1416"/>
            <p14:sldId id="1417"/>
            <p14:sldId id="1418"/>
            <p14:sldId id="1419"/>
            <p14:sldId id="1420"/>
            <p14:sldId id="1421"/>
            <p14:sldId id="1422"/>
            <p14:sldId id="1383"/>
          </p14:sldIdLst>
        </p14:section>
      </p14:sectionLst>
    </p:ext>
    <p:ext uri="{EFAFB233-063F-42B5-8137-9DF3F51BA10A}">
      <p15:sldGuideLst xmlns:p15="http://schemas.microsoft.com/office/powerpoint/2012/main"/>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Saku Uchikawa" initials="SU" lastIdx="11" clrIdx="0"/>
  <p:cmAuthor id="1" name="Mary Feil-Jacobs" initials="MFJ" lastIdx="43" clrIdx="1"/>
  <p:cmAuthor id="2" name="Monica Lueder" initials="ML" lastIdx="22" clrIdx="2">
    <p:extLst>
      <p:ext uri="{19B8F6BF-5375-455C-9EA6-DF929625EA0E}">
        <p15:presenceInfo xmlns:p15="http://schemas.microsoft.com/office/powerpoint/2012/main" userId="S-1-5-21-2127521184-1604012920-1887927527-2598260" providerId="AD"/>
      </p:ext>
    </p:extLst>
  </p:cmAuthor>
  <p:cmAuthor id="3" name="Mary Feil-Jacobs" initials="MF" lastIdx="22" clrIdx="3">
    <p:extLst>
      <p:ext uri="{19B8F6BF-5375-455C-9EA6-DF929625EA0E}">
        <p15:presenceInfo xmlns:p15="http://schemas.microsoft.com/office/powerpoint/2012/main" userId="S-1-5-21-2127521184-1604012920-1887927527-65006"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262626"/>
    <a:srgbClr val="99ADD0"/>
    <a:srgbClr val="00BCF2"/>
    <a:srgbClr val="FF8C00"/>
    <a:srgbClr val="FFB900"/>
    <a:srgbClr val="000000"/>
    <a:srgbClr val="525252"/>
    <a:srgbClr val="EAEAEA"/>
    <a:srgbClr val="E8112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0016" autoAdjust="0"/>
    <p:restoredTop sz="96372" autoAdjust="0"/>
  </p:normalViewPr>
  <p:slideViewPr>
    <p:cSldViewPr snapToGrid="0">
      <p:cViewPr varScale="1">
        <p:scale>
          <a:sx n="81" d="100"/>
          <a:sy n="81" d="100"/>
        </p:scale>
        <p:origin x="259" y="53"/>
      </p:cViewPr>
      <p:guideLst/>
    </p:cSldViewPr>
  </p:slideViewPr>
  <p:outlineViewPr>
    <p:cViewPr>
      <p:scale>
        <a:sx n="33" d="100"/>
        <a:sy n="33" d="100"/>
      </p:scale>
      <p:origin x="0" y="-2556"/>
    </p:cViewPr>
  </p:outlineViewPr>
  <p:notesTextViewPr>
    <p:cViewPr>
      <p:scale>
        <a:sx n="3" d="2"/>
        <a:sy n="3" d="2"/>
      </p:scale>
      <p:origin x="0" y="0"/>
    </p:cViewPr>
  </p:notesTextViewPr>
  <p:sorterViewPr>
    <p:cViewPr>
      <p:scale>
        <a:sx n="75" d="100"/>
        <a:sy n="75" d="100"/>
      </p:scale>
      <p:origin x="0" y="0"/>
    </p:cViewPr>
  </p:sorterViewPr>
  <p:notesViewPr>
    <p:cSldViewPr snapToGrid="0" showGuides="1">
      <p:cViewPr varScale="1">
        <p:scale>
          <a:sx n="99" d="100"/>
          <a:sy n="99" d="100"/>
        </p:scale>
        <p:origin x="3492" y="84"/>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3" Type="http://schemas.openxmlformats.org/officeDocument/2006/relationships/customXml" Target="../customXml/item3.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handoutMaster" Target="handoutMasters/handoutMaster1.xml"/><Relationship Id="rId50"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41" Type="http://schemas.openxmlformats.org/officeDocument/2006/relationships/slide" Target="slides/slide37.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commentAuthors" Target="commentAuthors.xml"/><Relationship Id="rId8" Type="http://schemas.openxmlformats.org/officeDocument/2006/relationships/slide" Target="slides/slide4.xml"/><Relationship Id="rId51"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 name="Header Placeholder 5"/>
          <p:cNvSpPr>
            <a:spLocks noGrp="1"/>
          </p:cNvSpPr>
          <p:nvPr>
            <p:ph type="hdr" sz="quarter"/>
          </p:nvPr>
        </p:nvSpPr>
        <p:spPr>
          <a:xfrm>
            <a:off x="0" y="-11574"/>
            <a:ext cx="2971800" cy="457200"/>
          </a:xfrm>
          <a:prstGeom prst="rect">
            <a:avLst/>
          </a:prstGeom>
        </p:spPr>
        <p:txBody>
          <a:bodyPr vert="horz" lIns="91440" tIns="45720" rIns="91440" bIns="45720" rtlCol="0"/>
          <a:lstStyle>
            <a:lvl1pPr algn="l">
              <a:defRPr sz="1200"/>
            </a:lvl1pPr>
          </a:lstStyle>
          <a:p>
            <a:r>
              <a:rPr lang="en-US" dirty="0" smtClean="0">
                <a:latin typeface="Segoe UI" pitchFamily="34" charset="0"/>
              </a:rPr>
              <a:t>Office 365 </a:t>
            </a:r>
            <a:r>
              <a:rPr lang="en-US" dirty="0" err="1" smtClean="0">
                <a:latin typeface="Segoe UI" pitchFamily="34" charset="0"/>
              </a:rPr>
              <a:t>CloudRoadShow</a:t>
            </a:r>
            <a:endParaRPr lang="en-US" dirty="0">
              <a:latin typeface="Segoe UI" pitchFamily="34" charset="0"/>
            </a:endParaRPr>
          </a:p>
        </p:txBody>
      </p:sp>
      <p:sp>
        <p:nvSpPr>
          <p:cNvPr id="7" name="Date Placeholder 6"/>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50C3F571-33CF-45F5-B407-FD6C1B020183}" type="datetime8">
              <a:rPr lang="en-US" smtClean="0">
                <a:latin typeface="Segoe UI" pitchFamily="34" charset="0"/>
              </a:rPr>
              <a:t>1/20/2016 2:18 PM</a:t>
            </a:fld>
            <a:endParaRPr lang="en-US" dirty="0">
              <a:latin typeface="Segoe UI" pitchFamily="34" charset="0"/>
            </a:endParaRPr>
          </a:p>
        </p:txBody>
      </p:sp>
      <p:sp>
        <p:nvSpPr>
          <p:cNvPr id="8" name="Footer Placeholder 7"/>
          <p:cNvSpPr>
            <a:spLocks noGrp="1"/>
          </p:cNvSpPr>
          <p:nvPr>
            <p:ph type="ftr" sz="quarter" idx="2"/>
          </p:nvPr>
        </p:nvSpPr>
        <p:spPr>
          <a:xfrm>
            <a:off x="0" y="8685213"/>
            <a:ext cx="5795010" cy="332434"/>
          </a:xfrm>
          <a:prstGeom prst="rect">
            <a:avLst/>
          </a:prstGeom>
        </p:spPr>
        <p:txBody>
          <a:bodyPr vert="horz" lIns="91440" tIns="45720" rIns="91440" bIns="45720" rtlCol="0" anchor="b"/>
          <a:lstStyle>
            <a:lvl1pPr algn="l">
              <a:defRPr sz="1200"/>
            </a:lvl1pPr>
          </a:lstStyle>
          <a:p>
            <a:pPr marL="398463" defTabSz="914099" eaLnBrk="0" hangingPunct="0"/>
            <a:r>
              <a:rPr lang="en-US" sz="400" dirty="0" smtClean="0">
                <a:gradFill>
                  <a:gsLst>
                    <a:gs pos="0">
                      <a:schemeClr val="tx1"/>
                    </a:gs>
                    <a:gs pos="100000">
                      <a:schemeClr val="tx1"/>
                    </a:gs>
                  </a:gsLst>
                  <a:lin ang="5400000" scaled="0"/>
                </a:gradFill>
                <a:latin typeface="Segoe UI" pitchFamily="34" charset="0"/>
                <a:ea typeface="Segoe UI" pitchFamily="34" charset="0"/>
                <a:cs typeface="Segoe UI" pitchFamily="34" charset="0"/>
              </a:rPr>
              <a:t>© 2015 Microsoft Corporation. All rights reserved. MICROSOFT MAKES NO WARRANTIES, EXPRESS, IMPLIED OR STATUTORY, AS TO THE INFORMATION IN THIS PRESENTATION.</a:t>
            </a:r>
            <a:endParaRPr lang="en-US" sz="400" dirty="0">
              <a:gradFill>
                <a:gsLst>
                  <a:gs pos="0">
                    <a:schemeClr val="tx1"/>
                  </a:gs>
                  <a:gs pos="100000">
                    <a:schemeClr val="tx1"/>
                  </a:gs>
                </a:gsLst>
                <a:lin ang="5400000" scaled="0"/>
              </a:gradFill>
              <a:latin typeface="Segoe UI" pitchFamily="34" charset="0"/>
              <a:ea typeface="Segoe UI" pitchFamily="34" charset="0"/>
              <a:cs typeface="Segoe UI" pitchFamily="34" charset="0"/>
            </a:endParaRPr>
          </a:p>
        </p:txBody>
      </p:sp>
      <p:sp>
        <p:nvSpPr>
          <p:cNvPr id="9" name="Slide Number Placeholder 8"/>
          <p:cNvSpPr>
            <a:spLocks noGrp="1"/>
          </p:cNvSpPr>
          <p:nvPr>
            <p:ph type="sldNum" sz="quarter" idx="3"/>
          </p:nvPr>
        </p:nvSpPr>
        <p:spPr>
          <a:xfrm>
            <a:off x="5783579" y="8685213"/>
            <a:ext cx="1072833" cy="457200"/>
          </a:xfrm>
          <a:prstGeom prst="rect">
            <a:avLst/>
          </a:prstGeom>
        </p:spPr>
        <p:txBody>
          <a:bodyPr vert="horz" lIns="91440" tIns="45720" rIns="91440" bIns="45720" rtlCol="0" anchor="b"/>
          <a:lstStyle>
            <a:lvl1pPr algn="r">
              <a:defRPr sz="1200"/>
            </a:lvl1pPr>
          </a:lstStyle>
          <a:p>
            <a:fld id="{0EC9E9D6-92A0-482B-A603-C9BA7FFB8190}" type="slidenum">
              <a:rPr lang="en-US" smtClean="0">
                <a:latin typeface="Segoe UI" pitchFamily="34" charset="0"/>
              </a:rPr>
              <a:t>‹#›</a:t>
            </a:fld>
            <a:endParaRPr lang="en-US" dirty="0">
              <a:latin typeface="Segoe UI" pitchFamily="34" charset="0"/>
            </a:endParaRPr>
          </a:p>
        </p:txBody>
      </p:sp>
    </p:spTree>
    <p:extLst>
      <p:ext uri="{BB962C8B-B14F-4D97-AF65-F5344CB8AC3E}">
        <p14:creationId xmlns:p14="http://schemas.microsoft.com/office/powerpoint/2010/main" val="3904595630"/>
      </p:ext>
    </p:extLst>
  </p:cSld>
  <p:clrMap bg1="lt1" tx1="dk1" bg2="lt2" tx2="dk2" accent1="accent1" accent2="accent2" accent3="accent3" accent4="accent4" accent5="accent5" accent6="accent6" hlink="hlink" folHlink="folHlink"/>
  <p:hf/>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8" name="Header Placeholder 7"/>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atin typeface="Segoe UI" pitchFamily="34" charset="0"/>
              </a:defRPr>
            </a:lvl1pPr>
          </a:lstStyle>
          <a:p>
            <a:r>
              <a:rPr lang="en-US" dirty="0" smtClean="0">
                <a:latin typeface="Segoe UI" pitchFamily="34" charset="0"/>
              </a:rPr>
              <a:t>Office 365 </a:t>
            </a:r>
            <a:r>
              <a:rPr lang="en-US" dirty="0" err="1" smtClean="0"/>
              <a:t>CloudRoadShow</a:t>
            </a:r>
            <a:endParaRPr lang="en-US" dirty="0"/>
          </a:p>
        </p:txBody>
      </p:sp>
      <p:sp>
        <p:nvSpPr>
          <p:cNvPr id="9" name="Slide Image Placeholder 8"/>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10" name="Footer Placeholder 9"/>
          <p:cNvSpPr>
            <a:spLocks noGrp="1"/>
          </p:cNvSpPr>
          <p:nvPr>
            <p:ph type="ftr" sz="quarter" idx="4"/>
          </p:nvPr>
        </p:nvSpPr>
        <p:spPr>
          <a:xfrm>
            <a:off x="0" y="8686800"/>
            <a:ext cx="5920740" cy="355964"/>
          </a:xfrm>
          <a:prstGeom prst="rect">
            <a:avLst/>
          </a:prstGeom>
        </p:spPr>
        <p:txBody>
          <a:bodyPr vert="horz" lIns="91440" tIns="45720" rIns="91440" bIns="45720" rtlCol="0" anchor="b"/>
          <a:lstStyle>
            <a:lvl1pPr marL="571500" indent="0" algn="l">
              <a:defRPr sz="1200"/>
            </a:lvl1pPr>
          </a:lstStyle>
          <a:p>
            <a:pPr defTabSz="914099" eaLnBrk="0" hangingPunct="0"/>
            <a:r>
              <a:rPr lang="en-US" sz="400" dirty="0" smtClean="0">
                <a:gradFill>
                  <a:gsLst>
                    <a:gs pos="0">
                      <a:prstClr val="black"/>
                    </a:gs>
                    <a:gs pos="100000">
                      <a:prstClr val="black"/>
                    </a:gs>
                  </a:gsLst>
                  <a:lin ang="5400000" scaled="0"/>
                </a:gradFill>
                <a:latin typeface="Segoe UI" pitchFamily="34" charset="0"/>
                <a:ea typeface="Segoe UI" pitchFamily="34" charset="0"/>
                <a:cs typeface="Segoe UI" pitchFamily="34" charset="0"/>
              </a:rPr>
              <a:t>© 2015 Microsoft Corporation. All rights reserved. MICROSOFT MAKES NO WARRANTIES, EXPRESS, IMPLIED OR STATUTORY, AS TO THE INFORMATION IN THIS PRESENTATION.</a:t>
            </a:r>
          </a:p>
        </p:txBody>
      </p:sp>
      <p:sp>
        <p:nvSpPr>
          <p:cNvPr id="11" name="Date Placeholder 10"/>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atin typeface="Segoe UI" pitchFamily="34" charset="0"/>
              </a:defRPr>
            </a:lvl1pPr>
          </a:lstStyle>
          <a:p>
            <a:fld id="{0D6FEFB8-B776-4ECB-9A4B-D520C9BD9548}" type="datetime8">
              <a:rPr lang="en-US" smtClean="0"/>
              <a:t>1/20/2016 2:18 PM</a:t>
            </a:fld>
            <a:endParaRPr lang="en-US" dirty="0"/>
          </a:p>
        </p:txBody>
      </p:sp>
      <p:sp>
        <p:nvSpPr>
          <p:cNvPr id="12" name="Notes Placeholder 11"/>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3" name="Slide Number Placeholder 12"/>
          <p:cNvSpPr>
            <a:spLocks noGrp="1"/>
          </p:cNvSpPr>
          <p:nvPr>
            <p:ph type="sldNum" sz="quarter" idx="5"/>
          </p:nvPr>
        </p:nvSpPr>
        <p:spPr>
          <a:xfrm>
            <a:off x="5909309" y="8685213"/>
            <a:ext cx="947103" cy="457200"/>
          </a:xfrm>
          <a:prstGeom prst="rect">
            <a:avLst/>
          </a:prstGeom>
        </p:spPr>
        <p:txBody>
          <a:bodyPr vert="horz" lIns="91440" tIns="45720" rIns="91440" bIns="45720" rtlCol="0" anchor="b"/>
          <a:lstStyle>
            <a:lvl1pPr algn="r">
              <a:defRPr sz="1200">
                <a:latin typeface="Segoe UI" pitchFamily="34" charset="0"/>
              </a:defRPr>
            </a:lvl1pPr>
          </a:lstStyle>
          <a:p>
            <a:fld id="{B4008EB6-D09E-4580-8CD6-DDB14511944F}" type="slidenum">
              <a:rPr lang="en-US" smtClean="0"/>
              <a:pPr/>
              <a:t>‹#›</a:t>
            </a:fld>
            <a:endParaRPr lang="en-US" dirty="0"/>
          </a:p>
        </p:txBody>
      </p:sp>
    </p:spTree>
    <p:extLst>
      <p:ext uri="{BB962C8B-B14F-4D97-AF65-F5344CB8AC3E}">
        <p14:creationId xmlns:p14="http://schemas.microsoft.com/office/powerpoint/2010/main" val="2624648265"/>
      </p:ext>
    </p:extLst>
  </p:cSld>
  <p:clrMap bg1="lt1" tx1="dk1" bg2="lt2" tx2="dk2" accent1="accent1" accent2="accent2" accent3="accent3" accent4="accent4" accent5="accent5" accent6="accent6" hlink="hlink" folHlink="folHlink"/>
  <p:hf/>
  <p:notesStyle>
    <a:lvl1pPr marL="0" algn="l" defTabSz="932742" rtl="0" eaLnBrk="1" latinLnBrk="0" hangingPunct="1">
      <a:lnSpc>
        <a:spcPct val="90000"/>
      </a:lnSpc>
      <a:spcAft>
        <a:spcPts val="340"/>
      </a:spcAft>
      <a:defRPr sz="900" kern="1200">
        <a:solidFill>
          <a:schemeClr val="tx1"/>
        </a:solidFill>
        <a:latin typeface="Segoe UI Light" pitchFamily="34" charset="0"/>
        <a:ea typeface="+mn-ea"/>
        <a:cs typeface="+mn-cs"/>
      </a:defRPr>
    </a:lvl1pPr>
    <a:lvl2pPr marL="217262" indent="-107956" algn="l" defTabSz="932742" rtl="0" eaLnBrk="1" latinLnBrk="0" hangingPunct="1">
      <a:lnSpc>
        <a:spcPct val="90000"/>
      </a:lnSpc>
      <a:spcAft>
        <a:spcPts val="340"/>
      </a:spcAft>
      <a:buFont typeface="Arial" pitchFamily="34" charset="0"/>
      <a:buChar char="•"/>
      <a:defRPr sz="900" kern="1200">
        <a:solidFill>
          <a:schemeClr val="tx1"/>
        </a:solidFill>
        <a:latin typeface="Segoe UI Light" pitchFamily="34" charset="0"/>
        <a:ea typeface="+mn-ea"/>
        <a:cs typeface="+mn-cs"/>
      </a:defRPr>
    </a:lvl2pPr>
    <a:lvl3pPr marL="334664" indent="-117403" algn="l" defTabSz="932742" rtl="0" eaLnBrk="1" latinLnBrk="0" hangingPunct="1">
      <a:lnSpc>
        <a:spcPct val="90000"/>
      </a:lnSpc>
      <a:spcAft>
        <a:spcPts val="340"/>
      </a:spcAft>
      <a:buFont typeface="Arial" pitchFamily="34" charset="0"/>
      <a:buChar char="•"/>
      <a:defRPr sz="900" kern="1200">
        <a:solidFill>
          <a:schemeClr val="tx1"/>
        </a:solidFill>
        <a:latin typeface="Segoe UI Light" pitchFamily="34" charset="0"/>
        <a:ea typeface="+mn-ea"/>
        <a:cs typeface="+mn-cs"/>
      </a:defRPr>
    </a:lvl3pPr>
    <a:lvl4pPr marL="492551" indent="-149789" algn="l" defTabSz="932742" rtl="0" eaLnBrk="1" latinLnBrk="0" hangingPunct="1">
      <a:lnSpc>
        <a:spcPct val="90000"/>
      </a:lnSpc>
      <a:spcAft>
        <a:spcPts val="340"/>
      </a:spcAft>
      <a:buFont typeface="Arial" pitchFamily="34" charset="0"/>
      <a:buChar char="•"/>
      <a:defRPr sz="900" kern="1200">
        <a:solidFill>
          <a:schemeClr val="tx1"/>
        </a:solidFill>
        <a:latin typeface="Segoe UI Light" pitchFamily="34" charset="0"/>
        <a:ea typeface="+mn-ea"/>
        <a:cs typeface="+mn-cs"/>
      </a:defRPr>
    </a:lvl4pPr>
    <a:lvl5pPr marL="627496" indent="-117403" algn="l" defTabSz="932742" rtl="0" eaLnBrk="1" latinLnBrk="0" hangingPunct="1">
      <a:lnSpc>
        <a:spcPct val="90000"/>
      </a:lnSpc>
      <a:spcAft>
        <a:spcPts val="340"/>
      </a:spcAft>
      <a:buFont typeface="Arial" pitchFamily="34" charset="0"/>
      <a:buChar char="•"/>
      <a:defRPr sz="900" kern="1200">
        <a:solidFill>
          <a:schemeClr val="tx1"/>
        </a:solidFill>
        <a:latin typeface="Segoe UI Light" pitchFamily="34" charset="0"/>
        <a:ea typeface="+mn-ea"/>
        <a:cs typeface="+mn-cs"/>
      </a:defRPr>
    </a:lvl5pPr>
    <a:lvl6pPr marL="2331856" algn="l" defTabSz="932742" rtl="0" eaLnBrk="1" latinLnBrk="0" hangingPunct="1">
      <a:defRPr sz="1200" kern="1200">
        <a:solidFill>
          <a:schemeClr val="tx1"/>
        </a:solidFill>
        <a:latin typeface="+mn-lt"/>
        <a:ea typeface="+mn-ea"/>
        <a:cs typeface="+mn-cs"/>
      </a:defRPr>
    </a:lvl6pPr>
    <a:lvl7pPr marL="2798226" algn="l" defTabSz="932742" rtl="0" eaLnBrk="1" latinLnBrk="0" hangingPunct="1">
      <a:defRPr sz="1200" kern="1200">
        <a:solidFill>
          <a:schemeClr val="tx1"/>
        </a:solidFill>
        <a:latin typeface="+mn-lt"/>
        <a:ea typeface="+mn-ea"/>
        <a:cs typeface="+mn-cs"/>
      </a:defRPr>
    </a:lvl7pPr>
    <a:lvl8pPr marL="3264597" algn="l" defTabSz="932742" rtl="0" eaLnBrk="1" latinLnBrk="0" hangingPunct="1">
      <a:defRPr sz="1200" kern="1200">
        <a:solidFill>
          <a:schemeClr val="tx1"/>
        </a:solidFill>
        <a:latin typeface="+mn-lt"/>
        <a:ea typeface="+mn-ea"/>
        <a:cs typeface="+mn-cs"/>
      </a:defRPr>
    </a:lvl8pPr>
    <a:lvl9pPr marL="3730969" algn="l" defTabSz="932742"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idx="10"/>
          </p:nvPr>
        </p:nvSpPr>
        <p:spPr/>
        <p:txBody>
          <a:bodyPr/>
          <a:lstStyle/>
          <a:p>
            <a:r>
              <a:rPr lang="en-US" smtClean="0"/>
              <a:t>CloudRoadShow</a:t>
            </a:r>
            <a:endParaRPr lang="en-US" dirty="0"/>
          </a:p>
        </p:txBody>
      </p:sp>
      <p:sp>
        <p:nvSpPr>
          <p:cNvPr id="5" name="Footer Placeholder 4"/>
          <p:cNvSpPr>
            <a:spLocks noGrp="1"/>
          </p:cNvSpPr>
          <p:nvPr>
            <p:ph type="ftr" sz="quarter" idx="11"/>
          </p:nvPr>
        </p:nvSpPr>
        <p:spPr/>
        <p:txBody>
          <a:bodyPr/>
          <a:lstStyle/>
          <a:p>
            <a:pPr defTabSz="914099" eaLnBrk="0" hangingPunct="0"/>
            <a:r>
              <a:rPr lang="en-US" sz="400" smtClean="0">
                <a:gradFill>
                  <a:gsLst>
                    <a:gs pos="0">
                      <a:prstClr val="black"/>
                    </a:gs>
                    <a:gs pos="100000">
                      <a:prstClr val="black"/>
                    </a:gs>
                  </a:gsLst>
                  <a:lin ang="5400000" scaled="0"/>
                </a:gradFill>
                <a:latin typeface="Segoe UI" pitchFamily="34" charset="0"/>
                <a:ea typeface="Segoe UI" pitchFamily="34" charset="0"/>
                <a:cs typeface="Segoe UI" pitchFamily="34" charset="0"/>
              </a:rPr>
              <a:t>© 2015 Microsoft Corporation. All rights reserved. MICROSOFT MAKES NO WARRANTIES, EXPRESS, IMPLIED OR STATUTORY, AS TO THE INFORMATION IN THIS PRESENTATION.</a:t>
            </a:r>
            <a:endParaRPr lang="en-US" sz="400" dirty="0" smtClean="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
        <p:nvSpPr>
          <p:cNvPr id="6" name="Date Placeholder 5"/>
          <p:cNvSpPr>
            <a:spLocks noGrp="1"/>
          </p:cNvSpPr>
          <p:nvPr>
            <p:ph type="dt" idx="12"/>
          </p:nvPr>
        </p:nvSpPr>
        <p:spPr/>
        <p:txBody>
          <a:bodyPr/>
          <a:lstStyle/>
          <a:p>
            <a:fld id="{A6CEAB53-EAE5-4403-A931-D3A0E1FE9A88}" type="datetime8">
              <a:rPr lang="en-US" smtClean="0"/>
              <a:t>1/20/2016 2:18 PM</a:t>
            </a:fld>
            <a:endParaRPr lang="en-US" dirty="0"/>
          </a:p>
        </p:txBody>
      </p:sp>
      <p:sp>
        <p:nvSpPr>
          <p:cNvPr id="7" name="Slide Number Placeholder 6"/>
          <p:cNvSpPr>
            <a:spLocks noGrp="1"/>
          </p:cNvSpPr>
          <p:nvPr>
            <p:ph type="sldNum" sz="quarter" idx="13"/>
          </p:nvPr>
        </p:nvSpPr>
        <p:spPr/>
        <p:txBody>
          <a:bodyPr/>
          <a:lstStyle/>
          <a:p>
            <a:fld id="{B4008EB6-D09E-4580-8CD6-DDB14511944F}" type="slidenum">
              <a:rPr lang="en-US" smtClean="0"/>
              <a:pPr/>
              <a:t>1</a:t>
            </a:fld>
            <a:endParaRPr lang="en-US" dirty="0"/>
          </a:p>
        </p:txBody>
      </p:sp>
    </p:spTree>
    <p:extLst>
      <p:ext uri="{BB962C8B-B14F-4D97-AF65-F5344CB8AC3E}">
        <p14:creationId xmlns:p14="http://schemas.microsoft.com/office/powerpoint/2010/main" val="86715134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idx="10"/>
          </p:nvPr>
        </p:nvSpPr>
        <p:spPr/>
        <p:txBody>
          <a:bodyPr/>
          <a:lstStyle/>
          <a:p>
            <a:r>
              <a:rPr lang="en-US" smtClean="0">
                <a:latin typeface="Segoe UI" pitchFamily="34" charset="0"/>
              </a:rPr>
              <a:t>Office 365 </a:t>
            </a:r>
            <a:r>
              <a:rPr lang="en-US" smtClean="0"/>
              <a:t>CloudRoadShow</a:t>
            </a:r>
            <a:endParaRPr lang="en-US" dirty="0"/>
          </a:p>
        </p:txBody>
      </p:sp>
      <p:sp>
        <p:nvSpPr>
          <p:cNvPr id="5" name="Footer Placeholder 4"/>
          <p:cNvSpPr>
            <a:spLocks noGrp="1"/>
          </p:cNvSpPr>
          <p:nvPr>
            <p:ph type="ftr" sz="quarter" idx="11"/>
          </p:nvPr>
        </p:nvSpPr>
        <p:spPr/>
        <p:txBody>
          <a:bodyPr/>
          <a:lstStyle/>
          <a:p>
            <a:pPr defTabSz="914099" eaLnBrk="0" hangingPunct="0"/>
            <a:r>
              <a:rPr lang="en-US" sz="400" smtClean="0">
                <a:gradFill>
                  <a:gsLst>
                    <a:gs pos="0">
                      <a:prstClr val="black"/>
                    </a:gs>
                    <a:gs pos="100000">
                      <a:prstClr val="black"/>
                    </a:gs>
                  </a:gsLst>
                  <a:lin ang="5400000" scaled="0"/>
                </a:gradFill>
                <a:latin typeface="Segoe UI" pitchFamily="34" charset="0"/>
                <a:ea typeface="Segoe UI" pitchFamily="34" charset="0"/>
                <a:cs typeface="Segoe UI" pitchFamily="34" charset="0"/>
              </a:rPr>
              <a:t>© 2015 Microsoft Corporation. All rights reserved. MICROSOFT MAKES NO WARRANTIES, EXPRESS, IMPLIED OR STATUTORY, AS TO THE INFORMATION IN THIS PRESENTATION.</a:t>
            </a:r>
            <a:endParaRPr lang="en-US" sz="400" dirty="0" smtClean="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
        <p:nvSpPr>
          <p:cNvPr id="6" name="Date Placeholder 5"/>
          <p:cNvSpPr>
            <a:spLocks noGrp="1"/>
          </p:cNvSpPr>
          <p:nvPr>
            <p:ph type="dt" idx="12"/>
          </p:nvPr>
        </p:nvSpPr>
        <p:spPr/>
        <p:txBody>
          <a:bodyPr/>
          <a:lstStyle/>
          <a:p>
            <a:fld id="{B5FACCC1-8B8D-43AA-8B03-1C9A75FFD69F}" type="datetime8">
              <a:rPr lang="en-US" smtClean="0"/>
              <a:t>1/20/2016 2:18 PM</a:t>
            </a:fld>
            <a:endParaRPr lang="en-US" dirty="0"/>
          </a:p>
        </p:txBody>
      </p:sp>
      <p:sp>
        <p:nvSpPr>
          <p:cNvPr id="7" name="Slide Number Placeholder 6"/>
          <p:cNvSpPr>
            <a:spLocks noGrp="1"/>
          </p:cNvSpPr>
          <p:nvPr>
            <p:ph type="sldNum" sz="quarter" idx="13"/>
          </p:nvPr>
        </p:nvSpPr>
        <p:spPr/>
        <p:txBody>
          <a:bodyPr/>
          <a:lstStyle/>
          <a:p>
            <a:fld id="{B4008EB6-D09E-4580-8CD6-DDB14511944F}" type="slidenum">
              <a:rPr lang="en-US" smtClean="0"/>
              <a:pPr/>
              <a:t>2</a:t>
            </a:fld>
            <a:endParaRPr lang="en-US" dirty="0"/>
          </a:p>
        </p:txBody>
      </p:sp>
    </p:spTree>
    <p:extLst>
      <p:ext uri="{BB962C8B-B14F-4D97-AF65-F5344CB8AC3E}">
        <p14:creationId xmlns:p14="http://schemas.microsoft.com/office/powerpoint/2010/main" val="291427279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idx="10"/>
          </p:nvPr>
        </p:nvSpPr>
        <p:spPr/>
        <p:txBody>
          <a:bodyPr/>
          <a:lstStyle/>
          <a:p>
            <a:r>
              <a:rPr lang="en-US" smtClean="0">
                <a:latin typeface="Segoe UI" pitchFamily="34" charset="0"/>
              </a:rPr>
              <a:t>Office 365 </a:t>
            </a:r>
            <a:r>
              <a:rPr lang="en-US" smtClean="0"/>
              <a:t>CloudRoadShow</a:t>
            </a:r>
            <a:endParaRPr lang="en-US" dirty="0"/>
          </a:p>
        </p:txBody>
      </p:sp>
      <p:sp>
        <p:nvSpPr>
          <p:cNvPr id="5" name="Footer Placeholder 4"/>
          <p:cNvSpPr>
            <a:spLocks noGrp="1"/>
          </p:cNvSpPr>
          <p:nvPr>
            <p:ph type="ftr" sz="quarter" idx="11"/>
          </p:nvPr>
        </p:nvSpPr>
        <p:spPr/>
        <p:txBody>
          <a:bodyPr/>
          <a:lstStyle/>
          <a:p>
            <a:pPr defTabSz="914099" eaLnBrk="0" hangingPunct="0"/>
            <a:r>
              <a:rPr lang="en-US" sz="400" smtClean="0">
                <a:gradFill>
                  <a:gsLst>
                    <a:gs pos="0">
                      <a:prstClr val="black"/>
                    </a:gs>
                    <a:gs pos="100000">
                      <a:prstClr val="black"/>
                    </a:gs>
                  </a:gsLst>
                  <a:lin ang="5400000" scaled="0"/>
                </a:gradFill>
                <a:latin typeface="Segoe UI" pitchFamily="34" charset="0"/>
                <a:ea typeface="Segoe UI" pitchFamily="34" charset="0"/>
                <a:cs typeface="Segoe UI" pitchFamily="34" charset="0"/>
              </a:rPr>
              <a:t>© 2015 Microsoft Corporation. All rights reserved. MICROSOFT MAKES NO WARRANTIES, EXPRESS, IMPLIED OR STATUTORY, AS TO THE INFORMATION IN THIS PRESENTATION.</a:t>
            </a:r>
            <a:endParaRPr lang="en-US" sz="400" dirty="0" smtClean="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
        <p:nvSpPr>
          <p:cNvPr id="6" name="Date Placeholder 5"/>
          <p:cNvSpPr>
            <a:spLocks noGrp="1"/>
          </p:cNvSpPr>
          <p:nvPr>
            <p:ph type="dt" idx="12"/>
          </p:nvPr>
        </p:nvSpPr>
        <p:spPr/>
        <p:txBody>
          <a:bodyPr/>
          <a:lstStyle/>
          <a:p>
            <a:fld id="{A1322699-1069-4A79-A42D-9625FA9BE273}" type="datetime8">
              <a:rPr lang="en-US" smtClean="0"/>
              <a:t>1/20/2016 2:18 PM</a:t>
            </a:fld>
            <a:endParaRPr lang="en-US" dirty="0"/>
          </a:p>
        </p:txBody>
      </p:sp>
      <p:sp>
        <p:nvSpPr>
          <p:cNvPr id="7" name="Slide Number Placeholder 6"/>
          <p:cNvSpPr>
            <a:spLocks noGrp="1"/>
          </p:cNvSpPr>
          <p:nvPr>
            <p:ph type="sldNum" sz="quarter" idx="13"/>
          </p:nvPr>
        </p:nvSpPr>
        <p:spPr/>
        <p:txBody>
          <a:bodyPr/>
          <a:lstStyle/>
          <a:p>
            <a:fld id="{B4008EB6-D09E-4580-8CD6-DDB14511944F}" type="slidenum">
              <a:rPr lang="en-US" smtClean="0"/>
              <a:pPr/>
              <a:t>3</a:t>
            </a:fld>
            <a:endParaRPr lang="en-US" dirty="0"/>
          </a:p>
        </p:txBody>
      </p:sp>
    </p:spTree>
    <p:extLst>
      <p:ext uri="{BB962C8B-B14F-4D97-AF65-F5344CB8AC3E}">
        <p14:creationId xmlns:p14="http://schemas.microsoft.com/office/powerpoint/2010/main" val="29487704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idx="10"/>
          </p:nvPr>
        </p:nvSpPr>
        <p:spPr/>
        <p:txBody>
          <a:bodyPr/>
          <a:lstStyle/>
          <a:p>
            <a:r>
              <a:rPr lang="en-US" smtClean="0">
                <a:latin typeface="Segoe UI" pitchFamily="34" charset="0"/>
              </a:rPr>
              <a:t>Office 365 </a:t>
            </a:r>
            <a:r>
              <a:rPr lang="en-US" smtClean="0"/>
              <a:t>CloudRoadShow</a:t>
            </a:r>
            <a:endParaRPr lang="en-US" dirty="0"/>
          </a:p>
        </p:txBody>
      </p:sp>
      <p:sp>
        <p:nvSpPr>
          <p:cNvPr id="5" name="Footer Placeholder 4"/>
          <p:cNvSpPr>
            <a:spLocks noGrp="1"/>
          </p:cNvSpPr>
          <p:nvPr>
            <p:ph type="ftr" sz="quarter" idx="11"/>
          </p:nvPr>
        </p:nvSpPr>
        <p:spPr/>
        <p:txBody>
          <a:bodyPr/>
          <a:lstStyle/>
          <a:p>
            <a:pPr defTabSz="914099" eaLnBrk="0" hangingPunct="0"/>
            <a:r>
              <a:rPr lang="en-US" sz="400" smtClean="0">
                <a:gradFill>
                  <a:gsLst>
                    <a:gs pos="0">
                      <a:prstClr val="black"/>
                    </a:gs>
                    <a:gs pos="100000">
                      <a:prstClr val="black"/>
                    </a:gs>
                  </a:gsLst>
                  <a:lin ang="5400000" scaled="0"/>
                </a:gradFill>
                <a:latin typeface="Segoe UI" pitchFamily="34" charset="0"/>
                <a:ea typeface="Segoe UI" pitchFamily="34" charset="0"/>
                <a:cs typeface="Segoe UI" pitchFamily="34" charset="0"/>
              </a:rPr>
              <a:t>© 2015 Microsoft Corporation. All rights reserved. MICROSOFT MAKES NO WARRANTIES, EXPRESS, IMPLIED OR STATUTORY, AS TO THE INFORMATION IN THIS PRESENTATION.</a:t>
            </a:r>
            <a:endParaRPr lang="en-US" sz="400" dirty="0" smtClean="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
        <p:nvSpPr>
          <p:cNvPr id="6" name="Date Placeholder 5"/>
          <p:cNvSpPr>
            <a:spLocks noGrp="1"/>
          </p:cNvSpPr>
          <p:nvPr>
            <p:ph type="dt" idx="12"/>
          </p:nvPr>
        </p:nvSpPr>
        <p:spPr/>
        <p:txBody>
          <a:bodyPr/>
          <a:lstStyle/>
          <a:p>
            <a:fld id="{3F04EEE2-301C-43D8-B699-19CFECDAAC91}" type="datetime8">
              <a:rPr lang="en-US" smtClean="0"/>
              <a:t>1/20/2016 2:18 PM</a:t>
            </a:fld>
            <a:endParaRPr lang="en-US" dirty="0"/>
          </a:p>
        </p:txBody>
      </p:sp>
      <p:sp>
        <p:nvSpPr>
          <p:cNvPr id="7" name="Slide Number Placeholder 6"/>
          <p:cNvSpPr>
            <a:spLocks noGrp="1"/>
          </p:cNvSpPr>
          <p:nvPr>
            <p:ph type="sldNum" sz="quarter" idx="13"/>
          </p:nvPr>
        </p:nvSpPr>
        <p:spPr/>
        <p:txBody>
          <a:bodyPr/>
          <a:lstStyle/>
          <a:p>
            <a:fld id="{B4008EB6-D09E-4580-8CD6-DDB14511944F}" type="slidenum">
              <a:rPr lang="en-US" smtClean="0"/>
              <a:pPr/>
              <a:t>5</a:t>
            </a:fld>
            <a:endParaRPr lang="en-US" dirty="0"/>
          </a:p>
        </p:txBody>
      </p:sp>
    </p:spTree>
    <p:extLst>
      <p:ext uri="{BB962C8B-B14F-4D97-AF65-F5344CB8AC3E}">
        <p14:creationId xmlns:p14="http://schemas.microsoft.com/office/powerpoint/2010/main" val="203092894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smtClean="0"/>
              <a:t>An Office Add-in can be seen as a Web page loaded inside an Office Application. In some cases</a:t>
            </a:r>
            <a:r>
              <a:rPr lang="en-US" baseline="0" dirty="0" smtClean="0"/>
              <a:t> it will appear e</a:t>
            </a:r>
            <a:r>
              <a:rPr lang="en-US" dirty="0" smtClean="0"/>
              <a:t>mbedded inline within the document. In other cases</a:t>
            </a:r>
            <a:r>
              <a:rPr lang="en-US" baseline="0" dirty="0" smtClean="0"/>
              <a:t> it might appear as a </a:t>
            </a:r>
            <a:r>
              <a:rPr lang="en-US" dirty="0" smtClean="0"/>
              <a:t>task pane or within a message in Outlook. Note that the</a:t>
            </a:r>
            <a:r>
              <a:rPr lang="en-US" baseline="0" dirty="0" smtClean="0"/>
              <a:t> architecture for Office Add-ins has been designed to w</a:t>
            </a:r>
            <a:r>
              <a:rPr lang="en-US" dirty="0" smtClean="0"/>
              <a:t>ork in both Office Applications and Office Web Applications.</a:t>
            </a:r>
          </a:p>
          <a:p>
            <a:pPr lvl="1"/>
            <a:endParaRPr lang="en-US" dirty="0" smtClean="0"/>
          </a:p>
          <a:p>
            <a:r>
              <a:rPr lang="en-US" dirty="0" smtClean="0"/>
              <a:t>Office Add-ins allow Office applications to be extended</a:t>
            </a:r>
            <a:r>
              <a:rPr lang="en-US" baseline="0" dirty="0" smtClean="0"/>
              <a:t> in such as way so that they can </a:t>
            </a:r>
            <a:r>
              <a:rPr lang="en-US" dirty="0" smtClean="0"/>
              <a:t>leverage Web technologies such as HTML 5 and CSS for rendering user interface as well as JavaScript and jQuery to add behavior. When you write the JavaScript code for an Office Add-in, you can call REST APIs such as those added to SharePoint 2013 to retrieve and update data from across network.</a:t>
            </a:r>
          </a:p>
          <a:p>
            <a:endParaRPr lang="en-US" dirty="0"/>
          </a:p>
        </p:txBody>
      </p:sp>
      <p:sp>
        <p:nvSpPr>
          <p:cNvPr id="4" name="Date Placeholder 3"/>
          <p:cNvSpPr>
            <a:spLocks noGrp="1"/>
          </p:cNvSpPr>
          <p:nvPr>
            <p:ph type="dt" idx="10"/>
          </p:nvPr>
        </p:nvSpPr>
        <p:spPr>
          <a:xfrm>
            <a:off x="3884613" y="0"/>
            <a:ext cx="2971800" cy="457200"/>
          </a:xfrm>
          <a:prstGeom prst="rect">
            <a:avLst/>
          </a:prstGeom>
        </p:spPr>
        <p:txBody>
          <a:bodyPr/>
          <a:lstStyle/>
          <a:p>
            <a:fld id="{98301036-0F2C-49F7-AE1F-5877F795531D}" type="datetime8">
              <a:rPr lang="en-US" smtClean="0"/>
              <a:t>1/20/2016 2:18 PM</a:t>
            </a:fld>
            <a:endParaRPr lang="en-US"/>
          </a:p>
        </p:txBody>
      </p:sp>
      <p:sp>
        <p:nvSpPr>
          <p:cNvPr id="5" name="Slide Number Placeholder 4"/>
          <p:cNvSpPr>
            <a:spLocks noGrp="1"/>
          </p:cNvSpPr>
          <p:nvPr>
            <p:ph type="sldNum" sz="quarter" idx="11"/>
          </p:nvPr>
        </p:nvSpPr>
        <p:spPr/>
        <p:txBody>
          <a:bodyPr/>
          <a:lstStyle/>
          <a:p>
            <a:fld id="{B4008EB6-D09E-4580-8CD6-DDB14511944F}" type="slidenum">
              <a:rPr lang="en-US" smtClean="0"/>
              <a:t>6</a:t>
            </a:fld>
            <a:endParaRPr lang="en-US" dirty="0"/>
          </a:p>
        </p:txBody>
      </p:sp>
      <p:sp>
        <p:nvSpPr>
          <p:cNvPr id="6" name="Header Placeholder 5"/>
          <p:cNvSpPr>
            <a:spLocks noGrp="1"/>
          </p:cNvSpPr>
          <p:nvPr>
            <p:ph type="hdr" sz="quarter" idx="12"/>
          </p:nvPr>
        </p:nvSpPr>
        <p:spPr/>
        <p:txBody>
          <a:bodyPr/>
          <a:lstStyle/>
          <a:p>
            <a:r>
              <a:rPr lang="en-US" smtClean="0"/>
              <a:t>Microsoft Office</a:t>
            </a:r>
            <a:endParaRPr lang="en-US" dirty="0"/>
          </a:p>
        </p:txBody>
      </p:sp>
      <p:sp>
        <p:nvSpPr>
          <p:cNvPr id="7" name="Footer Placeholder 6"/>
          <p:cNvSpPr>
            <a:spLocks noGrp="1"/>
          </p:cNvSpPr>
          <p:nvPr>
            <p:ph type="ftr" sz="quarter" idx="13"/>
          </p:nvPr>
        </p:nvSpPr>
        <p:spPr/>
        <p:txBody>
          <a:bodyPr/>
          <a:lstStyle/>
          <a:p>
            <a:pPr marL="231775" defTabSz="914099" eaLnBrk="0" hangingPunct="0"/>
            <a:r>
              <a:rPr lang="en-US" sz="500" dirty="0" smtClean="0">
                <a:gradFill>
                  <a:gsLst>
                    <a:gs pos="0">
                      <a:schemeClr val="tx1"/>
                    </a:gs>
                    <a:gs pos="100000">
                      <a:schemeClr val="tx1"/>
                    </a:gs>
                  </a:gsLst>
                  <a:lin ang="5400000" scaled="0"/>
                </a:gradFill>
                <a:latin typeface="Segoe UI" pitchFamily="34" charset="0"/>
                <a:ea typeface="Segoe UI" pitchFamily="34" charset="0"/>
                <a:cs typeface="Segoe UI" pitchFamily="34" charset="0"/>
              </a:rPr>
              <a:t>© 2012 Microsoft Corporation. All rights reserved. Microsoft, Windows, and other product names are or may be registered trademarks and/or trademarks in the U.S. and/or other countries.</a:t>
            </a:r>
          </a:p>
          <a:p>
            <a:pPr marL="231775" defTabSz="914099" eaLnBrk="0" hangingPunct="0"/>
            <a:r>
              <a:rPr lang="en-US" sz="500" dirty="0" smtClean="0">
                <a:gradFill>
                  <a:gsLst>
                    <a:gs pos="0">
                      <a:schemeClr val="tx1"/>
                    </a:gs>
                    <a:gs pos="100000">
                      <a:schemeClr val="tx1"/>
                    </a:gs>
                  </a:gsLst>
                  <a:lin ang="5400000" scaled="0"/>
                </a:gradFill>
                <a:latin typeface="Segoe UI" pitchFamily="34" charset="0"/>
                <a:ea typeface="Segoe UI" pitchFamily="34" charset="0"/>
                <a:cs typeface="Segoe UI" pitchFamily="34" charset="0"/>
              </a:rPr>
              <a:t>The information herein is for informational purposes only and represents the current view of Microsoft Corporation as of the date of this </a:t>
            </a:r>
            <a:r>
              <a:rPr lang="en-US" sz="500" smtClean="0">
                <a:gradFill>
                  <a:gsLst>
                    <a:gs pos="0">
                      <a:schemeClr val="tx1"/>
                    </a:gs>
                    <a:gs pos="100000">
                      <a:schemeClr val="tx1"/>
                    </a:gs>
                  </a:gsLst>
                  <a:lin ang="5400000" scaled="0"/>
                </a:gradFill>
                <a:latin typeface="Segoe UI" pitchFamily="34" charset="0"/>
                <a:ea typeface="Segoe UI" pitchFamily="34" charset="0"/>
                <a:cs typeface="Segoe UI" pitchFamily="34" charset="0"/>
              </a:rPr>
              <a:t>presentation.  Because </a:t>
            </a:r>
            <a:r>
              <a:rPr lang="en-US" sz="500" dirty="0" smtClean="0">
                <a:gradFill>
                  <a:gsLst>
                    <a:gs pos="0">
                      <a:schemeClr val="tx1"/>
                    </a:gs>
                    <a:gs pos="100000">
                      <a:schemeClr val="tx1"/>
                    </a:gs>
                  </a:gsLst>
                  <a:lin ang="5400000" scaled="0"/>
                </a:gradFill>
                <a:latin typeface="Segoe UI" pitchFamily="34" charset="0"/>
                <a:ea typeface="Segoe UI" pitchFamily="34" charset="0"/>
                <a:cs typeface="Segoe UI" pitchFamily="34" charset="0"/>
              </a:rPr>
              <a:t>Microsoft must respond to changing market conditions, it should not be interpreted to be a commitment on the part of Microsoft, and Microsoft cannot guarantee the accuracy of any information provided after the date of this </a:t>
            </a:r>
            <a:r>
              <a:rPr lang="en-US" sz="500" smtClean="0">
                <a:gradFill>
                  <a:gsLst>
                    <a:gs pos="0">
                      <a:schemeClr val="tx1"/>
                    </a:gs>
                    <a:gs pos="100000">
                      <a:schemeClr val="tx1"/>
                    </a:gs>
                  </a:gsLst>
                  <a:lin ang="5400000" scaled="0"/>
                </a:gradFill>
                <a:latin typeface="Segoe UI" pitchFamily="34" charset="0"/>
                <a:ea typeface="Segoe UI" pitchFamily="34" charset="0"/>
                <a:cs typeface="Segoe UI" pitchFamily="34" charset="0"/>
              </a:rPr>
              <a:t>presentation.  MICROSOFT </a:t>
            </a:r>
            <a:r>
              <a:rPr lang="en-US" sz="500" dirty="0" smtClean="0">
                <a:gradFill>
                  <a:gsLst>
                    <a:gs pos="0">
                      <a:schemeClr val="tx1"/>
                    </a:gs>
                    <a:gs pos="100000">
                      <a:schemeClr val="tx1"/>
                    </a:gs>
                  </a:gsLst>
                  <a:lin ang="5400000" scaled="0"/>
                </a:gradFill>
                <a:latin typeface="Segoe UI" pitchFamily="34" charset="0"/>
                <a:ea typeface="Segoe UI" pitchFamily="34" charset="0"/>
                <a:cs typeface="Segoe UI" pitchFamily="34" charset="0"/>
              </a:rPr>
              <a:t>MAKES NO WARRANTIES, EXPRESS, IMPLIED OR STATUTORY, AS TO THE INFORMATION IN THIS PRESENTATION.</a:t>
            </a:r>
            <a:endParaRPr lang="en-US" sz="500" dirty="0">
              <a:gradFill>
                <a:gsLst>
                  <a:gs pos="0">
                    <a:schemeClr val="tx1"/>
                  </a:gs>
                  <a:gs pos="100000">
                    <a:schemeClr val="tx1"/>
                  </a:gs>
                </a:gsLst>
                <a:lin ang="5400000" scaled="0"/>
              </a:gradFill>
              <a:latin typeface="Segoe UI" pitchFamily="34" charset="0"/>
              <a:ea typeface="Segoe UI" pitchFamily="34" charset="0"/>
              <a:cs typeface="Segoe UI" pitchFamily="34" charset="0"/>
            </a:endParaRPr>
          </a:p>
        </p:txBody>
      </p:sp>
    </p:spTree>
    <p:extLst>
      <p:ext uri="{BB962C8B-B14F-4D97-AF65-F5344CB8AC3E}">
        <p14:creationId xmlns:p14="http://schemas.microsoft.com/office/powerpoint/2010/main" val="375655213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Date Placeholder 3"/>
          <p:cNvSpPr>
            <a:spLocks noGrp="1"/>
          </p:cNvSpPr>
          <p:nvPr>
            <p:ph type="dt" idx="10"/>
          </p:nvPr>
        </p:nvSpPr>
        <p:spPr/>
        <p:txBody>
          <a:bodyPr/>
          <a:lstStyle/>
          <a:p>
            <a:fld id="{1D779972-2A64-4D75-9AD5-6CD6B3F7B01B}" type="datetime8">
              <a:rPr lang="en-US" smtClean="0"/>
              <a:t>1/20/2016 2:18 PM</a:t>
            </a:fld>
            <a:endParaRPr lang="en-US"/>
          </a:p>
        </p:txBody>
      </p:sp>
      <p:sp>
        <p:nvSpPr>
          <p:cNvPr id="5" name="Slide Number Placeholder 4"/>
          <p:cNvSpPr>
            <a:spLocks noGrp="1"/>
          </p:cNvSpPr>
          <p:nvPr>
            <p:ph type="sldNum" sz="quarter" idx="11"/>
          </p:nvPr>
        </p:nvSpPr>
        <p:spPr/>
        <p:txBody>
          <a:bodyPr/>
          <a:lstStyle/>
          <a:p>
            <a:fld id="{B4008EB6-D09E-4580-8CD6-DDB14511944F}" type="slidenum">
              <a:rPr lang="en-US" smtClean="0"/>
              <a:t>7</a:t>
            </a:fld>
            <a:endParaRPr lang="en-US" dirty="0"/>
          </a:p>
        </p:txBody>
      </p:sp>
      <p:sp>
        <p:nvSpPr>
          <p:cNvPr id="6" name="Header Placeholder 5"/>
          <p:cNvSpPr>
            <a:spLocks noGrp="1"/>
          </p:cNvSpPr>
          <p:nvPr>
            <p:ph type="hdr" sz="quarter" idx="12"/>
          </p:nvPr>
        </p:nvSpPr>
        <p:spPr/>
        <p:txBody>
          <a:bodyPr/>
          <a:lstStyle/>
          <a:p>
            <a:r>
              <a:rPr lang="en-US" smtClean="0"/>
              <a:t>Microsoft Office</a:t>
            </a:r>
            <a:endParaRPr lang="en-US" dirty="0"/>
          </a:p>
        </p:txBody>
      </p:sp>
      <p:sp>
        <p:nvSpPr>
          <p:cNvPr id="7" name="Footer Placeholder 6"/>
          <p:cNvSpPr>
            <a:spLocks noGrp="1"/>
          </p:cNvSpPr>
          <p:nvPr>
            <p:ph type="ftr" sz="quarter" idx="13"/>
          </p:nvPr>
        </p:nvSpPr>
        <p:spPr/>
        <p:txBody>
          <a:bodyPr/>
          <a:lstStyle/>
          <a:p>
            <a:pPr marL="231775" defTabSz="914099" eaLnBrk="0" hangingPunct="0"/>
            <a:r>
              <a:rPr lang="en-US" sz="500" dirty="0" smtClean="0">
                <a:gradFill>
                  <a:gsLst>
                    <a:gs pos="0">
                      <a:schemeClr val="tx1"/>
                    </a:gs>
                    <a:gs pos="100000">
                      <a:schemeClr val="tx1"/>
                    </a:gs>
                  </a:gsLst>
                  <a:lin ang="5400000" scaled="0"/>
                </a:gradFill>
                <a:latin typeface="Segoe UI" pitchFamily="34" charset="0"/>
                <a:ea typeface="Segoe UI" pitchFamily="34" charset="0"/>
                <a:cs typeface="Segoe UI" pitchFamily="34" charset="0"/>
              </a:rPr>
              <a:t>© 2012 Microsoft Corporation. All rights reserved. Microsoft, Windows, and other product names are or may be registered trademarks and/or trademarks in the U.S. and/or other countries.</a:t>
            </a:r>
          </a:p>
          <a:p>
            <a:pPr marL="231775" defTabSz="914099" eaLnBrk="0" hangingPunct="0"/>
            <a:r>
              <a:rPr lang="en-US" sz="500" dirty="0" smtClean="0">
                <a:gradFill>
                  <a:gsLst>
                    <a:gs pos="0">
                      <a:schemeClr val="tx1"/>
                    </a:gs>
                    <a:gs pos="100000">
                      <a:schemeClr val="tx1"/>
                    </a:gs>
                  </a:gsLst>
                  <a:lin ang="5400000" scaled="0"/>
                </a:gradFill>
                <a:latin typeface="Segoe UI" pitchFamily="34" charset="0"/>
                <a:ea typeface="Segoe UI" pitchFamily="34" charset="0"/>
                <a:cs typeface="Segoe UI" pitchFamily="34" charset="0"/>
              </a:rPr>
              <a:t>The information herein is for informational purposes only and represents the current view of Microsoft Corporation as of the date of this </a:t>
            </a:r>
            <a:r>
              <a:rPr lang="en-US" sz="500" smtClean="0">
                <a:gradFill>
                  <a:gsLst>
                    <a:gs pos="0">
                      <a:schemeClr val="tx1"/>
                    </a:gs>
                    <a:gs pos="100000">
                      <a:schemeClr val="tx1"/>
                    </a:gs>
                  </a:gsLst>
                  <a:lin ang="5400000" scaled="0"/>
                </a:gradFill>
                <a:latin typeface="Segoe UI" pitchFamily="34" charset="0"/>
                <a:ea typeface="Segoe UI" pitchFamily="34" charset="0"/>
                <a:cs typeface="Segoe UI" pitchFamily="34" charset="0"/>
              </a:rPr>
              <a:t>presentation.  Because </a:t>
            </a:r>
            <a:r>
              <a:rPr lang="en-US" sz="500" dirty="0" smtClean="0">
                <a:gradFill>
                  <a:gsLst>
                    <a:gs pos="0">
                      <a:schemeClr val="tx1"/>
                    </a:gs>
                    <a:gs pos="100000">
                      <a:schemeClr val="tx1"/>
                    </a:gs>
                  </a:gsLst>
                  <a:lin ang="5400000" scaled="0"/>
                </a:gradFill>
                <a:latin typeface="Segoe UI" pitchFamily="34" charset="0"/>
                <a:ea typeface="Segoe UI" pitchFamily="34" charset="0"/>
                <a:cs typeface="Segoe UI" pitchFamily="34" charset="0"/>
              </a:rPr>
              <a:t>Microsoft must respond to changing market conditions, it should not be interpreted to be a commitment on the part of Microsoft, and Microsoft cannot guarantee the accuracy of any information provided after the date of this </a:t>
            </a:r>
            <a:r>
              <a:rPr lang="en-US" sz="500" smtClean="0">
                <a:gradFill>
                  <a:gsLst>
                    <a:gs pos="0">
                      <a:schemeClr val="tx1"/>
                    </a:gs>
                    <a:gs pos="100000">
                      <a:schemeClr val="tx1"/>
                    </a:gs>
                  </a:gsLst>
                  <a:lin ang="5400000" scaled="0"/>
                </a:gradFill>
                <a:latin typeface="Segoe UI" pitchFamily="34" charset="0"/>
                <a:ea typeface="Segoe UI" pitchFamily="34" charset="0"/>
                <a:cs typeface="Segoe UI" pitchFamily="34" charset="0"/>
              </a:rPr>
              <a:t>presentation.  MICROSOFT </a:t>
            </a:r>
            <a:r>
              <a:rPr lang="en-US" sz="500" dirty="0" smtClean="0">
                <a:gradFill>
                  <a:gsLst>
                    <a:gs pos="0">
                      <a:schemeClr val="tx1"/>
                    </a:gs>
                    <a:gs pos="100000">
                      <a:schemeClr val="tx1"/>
                    </a:gs>
                  </a:gsLst>
                  <a:lin ang="5400000" scaled="0"/>
                </a:gradFill>
                <a:latin typeface="Segoe UI" pitchFamily="34" charset="0"/>
                <a:ea typeface="Segoe UI" pitchFamily="34" charset="0"/>
                <a:cs typeface="Segoe UI" pitchFamily="34" charset="0"/>
              </a:rPr>
              <a:t>MAKES NO WARRANTIES, EXPRESS, IMPLIED OR STATUTORY, AS TO THE INFORMATION IN THIS PRESENTATION.</a:t>
            </a:r>
            <a:endParaRPr lang="en-US" sz="500" dirty="0">
              <a:gradFill>
                <a:gsLst>
                  <a:gs pos="0">
                    <a:schemeClr val="tx1"/>
                  </a:gs>
                  <a:gs pos="100000">
                    <a:schemeClr val="tx1"/>
                  </a:gs>
                </a:gsLst>
                <a:lin ang="5400000" scaled="0"/>
              </a:gradFill>
              <a:latin typeface="Segoe UI" pitchFamily="34" charset="0"/>
              <a:ea typeface="Segoe UI" pitchFamily="34" charset="0"/>
              <a:cs typeface="Segoe UI" pitchFamily="34" charset="0"/>
            </a:endParaRPr>
          </a:p>
        </p:txBody>
      </p:sp>
    </p:spTree>
    <p:extLst>
      <p:ext uri="{BB962C8B-B14F-4D97-AF65-F5344CB8AC3E}">
        <p14:creationId xmlns:p14="http://schemas.microsoft.com/office/powerpoint/2010/main" val="255242682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smtClean="0"/>
              <a:t>Every App for Office must be distributed with an XML-based manifest which contains information about the app itself.</a:t>
            </a:r>
            <a:r>
              <a:rPr lang="en-US" baseline="0" dirty="0" smtClean="0"/>
              <a:t> For example, the app manifest contains an address to a Web page on the Internet which is used to load the app. The app manifest also includes information which indicates </a:t>
            </a:r>
            <a:r>
              <a:rPr lang="en-US" dirty="0" smtClean="0"/>
              <a:t>which Office applications it supports. The app manifest also defines the required capabilities which represent the set of permissions that</a:t>
            </a:r>
            <a:r>
              <a:rPr lang="en-US" baseline="0" dirty="0" smtClean="0"/>
              <a:t> the app needs in order to run and complete its work.</a:t>
            </a:r>
            <a:endParaRPr lang="en-US" dirty="0" smtClean="0"/>
          </a:p>
          <a:p>
            <a:endParaRPr lang="en-US" dirty="0"/>
          </a:p>
        </p:txBody>
      </p:sp>
      <p:sp>
        <p:nvSpPr>
          <p:cNvPr id="4" name="Date Placeholder 3"/>
          <p:cNvSpPr>
            <a:spLocks noGrp="1"/>
          </p:cNvSpPr>
          <p:nvPr>
            <p:ph type="dt" idx="10"/>
          </p:nvPr>
        </p:nvSpPr>
        <p:spPr>
          <a:xfrm>
            <a:off x="3884613" y="0"/>
            <a:ext cx="2971800" cy="457200"/>
          </a:xfrm>
          <a:prstGeom prst="rect">
            <a:avLst/>
          </a:prstGeom>
        </p:spPr>
        <p:txBody>
          <a:bodyPr/>
          <a:lstStyle/>
          <a:p>
            <a:fld id="{918E1E04-A6FA-41D5-9386-7FE342688198}" type="datetime8">
              <a:rPr lang="en-US" smtClean="0"/>
              <a:t>1/20/2016 2:18 PM</a:t>
            </a:fld>
            <a:endParaRPr lang="en-US"/>
          </a:p>
        </p:txBody>
      </p:sp>
      <p:sp>
        <p:nvSpPr>
          <p:cNvPr id="5" name="Slide Number Placeholder 4"/>
          <p:cNvSpPr>
            <a:spLocks noGrp="1"/>
          </p:cNvSpPr>
          <p:nvPr>
            <p:ph type="sldNum" sz="quarter" idx="11"/>
          </p:nvPr>
        </p:nvSpPr>
        <p:spPr/>
        <p:txBody>
          <a:bodyPr/>
          <a:lstStyle/>
          <a:p>
            <a:fld id="{B4008EB6-D09E-4580-8CD6-DDB14511944F}" type="slidenum">
              <a:rPr lang="en-US" smtClean="0"/>
              <a:t>8</a:t>
            </a:fld>
            <a:endParaRPr lang="en-US" dirty="0"/>
          </a:p>
        </p:txBody>
      </p:sp>
      <p:sp>
        <p:nvSpPr>
          <p:cNvPr id="6" name="Header Placeholder 5"/>
          <p:cNvSpPr>
            <a:spLocks noGrp="1"/>
          </p:cNvSpPr>
          <p:nvPr>
            <p:ph type="hdr" sz="quarter" idx="12"/>
          </p:nvPr>
        </p:nvSpPr>
        <p:spPr/>
        <p:txBody>
          <a:bodyPr/>
          <a:lstStyle/>
          <a:p>
            <a:r>
              <a:rPr lang="en-US" smtClean="0"/>
              <a:t>Microsoft Office</a:t>
            </a:r>
            <a:endParaRPr lang="en-US" dirty="0"/>
          </a:p>
        </p:txBody>
      </p:sp>
      <p:sp>
        <p:nvSpPr>
          <p:cNvPr id="7" name="Footer Placeholder 6"/>
          <p:cNvSpPr>
            <a:spLocks noGrp="1"/>
          </p:cNvSpPr>
          <p:nvPr>
            <p:ph type="ftr" sz="quarter" idx="13"/>
          </p:nvPr>
        </p:nvSpPr>
        <p:spPr/>
        <p:txBody>
          <a:bodyPr/>
          <a:lstStyle/>
          <a:p>
            <a:pPr marL="231775" defTabSz="914099" eaLnBrk="0" hangingPunct="0"/>
            <a:r>
              <a:rPr lang="en-US" sz="500" dirty="0" smtClean="0">
                <a:gradFill>
                  <a:gsLst>
                    <a:gs pos="0">
                      <a:schemeClr val="tx1"/>
                    </a:gs>
                    <a:gs pos="100000">
                      <a:schemeClr val="tx1"/>
                    </a:gs>
                  </a:gsLst>
                  <a:lin ang="5400000" scaled="0"/>
                </a:gradFill>
                <a:latin typeface="Segoe UI" pitchFamily="34" charset="0"/>
                <a:ea typeface="Segoe UI" pitchFamily="34" charset="0"/>
                <a:cs typeface="Segoe UI" pitchFamily="34" charset="0"/>
              </a:rPr>
              <a:t>© 2012 Microsoft Corporation. All rights reserved. Microsoft, Windows, and other product names are or may be registered trademarks and/or trademarks in the U.S. and/or other countries.</a:t>
            </a:r>
          </a:p>
          <a:p>
            <a:pPr marL="231775" defTabSz="914099" eaLnBrk="0" hangingPunct="0"/>
            <a:r>
              <a:rPr lang="en-US" sz="500" dirty="0" smtClean="0">
                <a:gradFill>
                  <a:gsLst>
                    <a:gs pos="0">
                      <a:schemeClr val="tx1"/>
                    </a:gs>
                    <a:gs pos="100000">
                      <a:schemeClr val="tx1"/>
                    </a:gs>
                  </a:gsLst>
                  <a:lin ang="5400000" scaled="0"/>
                </a:gradFill>
                <a:latin typeface="Segoe UI" pitchFamily="34" charset="0"/>
                <a:ea typeface="Segoe UI" pitchFamily="34" charset="0"/>
                <a:cs typeface="Segoe UI" pitchFamily="34" charset="0"/>
              </a:rPr>
              <a:t>The information herein is for informational purposes only and represents the current view of Microsoft Corporation as of the date of this </a:t>
            </a:r>
            <a:r>
              <a:rPr lang="en-US" sz="500" smtClean="0">
                <a:gradFill>
                  <a:gsLst>
                    <a:gs pos="0">
                      <a:schemeClr val="tx1"/>
                    </a:gs>
                    <a:gs pos="100000">
                      <a:schemeClr val="tx1"/>
                    </a:gs>
                  </a:gsLst>
                  <a:lin ang="5400000" scaled="0"/>
                </a:gradFill>
                <a:latin typeface="Segoe UI" pitchFamily="34" charset="0"/>
                <a:ea typeface="Segoe UI" pitchFamily="34" charset="0"/>
                <a:cs typeface="Segoe UI" pitchFamily="34" charset="0"/>
              </a:rPr>
              <a:t>presentation.  Because </a:t>
            </a:r>
            <a:r>
              <a:rPr lang="en-US" sz="500" dirty="0" smtClean="0">
                <a:gradFill>
                  <a:gsLst>
                    <a:gs pos="0">
                      <a:schemeClr val="tx1"/>
                    </a:gs>
                    <a:gs pos="100000">
                      <a:schemeClr val="tx1"/>
                    </a:gs>
                  </a:gsLst>
                  <a:lin ang="5400000" scaled="0"/>
                </a:gradFill>
                <a:latin typeface="Segoe UI" pitchFamily="34" charset="0"/>
                <a:ea typeface="Segoe UI" pitchFamily="34" charset="0"/>
                <a:cs typeface="Segoe UI" pitchFamily="34" charset="0"/>
              </a:rPr>
              <a:t>Microsoft must respond to changing market conditions, it should not be interpreted to be a commitment on the part of Microsoft, and Microsoft cannot guarantee the accuracy of any information provided after the date of this </a:t>
            </a:r>
            <a:r>
              <a:rPr lang="en-US" sz="500" smtClean="0">
                <a:gradFill>
                  <a:gsLst>
                    <a:gs pos="0">
                      <a:schemeClr val="tx1"/>
                    </a:gs>
                    <a:gs pos="100000">
                      <a:schemeClr val="tx1"/>
                    </a:gs>
                  </a:gsLst>
                  <a:lin ang="5400000" scaled="0"/>
                </a:gradFill>
                <a:latin typeface="Segoe UI" pitchFamily="34" charset="0"/>
                <a:ea typeface="Segoe UI" pitchFamily="34" charset="0"/>
                <a:cs typeface="Segoe UI" pitchFamily="34" charset="0"/>
              </a:rPr>
              <a:t>presentation.  MICROSOFT </a:t>
            </a:r>
            <a:r>
              <a:rPr lang="en-US" sz="500" dirty="0" smtClean="0">
                <a:gradFill>
                  <a:gsLst>
                    <a:gs pos="0">
                      <a:schemeClr val="tx1"/>
                    </a:gs>
                    <a:gs pos="100000">
                      <a:schemeClr val="tx1"/>
                    </a:gs>
                  </a:gsLst>
                  <a:lin ang="5400000" scaled="0"/>
                </a:gradFill>
                <a:latin typeface="Segoe UI" pitchFamily="34" charset="0"/>
                <a:ea typeface="Segoe UI" pitchFamily="34" charset="0"/>
                <a:cs typeface="Segoe UI" pitchFamily="34" charset="0"/>
              </a:rPr>
              <a:t>MAKES NO WARRANTIES, EXPRESS, IMPLIED OR STATUTORY, AS TO THE INFORMATION IN THIS PRESENTATION.</a:t>
            </a:r>
            <a:endParaRPr lang="en-US" sz="500" dirty="0">
              <a:gradFill>
                <a:gsLst>
                  <a:gs pos="0">
                    <a:schemeClr val="tx1"/>
                  </a:gs>
                  <a:gs pos="100000">
                    <a:schemeClr val="tx1"/>
                  </a:gs>
                </a:gsLst>
                <a:lin ang="5400000" scaled="0"/>
              </a:gradFill>
              <a:latin typeface="Segoe UI" pitchFamily="34" charset="0"/>
              <a:ea typeface="Segoe UI" pitchFamily="34" charset="0"/>
              <a:cs typeface="Segoe UI" pitchFamily="34" charset="0"/>
            </a:endParaRPr>
          </a:p>
        </p:txBody>
      </p:sp>
    </p:spTree>
    <p:extLst>
      <p:ext uri="{BB962C8B-B14F-4D97-AF65-F5344CB8AC3E}">
        <p14:creationId xmlns:p14="http://schemas.microsoft.com/office/powerpoint/2010/main" val="363780547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lvl="0"/>
            <a:r>
              <a:rPr lang="en-US" dirty="0" smtClean="0"/>
              <a:t>Office 2013 applications</a:t>
            </a:r>
            <a:r>
              <a:rPr lang="en-US" baseline="0" dirty="0" smtClean="0"/>
              <a:t> provide users with the ability to discover add-ins and insert them. In Word and Excel, this support is included </a:t>
            </a:r>
            <a:r>
              <a:rPr lang="en-US" dirty="0" smtClean="0"/>
              <a:t>in the Ribbon inside the Insert Tab.</a:t>
            </a:r>
            <a:endParaRPr lang="en-US" baseline="0" dirty="0" smtClean="0"/>
          </a:p>
          <a:p>
            <a:pPr lvl="0"/>
            <a:endParaRPr lang="en-US" baseline="0" dirty="0" smtClean="0"/>
          </a:p>
          <a:p>
            <a:pPr lvl="0"/>
            <a:r>
              <a:rPr lang="en-US" baseline="0" dirty="0" smtClean="0"/>
              <a:t>When you drop down the Apps menu from the ribbon, you can see recently selected add-ins. If you click "Select All", you will be prompted with a dialog that allows you to look in various app directories. Once you find an add-in you want to use, you can click the Start button to insert the app into the current document and start it up. After this, you can save the current document which will then include the add-in.</a:t>
            </a:r>
            <a:endParaRPr lang="en-US" dirty="0"/>
          </a:p>
        </p:txBody>
      </p:sp>
      <p:sp>
        <p:nvSpPr>
          <p:cNvPr id="4" name="Date Placeholder 3"/>
          <p:cNvSpPr>
            <a:spLocks noGrp="1"/>
          </p:cNvSpPr>
          <p:nvPr>
            <p:ph type="dt" idx="10"/>
          </p:nvPr>
        </p:nvSpPr>
        <p:spPr>
          <a:xfrm>
            <a:off x="3884613" y="0"/>
            <a:ext cx="2971800" cy="457200"/>
          </a:xfrm>
          <a:prstGeom prst="rect">
            <a:avLst/>
          </a:prstGeom>
        </p:spPr>
        <p:txBody>
          <a:bodyPr/>
          <a:lstStyle/>
          <a:p>
            <a:fld id="{107431B4-37F0-4F8C-8F64-6ADAF6BC77D6}" type="datetime8">
              <a:rPr lang="en-US" smtClean="0"/>
              <a:t>1/20/2016 2:18 PM</a:t>
            </a:fld>
            <a:endParaRPr lang="en-US"/>
          </a:p>
        </p:txBody>
      </p:sp>
      <p:sp>
        <p:nvSpPr>
          <p:cNvPr id="5" name="Slide Number Placeholder 4"/>
          <p:cNvSpPr>
            <a:spLocks noGrp="1"/>
          </p:cNvSpPr>
          <p:nvPr>
            <p:ph type="sldNum" sz="quarter" idx="11"/>
          </p:nvPr>
        </p:nvSpPr>
        <p:spPr/>
        <p:txBody>
          <a:bodyPr/>
          <a:lstStyle/>
          <a:p>
            <a:fld id="{B4008EB6-D09E-4580-8CD6-DDB14511944F}" type="slidenum">
              <a:rPr lang="en-US" smtClean="0"/>
              <a:t>9</a:t>
            </a:fld>
            <a:endParaRPr lang="en-US" dirty="0"/>
          </a:p>
        </p:txBody>
      </p:sp>
      <p:sp>
        <p:nvSpPr>
          <p:cNvPr id="6" name="Header Placeholder 5"/>
          <p:cNvSpPr>
            <a:spLocks noGrp="1"/>
          </p:cNvSpPr>
          <p:nvPr>
            <p:ph type="hdr" sz="quarter" idx="12"/>
          </p:nvPr>
        </p:nvSpPr>
        <p:spPr/>
        <p:txBody>
          <a:bodyPr/>
          <a:lstStyle/>
          <a:p>
            <a:r>
              <a:rPr lang="en-US" smtClean="0"/>
              <a:t>Microsoft Office</a:t>
            </a:r>
            <a:endParaRPr lang="en-US" dirty="0"/>
          </a:p>
        </p:txBody>
      </p:sp>
      <p:sp>
        <p:nvSpPr>
          <p:cNvPr id="7" name="Footer Placeholder 6"/>
          <p:cNvSpPr>
            <a:spLocks noGrp="1"/>
          </p:cNvSpPr>
          <p:nvPr>
            <p:ph type="ftr" sz="quarter" idx="13"/>
          </p:nvPr>
        </p:nvSpPr>
        <p:spPr/>
        <p:txBody>
          <a:bodyPr/>
          <a:lstStyle/>
          <a:p>
            <a:pPr marL="231775" defTabSz="914099" eaLnBrk="0" hangingPunct="0"/>
            <a:r>
              <a:rPr lang="en-US" sz="500" dirty="0" smtClean="0">
                <a:gradFill>
                  <a:gsLst>
                    <a:gs pos="0">
                      <a:schemeClr val="tx1"/>
                    </a:gs>
                    <a:gs pos="100000">
                      <a:schemeClr val="tx1"/>
                    </a:gs>
                  </a:gsLst>
                  <a:lin ang="5400000" scaled="0"/>
                </a:gradFill>
                <a:latin typeface="Segoe UI" pitchFamily="34" charset="0"/>
                <a:ea typeface="Segoe UI" pitchFamily="34" charset="0"/>
                <a:cs typeface="Segoe UI" pitchFamily="34" charset="0"/>
              </a:rPr>
              <a:t>© 2012 Microsoft Corporation. All rights reserved. Microsoft, Windows, and other product names are or may be registered trademarks and/or trademarks in the U.S. and/or other countries.</a:t>
            </a:r>
          </a:p>
          <a:p>
            <a:pPr marL="231775" defTabSz="914099" eaLnBrk="0" hangingPunct="0"/>
            <a:r>
              <a:rPr lang="en-US" sz="500" dirty="0" smtClean="0">
                <a:gradFill>
                  <a:gsLst>
                    <a:gs pos="0">
                      <a:schemeClr val="tx1"/>
                    </a:gs>
                    <a:gs pos="100000">
                      <a:schemeClr val="tx1"/>
                    </a:gs>
                  </a:gsLst>
                  <a:lin ang="5400000" scaled="0"/>
                </a:gradFill>
                <a:latin typeface="Segoe UI" pitchFamily="34" charset="0"/>
                <a:ea typeface="Segoe UI" pitchFamily="34" charset="0"/>
                <a:cs typeface="Segoe UI" pitchFamily="34" charset="0"/>
              </a:rPr>
              <a:t>The information herein is for informational purposes only and represents the current view of Microsoft Corporation as of the date of this </a:t>
            </a:r>
            <a:r>
              <a:rPr lang="en-US" sz="500" smtClean="0">
                <a:gradFill>
                  <a:gsLst>
                    <a:gs pos="0">
                      <a:schemeClr val="tx1"/>
                    </a:gs>
                    <a:gs pos="100000">
                      <a:schemeClr val="tx1"/>
                    </a:gs>
                  </a:gsLst>
                  <a:lin ang="5400000" scaled="0"/>
                </a:gradFill>
                <a:latin typeface="Segoe UI" pitchFamily="34" charset="0"/>
                <a:ea typeface="Segoe UI" pitchFamily="34" charset="0"/>
                <a:cs typeface="Segoe UI" pitchFamily="34" charset="0"/>
              </a:rPr>
              <a:t>presentation.  Because </a:t>
            </a:r>
            <a:r>
              <a:rPr lang="en-US" sz="500" dirty="0" smtClean="0">
                <a:gradFill>
                  <a:gsLst>
                    <a:gs pos="0">
                      <a:schemeClr val="tx1"/>
                    </a:gs>
                    <a:gs pos="100000">
                      <a:schemeClr val="tx1"/>
                    </a:gs>
                  </a:gsLst>
                  <a:lin ang="5400000" scaled="0"/>
                </a:gradFill>
                <a:latin typeface="Segoe UI" pitchFamily="34" charset="0"/>
                <a:ea typeface="Segoe UI" pitchFamily="34" charset="0"/>
                <a:cs typeface="Segoe UI" pitchFamily="34" charset="0"/>
              </a:rPr>
              <a:t>Microsoft must respond to changing market conditions, it should not be interpreted to be a commitment on the part of Microsoft, and Microsoft cannot guarantee the accuracy of any information provided after the date of this </a:t>
            </a:r>
            <a:r>
              <a:rPr lang="en-US" sz="500" smtClean="0">
                <a:gradFill>
                  <a:gsLst>
                    <a:gs pos="0">
                      <a:schemeClr val="tx1"/>
                    </a:gs>
                    <a:gs pos="100000">
                      <a:schemeClr val="tx1"/>
                    </a:gs>
                  </a:gsLst>
                  <a:lin ang="5400000" scaled="0"/>
                </a:gradFill>
                <a:latin typeface="Segoe UI" pitchFamily="34" charset="0"/>
                <a:ea typeface="Segoe UI" pitchFamily="34" charset="0"/>
                <a:cs typeface="Segoe UI" pitchFamily="34" charset="0"/>
              </a:rPr>
              <a:t>presentation.  MICROSOFT </a:t>
            </a:r>
            <a:r>
              <a:rPr lang="en-US" sz="500" dirty="0" smtClean="0">
                <a:gradFill>
                  <a:gsLst>
                    <a:gs pos="0">
                      <a:schemeClr val="tx1"/>
                    </a:gs>
                    <a:gs pos="100000">
                      <a:schemeClr val="tx1"/>
                    </a:gs>
                  </a:gsLst>
                  <a:lin ang="5400000" scaled="0"/>
                </a:gradFill>
                <a:latin typeface="Segoe UI" pitchFamily="34" charset="0"/>
                <a:ea typeface="Segoe UI" pitchFamily="34" charset="0"/>
                <a:cs typeface="Segoe UI" pitchFamily="34" charset="0"/>
              </a:rPr>
              <a:t>MAKES NO WARRANTIES, EXPRESS, IMPLIED OR STATUTORY, AS TO THE INFORMATION IN THIS PRESENTATION.</a:t>
            </a:r>
            <a:endParaRPr lang="en-US" sz="500" dirty="0">
              <a:gradFill>
                <a:gsLst>
                  <a:gs pos="0">
                    <a:schemeClr val="tx1"/>
                  </a:gs>
                  <a:gs pos="100000">
                    <a:schemeClr val="tx1"/>
                  </a:gs>
                </a:gsLst>
                <a:lin ang="5400000" scaled="0"/>
              </a:gradFill>
              <a:latin typeface="Segoe UI" pitchFamily="34" charset="0"/>
              <a:ea typeface="Segoe UI" pitchFamily="34" charset="0"/>
              <a:cs typeface="Segoe UI" pitchFamily="34" charset="0"/>
            </a:endParaRPr>
          </a:p>
        </p:txBody>
      </p:sp>
    </p:spTree>
    <p:extLst>
      <p:ext uri="{BB962C8B-B14F-4D97-AF65-F5344CB8AC3E}">
        <p14:creationId xmlns:p14="http://schemas.microsoft.com/office/powerpoint/2010/main" val="319289235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Date Placeholder 3"/>
          <p:cNvSpPr>
            <a:spLocks noGrp="1"/>
          </p:cNvSpPr>
          <p:nvPr>
            <p:ph type="dt" idx="10"/>
          </p:nvPr>
        </p:nvSpPr>
        <p:spPr/>
        <p:txBody>
          <a:bodyPr/>
          <a:lstStyle/>
          <a:p>
            <a:fld id="{F7868C5C-7515-4EE6-8DEE-45EA663385F4}" type="datetime8">
              <a:rPr lang="en-US" smtClean="0"/>
              <a:t>1/20/2016 2:18 PM</a:t>
            </a:fld>
            <a:endParaRPr lang="en-US"/>
          </a:p>
        </p:txBody>
      </p:sp>
      <p:sp>
        <p:nvSpPr>
          <p:cNvPr id="5" name="Slide Number Placeholder 4"/>
          <p:cNvSpPr>
            <a:spLocks noGrp="1"/>
          </p:cNvSpPr>
          <p:nvPr>
            <p:ph type="sldNum" sz="quarter" idx="11"/>
          </p:nvPr>
        </p:nvSpPr>
        <p:spPr/>
        <p:txBody>
          <a:bodyPr/>
          <a:lstStyle/>
          <a:p>
            <a:fld id="{B4008EB6-D09E-4580-8CD6-DDB14511944F}" type="slidenum">
              <a:rPr lang="en-US" smtClean="0"/>
              <a:t>10</a:t>
            </a:fld>
            <a:endParaRPr lang="en-US" dirty="0"/>
          </a:p>
        </p:txBody>
      </p:sp>
      <p:sp>
        <p:nvSpPr>
          <p:cNvPr id="6" name="Header Placeholder 5"/>
          <p:cNvSpPr>
            <a:spLocks noGrp="1"/>
          </p:cNvSpPr>
          <p:nvPr>
            <p:ph type="hdr" sz="quarter" idx="12"/>
          </p:nvPr>
        </p:nvSpPr>
        <p:spPr/>
        <p:txBody>
          <a:bodyPr/>
          <a:lstStyle/>
          <a:p>
            <a:r>
              <a:rPr lang="en-US" smtClean="0"/>
              <a:t>Microsoft Office</a:t>
            </a:r>
            <a:endParaRPr lang="en-US" dirty="0"/>
          </a:p>
        </p:txBody>
      </p:sp>
      <p:sp>
        <p:nvSpPr>
          <p:cNvPr id="7" name="Footer Placeholder 6"/>
          <p:cNvSpPr>
            <a:spLocks noGrp="1"/>
          </p:cNvSpPr>
          <p:nvPr>
            <p:ph type="ftr" sz="quarter" idx="13"/>
          </p:nvPr>
        </p:nvSpPr>
        <p:spPr/>
        <p:txBody>
          <a:bodyPr/>
          <a:lstStyle/>
          <a:p>
            <a:pPr marL="231775" defTabSz="914099" eaLnBrk="0" hangingPunct="0"/>
            <a:r>
              <a:rPr lang="en-US" sz="500" dirty="0" smtClean="0">
                <a:gradFill>
                  <a:gsLst>
                    <a:gs pos="0">
                      <a:schemeClr val="tx1"/>
                    </a:gs>
                    <a:gs pos="100000">
                      <a:schemeClr val="tx1"/>
                    </a:gs>
                  </a:gsLst>
                  <a:lin ang="5400000" scaled="0"/>
                </a:gradFill>
                <a:latin typeface="Segoe UI" pitchFamily="34" charset="0"/>
                <a:ea typeface="Segoe UI" pitchFamily="34" charset="0"/>
                <a:cs typeface="Segoe UI" pitchFamily="34" charset="0"/>
              </a:rPr>
              <a:t>© 2012 Microsoft Corporation. All rights reserved. Microsoft, Windows, and other product names are or may be registered trademarks and/or trademarks in the U.S. and/or other countries.</a:t>
            </a:r>
          </a:p>
          <a:p>
            <a:pPr marL="231775" defTabSz="914099" eaLnBrk="0" hangingPunct="0"/>
            <a:r>
              <a:rPr lang="en-US" sz="500" dirty="0" smtClean="0">
                <a:gradFill>
                  <a:gsLst>
                    <a:gs pos="0">
                      <a:schemeClr val="tx1"/>
                    </a:gs>
                    <a:gs pos="100000">
                      <a:schemeClr val="tx1"/>
                    </a:gs>
                  </a:gsLst>
                  <a:lin ang="5400000" scaled="0"/>
                </a:gradFill>
                <a:latin typeface="Segoe UI" pitchFamily="34" charset="0"/>
                <a:ea typeface="Segoe UI" pitchFamily="34" charset="0"/>
                <a:cs typeface="Segoe UI" pitchFamily="34" charset="0"/>
              </a:rPr>
              <a:t>The information herein is for informational purposes only and represents the current view of Microsoft Corporation as of the date of this </a:t>
            </a:r>
            <a:r>
              <a:rPr lang="en-US" sz="500" smtClean="0">
                <a:gradFill>
                  <a:gsLst>
                    <a:gs pos="0">
                      <a:schemeClr val="tx1"/>
                    </a:gs>
                    <a:gs pos="100000">
                      <a:schemeClr val="tx1"/>
                    </a:gs>
                  </a:gsLst>
                  <a:lin ang="5400000" scaled="0"/>
                </a:gradFill>
                <a:latin typeface="Segoe UI" pitchFamily="34" charset="0"/>
                <a:ea typeface="Segoe UI" pitchFamily="34" charset="0"/>
                <a:cs typeface="Segoe UI" pitchFamily="34" charset="0"/>
              </a:rPr>
              <a:t>presentation.  Because </a:t>
            </a:r>
            <a:r>
              <a:rPr lang="en-US" sz="500" dirty="0" smtClean="0">
                <a:gradFill>
                  <a:gsLst>
                    <a:gs pos="0">
                      <a:schemeClr val="tx1"/>
                    </a:gs>
                    <a:gs pos="100000">
                      <a:schemeClr val="tx1"/>
                    </a:gs>
                  </a:gsLst>
                  <a:lin ang="5400000" scaled="0"/>
                </a:gradFill>
                <a:latin typeface="Segoe UI" pitchFamily="34" charset="0"/>
                <a:ea typeface="Segoe UI" pitchFamily="34" charset="0"/>
                <a:cs typeface="Segoe UI" pitchFamily="34" charset="0"/>
              </a:rPr>
              <a:t>Microsoft must respond to changing market conditions, it should not be interpreted to be a commitment on the part of Microsoft, and Microsoft cannot guarantee the accuracy of any information provided after the date of this </a:t>
            </a:r>
            <a:r>
              <a:rPr lang="en-US" sz="500" smtClean="0">
                <a:gradFill>
                  <a:gsLst>
                    <a:gs pos="0">
                      <a:schemeClr val="tx1"/>
                    </a:gs>
                    <a:gs pos="100000">
                      <a:schemeClr val="tx1"/>
                    </a:gs>
                  </a:gsLst>
                  <a:lin ang="5400000" scaled="0"/>
                </a:gradFill>
                <a:latin typeface="Segoe UI" pitchFamily="34" charset="0"/>
                <a:ea typeface="Segoe UI" pitchFamily="34" charset="0"/>
                <a:cs typeface="Segoe UI" pitchFamily="34" charset="0"/>
              </a:rPr>
              <a:t>presentation.  MICROSOFT </a:t>
            </a:r>
            <a:r>
              <a:rPr lang="en-US" sz="500" dirty="0" smtClean="0">
                <a:gradFill>
                  <a:gsLst>
                    <a:gs pos="0">
                      <a:schemeClr val="tx1"/>
                    </a:gs>
                    <a:gs pos="100000">
                      <a:schemeClr val="tx1"/>
                    </a:gs>
                  </a:gsLst>
                  <a:lin ang="5400000" scaled="0"/>
                </a:gradFill>
                <a:latin typeface="Segoe UI" pitchFamily="34" charset="0"/>
                <a:ea typeface="Segoe UI" pitchFamily="34" charset="0"/>
                <a:cs typeface="Segoe UI" pitchFamily="34" charset="0"/>
              </a:rPr>
              <a:t>MAKES NO WARRANTIES, EXPRESS, IMPLIED OR STATUTORY, AS TO THE INFORMATION IN THIS PRESENTATION.</a:t>
            </a:r>
            <a:endParaRPr lang="en-US" sz="500" dirty="0">
              <a:gradFill>
                <a:gsLst>
                  <a:gs pos="0">
                    <a:schemeClr val="tx1"/>
                  </a:gs>
                  <a:gs pos="100000">
                    <a:schemeClr val="tx1"/>
                  </a:gs>
                </a:gsLst>
                <a:lin ang="5400000" scaled="0"/>
              </a:gradFill>
              <a:latin typeface="Segoe UI" pitchFamily="34" charset="0"/>
              <a:ea typeface="Segoe UI" pitchFamily="34" charset="0"/>
              <a:cs typeface="Segoe UI" pitchFamily="34" charset="0"/>
            </a:endParaRPr>
          </a:p>
        </p:txBody>
      </p:sp>
    </p:spTree>
    <p:extLst>
      <p:ext uri="{BB962C8B-B14F-4D97-AF65-F5344CB8AC3E}">
        <p14:creationId xmlns:p14="http://schemas.microsoft.com/office/powerpoint/2010/main" val="78661746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smtClean="0"/>
              <a:t>The function </a:t>
            </a:r>
            <a:r>
              <a:rPr lang="en-US" dirty="0" err="1" smtClean="0"/>
              <a:t>getSelectedDataAsync</a:t>
            </a:r>
            <a:r>
              <a:rPr lang="en-US" dirty="0" smtClean="0"/>
              <a:t>() is used to read content from the selected region of the current Word document.</a:t>
            </a:r>
            <a:endParaRPr lang="en-US" dirty="0"/>
          </a:p>
        </p:txBody>
      </p:sp>
      <p:sp>
        <p:nvSpPr>
          <p:cNvPr id="4" name="Date Placeholder 3"/>
          <p:cNvSpPr>
            <a:spLocks noGrp="1"/>
          </p:cNvSpPr>
          <p:nvPr>
            <p:ph type="dt" idx="10"/>
          </p:nvPr>
        </p:nvSpPr>
        <p:spPr/>
        <p:txBody>
          <a:bodyPr/>
          <a:lstStyle/>
          <a:p>
            <a:fld id="{CEB8C02C-53A1-4308-B045-178F0933A402}" type="datetime8">
              <a:rPr lang="en-US" smtClean="0"/>
              <a:t>1/20/2016 2:18 PM</a:t>
            </a:fld>
            <a:endParaRPr lang="en-US"/>
          </a:p>
        </p:txBody>
      </p:sp>
      <p:sp>
        <p:nvSpPr>
          <p:cNvPr id="5" name="Slide Number Placeholder 4"/>
          <p:cNvSpPr>
            <a:spLocks noGrp="1"/>
          </p:cNvSpPr>
          <p:nvPr>
            <p:ph type="sldNum" sz="quarter" idx="11"/>
          </p:nvPr>
        </p:nvSpPr>
        <p:spPr/>
        <p:txBody>
          <a:bodyPr/>
          <a:lstStyle/>
          <a:p>
            <a:fld id="{B4008EB6-D09E-4580-8CD6-DDB14511944F}" type="slidenum">
              <a:rPr lang="en-US" smtClean="0"/>
              <a:t>11</a:t>
            </a:fld>
            <a:endParaRPr lang="en-US" dirty="0"/>
          </a:p>
        </p:txBody>
      </p:sp>
      <p:sp>
        <p:nvSpPr>
          <p:cNvPr id="6" name="Header Placeholder 5"/>
          <p:cNvSpPr>
            <a:spLocks noGrp="1"/>
          </p:cNvSpPr>
          <p:nvPr>
            <p:ph type="hdr" sz="quarter" idx="12"/>
          </p:nvPr>
        </p:nvSpPr>
        <p:spPr/>
        <p:txBody>
          <a:bodyPr/>
          <a:lstStyle/>
          <a:p>
            <a:r>
              <a:rPr lang="en-US" smtClean="0"/>
              <a:t>Microsoft Office</a:t>
            </a:r>
            <a:endParaRPr lang="en-US" dirty="0"/>
          </a:p>
        </p:txBody>
      </p:sp>
      <p:sp>
        <p:nvSpPr>
          <p:cNvPr id="7" name="Footer Placeholder 6"/>
          <p:cNvSpPr>
            <a:spLocks noGrp="1"/>
          </p:cNvSpPr>
          <p:nvPr>
            <p:ph type="ftr" sz="quarter" idx="13"/>
          </p:nvPr>
        </p:nvSpPr>
        <p:spPr/>
        <p:txBody>
          <a:bodyPr/>
          <a:lstStyle/>
          <a:p>
            <a:pPr marL="231775" defTabSz="914099" eaLnBrk="0" hangingPunct="0"/>
            <a:r>
              <a:rPr lang="en-US" sz="500" dirty="0" smtClean="0">
                <a:gradFill>
                  <a:gsLst>
                    <a:gs pos="0">
                      <a:schemeClr val="tx1"/>
                    </a:gs>
                    <a:gs pos="100000">
                      <a:schemeClr val="tx1"/>
                    </a:gs>
                  </a:gsLst>
                  <a:lin ang="5400000" scaled="0"/>
                </a:gradFill>
                <a:latin typeface="Segoe UI" pitchFamily="34" charset="0"/>
                <a:ea typeface="Segoe UI" pitchFamily="34" charset="0"/>
                <a:cs typeface="Segoe UI" pitchFamily="34" charset="0"/>
              </a:rPr>
              <a:t>© 2012 Microsoft Corporation. All rights reserved. Microsoft, Windows, and other product names are or may be registered trademarks and/or trademarks in the U.S. and/or other countries.</a:t>
            </a:r>
          </a:p>
          <a:p>
            <a:pPr marL="231775" defTabSz="914099" eaLnBrk="0" hangingPunct="0"/>
            <a:r>
              <a:rPr lang="en-US" sz="500" dirty="0" smtClean="0">
                <a:gradFill>
                  <a:gsLst>
                    <a:gs pos="0">
                      <a:schemeClr val="tx1"/>
                    </a:gs>
                    <a:gs pos="100000">
                      <a:schemeClr val="tx1"/>
                    </a:gs>
                  </a:gsLst>
                  <a:lin ang="5400000" scaled="0"/>
                </a:gradFill>
                <a:latin typeface="Segoe UI" pitchFamily="34" charset="0"/>
                <a:ea typeface="Segoe UI" pitchFamily="34" charset="0"/>
                <a:cs typeface="Segoe UI" pitchFamily="34" charset="0"/>
              </a:rPr>
              <a:t>The information herein is for informational purposes only and represents the current view of Microsoft Corporation as of the date of this </a:t>
            </a:r>
            <a:r>
              <a:rPr lang="en-US" sz="500" smtClean="0">
                <a:gradFill>
                  <a:gsLst>
                    <a:gs pos="0">
                      <a:schemeClr val="tx1"/>
                    </a:gs>
                    <a:gs pos="100000">
                      <a:schemeClr val="tx1"/>
                    </a:gs>
                  </a:gsLst>
                  <a:lin ang="5400000" scaled="0"/>
                </a:gradFill>
                <a:latin typeface="Segoe UI" pitchFamily="34" charset="0"/>
                <a:ea typeface="Segoe UI" pitchFamily="34" charset="0"/>
                <a:cs typeface="Segoe UI" pitchFamily="34" charset="0"/>
              </a:rPr>
              <a:t>presentation.  Because </a:t>
            </a:r>
            <a:r>
              <a:rPr lang="en-US" sz="500" dirty="0" smtClean="0">
                <a:gradFill>
                  <a:gsLst>
                    <a:gs pos="0">
                      <a:schemeClr val="tx1"/>
                    </a:gs>
                    <a:gs pos="100000">
                      <a:schemeClr val="tx1"/>
                    </a:gs>
                  </a:gsLst>
                  <a:lin ang="5400000" scaled="0"/>
                </a:gradFill>
                <a:latin typeface="Segoe UI" pitchFamily="34" charset="0"/>
                <a:ea typeface="Segoe UI" pitchFamily="34" charset="0"/>
                <a:cs typeface="Segoe UI" pitchFamily="34" charset="0"/>
              </a:rPr>
              <a:t>Microsoft must respond to changing market conditions, it should not be interpreted to be a commitment on the part of Microsoft, and Microsoft cannot guarantee the accuracy of any information provided after the date of this </a:t>
            </a:r>
            <a:r>
              <a:rPr lang="en-US" sz="500" smtClean="0">
                <a:gradFill>
                  <a:gsLst>
                    <a:gs pos="0">
                      <a:schemeClr val="tx1"/>
                    </a:gs>
                    <a:gs pos="100000">
                      <a:schemeClr val="tx1"/>
                    </a:gs>
                  </a:gsLst>
                  <a:lin ang="5400000" scaled="0"/>
                </a:gradFill>
                <a:latin typeface="Segoe UI" pitchFamily="34" charset="0"/>
                <a:ea typeface="Segoe UI" pitchFamily="34" charset="0"/>
                <a:cs typeface="Segoe UI" pitchFamily="34" charset="0"/>
              </a:rPr>
              <a:t>presentation.  MICROSOFT </a:t>
            </a:r>
            <a:r>
              <a:rPr lang="en-US" sz="500" dirty="0" smtClean="0">
                <a:gradFill>
                  <a:gsLst>
                    <a:gs pos="0">
                      <a:schemeClr val="tx1"/>
                    </a:gs>
                    <a:gs pos="100000">
                      <a:schemeClr val="tx1"/>
                    </a:gs>
                  </a:gsLst>
                  <a:lin ang="5400000" scaled="0"/>
                </a:gradFill>
                <a:latin typeface="Segoe UI" pitchFamily="34" charset="0"/>
                <a:ea typeface="Segoe UI" pitchFamily="34" charset="0"/>
                <a:cs typeface="Segoe UI" pitchFamily="34" charset="0"/>
              </a:rPr>
              <a:t>MAKES NO WARRANTIES, EXPRESS, IMPLIED OR STATUTORY, AS TO THE INFORMATION IN THIS PRESENTATION.</a:t>
            </a:r>
            <a:endParaRPr lang="en-US" sz="500" dirty="0">
              <a:gradFill>
                <a:gsLst>
                  <a:gs pos="0">
                    <a:schemeClr val="tx1"/>
                  </a:gs>
                  <a:gs pos="100000">
                    <a:schemeClr val="tx1"/>
                  </a:gs>
                </a:gsLst>
                <a:lin ang="5400000" scaled="0"/>
              </a:gradFill>
              <a:latin typeface="Segoe UI" pitchFamily="34" charset="0"/>
              <a:ea typeface="Segoe UI" pitchFamily="34" charset="0"/>
              <a:cs typeface="Segoe UI" pitchFamily="34" charset="0"/>
            </a:endParaRPr>
          </a:p>
        </p:txBody>
      </p:sp>
    </p:spTree>
    <p:extLst>
      <p:ext uri="{BB962C8B-B14F-4D97-AF65-F5344CB8AC3E}">
        <p14:creationId xmlns:p14="http://schemas.microsoft.com/office/powerpoint/2010/main" val="109042891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0" marR="0" indent="0" algn="l" defTabSz="914363" rtl="0" eaLnBrk="1" fontAlgn="auto" latinLnBrk="0" hangingPunct="1">
              <a:lnSpc>
                <a:spcPct val="90000"/>
              </a:lnSpc>
              <a:spcBef>
                <a:spcPts val="0"/>
              </a:spcBef>
              <a:spcAft>
                <a:spcPts val="333"/>
              </a:spcAft>
              <a:buClrTx/>
              <a:buSzTx/>
              <a:buFontTx/>
              <a:buNone/>
              <a:tabLst/>
              <a:defRPr/>
            </a:pPr>
            <a:r>
              <a:rPr lang="en-US" dirty="0" smtClean="0"/>
              <a:t>The function </a:t>
            </a:r>
            <a:r>
              <a:rPr lang="en-US" dirty="0" err="1" smtClean="0"/>
              <a:t>setSelectedDataAsync</a:t>
            </a:r>
            <a:r>
              <a:rPr lang="en-US" dirty="0" smtClean="0"/>
              <a:t> is used to write content into the selected region</a:t>
            </a:r>
            <a:r>
              <a:rPr lang="en-US" baseline="0" dirty="0" smtClean="0"/>
              <a:t> </a:t>
            </a:r>
            <a:r>
              <a:rPr lang="en-US" dirty="0" smtClean="0"/>
              <a:t>of the current document.</a:t>
            </a:r>
            <a:r>
              <a:rPr lang="en-US" baseline="0" dirty="0" smtClean="0"/>
              <a:t> If there is no selected region, the content is added at the location of the cursor.</a:t>
            </a:r>
            <a:endParaRPr lang="en-US" dirty="0" smtClean="0"/>
          </a:p>
          <a:p>
            <a:endParaRPr lang="en-US" dirty="0"/>
          </a:p>
        </p:txBody>
      </p:sp>
      <p:sp>
        <p:nvSpPr>
          <p:cNvPr id="4" name="Date Placeholder 3"/>
          <p:cNvSpPr>
            <a:spLocks noGrp="1"/>
          </p:cNvSpPr>
          <p:nvPr>
            <p:ph type="dt" idx="10"/>
          </p:nvPr>
        </p:nvSpPr>
        <p:spPr/>
        <p:txBody>
          <a:bodyPr/>
          <a:lstStyle/>
          <a:p>
            <a:fld id="{448CCEBF-D104-4670-BF57-43C57F37003A}" type="datetime8">
              <a:rPr lang="en-US" smtClean="0"/>
              <a:t>1/20/2016 2:18 PM</a:t>
            </a:fld>
            <a:endParaRPr lang="en-US"/>
          </a:p>
        </p:txBody>
      </p:sp>
      <p:sp>
        <p:nvSpPr>
          <p:cNvPr id="5" name="Slide Number Placeholder 4"/>
          <p:cNvSpPr>
            <a:spLocks noGrp="1"/>
          </p:cNvSpPr>
          <p:nvPr>
            <p:ph type="sldNum" sz="quarter" idx="11"/>
          </p:nvPr>
        </p:nvSpPr>
        <p:spPr/>
        <p:txBody>
          <a:bodyPr/>
          <a:lstStyle/>
          <a:p>
            <a:fld id="{B4008EB6-D09E-4580-8CD6-DDB14511944F}" type="slidenum">
              <a:rPr lang="en-US" smtClean="0"/>
              <a:t>12</a:t>
            </a:fld>
            <a:endParaRPr lang="en-US" dirty="0"/>
          </a:p>
        </p:txBody>
      </p:sp>
      <p:sp>
        <p:nvSpPr>
          <p:cNvPr id="6" name="Header Placeholder 5"/>
          <p:cNvSpPr>
            <a:spLocks noGrp="1"/>
          </p:cNvSpPr>
          <p:nvPr>
            <p:ph type="hdr" sz="quarter" idx="12"/>
          </p:nvPr>
        </p:nvSpPr>
        <p:spPr/>
        <p:txBody>
          <a:bodyPr/>
          <a:lstStyle/>
          <a:p>
            <a:r>
              <a:rPr lang="en-US" smtClean="0"/>
              <a:t>Microsoft Office</a:t>
            </a:r>
            <a:endParaRPr lang="en-US" dirty="0"/>
          </a:p>
        </p:txBody>
      </p:sp>
      <p:sp>
        <p:nvSpPr>
          <p:cNvPr id="7" name="Footer Placeholder 6"/>
          <p:cNvSpPr>
            <a:spLocks noGrp="1"/>
          </p:cNvSpPr>
          <p:nvPr>
            <p:ph type="ftr" sz="quarter" idx="13"/>
          </p:nvPr>
        </p:nvSpPr>
        <p:spPr/>
        <p:txBody>
          <a:bodyPr/>
          <a:lstStyle/>
          <a:p>
            <a:pPr marL="231775" defTabSz="914099" eaLnBrk="0" hangingPunct="0"/>
            <a:r>
              <a:rPr lang="en-US" sz="500" dirty="0" smtClean="0">
                <a:gradFill>
                  <a:gsLst>
                    <a:gs pos="0">
                      <a:schemeClr val="tx1"/>
                    </a:gs>
                    <a:gs pos="100000">
                      <a:schemeClr val="tx1"/>
                    </a:gs>
                  </a:gsLst>
                  <a:lin ang="5400000" scaled="0"/>
                </a:gradFill>
                <a:latin typeface="Segoe UI" pitchFamily="34" charset="0"/>
                <a:ea typeface="Segoe UI" pitchFamily="34" charset="0"/>
                <a:cs typeface="Segoe UI" pitchFamily="34" charset="0"/>
              </a:rPr>
              <a:t>© 2012 Microsoft Corporation. All rights reserved. Microsoft, Windows, and other product names are or may be registered trademarks and/or trademarks in the U.S. and/or other countries.</a:t>
            </a:r>
          </a:p>
          <a:p>
            <a:pPr marL="231775" defTabSz="914099" eaLnBrk="0" hangingPunct="0"/>
            <a:r>
              <a:rPr lang="en-US" sz="500" dirty="0" smtClean="0">
                <a:gradFill>
                  <a:gsLst>
                    <a:gs pos="0">
                      <a:schemeClr val="tx1"/>
                    </a:gs>
                    <a:gs pos="100000">
                      <a:schemeClr val="tx1"/>
                    </a:gs>
                  </a:gsLst>
                  <a:lin ang="5400000" scaled="0"/>
                </a:gradFill>
                <a:latin typeface="Segoe UI" pitchFamily="34" charset="0"/>
                <a:ea typeface="Segoe UI" pitchFamily="34" charset="0"/>
                <a:cs typeface="Segoe UI" pitchFamily="34" charset="0"/>
              </a:rPr>
              <a:t>The information herein is for informational purposes only and represents the current view of Microsoft Corporation as of the date of this </a:t>
            </a:r>
            <a:r>
              <a:rPr lang="en-US" sz="500" smtClean="0">
                <a:gradFill>
                  <a:gsLst>
                    <a:gs pos="0">
                      <a:schemeClr val="tx1"/>
                    </a:gs>
                    <a:gs pos="100000">
                      <a:schemeClr val="tx1"/>
                    </a:gs>
                  </a:gsLst>
                  <a:lin ang="5400000" scaled="0"/>
                </a:gradFill>
                <a:latin typeface="Segoe UI" pitchFamily="34" charset="0"/>
                <a:ea typeface="Segoe UI" pitchFamily="34" charset="0"/>
                <a:cs typeface="Segoe UI" pitchFamily="34" charset="0"/>
              </a:rPr>
              <a:t>presentation.  Because </a:t>
            </a:r>
            <a:r>
              <a:rPr lang="en-US" sz="500" dirty="0" smtClean="0">
                <a:gradFill>
                  <a:gsLst>
                    <a:gs pos="0">
                      <a:schemeClr val="tx1"/>
                    </a:gs>
                    <a:gs pos="100000">
                      <a:schemeClr val="tx1"/>
                    </a:gs>
                  </a:gsLst>
                  <a:lin ang="5400000" scaled="0"/>
                </a:gradFill>
                <a:latin typeface="Segoe UI" pitchFamily="34" charset="0"/>
                <a:ea typeface="Segoe UI" pitchFamily="34" charset="0"/>
                <a:cs typeface="Segoe UI" pitchFamily="34" charset="0"/>
              </a:rPr>
              <a:t>Microsoft must respond to changing market conditions, it should not be interpreted to be a commitment on the part of Microsoft, and Microsoft cannot guarantee the accuracy of any information provided after the date of this </a:t>
            </a:r>
            <a:r>
              <a:rPr lang="en-US" sz="500" smtClean="0">
                <a:gradFill>
                  <a:gsLst>
                    <a:gs pos="0">
                      <a:schemeClr val="tx1"/>
                    </a:gs>
                    <a:gs pos="100000">
                      <a:schemeClr val="tx1"/>
                    </a:gs>
                  </a:gsLst>
                  <a:lin ang="5400000" scaled="0"/>
                </a:gradFill>
                <a:latin typeface="Segoe UI" pitchFamily="34" charset="0"/>
                <a:ea typeface="Segoe UI" pitchFamily="34" charset="0"/>
                <a:cs typeface="Segoe UI" pitchFamily="34" charset="0"/>
              </a:rPr>
              <a:t>presentation.  MICROSOFT </a:t>
            </a:r>
            <a:r>
              <a:rPr lang="en-US" sz="500" dirty="0" smtClean="0">
                <a:gradFill>
                  <a:gsLst>
                    <a:gs pos="0">
                      <a:schemeClr val="tx1"/>
                    </a:gs>
                    <a:gs pos="100000">
                      <a:schemeClr val="tx1"/>
                    </a:gs>
                  </a:gsLst>
                  <a:lin ang="5400000" scaled="0"/>
                </a:gradFill>
                <a:latin typeface="Segoe UI" pitchFamily="34" charset="0"/>
                <a:ea typeface="Segoe UI" pitchFamily="34" charset="0"/>
                <a:cs typeface="Segoe UI" pitchFamily="34" charset="0"/>
              </a:rPr>
              <a:t>MAKES NO WARRANTIES, EXPRESS, IMPLIED OR STATUTORY, AS TO THE INFORMATION IN THIS PRESENTATION.</a:t>
            </a:r>
            <a:endParaRPr lang="en-US" sz="500" dirty="0">
              <a:gradFill>
                <a:gsLst>
                  <a:gs pos="0">
                    <a:schemeClr val="tx1"/>
                  </a:gs>
                  <a:gs pos="100000">
                    <a:schemeClr val="tx1"/>
                  </a:gs>
                </a:gsLst>
                <a:lin ang="5400000" scaled="0"/>
              </a:gradFill>
              <a:latin typeface="Segoe UI" pitchFamily="34" charset="0"/>
              <a:ea typeface="Segoe UI" pitchFamily="34" charset="0"/>
              <a:cs typeface="Segoe UI" pitchFamily="34" charset="0"/>
            </a:endParaRPr>
          </a:p>
        </p:txBody>
      </p:sp>
    </p:spTree>
    <p:extLst>
      <p:ext uri="{BB962C8B-B14F-4D97-AF65-F5344CB8AC3E}">
        <p14:creationId xmlns:p14="http://schemas.microsoft.com/office/powerpoint/2010/main" val="422394788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idx="10"/>
          </p:nvPr>
        </p:nvSpPr>
        <p:spPr/>
        <p:txBody>
          <a:bodyPr/>
          <a:lstStyle/>
          <a:p>
            <a:r>
              <a:rPr lang="en-US" smtClean="0">
                <a:latin typeface="Segoe UI" pitchFamily="34" charset="0"/>
              </a:rPr>
              <a:t>Office 365 </a:t>
            </a:r>
            <a:r>
              <a:rPr lang="en-US" smtClean="0"/>
              <a:t>CloudRoadShow</a:t>
            </a:r>
            <a:endParaRPr lang="en-US" dirty="0"/>
          </a:p>
        </p:txBody>
      </p:sp>
      <p:sp>
        <p:nvSpPr>
          <p:cNvPr id="5" name="Footer Placeholder 4"/>
          <p:cNvSpPr>
            <a:spLocks noGrp="1"/>
          </p:cNvSpPr>
          <p:nvPr>
            <p:ph type="ftr" sz="quarter" idx="11"/>
          </p:nvPr>
        </p:nvSpPr>
        <p:spPr/>
        <p:txBody>
          <a:bodyPr/>
          <a:lstStyle/>
          <a:p>
            <a:pPr defTabSz="914099" eaLnBrk="0" hangingPunct="0"/>
            <a:r>
              <a:rPr lang="en-US" sz="400" smtClean="0">
                <a:gradFill>
                  <a:gsLst>
                    <a:gs pos="0">
                      <a:prstClr val="black"/>
                    </a:gs>
                    <a:gs pos="100000">
                      <a:prstClr val="black"/>
                    </a:gs>
                  </a:gsLst>
                  <a:lin ang="5400000" scaled="0"/>
                </a:gradFill>
                <a:latin typeface="Segoe UI" pitchFamily="34" charset="0"/>
                <a:ea typeface="Segoe UI" pitchFamily="34" charset="0"/>
                <a:cs typeface="Segoe UI" pitchFamily="34" charset="0"/>
              </a:rPr>
              <a:t>© 2015 Microsoft Corporation. All rights reserved. MICROSOFT MAKES NO WARRANTIES, EXPRESS, IMPLIED OR STATUTORY, AS TO THE INFORMATION IN THIS PRESENTATION.</a:t>
            </a:r>
            <a:endParaRPr lang="en-US" sz="400" dirty="0" smtClean="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
        <p:nvSpPr>
          <p:cNvPr id="6" name="Date Placeholder 5"/>
          <p:cNvSpPr>
            <a:spLocks noGrp="1"/>
          </p:cNvSpPr>
          <p:nvPr>
            <p:ph type="dt" idx="12"/>
          </p:nvPr>
        </p:nvSpPr>
        <p:spPr/>
        <p:txBody>
          <a:bodyPr/>
          <a:lstStyle/>
          <a:p>
            <a:fld id="{E0721F34-7F59-45C7-A794-2A1D7BC71412}" type="datetime8">
              <a:rPr lang="en-US" smtClean="0"/>
              <a:t>1/20/2016 2:18 PM</a:t>
            </a:fld>
            <a:endParaRPr lang="en-US" dirty="0"/>
          </a:p>
        </p:txBody>
      </p:sp>
      <p:sp>
        <p:nvSpPr>
          <p:cNvPr id="7" name="Slide Number Placeholder 6"/>
          <p:cNvSpPr>
            <a:spLocks noGrp="1"/>
          </p:cNvSpPr>
          <p:nvPr>
            <p:ph type="sldNum" sz="quarter" idx="13"/>
          </p:nvPr>
        </p:nvSpPr>
        <p:spPr/>
        <p:txBody>
          <a:bodyPr/>
          <a:lstStyle/>
          <a:p>
            <a:fld id="{B4008EB6-D09E-4580-8CD6-DDB14511944F}" type="slidenum">
              <a:rPr lang="en-US" smtClean="0"/>
              <a:pPr/>
              <a:t>13</a:t>
            </a:fld>
            <a:endParaRPr lang="en-US" dirty="0"/>
          </a:p>
        </p:txBody>
      </p:sp>
    </p:spTree>
    <p:extLst>
      <p:ext uri="{BB962C8B-B14F-4D97-AF65-F5344CB8AC3E}">
        <p14:creationId xmlns:p14="http://schemas.microsoft.com/office/powerpoint/2010/main" val="30122590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sz="2400" dirty="0" smtClean="0"/>
              <a:t>To</a:t>
            </a:r>
            <a:r>
              <a:rPr lang="en-US" sz="2400" baseline="0" dirty="0" smtClean="0"/>
              <a:t> add a </a:t>
            </a:r>
            <a:r>
              <a:rPr lang="en-US" sz="2400" dirty="0" smtClean="0"/>
              <a:t>binding, you should use one of the following method</a:t>
            </a:r>
          </a:p>
          <a:p>
            <a:endParaRPr lang="en-US" sz="2400" dirty="0" smtClean="0"/>
          </a:p>
          <a:p>
            <a:pPr lvl="1"/>
            <a:r>
              <a:rPr lang="en-US" sz="1800" b="1" dirty="0" err="1" smtClean="0"/>
              <a:t>Bindings.addFromPromptAsync</a:t>
            </a:r>
            <a:endParaRPr lang="en-US" sz="1800" b="1" dirty="0" smtClean="0"/>
          </a:p>
          <a:p>
            <a:pPr lvl="1"/>
            <a:r>
              <a:rPr lang="en-US" sz="1800" b="1" dirty="0" err="1" smtClean="0"/>
              <a:t>Bindings.addFromSelectionAsync</a:t>
            </a:r>
            <a:endParaRPr lang="en-US" sz="1800" b="1" dirty="0" smtClean="0"/>
          </a:p>
          <a:p>
            <a:pPr lvl="1"/>
            <a:r>
              <a:rPr lang="en-US" sz="1800" b="1" dirty="0" err="1" smtClean="0"/>
              <a:t>Bindings.addFromNamedItem</a:t>
            </a:r>
            <a:r>
              <a:rPr lang="en-US" sz="1800" b="1" dirty="0" smtClean="0"/>
              <a:t> </a:t>
            </a:r>
          </a:p>
          <a:p>
            <a:pPr>
              <a:spcBef>
                <a:spcPts val="1200"/>
              </a:spcBef>
            </a:pPr>
            <a:endParaRPr lang="en-US" sz="2400" dirty="0" smtClean="0"/>
          </a:p>
          <a:p>
            <a:pPr>
              <a:spcBef>
                <a:spcPts val="1200"/>
              </a:spcBef>
            </a:pPr>
            <a:r>
              <a:rPr lang="en-US" sz="2400" dirty="0" smtClean="0"/>
              <a:t>You</a:t>
            </a:r>
            <a:r>
              <a:rPr lang="en-US" sz="2400" baseline="0" dirty="0" smtClean="0"/>
              <a:t> will also need to reference bindings to read and write content and register event handlers. </a:t>
            </a:r>
            <a:r>
              <a:rPr lang="en-US" sz="2400" dirty="0" smtClean="0"/>
              <a:t>When you need to reference a binding, you can use one of these method.</a:t>
            </a:r>
          </a:p>
          <a:p>
            <a:pPr>
              <a:spcBef>
                <a:spcPts val="1200"/>
              </a:spcBef>
            </a:pPr>
            <a:endParaRPr lang="en-US" sz="2400" dirty="0" smtClean="0"/>
          </a:p>
          <a:p>
            <a:pPr lvl="1"/>
            <a:r>
              <a:rPr lang="en-US" sz="1800" b="1" dirty="0" err="1" smtClean="0"/>
              <a:t>Bindings.getAllAsync</a:t>
            </a:r>
            <a:endParaRPr lang="en-US" sz="1800" b="1" dirty="0" smtClean="0"/>
          </a:p>
          <a:p>
            <a:pPr lvl="1"/>
            <a:r>
              <a:rPr lang="en-US" sz="1800" b="1" dirty="0" err="1" smtClean="0"/>
              <a:t>Bindings.getByIdAsync</a:t>
            </a:r>
            <a:endParaRPr lang="en-US" sz="1800" b="1" dirty="0" smtClean="0"/>
          </a:p>
          <a:p>
            <a:pPr lvl="1"/>
            <a:r>
              <a:rPr lang="en-US" sz="1800" b="1" dirty="0" err="1" smtClean="0"/>
              <a:t>Office.Select</a:t>
            </a:r>
            <a:endParaRPr lang="en-US" sz="1800" b="1" dirty="0" smtClean="0"/>
          </a:p>
          <a:p>
            <a:pPr>
              <a:spcBef>
                <a:spcPts val="1200"/>
              </a:spcBef>
            </a:pPr>
            <a:endParaRPr lang="en-US" sz="2400" dirty="0" smtClean="0"/>
          </a:p>
          <a:p>
            <a:pPr>
              <a:spcBef>
                <a:spcPts val="1200"/>
              </a:spcBef>
            </a:pPr>
            <a:r>
              <a:rPr lang="en-US" sz="2400" dirty="0" smtClean="0"/>
              <a:t>If you ever need to remove a binding, you can use this methods.</a:t>
            </a:r>
          </a:p>
          <a:p>
            <a:pPr>
              <a:spcBef>
                <a:spcPts val="1200"/>
              </a:spcBef>
            </a:pPr>
            <a:endParaRPr lang="en-US" sz="2400" b="1" dirty="0" smtClean="0"/>
          </a:p>
          <a:p>
            <a:pPr lvl="1"/>
            <a:r>
              <a:rPr lang="en-US" sz="1800" b="1" dirty="0" err="1" smtClean="0"/>
              <a:t>Bindings.releaseByIdAsync</a:t>
            </a:r>
            <a:endParaRPr lang="en-US" sz="1800" b="1" dirty="0" smtClean="0"/>
          </a:p>
          <a:p>
            <a:pPr>
              <a:spcBef>
                <a:spcPts val="1200"/>
              </a:spcBef>
            </a:pPr>
            <a:endParaRPr lang="en-US" sz="2400" dirty="0" smtClean="0"/>
          </a:p>
          <a:p>
            <a:pPr>
              <a:spcBef>
                <a:spcPts val="1200"/>
              </a:spcBef>
            </a:pPr>
            <a:r>
              <a:rPr lang="en-US" sz="2400" dirty="0" smtClean="0"/>
              <a:t>To register an event handler on</a:t>
            </a:r>
            <a:r>
              <a:rPr lang="en-US" sz="2400" baseline="0" dirty="0" smtClean="0"/>
              <a:t> a binding, you can use the following method.</a:t>
            </a:r>
          </a:p>
          <a:p>
            <a:pPr>
              <a:spcBef>
                <a:spcPts val="1200"/>
              </a:spcBef>
            </a:pPr>
            <a:endParaRPr lang="en-US" sz="2400" dirty="0" smtClean="0"/>
          </a:p>
          <a:p>
            <a:pPr lvl="1"/>
            <a:r>
              <a:rPr lang="en-US" sz="1800" b="1" dirty="0" err="1" smtClean="0"/>
              <a:t>Binding.addHandlerAsync</a:t>
            </a:r>
            <a:r>
              <a:rPr lang="en-US" sz="1800" b="1" dirty="0" smtClean="0"/>
              <a:t>(“type”, handler);</a:t>
            </a:r>
            <a:endParaRPr lang="en-US" sz="2000" b="1" dirty="0" smtClean="0"/>
          </a:p>
          <a:p>
            <a:endParaRPr lang="en-US" sz="2400" dirty="0" smtClean="0"/>
          </a:p>
          <a:p>
            <a:endParaRPr lang="en-US" dirty="0"/>
          </a:p>
        </p:txBody>
      </p:sp>
      <p:sp>
        <p:nvSpPr>
          <p:cNvPr id="4" name="Date Placeholder 3"/>
          <p:cNvSpPr>
            <a:spLocks noGrp="1"/>
          </p:cNvSpPr>
          <p:nvPr>
            <p:ph type="dt" idx="10"/>
          </p:nvPr>
        </p:nvSpPr>
        <p:spPr>
          <a:xfrm>
            <a:off x="3884613" y="0"/>
            <a:ext cx="2971800" cy="457200"/>
          </a:xfrm>
          <a:prstGeom prst="rect">
            <a:avLst/>
          </a:prstGeom>
        </p:spPr>
        <p:txBody>
          <a:bodyPr/>
          <a:lstStyle/>
          <a:p>
            <a:fld id="{BCAEB016-E133-4469-A34D-D318EB975FAC}" type="datetime8">
              <a:rPr lang="en-US" smtClean="0"/>
              <a:t>1/20/2016 2:18 PM</a:t>
            </a:fld>
            <a:endParaRPr lang="en-US"/>
          </a:p>
        </p:txBody>
      </p:sp>
      <p:sp>
        <p:nvSpPr>
          <p:cNvPr id="5" name="Slide Number Placeholder 4"/>
          <p:cNvSpPr>
            <a:spLocks noGrp="1"/>
          </p:cNvSpPr>
          <p:nvPr>
            <p:ph type="sldNum" sz="quarter" idx="11"/>
          </p:nvPr>
        </p:nvSpPr>
        <p:spPr/>
        <p:txBody>
          <a:bodyPr/>
          <a:lstStyle/>
          <a:p>
            <a:fld id="{B4008EB6-D09E-4580-8CD6-DDB14511944F}" type="slidenum">
              <a:rPr lang="en-US" smtClean="0"/>
              <a:t>14</a:t>
            </a:fld>
            <a:endParaRPr lang="en-US" dirty="0"/>
          </a:p>
        </p:txBody>
      </p:sp>
      <p:sp>
        <p:nvSpPr>
          <p:cNvPr id="6" name="Header Placeholder 5"/>
          <p:cNvSpPr>
            <a:spLocks noGrp="1"/>
          </p:cNvSpPr>
          <p:nvPr>
            <p:ph type="hdr" sz="quarter" idx="12"/>
          </p:nvPr>
        </p:nvSpPr>
        <p:spPr/>
        <p:txBody>
          <a:bodyPr/>
          <a:lstStyle/>
          <a:p>
            <a:r>
              <a:rPr lang="en-US" smtClean="0"/>
              <a:t>Microsoft Office</a:t>
            </a:r>
            <a:endParaRPr lang="en-US" dirty="0"/>
          </a:p>
        </p:txBody>
      </p:sp>
      <p:sp>
        <p:nvSpPr>
          <p:cNvPr id="7" name="Footer Placeholder 6"/>
          <p:cNvSpPr>
            <a:spLocks noGrp="1"/>
          </p:cNvSpPr>
          <p:nvPr>
            <p:ph type="ftr" sz="quarter" idx="13"/>
          </p:nvPr>
        </p:nvSpPr>
        <p:spPr/>
        <p:txBody>
          <a:bodyPr/>
          <a:lstStyle/>
          <a:p>
            <a:pPr marL="231775" defTabSz="914099" eaLnBrk="0" hangingPunct="0"/>
            <a:r>
              <a:rPr lang="en-US" sz="500" dirty="0" smtClean="0">
                <a:gradFill>
                  <a:gsLst>
                    <a:gs pos="0">
                      <a:schemeClr val="tx1"/>
                    </a:gs>
                    <a:gs pos="100000">
                      <a:schemeClr val="tx1"/>
                    </a:gs>
                  </a:gsLst>
                  <a:lin ang="5400000" scaled="0"/>
                </a:gradFill>
                <a:latin typeface="Segoe UI" pitchFamily="34" charset="0"/>
                <a:ea typeface="Segoe UI" pitchFamily="34" charset="0"/>
                <a:cs typeface="Segoe UI" pitchFamily="34" charset="0"/>
              </a:rPr>
              <a:t>© 2012 Microsoft Corporation. All rights reserved. Microsoft, Windows, and other product names are or may be registered trademarks and/or trademarks in the U.S. and/or other countries.</a:t>
            </a:r>
          </a:p>
          <a:p>
            <a:pPr marL="231775" defTabSz="914099" eaLnBrk="0" hangingPunct="0"/>
            <a:r>
              <a:rPr lang="en-US" sz="500" dirty="0" smtClean="0">
                <a:gradFill>
                  <a:gsLst>
                    <a:gs pos="0">
                      <a:schemeClr val="tx1"/>
                    </a:gs>
                    <a:gs pos="100000">
                      <a:schemeClr val="tx1"/>
                    </a:gs>
                  </a:gsLst>
                  <a:lin ang="5400000" scaled="0"/>
                </a:gradFill>
                <a:latin typeface="Segoe UI" pitchFamily="34" charset="0"/>
                <a:ea typeface="Segoe UI" pitchFamily="34" charset="0"/>
                <a:cs typeface="Segoe UI" pitchFamily="34" charset="0"/>
              </a:rPr>
              <a:t>The information herein is for informational purposes only and represents the current view of Microsoft Corporation as of the date of this </a:t>
            </a:r>
            <a:r>
              <a:rPr lang="en-US" sz="500" smtClean="0">
                <a:gradFill>
                  <a:gsLst>
                    <a:gs pos="0">
                      <a:schemeClr val="tx1"/>
                    </a:gs>
                    <a:gs pos="100000">
                      <a:schemeClr val="tx1"/>
                    </a:gs>
                  </a:gsLst>
                  <a:lin ang="5400000" scaled="0"/>
                </a:gradFill>
                <a:latin typeface="Segoe UI" pitchFamily="34" charset="0"/>
                <a:ea typeface="Segoe UI" pitchFamily="34" charset="0"/>
                <a:cs typeface="Segoe UI" pitchFamily="34" charset="0"/>
              </a:rPr>
              <a:t>presentation.  Because </a:t>
            </a:r>
            <a:r>
              <a:rPr lang="en-US" sz="500" dirty="0" smtClean="0">
                <a:gradFill>
                  <a:gsLst>
                    <a:gs pos="0">
                      <a:schemeClr val="tx1"/>
                    </a:gs>
                    <a:gs pos="100000">
                      <a:schemeClr val="tx1"/>
                    </a:gs>
                  </a:gsLst>
                  <a:lin ang="5400000" scaled="0"/>
                </a:gradFill>
                <a:latin typeface="Segoe UI" pitchFamily="34" charset="0"/>
                <a:ea typeface="Segoe UI" pitchFamily="34" charset="0"/>
                <a:cs typeface="Segoe UI" pitchFamily="34" charset="0"/>
              </a:rPr>
              <a:t>Microsoft must respond to changing market conditions, it should not be interpreted to be a commitment on the part of Microsoft, and Microsoft cannot guarantee the accuracy of any information provided after the date of this </a:t>
            </a:r>
            <a:r>
              <a:rPr lang="en-US" sz="500" smtClean="0">
                <a:gradFill>
                  <a:gsLst>
                    <a:gs pos="0">
                      <a:schemeClr val="tx1"/>
                    </a:gs>
                    <a:gs pos="100000">
                      <a:schemeClr val="tx1"/>
                    </a:gs>
                  </a:gsLst>
                  <a:lin ang="5400000" scaled="0"/>
                </a:gradFill>
                <a:latin typeface="Segoe UI" pitchFamily="34" charset="0"/>
                <a:ea typeface="Segoe UI" pitchFamily="34" charset="0"/>
                <a:cs typeface="Segoe UI" pitchFamily="34" charset="0"/>
              </a:rPr>
              <a:t>presentation.  MICROSOFT </a:t>
            </a:r>
            <a:r>
              <a:rPr lang="en-US" sz="500" dirty="0" smtClean="0">
                <a:gradFill>
                  <a:gsLst>
                    <a:gs pos="0">
                      <a:schemeClr val="tx1"/>
                    </a:gs>
                    <a:gs pos="100000">
                      <a:schemeClr val="tx1"/>
                    </a:gs>
                  </a:gsLst>
                  <a:lin ang="5400000" scaled="0"/>
                </a:gradFill>
                <a:latin typeface="Segoe UI" pitchFamily="34" charset="0"/>
                <a:ea typeface="Segoe UI" pitchFamily="34" charset="0"/>
                <a:cs typeface="Segoe UI" pitchFamily="34" charset="0"/>
              </a:rPr>
              <a:t>MAKES NO WARRANTIES, EXPRESS, IMPLIED OR STATUTORY, AS TO THE INFORMATION IN THIS PRESENTATION.</a:t>
            </a:r>
            <a:endParaRPr lang="en-US" sz="500" dirty="0">
              <a:gradFill>
                <a:gsLst>
                  <a:gs pos="0">
                    <a:schemeClr val="tx1"/>
                  </a:gs>
                  <a:gs pos="100000">
                    <a:schemeClr val="tx1"/>
                  </a:gs>
                </a:gsLst>
                <a:lin ang="5400000" scaled="0"/>
              </a:gradFill>
              <a:latin typeface="Segoe UI" pitchFamily="34" charset="0"/>
              <a:ea typeface="Segoe UI" pitchFamily="34" charset="0"/>
              <a:cs typeface="Segoe UI" pitchFamily="34" charset="0"/>
            </a:endParaRPr>
          </a:p>
        </p:txBody>
      </p:sp>
    </p:spTree>
    <p:extLst>
      <p:ext uri="{BB962C8B-B14F-4D97-AF65-F5344CB8AC3E}">
        <p14:creationId xmlns:p14="http://schemas.microsoft.com/office/powerpoint/2010/main" val="99868447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smtClean="0"/>
              <a:t>The top code listing shows how to create bindings in JavaScript code using </a:t>
            </a:r>
            <a:r>
              <a:rPr lang="en-US" dirty="0" err="1" smtClean="0"/>
              <a:t>addFromNamedItemAsync</a:t>
            </a:r>
            <a:r>
              <a:rPr lang="en-US" dirty="0" smtClean="0"/>
              <a:t>. Note that the first parameter</a:t>
            </a:r>
            <a:r>
              <a:rPr lang="en-US" baseline="0" dirty="0" smtClean="0"/>
              <a:t> (e.g. </a:t>
            </a:r>
            <a:r>
              <a:rPr lang="en-US" b="1" baseline="0" dirty="0" smtClean="0"/>
              <a:t>"firstName"</a:t>
            </a:r>
            <a:r>
              <a:rPr lang="en-US" baseline="0" dirty="0" smtClean="0"/>
              <a:t>) is used to indicate which content control you want to bind to. The third argument (e.g. </a:t>
            </a:r>
            <a:r>
              <a:rPr lang="en-US" b="1" baseline="0" dirty="0" smtClean="0"/>
              <a:t>{ id: 'firstName' }</a:t>
            </a:r>
            <a:r>
              <a:rPr lang="en-US" baseline="0" dirty="0" smtClean="0"/>
              <a:t> is used</a:t>
            </a:r>
            <a:r>
              <a:rPr lang="en-US" dirty="0" smtClean="0"/>
              <a:t> to create the binding ID that will be used to retrieve the binding when call the </a:t>
            </a:r>
            <a:r>
              <a:rPr lang="en-US" dirty="0" err="1" smtClean="0"/>
              <a:t>Office.select</a:t>
            </a:r>
            <a:r>
              <a:rPr lang="en-US" dirty="0" smtClean="0"/>
              <a:t> function.</a:t>
            </a:r>
          </a:p>
          <a:p>
            <a:endParaRPr lang="en-US" dirty="0" smtClean="0"/>
          </a:p>
          <a:p>
            <a:r>
              <a:rPr lang="en-US" dirty="0" smtClean="0"/>
              <a:t>Note that</a:t>
            </a:r>
            <a:r>
              <a:rPr lang="en-US" baseline="0" dirty="0" smtClean="0"/>
              <a:t> the call to </a:t>
            </a:r>
            <a:r>
              <a:rPr lang="en-US" dirty="0" err="1" smtClean="0"/>
              <a:t>Office.select</a:t>
            </a:r>
            <a:r>
              <a:rPr lang="en-US" dirty="0" smtClean="0"/>
              <a:t> gets the binding using</a:t>
            </a:r>
            <a:r>
              <a:rPr lang="en-US" baseline="0" dirty="0" smtClean="0"/>
              <a:t> a syntax of "bindings#" followed by the ID of a registered binding.</a:t>
            </a:r>
            <a:endParaRPr lang="en-US" dirty="0" smtClean="0"/>
          </a:p>
          <a:p>
            <a:endParaRPr lang="en-US" dirty="0" smtClean="0"/>
          </a:p>
          <a:p>
            <a:endParaRPr lang="en-US" dirty="0"/>
          </a:p>
        </p:txBody>
      </p:sp>
      <p:sp>
        <p:nvSpPr>
          <p:cNvPr id="4" name="Date Placeholder 3"/>
          <p:cNvSpPr>
            <a:spLocks noGrp="1"/>
          </p:cNvSpPr>
          <p:nvPr>
            <p:ph type="dt" idx="10"/>
          </p:nvPr>
        </p:nvSpPr>
        <p:spPr/>
        <p:txBody>
          <a:bodyPr/>
          <a:lstStyle/>
          <a:p>
            <a:fld id="{D7750C64-6ABF-435A-A282-E1A20F4E18F0}" type="datetime8">
              <a:rPr lang="en-US" smtClean="0"/>
              <a:t>1/20/2016 2:18 PM</a:t>
            </a:fld>
            <a:endParaRPr lang="en-US"/>
          </a:p>
        </p:txBody>
      </p:sp>
      <p:sp>
        <p:nvSpPr>
          <p:cNvPr id="5" name="Slide Number Placeholder 4"/>
          <p:cNvSpPr>
            <a:spLocks noGrp="1"/>
          </p:cNvSpPr>
          <p:nvPr>
            <p:ph type="sldNum" sz="quarter" idx="11"/>
          </p:nvPr>
        </p:nvSpPr>
        <p:spPr/>
        <p:txBody>
          <a:bodyPr/>
          <a:lstStyle/>
          <a:p>
            <a:fld id="{B4008EB6-D09E-4580-8CD6-DDB14511944F}" type="slidenum">
              <a:rPr lang="en-US" smtClean="0"/>
              <a:t>15</a:t>
            </a:fld>
            <a:endParaRPr lang="en-US" dirty="0"/>
          </a:p>
        </p:txBody>
      </p:sp>
      <p:sp>
        <p:nvSpPr>
          <p:cNvPr id="6" name="Header Placeholder 5"/>
          <p:cNvSpPr>
            <a:spLocks noGrp="1"/>
          </p:cNvSpPr>
          <p:nvPr>
            <p:ph type="hdr" sz="quarter" idx="12"/>
          </p:nvPr>
        </p:nvSpPr>
        <p:spPr/>
        <p:txBody>
          <a:bodyPr/>
          <a:lstStyle/>
          <a:p>
            <a:r>
              <a:rPr lang="en-US" smtClean="0"/>
              <a:t>Microsoft Office</a:t>
            </a:r>
            <a:endParaRPr lang="en-US" dirty="0"/>
          </a:p>
        </p:txBody>
      </p:sp>
      <p:sp>
        <p:nvSpPr>
          <p:cNvPr id="7" name="Footer Placeholder 6"/>
          <p:cNvSpPr>
            <a:spLocks noGrp="1"/>
          </p:cNvSpPr>
          <p:nvPr>
            <p:ph type="ftr" sz="quarter" idx="13"/>
          </p:nvPr>
        </p:nvSpPr>
        <p:spPr/>
        <p:txBody>
          <a:bodyPr/>
          <a:lstStyle/>
          <a:p>
            <a:pPr marL="231775" defTabSz="914099" eaLnBrk="0" hangingPunct="0"/>
            <a:r>
              <a:rPr lang="en-US" sz="500" dirty="0" smtClean="0">
                <a:gradFill>
                  <a:gsLst>
                    <a:gs pos="0">
                      <a:schemeClr val="tx1"/>
                    </a:gs>
                    <a:gs pos="100000">
                      <a:schemeClr val="tx1"/>
                    </a:gs>
                  </a:gsLst>
                  <a:lin ang="5400000" scaled="0"/>
                </a:gradFill>
                <a:latin typeface="Segoe UI" pitchFamily="34" charset="0"/>
                <a:ea typeface="Segoe UI" pitchFamily="34" charset="0"/>
                <a:cs typeface="Segoe UI" pitchFamily="34" charset="0"/>
              </a:rPr>
              <a:t>© 2012 Microsoft Corporation. All rights reserved. Microsoft, Windows, and other product names are or may be registered trademarks and/or trademarks in the U.S. and/or other countries.</a:t>
            </a:r>
          </a:p>
          <a:p>
            <a:pPr marL="231775" defTabSz="914099" eaLnBrk="0" hangingPunct="0"/>
            <a:r>
              <a:rPr lang="en-US" sz="500" dirty="0" smtClean="0">
                <a:gradFill>
                  <a:gsLst>
                    <a:gs pos="0">
                      <a:schemeClr val="tx1"/>
                    </a:gs>
                    <a:gs pos="100000">
                      <a:schemeClr val="tx1"/>
                    </a:gs>
                  </a:gsLst>
                  <a:lin ang="5400000" scaled="0"/>
                </a:gradFill>
                <a:latin typeface="Segoe UI" pitchFamily="34" charset="0"/>
                <a:ea typeface="Segoe UI" pitchFamily="34" charset="0"/>
                <a:cs typeface="Segoe UI" pitchFamily="34" charset="0"/>
              </a:rPr>
              <a:t>The information herein is for informational purposes only and represents the current view of Microsoft Corporation as of the date of this </a:t>
            </a:r>
            <a:r>
              <a:rPr lang="en-US" sz="500" smtClean="0">
                <a:gradFill>
                  <a:gsLst>
                    <a:gs pos="0">
                      <a:schemeClr val="tx1"/>
                    </a:gs>
                    <a:gs pos="100000">
                      <a:schemeClr val="tx1"/>
                    </a:gs>
                  </a:gsLst>
                  <a:lin ang="5400000" scaled="0"/>
                </a:gradFill>
                <a:latin typeface="Segoe UI" pitchFamily="34" charset="0"/>
                <a:ea typeface="Segoe UI" pitchFamily="34" charset="0"/>
                <a:cs typeface="Segoe UI" pitchFamily="34" charset="0"/>
              </a:rPr>
              <a:t>presentation.  Because </a:t>
            </a:r>
            <a:r>
              <a:rPr lang="en-US" sz="500" dirty="0" smtClean="0">
                <a:gradFill>
                  <a:gsLst>
                    <a:gs pos="0">
                      <a:schemeClr val="tx1"/>
                    </a:gs>
                    <a:gs pos="100000">
                      <a:schemeClr val="tx1"/>
                    </a:gs>
                  </a:gsLst>
                  <a:lin ang="5400000" scaled="0"/>
                </a:gradFill>
                <a:latin typeface="Segoe UI" pitchFamily="34" charset="0"/>
                <a:ea typeface="Segoe UI" pitchFamily="34" charset="0"/>
                <a:cs typeface="Segoe UI" pitchFamily="34" charset="0"/>
              </a:rPr>
              <a:t>Microsoft must respond to changing market conditions, it should not be interpreted to be a commitment on the part of Microsoft, and Microsoft cannot guarantee the accuracy of any information provided after the date of this </a:t>
            </a:r>
            <a:r>
              <a:rPr lang="en-US" sz="500" smtClean="0">
                <a:gradFill>
                  <a:gsLst>
                    <a:gs pos="0">
                      <a:schemeClr val="tx1"/>
                    </a:gs>
                    <a:gs pos="100000">
                      <a:schemeClr val="tx1"/>
                    </a:gs>
                  </a:gsLst>
                  <a:lin ang="5400000" scaled="0"/>
                </a:gradFill>
                <a:latin typeface="Segoe UI" pitchFamily="34" charset="0"/>
                <a:ea typeface="Segoe UI" pitchFamily="34" charset="0"/>
                <a:cs typeface="Segoe UI" pitchFamily="34" charset="0"/>
              </a:rPr>
              <a:t>presentation.  MICROSOFT </a:t>
            </a:r>
            <a:r>
              <a:rPr lang="en-US" sz="500" dirty="0" smtClean="0">
                <a:gradFill>
                  <a:gsLst>
                    <a:gs pos="0">
                      <a:schemeClr val="tx1"/>
                    </a:gs>
                    <a:gs pos="100000">
                      <a:schemeClr val="tx1"/>
                    </a:gs>
                  </a:gsLst>
                  <a:lin ang="5400000" scaled="0"/>
                </a:gradFill>
                <a:latin typeface="Segoe UI" pitchFamily="34" charset="0"/>
                <a:ea typeface="Segoe UI" pitchFamily="34" charset="0"/>
                <a:cs typeface="Segoe UI" pitchFamily="34" charset="0"/>
              </a:rPr>
              <a:t>MAKES NO WARRANTIES, EXPRESS, IMPLIED OR STATUTORY, AS TO THE INFORMATION IN THIS PRESENTATION.</a:t>
            </a:r>
            <a:endParaRPr lang="en-US" sz="500" dirty="0">
              <a:gradFill>
                <a:gsLst>
                  <a:gs pos="0">
                    <a:schemeClr val="tx1"/>
                  </a:gs>
                  <a:gs pos="100000">
                    <a:schemeClr val="tx1"/>
                  </a:gs>
                </a:gsLst>
                <a:lin ang="5400000" scaled="0"/>
              </a:gradFill>
              <a:latin typeface="Segoe UI" pitchFamily="34" charset="0"/>
              <a:ea typeface="Segoe UI" pitchFamily="34" charset="0"/>
              <a:cs typeface="Segoe UI" pitchFamily="34" charset="0"/>
            </a:endParaRPr>
          </a:p>
        </p:txBody>
      </p:sp>
    </p:spTree>
    <p:extLst>
      <p:ext uri="{BB962C8B-B14F-4D97-AF65-F5344CB8AC3E}">
        <p14:creationId xmlns:p14="http://schemas.microsoft.com/office/powerpoint/2010/main" val="214475051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smtClean="0"/>
              <a:t>This code shows how to register an event handler on a binding using the </a:t>
            </a:r>
            <a:r>
              <a:rPr lang="en-US" dirty="0" err="1" smtClean="0"/>
              <a:t>addHandlerAsync</a:t>
            </a:r>
            <a:r>
              <a:rPr lang="en-US" dirty="0" smtClean="0"/>
              <a:t> function. </a:t>
            </a:r>
          </a:p>
          <a:p>
            <a:endParaRPr lang="en-US" dirty="0" smtClean="0"/>
          </a:p>
          <a:p>
            <a:r>
              <a:rPr lang="en-US" dirty="0" smtClean="0"/>
              <a:t>The call also registers</a:t>
            </a:r>
            <a:r>
              <a:rPr lang="en-US" baseline="0" dirty="0" smtClean="0"/>
              <a:t> a callback function named </a:t>
            </a:r>
            <a:r>
              <a:rPr lang="en-US" baseline="0" dirty="0" err="1" smtClean="0"/>
              <a:t>onBindingDataChanged</a:t>
            </a:r>
            <a:r>
              <a:rPr lang="en-US" baseline="0" dirty="0" smtClean="0"/>
              <a:t> which is </a:t>
            </a:r>
            <a:r>
              <a:rPr lang="en-US" dirty="0" smtClean="0"/>
              <a:t>called automatically when user updates the bound content.</a:t>
            </a:r>
          </a:p>
          <a:p>
            <a:endParaRPr lang="en-US" dirty="0"/>
          </a:p>
        </p:txBody>
      </p:sp>
      <p:sp>
        <p:nvSpPr>
          <p:cNvPr id="4" name="Date Placeholder 3"/>
          <p:cNvSpPr>
            <a:spLocks noGrp="1"/>
          </p:cNvSpPr>
          <p:nvPr>
            <p:ph type="dt" idx="10"/>
          </p:nvPr>
        </p:nvSpPr>
        <p:spPr/>
        <p:txBody>
          <a:bodyPr/>
          <a:lstStyle/>
          <a:p>
            <a:fld id="{4CFBF47F-C47D-4EED-A271-D9DF90464E66}" type="datetime8">
              <a:rPr lang="en-US" smtClean="0"/>
              <a:t>1/20/2016 2:18 PM</a:t>
            </a:fld>
            <a:endParaRPr lang="en-US"/>
          </a:p>
        </p:txBody>
      </p:sp>
      <p:sp>
        <p:nvSpPr>
          <p:cNvPr id="5" name="Slide Number Placeholder 4"/>
          <p:cNvSpPr>
            <a:spLocks noGrp="1"/>
          </p:cNvSpPr>
          <p:nvPr>
            <p:ph type="sldNum" sz="quarter" idx="11"/>
          </p:nvPr>
        </p:nvSpPr>
        <p:spPr/>
        <p:txBody>
          <a:bodyPr/>
          <a:lstStyle/>
          <a:p>
            <a:fld id="{B4008EB6-D09E-4580-8CD6-DDB14511944F}" type="slidenum">
              <a:rPr lang="en-US" smtClean="0"/>
              <a:t>16</a:t>
            </a:fld>
            <a:endParaRPr lang="en-US" dirty="0"/>
          </a:p>
        </p:txBody>
      </p:sp>
      <p:sp>
        <p:nvSpPr>
          <p:cNvPr id="6" name="Header Placeholder 5"/>
          <p:cNvSpPr>
            <a:spLocks noGrp="1"/>
          </p:cNvSpPr>
          <p:nvPr>
            <p:ph type="hdr" sz="quarter" idx="12"/>
          </p:nvPr>
        </p:nvSpPr>
        <p:spPr/>
        <p:txBody>
          <a:bodyPr/>
          <a:lstStyle/>
          <a:p>
            <a:r>
              <a:rPr lang="en-US" smtClean="0"/>
              <a:t>Microsoft Office</a:t>
            </a:r>
            <a:endParaRPr lang="en-US" dirty="0"/>
          </a:p>
        </p:txBody>
      </p:sp>
      <p:sp>
        <p:nvSpPr>
          <p:cNvPr id="7" name="Footer Placeholder 6"/>
          <p:cNvSpPr>
            <a:spLocks noGrp="1"/>
          </p:cNvSpPr>
          <p:nvPr>
            <p:ph type="ftr" sz="quarter" idx="13"/>
          </p:nvPr>
        </p:nvSpPr>
        <p:spPr/>
        <p:txBody>
          <a:bodyPr/>
          <a:lstStyle/>
          <a:p>
            <a:pPr marL="231775" defTabSz="914099" eaLnBrk="0" hangingPunct="0"/>
            <a:r>
              <a:rPr lang="en-US" sz="500" dirty="0" smtClean="0">
                <a:gradFill>
                  <a:gsLst>
                    <a:gs pos="0">
                      <a:schemeClr val="tx1"/>
                    </a:gs>
                    <a:gs pos="100000">
                      <a:schemeClr val="tx1"/>
                    </a:gs>
                  </a:gsLst>
                  <a:lin ang="5400000" scaled="0"/>
                </a:gradFill>
                <a:latin typeface="Segoe UI" pitchFamily="34" charset="0"/>
                <a:ea typeface="Segoe UI" pitchFamily="34" charset="0"/>
                <a:cs typeface="Segoe UI" pitchFamily="34" charset="0"/>
              </a:rPr>
              <a:t>© 2012 Microsoft Corporation. All rights reserved. Microsoft, Windows, and other product names are or may be registered trademarks and/or trademarks in the U.S. and/or other countries.</a:t>
            </a:r>
          </a:p>
          <a:p>
            <a:pPr marL="231775" defTabSz="914099" eaLnBrk="0" hangingPunct="0"/>
            <a:r>
              <a:rPr lang="en-US" sz="500" dirty="0" smtClean="0">
                <a:gradFill>
                  <a:gsLst>
                    <a:gs pos="0">
                      <a:schemeClr val="tx1"/>
                    </a:gs>
                    <a:gs pos="100000">
                      <a:schemeClr val="tx1"/>
                    </a:gs>
                  </a:gsLst>
                  <a:lin ang="5400000" scaled="0"/>
                </a:gradFill>
                <a:latin typeface="Segoe UI" pitchFamily="34" charset="0"/>
                <a:ea typeface="Segoe UI" pitchFamily="34" charset="0"/>
                <a:cs typeface="Segoe UI" pitchFamily="34" charset="0"/>
              </a:rPr>
              <a:t>The information herein is for informational purposes only and represents the current view of Microsoft Corporation as of the date of this </a:t>
            </a:r>
            <a:r>
              <a:rPr lang="en-US" sz="500" smtClean="0">
                <a:gradFill>
                  <a:gsLst>
                    <a:gs pos="0">
                      <a:schemeClr val="tx1"/>
                    </a:gs>
                    <a:gs pos="100000">
                      <a:schemeClr val="tx1"/>
                    </a:gs>
                  </a:gsLst>
                  <a:lin ang="5400000" scaled="0"/>
                </a:gradFill>
                <a:latin typeface="Segoe UI" pitchFamily="34" charset="0"/>
                <a:ea typeface="Segoe UI" pitchFamily="34" charset="0"/>
                <a:cs typeface="Segoe UI" pitchFamily="34" charset="0"/>
              </a:rPr>
              <a:t>presentation.  Because </a:t>
            </a:r>
            <a:r>
              <a:rPr lang="en-US" sz="500" dirty="0" smtClean="0">
                <a:gradFill>
                  <a:gsLst>
                    <a:gs pos="0">
                      <a:schemeClr val="tx1"/>
                    </a:gs>
                    <a:gs pos="100000">
                      <a:schemeClr val="tx1"/>
                    </a:gs>
                  </a:gsLst>
                  <a:lin ang="5400000" scaled="0"/>
                </a:gradFill>
                <a:latin typeface="Segoe UI" pitchFamily="34" charset="0"/>
                <a:ea typeface="Segoe UI" pitchFamily="34" charset="0"/>
                <a:cs typeface="Segoe UI" pitchFamily="34" charset="0"/>
              </a:rPr>
              <a:t>Microsoft must respond to changing market conditions, it should not be interpreted to be a commitment on the part of Microsoft, and Microsoft cannot guarantee the accuracy of any information provided after the date of this </a:t>
            </a:r>
            <a:r>
              <a:rPr lang="en-US" sz="500" smtClean="0">
                <a:gradFill>
                  <a:gsLst>
                    <a:gs pos="0">
                      <a:schemeClr val="tx1"/>
                    </a:gs>
                    <a:gs pos="100000">
                      <a:schemeClr val="tx1"/>
                    </a:gs>
                  </a:gsLst>
                  <a:lin ang="5400000" scaled="0"/>
                </a:gradFill>
                <a:latin typeface="Segoe UI" pitchFamily="34" charset="0"/>
                <a:ea typeface="Segoe UI" pitchFamily="34" charset="0"/>
                <a:cs typeface="Segoe UI" pitchFamily="34" charset="0"/>
              </a:rPr>
              <a:t>presentation.  MICROSOFT </a:t>
            </a:r>
            <a:r>
              <a:rPr lang="en-US" sz="500" dirty="0" smtClean="0">
                <a:gradFill>
                  <a:gsLst>
                    <a:gs pos="0">
                      <a:schemeClr val="tx1"/>
                    </a:gs>
                    <a:gs pos="100000">
                      <a:schemeClr val="tx1"/>
                    </a:gs>
                  </a:gsLst>
                  <a:lin ang="5400000" scaled="0"/>
                </a:gradFill>
                <a:latin typeface="Segoe UI" pitchFamily="34" charset="0"/>
                <a:ea typeface="Segoe UI" pitchFamily="34" charset="0"/>
                <a:cs typeface="Segoe UI" pitchFamily="34" charset="0"/>
              </a:rPr>
              <a:t>MAKES NO WARRANTIES, EXPRESS, IMPLIED OR STATUTORY, AS TO THE INFORMATION IN THIS PRESENTATION.</a:t>
            </a:r>
            <a:endParaRPr lang="en-US" sz="500" dirty="0">
              <a:gradFill>
                <a:gsLst>
                  <a:gs pos="0">
                    <a:schemeClr val="tx1"/>
                  </a:gs>
                  <a:gs pos="100000">
                    <a:schemeClr val="tx1"/>
                  </a:gs>
                </a:gsLst>
                <a:lin ang="5400000" scaled="0"/>
              </a:gradFill>
              <a:latin typeface="Segoe UI" pitchFamily="34" charset="0"/>
              <a:ea typeface="Segoe UI" pitchFamily="34" charset="0"/>
              <a:cs typeface="Segoe UI" pitchFamily="34" charset="0"/>
            </a:endParaRPr>
          </a:p>
        </p:txBody>
      </p:sp>
    </p:spTree>
    <p:extLst>
      <p:ext uri="{BB962C8B-B14F-4D97-AF65-F5344CB8AC3E}">
        <p14:creationId xmlns:p14="http://schemas.microsoft.com/office/powerpoint/2010/main" val="184465329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Date Placeholder 3"/>
          <p:cNvSpPr>
            <a:spLocks noGrp="1"/>
          </p:cNvSpPr>
          <p:nvPr>
            <p:ph type="dt" idx="10"/>
          </p:nvPr>
        </p:nvSpPr>
        <p:spPr/>
        <p:txBody>
          <a:bodyPr/>
          <a:lstStyle/>
          <a:p>
            <a:fld id="{C4420C15-F45E-447A-9BFB-D66595DFC1F2}" type="datetime8">
              <a:rPr lang="en-US" smtClean="0"/>
              <a:t>1/20/2016 2:18 PM</a:t>
            </a:fld>
            <a:endParaRPr lang="en-US"/>
          </a:p>
        </p:txBody>
      </p:sp>
      <p:sp>
        <p:nvSpPr>
          <p:cNvPr id="5" name="Slide Number Placeholder 4"/>
          <p:cNvSpPr>
            <a:spLocks noGrp="1"/>
          </p:cNvSpPr>
          <p:nvPr>
            <p:ph type="sldNum" sz="quarter" idx="11"/>
          </p:nvPr>
        </p:nvSpPr>
        <p:spPr/>
        <p:txBody>
          <a:bodyPr/>
          <a:lstStyle/>
          <a:p>
            <a:fld id="{B4008EB6-D09E-4580-8CD6-DDB14511944F}" type="slidenum">
              <a:rPr lang="en-US" smtClean="0"/>
              <a:t>17</a:t>
            </a:fld>
            <a:endParaRPr lang="en-US" dirty="0"/>
          </a:p>
        </p:txBody>
      </p:sp>
      <p:sp>
        <p:nvSpPr>
          <p:cNvPr id="6" name="Header Placeholder 5"/>
          <p:cNvSpPr>
            <a:spLocks noGrp="1"/>
          </p:cNvSpPr>
          <p:nvPr>
            <p:ph type="hdr" sz="quarter" idx="12"/>
          </p:nvPr>
        </p:nvSpPr>
        <p:spPr/>
        <p:txBody>
          <a:bodyPr/>
          <a:lstStyle/>
          <a:p>
            <a:r>
              <a:rPr lang="en-US" smtClean="0"/>
              <a:t>Microsoft Office</a:t>
            </a:r>
            <a:endParaRPr lang="en-US" dirty="0"/>
          </a:p>
        </p:txBody>
      </p:sp>
      <p:sp>
        <p:nvSpPr>
          <p:cNvPr id="7" name="Footer Placeholder 6"/>
          <p:cNvSpPr>
            <a:spLocks noGrp="1"/>
          </p:cNvSpPr>
          <p:nvPr>
            <p:ph type="ftr" sz="quarter" idx="13"/>
          </p:nvPr>
        </p:nvSpPr>
        <p:spPr/>
        <p:txBody>
          <a:bodyPr/>
          <a:lstStyle/>
          <a:p>
            <a:pPr marL="231775" defTabSz="914099" eaLnBrk="0" hangingPunct="0"/>
            <a:r>
              <a:rPr lang="en-US" sz="500" dirty="0" smtClean="0">
                <a:gradFill>
                  <a:gsLst>
                    <a:gs pos="0">
                      <a:schemeClr val="tx1"/>
                    </a:gs>
                    <a:gs pos="100000">
                      <a:schemeClr val="tx1"/>
                    </a:gs>
                  </a:gsLst>
                  <a:lin ang="5400000" scaled="0"/>
                </a:gradFill>
                <a:latin typeface="Segoe UI" pitchFamily="34" charset="0"/>
                <a:ea typeface="Segoe UI" pitchFamily="34" charset="0"/>
                <a:cs typeface="Segoe UI" pitchFamily="34" charset="0"/>
              </a:rPr>
              <a:t>© 2012 Microsoft Corporation. All rights reserved. Microsoft, Windows, and other product names are or may be registered trademarks and/or trademarks in the U.S. and/or other countries.</a:t>
            </a:r>
          </a:p>
          <a:p>
            <a:pPr marL="231775" defTabSz="914099" eaLnBrk="0" hangingPunct="0"/>
            <a:r>
              <a:rPr lang="en-US" sz="500" dirty="0" smtClean="0">
                <a:gradFill>
                  <a:gsLst>
                    <a:gs pos="0">
                      <a:schemeClr val="tx1"/>
                    </a:gs>
                    <a:gs pos="100000">
                      <a:schemeClr val="tx1"/>
                    </a:gs>
                  </a:gsLst>
                  <a:lin ang="5400000" scaled="0"/>
                </a:gradFill>
                <a:latin typeface="Segoe UI" pitchFamily="34" charset="0"/>
                <a:ea typeface="Segoe UI" pitchFamily="34" charset="0"/>
                <a:cs typeface="Segoe UI" pitchFamily="34" charset="0"/>
              </a:rPr>
              <a:t>The information herein is for informational purposes only and represents the current view of Microsoft Corporation as of the date of this </a:t>
            </a:r>
            <a:r>
              <a:rPr lang="en-US" sz="500" smtClean="0">
                <a:gradFill>
                  <a:gsLst>
                    <a:gs pos="0">
                      <a:schemeClr val="tx1"/>
                    </a:gs>
                    <a:gs pos="100000">
                      <a:schemeClr val="tx1"/>
                    </a:gs>
                  </a:gsLst>
                  <a:lin ang="5400000" scaled="0"/>
                </a:gradFill>
                <a:latin typeface="Segoe UI" pitchFamily="34" charset="0"/>
                <a:ea typeface="Segoe UI" pitchFamily="34" charset="0"/>
                <a:cs typeface="Segoe UI" pitchFamily="34" charset="0"/>
              </a:rPr>
              <a:t>presentation.  Because </a:t>
            </a:r>
            <a:r>
              <a:rPr lang="en-US" sz="500" dirty="0" smtClean="0">
                <a:gradFill>
                  <a:gsLst>
                    <a:gs pos="0">
                      <a:schemeClr val="tx1"/>
                    </a:gs>
                    <a:gs pos="100000">
                      <a:schemeClr val="tx1"/>
                    </a:gs>
                  </a:gsLst>
                  <a:lin ang="5400000" scaled="0"/>
                </a:gradFill>
                <a:latin typeface="Segoe UI" pitchFamily="34" charset="0"/>
                <a:ea typeface="Segoe UI" pitchFamily="34" charset="0"/>
                <a:cs typeface="Segoe UI" pitchFamily="34" charset="0"/>
              </a:rPr>
              <a:t>Microsoft must respond to changing market conditions, it should not be interpreted to be a commitment on the part of Microsoft, and Microsoft cannot guarantee the accuracy of any information provided after the date of this </a:t>
            </a:r>
            <a:r>
              <a:rPr lang="en-US" sz="500" smtClean="0">
                <a:gradFill>
                  <a:gsLst>
                    <a:gs pos="0">
                      <a:schemeClr val="tx1"/>
                    </a:gs>
                    <a:gs pos="100000">
                      <a:schemeClr val="tx1"/>
                    </a:gs>
                  </a:gsLst>
                  <a:lin ang="5400000" scaled="0"/>
                </a:gradFill>
                <a:latin typeface="Segoe UI" pitchFamily="34" charset="0"/>
                <a:ea typeface="Segoe UI" pitchFamily="34" charset="0"/>
                <a:cs typeface="Segoe UI" pitchFamily="34" charset="0"/>
              </a:rPr>
              <a:t>presentation.  MICROSOFT </a:t>
            </a:r>
            <a:r>
              <a:rPr lang="en-US" sz="500" dirty="0" smtClean="0">
                <a:gradFill>
                  <a:gsLst>
                    <a:gs pos="0">
                      <a:schemeClr val="tx1"/>
                    </a:gs>
                    <a:gs pos="100000">
                      <a:schemeClr val="tx1"/>
                    </a:gs>
                  </a:gsLst>
                  <a:lin ang="5400000" scaled="0"/>
                </a:gradFill>
                <a:latin typeface="Segoe UI" pitchFamily="34" charset="0"/>
                <a:ea typeface="Segoe UI" pitchFamily="34" charset="0"/>
                <a:cs typeface="Segoe UI" pitchFamily="34" charset="0"/>
              </a:rPr>
              <a:t>MAKES NO WARRANTIES, EXPRESS, IMPLIED OR STATUTORY, AS TO THE INFORMATION IN THIS PRESENTATION.</a:t>
            </a:r>
            <a:endParaRPr lang="en-US" sz="500" dirty="0">
              <a:gradFill>
                <a:gsLst>
                  <a:gs pos="0">
                    <a:schemeClr val="tx1"/>
                  </a:gs>
                  <a:gs pos="100000">
                    <a:schemeClr val="tx1"/>
                  </a:gs>
                </a:gsLst>
                <a:lin ang="5400000" scaled="0"/>
              </a:gradFill>
              <a:latin typeface="Segoe UI" pitchFamily="34" charset="0"/>
              <a:ea typeface="Segoe UI" pitchFamily="34" charset="0"/>
              <a:cs typeface="Segoe UI" pitchFamily="34" charset="0"/>
            </a:endParaRPr>
          </a:p>
        </p:txBody>
      </p:sp>
    </p:spTree>
    <p:extLst>
      <p:ext uri="{BB962C8B-B14F-4D97-AF65-F5344CB8AC3E}">
        <p14:creationId xmlns:p14="http://schemas.microsoft.com/office/powerpoint/2010/main" val="30516053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idx="10"/>
          </p:nvPr>
        </p:nvSpPr>
        <p:spPr/>
        <p:txBody>
          <a:bodyPr/>
          <a:lstStyle/>
          <a:p>
            <a:r>
              <a:rPr lang="en-US" smtClean="0">
                <a:latin typeface="Segoe UI" pitchFamily="34" charset="0"/>
              </a:rPr>
              <a:t>Office 365 </a:t>
            </a:r>
            <a:r>
              <a:rPr lang="en-US" smtClean="0"/>
              <a:t>CloudRoadShow</a:t>
            </a:r>
            <a:endParaRPr lang="en-US" dirty="0"/>
          </a:p>
        </p:txBody>
      </p:sp>
      <p:sp>
        <p:nvSpPr>
          <p:cNvPr id="5" name="Footer Placeholder 4"/>
          <p:cNvSpPr>
            <a:spLocks noGrp="1"/>
          </p:cNvSpPr>
          <p:nvPr>
            <p:ph type="ftr" sz="quarter" idx="11"/>
          </p:nvPr>
        </p:nvSpPr>
        <p:spPr/>
        <p:txBody>
          <a:bodyPr/>
          <a:lstStyle/>
          <a:p>
            <a:pPr defTabSz="914099" eaLnBrk="0" hangingPunct="0"/>
            <a:r>
              <a:rPr lang="en-US" sz="400" smtClean="0">
                <a:gradFill>
                  <a:gsLst>
                    <a:gs pos="0">
                      <a:prstClr val="black"/>
                    </a:gs>
                    <a:gs pos="100000">
                      <a:prstClr val="black"/>
                    </a:gs>
                  </a:gsLst>
                  <a:lin ang="5400000" scaled="0"/>
                </a:gradFill>
                <a:latin typeface="Segoe UI" pitchFamily="34" charset="0"/>
                <a:ea typeface="Segoe UI" pitchFamily="34" charset="0"/>
                <a:cs typeface="Segoe UI" pitchFamily="34" charset="0"/>
              </a:rPr>
              <a:t>© 2015 Microsoft Corporation. All rights reserved. MICROSOFT MAKES NO WARRANTIES, EXPRESS, IMPLIED OR STATUTORY, AS TO THE INFORMATION IN THIS PRESENTATION.</a:t>
            </a:r>
            <a:endParaRPr lang="en-US" sz="400" dirty="0" smtClean="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
        <p:nvSpPr>
          <p:cNvPr id="6" name="Date Placeholder 5"/>
          <p:cNvSpPr>
            <a:spLocks noGrp="1"/>
          </p:cNvSpPr>
          <p:nvPr>
            <p:ph type="dt" idx="12"/>
          </p:nvPr>
        </p:nvSpPr>
        <p:spPr/>
        <p:txBody>
          <a:bodyPr/>
          <a:lstStyle/>
          <a:p>
            <a:fld id="{22F0A882-07DB-42C7-93DA-4724B0120AB0}" type="datetime8">
              <a:rPr lang="en-US" smtClean="0"/>
              <a:t>1/20/2016 2:18 PM</a:t>
            </a:fld>
            <a:endParaRPr lang="en-US" dirty="0"/>
          </a:p>
        </p:txBody>
      </p:sp>
      <p:sp>
        <p:nvSpPr>
          <p:cNvPr id="7" name="Slide Number Placeholder 6"/>
          <p:cNvSpPr>
            <a:spLocks noGrp="1"/>
          </p:cNvSpPr>
          <p:nvPr>
            <p:ph type="sldNum" sz="quarter" idx="13"/>
          </p:nvPr>
        </p:nvSpPr>
        <p:spPr/>
        <p:txBody>
          <a:bodyPr/>
          <a:lstStyle/>
          <a:p>
            <a:fld id="{B4008EB6-D09E-4580-8CD6-DDB14511944F}" type="slidenum">
              <a:rPr lang="en-US" smtClean="0"/>
              <a:pPr/>
              <a:t>18</a:t>
            </a:fld>
            <a:endParaRPr lang="en-US" dirty="0"/>
          </a:p>
        </p:txBody>
      </p:sp>
    </p:spTree>
    <p:extLst>
      <p:ext uri="{BB962C8B-B14F-4D97-AF65-F5344CB8AC3E}">
        <p14:creationId xmlns:p14="http://schemas.microsoft.com/office/powerpoint/2010/main" val="398810072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Footer Placeholder 3"/>
          <p:cNvSpPr>
            <a:spLocks noGrp="1"/>
          </p:cNvSpPr>
          <p:nvPr>
            <p:ph type="ftr" sz="quarter" idx="10"/>
          </p:nvPr>
        </p:nvSpPr>
        <p:spPr/>
        <p:txBody>
          <a:bodyPr/>
          <a:lstStyle/>
          <a:p>
            <a:pPr defTabSz="914099" eaLnBrk="0" hangingPunct="0"/>
            <a:r>
              <a:rPr lang="en-US" sz="400" dirty="0" smtClean="0">
                <a:gradFill>
                  <a:gsLst>
                    <a:gs pos="0">
                      <a:prstClr val="black"/>
                    </a:gs>
                    <a:gs pos="100000">
                      <a:prstClr val="black"/>
                    </a:gs>
                  </a:gsLst>
                  <a:lin ang="5400000" scaled="0"/>
                </a:gradFill>
                <a:latin typeface="Segoe UI" pitchFamily="34" charset="0"/>
                <a:ea typeface="Segoe UI" pitchFamily="34" charset="0"/>
                <a:cs typeface="Segoe UI" pitchFamily="34" charset="0"/>
              </a:rPr>
              <a:t>© 2015 Microsoft Corporation. All rights reserved. Microsoft, Windows, and other product names are or may be registered trademarks and/or trademarks in the U.S. and/or other countries. The information herein is for informational purposes only and represents the current view of Microsoft Corporation as of the date of this </a:t>
            </a:r>
            <a:r>
              <a:rPr lang="en-US" sz="400" smtClean="0">
                <a:gradFill>
                  <a:gsLst>
                    <a:gs pos="0">
                      <a:prstClr val="black"/>
                    </a:gs>
                    <a:gs pos="100000">
                      <a:prstClr val="black"/>
                    </a:gs>
                  </a:gsLst>
                  <a:lin ang="5400000" scaled="0"/>
                </a:gradFill>
                <a:latin typeface="Segoe UI" pitchFamily="34" charset="0"/>
                <a:ea typeface="Segoe UI" pitchFamily="34" charset="0"/>
                <a:cs typeface="Segoe UI" pitchFamily="34" charset="0"/>
              </a:rPr>
              <a:t>presentation.  Because </a:t>
            </a:r>
            <a:r>
              <a:rPr lang="en-US" sz="400" dirty="0" smtClean="0">
                <a:gradFill>
                  <a:gsLst>
                    <a:gs pos="0">
                      <a:prstClr val="black"/>
                    </a:gs>
                    <a:gs pos="100000">
                      <a:prstClr val="black"/>
                    </a:gs>
                  </a:gsLst>
                  <a:lin ang="5400000" scaled="0"/>
                </a:gradFill>
                <a:latin typeface="Segoe UI" pitchFamily="34" charset="0"/>
                <a:ea typeface="Segoe UI" pitchFamily="34" charset="0"/>
                <a:cs typeface="Segoe UI" pitchFamily="34" charset="0"/>
              </a:rPr>
              <a:t>Microsoft must respond to changing market conditions, it should not be interpreted to be a commitment on the part of Microsoft, and Microsoft cannot guarantee the accuracy of any information provided after the date of this </a:t>
            </a:r>
            <a:r>
              <a:rPr lang="en-US" sz="400" smtClean="0">
                <a:gradFill>
                  <a:gsLst>
                    <a:gs pos="0">
                      <a:prstClr val="black"/>
                    </a:gs>
                    <a:gs pos="100000">
                      <a:prstClr val="black"/>
                    </a:gs>
                  </a:gsLst>
                  <a:lin ang="5400000" scaled="0"/>
                </a:gradFill>
                <a:latin typeface="Segoe UI" pitchFamily="34" charset="0"/>
                <a:ea typeface="Segoe UI" pitchFamily="34" charset="0"/>
                <a:cs typeface="Segoe UI" pitchFamily="34" charset="0"/>
              </a:rPr>
              <a:t>presentation.  MICROSOFT </a:t>
            </a:r>
            <a:r>
              <a:rPr lang="en-US" sz="400" dirty="0" smtClean="0">
                <a:gradFill>
                  <a:gsLst>
                    <a:gs pos="0">
                      <a:prstClr val="black"/>
                    </a:gs>
                    <a:gs pos="100000">
                      <a:prstClr val="black"/>
                    </a:gs>
                  </a:gsLst>
                  <a:lin ang="5400000" scaled="0"/>
                </a:gradFill>
                <a:latin typeface="Segoe UI" pitchFamily="34" charset="0"/>
                <a:ea typeface="Segoe UI" pitchFamily="34" charset="0"/>
                <a:cs typeface="Segoe UI" pitchFamily="34" charset="0"/>
              </a:rPr>
              <a:t>MAKES NO WARRANTIES, EXPRESS, IMPLIED OR STATUTORY, AS TO THE INFORMATION IN THIS PRESENTATION.</a:t>
            </a:r>
          </a:p>
        </p:txBody>
      </p:sp>
      <p:sp>
        <p:nvSpPr>
          <p:cNvPr id="5" name="Date Placeholder 4"/>
          <p:cNvSpPr>
            <a:spLocks noGrp="1"/>
          </p:cNvSpPr>
          <p:nvPr>
            <p:ph type="dt" idx="11"/>
          </p:nvPr>
        </p:nvSpPr>
        <p:spPr/>
        <p:txBody>
          <a:bodyPr/>
          <a:lstStyle/>
          <a:p>
            <a:fld id="{2CC9AA6B-0AAD-40E6-8BD4-E311E4E4FBF2}" type="datetime8">
              <a:rPr lang="en-US" smtClean="0"/>
              <a:t>1/20/2016 2:18 PM</a:t>
            </a:fld>
            <a:endParaRPr lang="en-US" dirty="0"/>
          </a:p>
        </p:txBody>
      </p:sp>
      <p:sp>
        <p:nvSpPr>
          <p:cNvPr id="6" name="Slide Number Placeholder 5"/>
          <p:cNvSpPr>
            <a:spLocks noGrp="1"/>
          </p:cNvSpPr>
          <p:nvPr>
            <p:ph type="sldNum" sz="quarter" idx="12"/>
          </p:nvPr>
        </p:nvSpPr>
        <p:spPr/>
        <p:txBody>
          <a:bodyPr/>
          <a:lstStyle/>
          <a:p>
            <a:fld id="{B4008EB6-D09E-4580-8CD6-DDB14511944F}" type="slidenum">
              <a:rPr lang="en-US" smtClean="0"/>
              <a:pPr/>
              <a:t>19</a:t>
            </a:fld>
            <a:endParaRPr lang="en-US" dirty="0"/>
          </a:p>
        </p:txBody>
      </p:sp>
    </p:spTree>
    <p:extLst>
      <p:ext uri="{BB962C8B-B14F-4D97-AF65-F5344CB8AC3E}">
        <p14:creationId xmlns:p14="http://schemas.microsoft.com/office/powerpoint/2010/main" val="73204166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Date Placeholder 3"/>
          <p:cNvSpPr>
            <a:spLocks noGrp="1"/>
          </p:cNvSpPr>
          <p:nvPr>
            <p:ph type="dt" idx="10"/>
          </p:nvPr>
        </p:nvSpPr>
        <p:spPr/>
        <p:txBody>
          <a:bodyPr/>
          <a:lstStyle/>
          <a:p>
            <a:fld id="{19EFAAB1-B331-4F29-B43F-9AA8686EBC7F}" type="datetime8">
              <a:rPr lang="en-US" smtClean="0"/>
              <a:t>1/20/2016 2:18 PM</a:t>
            </a:fld>
            <a:endParaRPr lang="en-US"/>
          </a:p>
        </p:txBody>
      </p:sp>
      <p:sp>
        <p:nvSpPr>
          <p:cNvPr id="5" name="Slide Number Placeholder 4"/>
          <p:cNvSpPr>
            <a:spLocks noGrp="1"/>
          </p:cNvSpPr>
          <p:nvPr>
            <p:ph type="sldNum" sz="quarter" idx="11"/>
          </p:nvPr>
        </p:nvSpPr>
        <p:spPr/>
        <p:txBody>
          <a:bodyPr/>
          <a:lstStyle/>
          <a:p>
            <a:fld id="{B4008EB6-D09E-4580-8CD6-DDB14511944F}" type="slidenum">
              <a:rPr lang="en-US" smtClean="0"/>
              <a:t>20</a:t>
            </a:fld>
            <a:endParaRPr lang="en-US" dirty="0"/>
          </a:p>
        </p:txBody>
      </p:sp>
      <p:sp>
        <p:nvSpPr>
          <p:cNvPr id="6" name="Header Placeholder 5"/>
          <p:cNvSpPr>
            <a:spLocks noGrp="1"/>
          </p:cNvSpPr>
          <p:nvPr>
            <p:ph type="hdr" sz="quarter" idx="12"/>
          </p:nvPr>
        </p:nvSpPr>
        <p:spPr/>
        <p:txBody>
          <a:bodyPr/>
          <a:lstStyle/>
          <a:p>
            <a:r>
              <a:rPr lang="en-US" smtClean="0"/>
              <a:t>Microsoft Office</a:t>
            </a:r>
            <a:endParaRPr lang="en-US" dirty="0"/>
          </a:p>
        </p:txBody>
      </p:sp>
      <p:sp>
        <p:nvSpPr>
          <p:cNvPr id="7" name="Footer Placeholder 6"/>
          <p:cNvSpPr>
            <a:spLocks noGrp="1"/>
          </p:cNvSpPr>
          <p:nvPr>
            <p:ph type="ftr" sz="quarter" idx="13"/>
          </p:nvPr>
        </p:nvSpPr>
        <p:spPr/>
        <p:txBody>
          <a:bodyPr/>
          <a:lstStyle/>
          <a:p>
            <a:pPr marL="231775" defTabSz="914099" eaLnBrk="0" hangingPunct="0"/>
            <a:r>
              <a:rPr lang="en-US" sz="500" dirty="0" smtClean="0">
                <a:gradFill>
                  <a:gsLst>
                    <a:gs pos="0">
                      <a:schemeClr val="tx1"/>
                    </a:gs>
                    <a:gs pos="100000">
                      <a:schemeClr val="tx1"/>
                    </a:gs>
                  </a:gsLst>
                  <a:lin ang="5400000" scaled="0"/>
                </a:gradFill>
                <a:latin typeface="Segoe UI" pitchFamily="34" charset="0"/>
                <a:ea typeface="Segoe UI" pitchFamily="34" charset="0"/>
                <a:cs typeface="Segoe UI" pitchFamily="34" charset="0"/>
              </a:rPr>
              <a:t>© 2012 Microsoft Corporation. All rights reserved. Microsoft, Windows, and other product names are or may be registered trademarks and/or trademarks in the U.S. and/or other countries.</a:t>
            </a:r>
          </a:p>
          <a:p>
            <a:pPr marL="231775" defTabSz="914099" eaLnBrk="0" hangingPunct="0"/>
            <a:r>
              <a:rPr lang="en-US" sz="500" dirty="0" smtClean="0">
                <a:gradFill>
                  <a:gsLst>
                    <a:gs pos="0">
                      <a:schemeClr val="tx1"/>
                    </a:gs>
                    <a:gs pos="100000">
                      <a:schemeClr val="tx1"/>
                    </a:gs>
                  </a:gsLst>
                  <a:lin ang="5400000" scaled="0"/>
                </a:gradFill>
                <a:latin typeface="Segoe UI" pitchFamily="34" charset="0"/>
                <a:ea typeface="Segoe UI" pitchFamily="34" charset="0"/>
                <a:cs typeface="Segoe UI" pitchFamily="34" charset="0"/>
              </a:rPr>
              <a:t>The information herein is for informational purposes only and represents the current view of Microsoft Corporation as of the date of this </a:t>
            </a:r>
            <a:r>
              <a:rPr lang="en-US" sz="500" smtClean="0">
                <a:gradFill>
                  <a:gsLst>
                    <a:gs pos="0">
                      <a:schemeClr val="tx1"/>
                    </a:gs>
                    <a:gs pos="100000">
                      <a:schemeClr val="tx1"/>
                    </a:gs>
                  </a:gsLst>
                  <a:lin ang="5400000" scaled="0"/>
                </a:gradFill>
                <a:latin typeface="Segoe UI" pitchFamily="34" charset="0"/>
                <a:ea typeface="Segoe UI" pitchFamily="34" charset="0"/>
                <a:cs typeface="Segoe UI" pitchFamily="34" charset="0"/>
              </a:rPr>
              <a:t>presentation.  Because </a:t>
            </a:r>
            <a:r>
              <a:rPr lang="en-US" sz="500" dirty="0" smtClean="0">
                <a:gradFill>
                  <a:gsLst>
                    <a:gs pos="0">
                      <a:schemeClr val="tx1"/>
                    </a:gs>
                    <a:gs pos="100000">
                      <a:schemeClr val="tx1"/>
                    </a:gs>
                  </a:gsLst>
                  <a:lin ang="5400000" scaled="0"/>
                </a:gradFill>
                <a:latin typeface="Segoe UI" pitchFamily="34" charset="0"/>
                <a:ea typeface="Segoe UI" pitchFamily="34" charset="0"/>
                <a:cs typeface="Segoe UI" pitchFamily="34" charset="0"/>
              </a:rPr>
              <a:t>Microsoft must respond to changing market conditions, it should not be interpreted to be a commitment on the part of Microsoft, and Microsoft cannot guarantee the accuracy of any information provided after the date of this </a:t>
            </a:r>
            <a:r>
              <a:rPr lang="en-US" sz="500" smtClean="0">
                <a:gradFill>
                  <a:gsLst>
                    <a:gs pos="0">
                      <a:schemeClr val="tx1"/>
                    </a:gs>
                    <a:gs pos="100000">
                      <a:schemeClr val="tx1"/>
                    </a:gs>
                  </a:gsLst>
                  <a:lin ang="5400000" scaled="0"/>
                </a:gradFill>
                <a:latin typeface="Segoe UI" pitchFamily="34" charset="0"/>
                <a:ea typeface="Segoe UI" pitchFamily="34" charset="0"/>
                <a:cs typeface="Segoe UI" pitchFamily="34" charset="0"/>
              </a:rPr>
              <a:t>presentation.  MICROSOFT </a:t>
            </a:r>
            <a:r>
              <a:rPr lang="en-US" sz="500" dirty="0" smtClean="0">
                <a:gradFill>
                  <a:gsLst>
                    <a:gs pos="0">
                      <a:schemeClr val="tx1"/>
                    </a:gs>
                    <a:gs pos="100000">
                      <a:schemeClr val="tx1"/>
                    </a:gs>
                  </a:gsLst>
                  <a:lin ang="5400000" scaled="0"/>
                </a:gradFill>
                <a:latin typeface="Segoe UI" pitchFamily="34" charset="0"/>
                <a:ea typeface="Segoe UI" pitchFamily="34" charset="0"/>
                <a:cs typeface="Segoe UI" pitchFamily="34" charset="0"/>
              </a:rPr>
              <a:t>MAKES NO WARRANTIES, EXPRESS, IMPLIED OR STATUTORY, AS TO THE INFORMATION IN THIS PRESENTATION.</a:t>
            </a:r>
            <a:endParaRPr lang="en-US" sz="500" dirty="0">
              <a:gradFill>
                <a:gsLst>
                  <a:gs pos="0">
                    <a:schemeClr val="tx1"/>
                  </a:gs>
                  <a:gs pos="100000">
                    <a:schemeClr val="tx1"/>
                  </a:gs>
                </a:gsLst>
                <a:lin ang="5400000" scaled="0"/>
              </a:gradFill>
              <a:latin typeface="Segoe UI" pitchFamily="34" charset="0"/>
              <a:ea typeface="Segoe UI" pitchFamily="34" charset="0"/>
              <a:cs typeface="Segoe UI" pitchFamily="34" charset="0"/>
            </a:endParaRPr>
          </a:p>
        </p:txBody>
      </p:sp>
    </p:spTree>
    <p:extLst>
      <p:ext uri="{BB962C8B-B14F-4D97-AF65-F5344CB8AC3E}">
        <p14:creationId xmlns:p14="http://schemas.microsoft.com/office/powerpoint/2010/main" val="218380121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Date Placeholder 3"/>
          <p:cNvSpPr>
            <a:spLocks noGrp="1"/>
          </p:cNvSpPr>
          <p:nvPr>
            <p:ph type="dt" idx="10"/>
          </p:nvPr>
        </p:nvSpPr>
        <p:spPr/>
        <p:txBody>
          <a:bodyPr/>
          <a:lstStyle/>
          <a:p>
            <a:fld id="{2E7E5245-59B3-4881-BDAA-2EB75FEF983A}" type="datetime8">
              <a:rPr lang="en-US" smtClean="0"/>
              <a:t>1/20/2016 2:18 PM</a:t>
            </a:fld>
            <a:endParaRPr lang="en-US"/>
          </a:p>
        </p:txBody>
      </p:sp>
      <p:sp>
        <p:nvSpPr>
          <p:cNvPr id="5" name="Slide Number Placeholder 4"/>
          <p:cNvSpPr>
            <a:spLocks noGrp="1"/>
          </p:cNvSpPr>
          <p:nvPr>
            <p:ph type="sldNum" sz="quarter" idx="11"/>
          </p:nvPr>
        </p:nvSpPr>
        <p:spPr/>
        <p:txBody>
          <a:bodyPr/>
          <a:lstStyle/>
          <a:p>
            <a:fld id="{B4008EB6-D09E-4580-8CD6-DDB14511944F}" type="slidenum">
              <a:rPr lang="en-US" smtClean="0"/>
              <a:t>21</a:t>
            </a:fld>
            <a:endParaRPr lang="en-US" dirty="0"/>
          </a:p>
        </p:txBody>
      </p:sp>
      <p:sp>
        <p:nvSpPr>
          <p:cNvPr id="6" name="Header Placeholder 5"/>
          <p:cNvSpPr>
            <a:spLocks noGrp="1"/>
          </p:cNvSpPr>
          <p:nvPr>
            <p:ph type="hdr" sz="quarter" idx="12"/>
          </p:nvPr>
        </p:nvSpPr>
        <p:spPr/>
        <p:txBody>
          <a:bodyPr/>
          <a:lstStyle/>
          <a:p>
            <a:r>
              <a:rPr lang="en-US" smtClean="0"/>
              <a:t>Microsoft Office</a:t>
            </a:r>
            <a:endParaRPr lang="en-US" dirty="0"/>
          </a:p>
        </p:txBody>
      </p:sp>
      <p:sp>
        <p:nvSpPr>
          <p:cNvPr id="7" name="Footer Placeholder 6"/>
          <p:cNvSpPr>
            <a:spLocks noGrp="1"/>
          </p:cNvSpPr>
          <p:nvPr>
            <p:ph type="ftr" sz="quarter" idx="13"/>
          </p:nvPr>
        </p:nvSpPr>
        <p:spPr/>
        <p:txBody>
          <a:bodyPr/>
          <a:lstStyle/>
          <a:p>
            <a:pPr marL="231775" defTabSz="914099" eaLnBrk="0" hangingPunct="0"/>
            <a:r>
              <a:rPr lang="en-US" sz="500" dirty="0" smtClean="0">
                <a:gradFill>
                  <a:gsLst>
                    <a:gs pos="0">
                      <a:schemeClr val="tx1"/>
                    </a:gs>
                    <a:gs pos="100000">
                      <a:schemeClr val="tx1"/>
                    </a:gs>
                  </a:gsLst>
                  <a:lin ang="5400000" scaled="0"/>
                </a:gradFill>
                <a:latin typeface="Segoe UI" pitchFamily="34" charset="0"/>
                <a:ea typeface="Segoe UI" pitchFamily="34" charset="0"/>
                <a:cs typeface="Segoe UI" pitchFamily="34" charset="0"/>
              </a:rPr>
              <a:t>© 2012 Microsoft Corporation. All rights reserved. Microsoft, Windows, and other product names are or may be registered trademarks and/or trademarks in the U.S. and/or other countries.</a:t>
            </a:r>
          </a:p>
          <a:p>
            <a:pPr marL="231775" defTabSz="914099" eaLnBrk="0" hangingPunct="0"/>
            <a:r>
              <a:rPr lang="en-US" sz="500" dirty="0" smtClean="0">
                <a:gradFill>
                  <a:gsLst>
                    <a:gs pos="0">
                      <a:schemeClr val="tx1"/>
                    </a:gs>
                    <a:gs pos="100000">
                      <a:schemeClr val="tx1"/>
                    </a:gs>
                  </a:gsLst>
                  <a:lin ang="5400000" scaled="0"/>
                </a:gradFill>
                <a:latin typeface="Segoe UI" pitchFamily="34" charset="0"/>
                <a:ea typeface="Segoe UI" pitchFamily="34" charset="0"/>
                <a:cs typeface="Segoe UI" pitchFamily="34" charset="0"/>
              </a:rPr>
              <a:t>The information herein is for informational purposes only and represents the current view of Microsoft Corporation as of the date of this </a:t>
            </a:r>
            <a:r>
              <a:rPr lang="en-US" sz="500" smtClean="0">
                <a:gradFill>
                  <a:gsLst>
                    <a:gs pos="0">
                      <a:schemeClr val="tx1"/>
                    </a:gs>
                    <a:gs pos="100000">
                      <a:schemeClr val="tx1"/>
                    </a:gs>
                  </a:gsLst>
                  <a:lin ang="5400000" scaled="0"/>
                </a:gradFill>
                <a:latin typeface="Segoe UI" pitchFamily="34" charset="0"/>
                <a:ea typeface="Segoe UI" pitchFamily="34" charset="0"/>
                <a:cs typeface="Segoe UI" pitchFamily="34" charset="0"/>
              </a:rPr>
              <a:t>presentation.  Because </a:t>
            </a:r>
            <a:r>
              <a:rPr lang="en-US" sz="500" dirty="0" smtClean="0">
                <a:gradFill>
                  <a:gsLst>
                    <a:gs pos="0">
                      <a:schemeClr val="tx1"/>
                    </a:gs>
                    <a:gs pos="100000">
                      <a:schemeClr val="tx1"/>
                    </a:gs>
                  </a:gsLst>
                  <a:lin ang="5400000" scaled="0"/>
                </a:gradFill>
                <a:latin typeface="Segoe UI" pitchFamily="34" charset="0"/>
                <a:ea typeface="Segoe UI" pitchFamily="34" charset="0"/>
                <a:cs typeface="Segoe UI" pitchFamily="34" charset="0"/>
              </a:rPr>
              <a:t>Microsoft must respond to changing market conditions, it should not be interpreted to be a commitment on the part of Microsoft, and Microsoft cannot guarantee the accuracy of any information provided after the date of this </a:t>
            </a:r>
            <a:r>
              <a:rPr lang="en-US" sz="500" smtClean="0">
                <a:gradFill>
                  <a:gsLst>
                    <a:gs pos="0">
                      <a:schemeClr val="tx1"/>
                    </a:gs>
                    <a:gs pos="100000">
                      <a:schemeClr val="tx1"/>
                    </a:gs>
                  </a:gsLst>
                  <a:lin ang="5400000" scaled="0"/>
                </a:gradFill>
                <a:latin typeface="Segoe UI" pitchFamily="34" charset="0"/>
                <a:ea typeface="Segoe UI" pitchFamily="34" charset="0"/>
                <a:cs typeface="Segoe UI" pitchFamily="34" charset="0"/>
              </a:rPr>
              <a:t>presentation.  MICROSOFT </a:t>
            </a:r>
            <a:r>
              <a:rPr lang="en-US" sz="500" dirty="0" smtClean="0">
                <a:gradFill>
                  <a:gsLst>
                    <a:gs pos="0">
                      <a:schemeClr val="tx1"/>
                    </a:gs>
                    <a:gs pos="100000">
                      <a:schemeClr val="tx1"/>
                    </a:gs>
                  </a:gsLst>
                  <a:lin ang="5400000" scaled="0"/>
                </a:gradFill>
                <a:latin typeface="Segoe UI" pitchFamily="34" charset="0"/>
                <a:ea typeface="Segoe UI" pitchFamily="34" charset="0"/>
                <a:cs typeface="Segoe UI" pitchFamily="34" charset="0"/>
              </a:rPr>
              <a:t>MAKES NO WARRANTIES, EXPRESS, IMPLIED OR STATUTORY, AS TO THE INFORMATION IN THIS PRESENTATION.</a:t>
            </a:r>
            <a:endParaRPr lang="en-US" sz="500" dirty="0">
              <a:gradFill>
                <a:gsLst>
                  <a:gs pos="0">
                    <a:schemeClr val="tx1"/>
                  </a:gs>
                  <a:gs pos="100000">
                    <a:schemeClr val="tx1"/>
                  </a:gs>
                </a:gsLst>
                <a:lin ang="5400000" scaled="0"/>
              </a:gradFill>
              <a:latin typeface="Segoe UI" pitchFamily="34" charset="0"/>
              <a:ea typeface="Segoe UI" pitchFamily="34" charset="0"/>
              <a:cs typeface="Segoe UI" pitchFamily="34" charset="0"/>
            </a:endParaRPr>
          </a:p>
        </p:txBody>
      </p:sp>
    </p:spTree>
    <p:extLst>
      <p:ext uri="{BB962C8B-B14F-4D97-AF65-F5344CB8AC3E}">
        <p14:creationId xmlns:p14="http://schemas.microsoft.com/office/powerpoint/2010/main" val="38724186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Date Placeholder 3"/>
          <p:cNvSpPr>
            <a:spLocks noGrp="1"/>
          </p:cNvSpPr>
          <p:nvPr>
            <p:ph type="dt" idx="10"/>
          </p:nvPr>
        </p:nvSpPr>
        <p:spPr/>
        <p:txBody>
          <a:bodyPr/>
          <a:lstStyle/>
          <a:p>
            <a:fld id="{1E432FFA-75D9-426C-A85C-4185BE4C09E1}" type="datetime8">
              <a:rPr lang="en-US" smtClean="0"/>
              <a:t>1/20/2016 2:18 PM</a:t>
            </a:fld>
            <a:endParaRPr lang="en-US"/>
          </a:p>
        </p:txBody>
      </p:sp>
      <p:sp>
        <p:nvSpPr>
          <p:cNvPr id="5" name="Slide Number Placeholder 4"/>
          <p:cNvSpPr>
            <a:spLocks noGrp="1"/>
          </p:cNvSpPr>
          <p:nvPr>
            <p:ph type="sldNum" sz="quarter" idx="11"/>
          </p:nvPr>
        </p:nvSpPr>
        <p:spPr/>
        <p:txBody>
          <a:bodyPr/>
          <a:lstStyle/>
          <a:p>
            <a:fld id="{B4008EB6-D09E-4580-8CD6-DDB14511944F}" type="slidenum">
              <a:rPr lang="en-US" smtClean="0"/>
              <a:t>22</a:t>
            </a:fld>
            <a:endParaRPr lang="en-US" dirty="0"/>
          </a:p>
        </p:txBody>
      </p:sp>
      <p:sp>
        <p:nvSpPr>
          <p:cNvPr id="6" name="Header Placeholder 5"/>
          <p:cNvSpPr>
            <a:spLocks noGrp="1"/>
          </p:cNvSpPr>
          <p:nvPr>
            <p:ph type="hdr" sz="quarter" idx="12"/>
          </p:nvPr>
        </p:nvSpPr>
        <p:spPr/>
        <p:txBody>
          <a:bodyPr/>
          <a:lstStyle/>
          <a:p>
            <a:r>
              <a:rPr lang="en-US" smtClean="0"/>
              <a:t>Microsoft Office</a:t>
            </a:r>
            <a:endParaRPr lang="en-US" dirty="0"/>
          </a:p>
        </p:txBody>
      </p:sp>
      <p:sp>
        <p:nvSpPr>
          <p:cNvPr id="7" name="Footer Placeholder 6"/>
          <p:cNvSpPr>
            <a:spLocks noGrp="1"/>
          </p:cNvSpPr>
          <p:nvPr>
            <p:ph type="ftr" sz="quarter" idx="13"/>
          </p:nvPr>
        </p:nvSpPr>
        <p:spPr/>
        <p:txBody>
          <a:bodyPr/>
          <a:lstStyle/>
          <a:p>
            <a:pPr marL="231775" defTabSz="914099" eaLnBrk="0" hangingPunct="0"/>
            <a:r>
              <a:rPr lang="en-US" sz="500" dirty="0" smtClean="0">
                <a:gradFill>
                  <a:gsLst>
                    <a:gs pos="0">
                      <a:schemeClr val="tx1"/>
                    </a:gs>
                    <a:gs pos="100000">
                      <a:schemeClr val="tx1"/>
                    </a:gs>
                  </a:gsLst>
                  <a:lin ang="5400000" scaled="0"/>
                </a:gradFill>
                <a:latin typeface="Segoe UI" pitchFamily="34" charset="0"/>
                <a:ea typeface="Segoe UI" pitchFamily="34" charset="0"/>
                <a:cs typeface="Segoe UI" pitchFamily="34" charset="0"/>
              </a:rPr>
              <a:t>© 2012 Microsoft Corporation. All rights reserved. Microsoft, Windows, and other product names are or may be registered trademarks and/or trademarks in the U.S. and/or other countries.</a:t>
            </a:r>
          </a:p>
          <a:p>
            <a:pPr marL="231775" defTabSz="914099" eaLnBrk="0" hangingPunct="0"/>
            <a:r>
              <a:rPr lang="en-US" sz="500" dirty="0" smtClean="0">
                <a:gradFill>
                  <a:gsLst>
                    <a:gs pos="0">
                      <a:schemeClr val="tx1"/>
                    </a:gs>
                    <a:gs pos="100000">
                      <a:schemeClr val="tx1"/>
                    </a:gs>
                  </a:gsLst>
                  <a:lin ang="5400000" scaled="0"/>
                </a:gradFill>
                <a:latin typeface="Segoe UI" pitchFamily="34" charset="0"/>
                <a:ea typeface="Segoe UI" pitchFamily="34" charset="0"/>
                <a:cs typeface="Segoe UI" pitchFamily="34" charset="0"/>
              </a:rPr>
              <a:t>The information herein is for informational purposes only and represents the current view of Microsoft Corporation as of the date of this </a:t>
            </a:r>
            <a:r>
              <a:rPr lang="en-US" sz="500" smtClean="0">
                <a:gradFill>
                  <a:gsLst>
                    <a:gs pos="0">
                      <a:schemeClr val="tx1"/>
                    </a:gs>
                    <a:gs pos="100000">
                      <a:schemeClr val="tx1"/>
                    </a:gs>
                  </a:gsLst>
                  <a:lin ang="5400000" scaled="0"/>
                </a:gradFill>
                <a:latin typeface="Segoe UI" pitchFamily="34" charset="0"/>
                <a:ea typeface="Segoe UI" pitchFamily="34" charset="0"/>
                <a:cs typeface="Segoe UI" pitchFamily="34" charset="0"/>
              </a:rPr>
              <a:t>presentation.  Because </a:t>
            </a:r>
            <a:r>
              <a:rPr lang="en-US" sz="500" dirty="0" smtClean="0">
                <a:gradFill>
                  <a:gsLst>
                    <a:gs pos="0">
                      <a:schemeClr val="tx1"/>
                    </a:gs>
                    <a:gs pos="100000">
                      <a:schemeClr val="tx1"/>
                    </a:gs>
                  </a:gsLst>
                  <a:lin ang="5400000" scaled="0"/>
                </a:gradFill>
                <a:latin typeface="Segoe UI" pitchFamily="34" charset="0"/>
                <a:ea typeface="Segoe UI" pitchFamily="34" charset="0"/>
                <a:cs typeface="Segoe UI" pitchFamily="34" charset="0"/>
              </a:rPr>
              <a:t>Microsoft must respond to changing market conditions, it should not be interpreted to be a commitment on the part of Microsoft, and Microsoft cannot guarantee the accuracy of any information provided after the date of this </a:t>
            </a:r>
            <a:r>
              <a:rPr lang="en-US" sz="500" smtClean="0">
                <a:gradFill>
                  <a:gsLst>
                    <a:gs pos="0">
                      <a:schemeClr val="tx1"/>
                    </a:gs>
                    <a:gs pos="100000">
                      <a:schemeClr val="tx1"/>
                    </a:gs>
                  </a:gsLst>
                  <a:lin ang="5400000" scaled="0"/>
                </a:gradFill>
                <a:latin typeface="Segoe UI" pitchFamily="34" charset="0"/>
                <a:ea typeface="Segoe UI" pitchFamily="34" charset="0"/>
                <a:cs typeface="Segoe UI" pitchFamily="34" charset="0"/>
              </a:rPr>
              <a:t>presentation.  MICROSOFT </a:t>
            </a:r>
            <a:r>
              <a:rPr lang="en-US" sz="500" dirty="0" smtClean="0">
                <a:gradFill>
                  <a:gsLst>
                    <a:gs pos="0">
                      <a:schemeClr val="tx1"/>
                    </a:gs>
                    <a:gs pos="100000">
                      <a:schemeClr val="tx1"/>
                    </a:gs>
                  </a:gsLst>
                  <a:lin ang="5400000" scaled="0"/>
                </a:gradFill>
                <a:latin typeface="Segoe UI" pitchFamily="34" charset="0"/>
                <a:ea typeface="Segoe UI" pitchFamily="34" charset="0"/>
                <a:cs typeface="Segoe UI" pitchFamily="34" charset="0"/>
              </a:rPr>
              <a:t>MAKES NO WARRANTIES, EXPRESS, IMPLIED OR STATUTORY, AS TO THE INFORMATION IN THIS PRESENTATION.</a:t>
            </a:r>
            <a:endParaRPr lang="en-US" sz="500" dirty="0">
              <a:gradFill>
                <a:gsLst>
                  <a:gs pos="0">
                    <a:schemeClr val="tx1"/>
                  </a:gs>
                  <a:gs pos="100000">
                    <a:schemeClr val="tx1"/>
                  </a:gs>
                </a:gsLst>
                <a:lin ang="5400000" scaled="0"/>
              </a:gradFill>
              <a:latin typeface="Segoe UI" pitchFamily="34" charset="0"/>
              <a:ea typeface="Segoe UI" pitchFamily="34" charset="0"/>
              <a:cs typeface="Segoe UI" pitchFamily="34" charset="0"/>
            </a:endParaRPr>
          </a:p>
        </p:txBody>
      </p:sp>
    </p:spTree>
    <p:extLst>
      <p:ext uri="{BB962C8B-B14F-4D97-AF65-F5344CB8AC3E}">
        <p14:creationId xmlns:p14="http://schemas.microsoft.com/office/powerpoint/2010/main" val="360388765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Date Placeholder 3"/>
          <p:cNvSpPr>
            <a:spLocks noGrp="1"/>
          </p:cNvSpPr>
          <p:nvPr>
            <p:ph type="dt" idx="10"/>
          </p:nvPr>
        </p:nvSpPr>
        <p:spPr/>
        <p:txBody>
          <a:bodyPr/>
          <a:lstStyle/>
          <a:p>
            <a:fld id="{764E0596-1EB2-43E1-B41B-A0028E16B7CF}" type="datetime8">
              <a:rPr lang="en-US" smtClean="0"/>
              <a:t>1/20/2016 2:18 PM</a:t>
            </a:fld>
            <a:endParaRPr lang="en-US"/>
          </a:p>
        </p:txBody>
      </p:sp>
      <p:sp>
        <p:nvSpPr>
          <p:cNvPr id="5" name="Slide Number Placeholder 4"/>
          <p:cNvSpPr>
            <a:spLocks noGrp="1"/>
          </p:cNvSpPr>
          <p:nvPr>
            <p:ph type="sldNum" sz="quarter" idx="11"/>
          </p:nvPr>
        </p:nvSpPr>
        <p:spPr/>
        <p:txBody>
          <a:bodyPr/>
          <a:lstStyle/>
          <a:p>
            <a:fld id="{B4008EB6-D09E-4580-8CD6-DDB14511944F}" type="slidenum">
              <a:rPr lang="en-US" smtClean="0"/>
              <a:t>23</a:t>
            </a:fld>
            <a:endParaRPr lang="en-US" dirty="0"/>
          </a:p>
        </p:txBody>
      </p:sp>
      <p:sp>
        <p:nvSpPr>
          <p:cNvPr id="6" name="Header Placeholder 5"/>
          <p:cNvSpPr>
            <a:spLocks noGrp="1"/>
          </p:cNvSpPr>
          <p:nvPr>
            <p:ph type="hdr" sz="quarter" idx="12"/>
          </p:nvPr>
        </p:nvSpPr>
        <p:spPr/>
        <p:txBody>
          <a:bodyPr/>
          <a:lstStyle/>
          <a:p>
            <a:r>
              <a:rPr lang="en-US" smtClean="0"/>
              <a:t>Microsoft Office</a:t>
            </a:r>
            <a:endParaRPr lang="en-US" dirty="0"/>
          </a:p>
        </p:txBody>
      </p:sp>
      <p:sp>
        <p:nvSpPr>
          <p:cNvPr id="7" name="Footer Placeholder 6"/>
          <p:cNvSpPr>
            <a:spLocks noGrp="1"/>
          </p:cNvSpPr>
          <p:nvPr>
            <p:ph type="ftr" sz="quarter" idx="13"/>
          </p:nvPr>
        </p:nvSpPr>
        <p:spPr/>
        <p:txBody>
          <a:bodyPr/>
          <a:lstStyle/>
          <a:p>
            <a:pPr marL="231775" defTabSz="914099" eaLnBrk="0" hangingPunct="0"/>
            <a:r>
              <a:rPr lang="en-US" sz="500" dirty="0" smtClean="0">
                <a:gradFill>
                  <a:gsLst>
                    <a:gs pos="0">
                      <a:schemeClr val="tx1"/>
                    </a:gs>
                    <a:gs pos="100000">
                      <a:schemeClr val="tx1"/>
                    </a:gs>
                  </a:gsLst>
                  <a:lin ang="5400000" scaled="0"/>
                </a:gradFill>
                <a:latin typeface="Segoe UI" pitchFamily="34" charset="0"/>
                <a:ea typeface="Segoe UI" pitchFamily="34" charset="0"/>
                <a:cs typeface="Segoe UI" pitchFamily="34" charset="0"/>
              </a:rPr>
              <a:t>© 2012 Microsoft Corporation. All rights reserved. Microsoft, Windows, and other product names are or may be registered trademarks and/or trademarks in the U.S. and/or other countries.</a:t>
            </a:r>
          </a:p>
          <a:p>
            <a:pPr marL="231775" defTabSz="914099" eaLnBrk="0" hangingPunct="0"/>
            <a:r>
              <a:rPr lang="en-US" sz="500" dirty="0" smtClean="0">
                <a:gradFill>
                  <a:gsLst>
                    <a:gs pos="0">
                      <a:schemeClr val="tx1"/>
                    </a:gs>
                    <a:gs pos="100000">
                      <a:schemeClr val="tx1"/>
                    </a:gs>
                  </a:gsLst>
                  <a:lin ang="5400000" scaled="0"/>
                </a:gradFill>
                <a:latin typeface="Segoe UI" pitchFamily="34" charset="0"/>
                <a:ea typeface="Segoe UI" pitchFamily="34" charset="0"/>
                <a:cs typeface="Segoe UI" pitchFamily="34" charset="0"/>
              </a:rPr>
              <a:t>The information herein is for informational purposes only and represents the current view of Microsoft Corporation as of the date of this </a:t>
            </a:r>
            <a:r>
              <a:rPr lang="en-US" sz="500" smtClean="0">
                <a:gradFill>
                  <a:gsLst>
                    <a:gs pos="0">
                      <a:schemeClr val="tx1"/>
                    </a:gs>
                    <a:gs pos="100000">
                      <a:schemeClr val="tx1"/>
                    </a:gs>
                  </a:gsLst>
                  <a:lin ang="5400000" scaled="0"/>
                </a:gradFill>
                <a:latin typeface="Segoe UI" pitchFamily="34" charset="0"/>
                <a:ea typeface="Segoe UI" pitchFamily="34" charset="0"/>
                <a:cs typeface="Segoe UI" pitchFamily="34" charset="0"/>
              </a:rPr>
              <a:t>presentation.  Because </a:t>
            </a:r>
            <a:r>
              <a:rPr lang="en-US" sz="500" dirty="0" smtClean="0">
                <a:gradFill>
                  <a:gsLst>
                    <a:gs pos="0">
                      <a:schemeClr val="tx1"/>
                    </a:gs>
                    <a:gs pos="100000">
                      <a:schemeClr val="tx1"/>
                    </a:gs>
                  </a:gsLst>
                  <a:lin ang="5400000" scaled="0"/>
                </a:gradFill>
                <a:latin typeface="Segoe UI" pitchFamily="34" charset="0"/>
                <a:ea typeface="Segoe UI" pitchFamily="34" charset="0"/>
                <a:cs typeface="Segoe UI" pitchFamily="34" charset="0"/>
              </a:rPr>
              <a:t>Microsoft must respond to changing market conditions, it should not be interpreted to be a commitment on the part of Microsoft, and Microsoft cannot guarantee the accuracy of any information provided after the date of this </a:t>
            </a:r>
            <a:r>
              <a:rPr lang="en-US" sz="500" smtClean="0">
                <a:gradFill>
                  <a:gsLst>
                    <a:gs pos="0">
                      <a:schemeClr val="tx1"/>
                    </a:gs>
                    <a:gs pos="100000">
                      <a:schemeClr val="tx1"/>
                    </a:gs>
                  </a:gsLst>
                  <a:lin ang="5400000" scaled="0"/>
                </a:gradFill>
                <a:latin typeface="Segoe UI" pitchFamily="34" charset="0"/>
                <a:ea typeface="Segoe UI" pitchFamily="34" charset="0"/>
                <a:cs typeface="Segoe UI" pitchFamily="34" charset="0"/>
              </a:rPr>
              <a:t>presentation.  MICROSOFT </a:t>
            </a:r>
            <a:r>
              <a:rPr lang="en-US" sz="500" dirty="0" smtClean="0">
                <a:gradFill>
                  <a:gsLst>
                    <a:gs pos="0">
                      <a:schemeClr val="tx1"/>
                    </a:gs>
                    <a:gs pos="100000">
                      <a:schemeClr val="tx1"/>
                    </a:gs>
                  </a:gsLst>
                  <a:lin ang="5400000" scaled="0"/>
                </a:gradFill>
                <a:latin typeface="Segoe UI" pitchFamily="34" charset="0"/>
                <a:ea typeface="Segoe UI" pitchFamily="34" charset="0"/>
                <a:cs typeface="Segoe UI" pitchFamily="34" charset="0"/>
              </a:rPr>
              <a:t>MAKES NO WARRANTIES, EXPRESS, IMPLIED OR STATUTORY, AS TO THE INFORMATION IN THIS PRESENTATION.</a:t>
            </a:r>
            <a:endParaRPr lang="en-US" sz="500" dirty="0">
              <a:gradFill>
                <a:gsLst>
                  <a:gs pos="0">
                    <a:schemeClr val="tx1"/>
                  </a:gs>
                  <a:gs pos="100000">
                    <a:schemeClr val="tx1"/>
                  </a:gs>
                </a:gsLst>
                <a:lin ang="5400000" scaled="0"/>
              </a:gradFill>
              <a:latin typeface="Segoe UI" pitchFamily="34" charset="0"/>
              <a:ea typeface="Segoe UI" pitchFamily="34" charset="0"/>
              <a:cs typeface="Segoe UI" pitchFamily="34" charset="0"/>
            </a:endParaRPr>
          </a:p>
        </p:txBody>
      </p:sp>
    </p:spTree>
    <p:extLst>
      <p:ext uri="{BB962C8B-B14F-4D97-AF65-F5344CB8AC3E}">
        <p14:creationId xmlns:p14="http://schemas.microsoft.com/office/powerpoint/2010/main" val="400414127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Date Placeholder 3"/>
          <p:cNvSpPr>
            <a:spLocks noGrp="1"/>
          </p:cNvSpPr>
          <p:nvPr>
            <p:ph type="dt" idx="10"/>
          </p:nvPr>
        </p:nvSpPr>
        <p:spPr/>
        <p:txBody>
          <a:bodyPr/>
          <a:lstStyle/>
          <a:p>
            <a:fld id="{7DD0E93F-579F-460F-8236-F9D20AC58163}" type="datetime8">
              <a:rPr lang="en-US" smtClean="0"/>
              <a:t>1/20/2016 2:18 PM</a:t>
            </a:fld>
            <a:endParaRPr lang="en-US"/>
          </a:p>
        </p:txBody>
      </p:sp>
      <p:sp>
        <p:nvSpPr>
          <p:cNvPr id="5" name="Slide Number Placeholder 4"/>
          <p:cNvSpPr>
            <a:spLocks noGrp="1"/>
          </p:cNvSpPr>
          <p:nvPr>
            <p:ph type="sldNum" sz="quarter" idx="11"/>
          </p:nvPr>
        </p:nvSpPr>
        <p:spPr/>
        <p:txBody>
          <a:bodyPr/>
          <a:lstStyle/>
          <a:p>
            <a:fld id="{B4008EB6-D09E-4580-8CD6-DDB14511944F}" type="slidenum">
              <a:rPr lang="en-US" smtClean="0"/>
              <a:t>24</a:t>
            </a:fld>
            <a:endParaRPr lang="en-US" dirty="0"/>
          </a:p>
        </p:txBody>
      </p:sp>
      <p:sp>
        <p:nvSpPr>
          <p:cNvPr id="6" name="Header Placeholder 5"/>
          <p:cNvSpPr>
            <a:spLocks noGrp="1"/>
          </p:cNvSpPr>
          <p:nvPr>
            <p:ph type="hdr" sz="quarter" idx="12"/>
          </p:nvPr>
        </p:nvSpPr>
        <p:spPr/>
        <p:txBody>
          <a:bodyPr/>
          <a:lstStyle/>
          <a:p>
            <a:r>
              <a:rPr lang="en-US" smtClean="0"/>
              <a:t>Microsoft Office</a:t>
            </a:r>
            <a:endParaRPr lang="en-US" dirty="0"/>
          </a:p>
        </p:txBody>
      </p:sp>
      <p:sp>
        <p:nvSpPr>
          <p:cNvPr id="7" name="Footer Placeholder 6"/>
          <p:cNvSpPr>
            <a:spLocks noGrp="1"/>
          </p:cNvSpPr>
          <p:nvPr>
            <p:ph type="ftr" sz="quarter" idx="13"/>
          </p:nvPr>
        </p:nvSpPr>
        <p:spPr/>
        <p:txBody>
          <a:bodyPr/>
          <a:lstStyle/>
          <a:p>
            <a:pPr marL="231775" defTabSz="914099" eaLnBrk="0" hangingPunct="0"/>
            <a:r>
              <a:rPr lang="en-US" sz="500" dirty="0" smtClean="0">
                <a:gradFill>
                  <a:gsLst>
                    <a:gs pos="0">
                      <a:schemeClr val="tx1"/>
                    </a:gs>
                    <a:gs pos="100000">
                      <a:schemeClr val="tx1"/>
                    </a:gs>
                  </a:gsLst>
                  <a:lin ang="5400000" scaled="0"/>
                </a:gradFill>
                <a:latin typeface="Segoe UI" pitchFamily="34" charset="0"/>
                <a:ea typeface="Segoe UI" pitchFamily="34" charset="0"/>
                <a:cs typeface="Segoe UI" pitchFamily="34" charset="0"/>
              </a:rPr>
              <a:t>© 2012 Microsoft Corporation. All rights reserved. Microsoft, Windows, and other product names are or may be registered trademarks and/or trademarks in the U.S. and/or other countries.</a:t>
            </a:r>
          </a:p>
          <a:p>
            <a:pPr marL="231775" defTabSz="914099" eaLnBrk="0" hangingPunct="0"/>
            <a:r>
              <a:rPr lang="en-US" sz="500" dirty="0" smtClean="0">
                <a:gradFill>
                  <a:gsLst>
                    <a:gs pos="0">
                      <a:schemeClr val="tx1"/>
                    </a:gs>
                    <a:gs pos="100000">
                      <a:schemeClr val="tx1"/>
                    </a:gs>
                  </a:gsLst>
                  <a:lin ang="5400000" scaled="0"/>
                </a:gradFill>
                <a:latin typeface="Segoe UI" pitchFamily="34" charset="0"/>
                <a:ea typeface="Segoe UI" pitchFamily="34" charset="0"/>
                <a:cs typeface="Segoe UI" pitchFamily="34" charset="0"/>
              </a:rPr>
              <a:t>The information herein is for informational purposes only and represents the current view of Microsoft Corporation as of the date of this </a:t>
            </a:r>
            <a:r>
              <a:rPr lang="en-US" sz="500" smtClean="0">
                <a:gradFill>
                  <a:gsLst>
                    <a:gs pos="0">
                      <a:schemeClr val="tx1"/>
                    </a:gs>
                    <a:gs pos="100000">
                      <a:schemeClr val="tx1"/>
                    </a:gs>
                  </a:gsLst>
                  <a:lin ang="5400000" scaled="0"/>
                </a:gradFill>
                <a:latin typeface="Segoe UI" pitchFamily="34" charset="0"/>
                <a:ea typeface="Segoe UI" pitchFamily="34" charset="0"/>
                <a:cs typeface="Segoe UI" pitchFamily="34" charset="0"/>
              </a:rPr>
              <a:t>presentation.  Because </a:t>
            </a:r>
            <a:r>
              <a:rPr lang="en-US" sz="500" dirty="0" smtClean="0">
                <a:gradFill>
                  <a:gsLst>
                    <a:gs pos="0">
                      <a:schemeClr val="tx1"/>
                    </a:gs>
                    <a:gs pos="100000">
                      <a:schemeClr val="tx1"/>
                    </a:gs>
                  </a:gsLst>
                  <a:lin ang="5400000" scaled="0"/>
                </a:gradFill>
                <a:latin typeface="Segoe UI" pitchFamily="34" charset="0"/>
                <a:ea typeface="Segoe UI" pitchFamily="34" charset="0"/>
                <a:cs typeface="Segoe UI" pitchFamily="34" charset="0"/>
              </a:rPr>
              <a:t>Microsoft must respond to changing market conditions, it should not be interpreted to be a commitment on the part of Microsoft, and Microsoft cannot guarantee the accuracy of any information provided after the date of this </a:t>
            </a:r>
            <a:r>
              <a:rPr lang="en-US" sz="500" smtClean="0">
                <a:gradFill>
                  <a:gsLst>
                    <a:gs pos="0">
                      <a:schemeClr val="tx1"/>
                    </a:gs>
                    <a:gs pos="100000">
                      <a:schemeClr val="tx1"/>
                    </a:gs>
                  </a:gsLst>
                  <a:lin ang="5400000" scaled="0"/>
                </a:gradFill>
                <a:latin typeface="Segoe UI" pitchFamily="34" charset="0"/>
                <a:ea typeface="Segoe UI" pitchFamily="34" charset="0"/>
                <a:cs typeface="Segoe UI" pitchFamily="34" charset="0"/>
              </a:rPr>
              <a:t>presentation.  MICROSOFT </a:t>
            </a:r>
            <a:r>
              <a:rPr lang="en-US" sz="500" dirty="0" smtClean="0">
                <a:gradFill>
                  <a:gsLst>
                    <a:gs pos="0">
                      <a:schemeClr val="tx1"/>
                    </a:gs>
                    <a:gs pos="100000">
                      <a:schemeClr val="tx1"/>
                    </a:gs>
                  </a:gsLst>
                  <a:lin ang="5400000" scaled="0"/>
                </a:gradFill>
                <a:latin typeface="Segoe UI" pitchFamily="34" charset="0"/>
                <a:ea typeface="Segoe UI" pitchFamily="34" charset="0"/>
                <a:cs typeface="Segoe UI" pitchFamily="34" charset="0"/>
              </a:rPr>
              <a:t>MAKES NO WARRANTIES, EXPRESS, IMPLIED OR STATUTORY, AS TO THE INFORMATION IN THIS PRESENTATION.</a:t>
            </a:r>
            <a:endParaRPr lang="en-US" sz="500" dirty="0">
              <a:gradFill>
                <a:gsLst>
                  <a:gs pos="0">
                    <a:schemeClr val="tx1"/>
                  </a:gs>
                  <a:gs pos="100000">
                    <a:schemeClr val="tx1"/>
                  </a:gs>
                </a:gsLst>
                <a:lin ang="5400000" scaled="0"/>
              </a:gradFill>
              <a:latin typeface="Segoe UI" pitchFamily="34" charset="0"/>
              <a:ea typeface="Segoe UI" pitchFamily="34" charset="0"/>
              <a:cs typeface="Segoe UI" pitchFamily="34" charset="0"/>
            </a:endParaRPr>
          </a:p>
        </p:txBody>
      </p:sp>
    </p:spTree>
    <p:extLst>
      <p:ext uri="{BB962C8B-B14F-4D97-AF65-F5344CB8AC3E}">
        <p14:creationId xmlns:p14="http://schemas.microsoft.com/office/powerpoint/2010/main" val="369137874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Date Placeholder 3"/>
          <p:cNvSpPr>
            <a:spLocks noGrp="1"/>
          </p:cNvSpPr>
          <p:nvPr>
            <p:ph type="dt" idx="10"/>
          </p:nvPr>
        </p:nvSpPr>
        <p:spPr/>
        <p:txBody>
          <a:bodyPr/>
          <a:lstStyle/>
          <a:p>
            <a:fld id="{934C714A-498E-488D-A4E1-E10273672EAD}" type="datetime8">
              <a:rPr lang="en-US" smtClean="0"/>
              <a:t>1/20/2016 2:18 PM</a:t>
            </a:fld>
            <a:endParaRPr lang="en-US"/>
          </a:p>
        </p:txBody>
      </p:sp>
      <p:sp>
        <p:nvSpPr>
          <p:cNvPr id="5" name="Slide Number Placeholder 4"/>
          <p:cNvSpPr>
            <a:spLocks noGrp="1"/>
          </p:cNvSpPr>
          <p:nvPr>
            <p:ph type="sldNum" sz="quarter" idx="11"/>
          </p:nvPr>
        </p:nvSpPr>
        <p:spPr/>
        <p:txBody>
          <a:bodyPr/>
          <a:lstStyle/>
          <a:p>
            <a:fld id="{B4008EB6-D09E-4580-8CD6-DDB14511944F}" type="slidenum">
              <a:rPr lang="en-US" smtClean="0"/>
              <a:t>25</a:t>
            </a:fld>
            <a:endParaRPr lang="en-US" dirty="0"/>
          </a:p>
        </p:txBody>
      </p:sp>
      <p:sp>
        <p:nvSpPr>
          <p:cNvPr id="6" name="Header Placeholder 5"/>
          <p:cNvSpPr>
            <a:spLocks noGrp="1"/>
          </p:cNvSpPr>
          <p:nvPr>
            <p:ph type="hdr" sz="quarter" idx="12"/>
          </p:nvPr>
        </p:nvSpPr>
        <p:spPr/>
        <p:txBody>
          <a:bodyPr/>
          <a:lstStyle/>
          <a:p>
            <a:r>
              <a:rPr lang="en-US" smtClean="0"/>
              <a:t>Microsoft Office</a:t>
            </a:r>
            <a:endParaRPr lang="en-US" dirty="0"/>
          </a:p>
        </p:txBody>
      </p:sp>
      <p:sp>
        <p:nvSpPr>
          <p:cNvPr id="7" name="Footer Placeholder 6"/>
          <p:cNvSpPr>
            <a:spLocks noGrp="1"/>
          </p:cNvSpPr>
          <p:nvPr>
            <p:ph type="ftr" sz="quarter" idx="13"/>
          </p:nvPr>
        </p:nvSpPr>
        <p:spPr/>
        <p:txBody>
          <a:bodyPr/>
          <a:lstStyle/>
          <a:p>
            <a:pPr marL="231775" defTabSz="914099" eaLnBrk="0" hangingPunct="0"/>
            <a:r>
              <a:rPr lang="en-US" sz="500" dirty="0" smtClean="0">
                <a:gradFill>
                  <a:gsLst>
                    <a:gs pos="0">
                      <a:schemeClr val="tx1"/>
                    </a:gs>
                    <a:gs pos="100000">
                      <a:schemeClr val="tx1"/>
                    </a:gs>
                  </a:gsLst>
                  <a:lin ang="5400000" scaled="0"/>
                </a:gradFill>
                <a:latin typeface="Segoe UI" pitchFamily="34" charset="0"/>
                <a:ea typeface="Segoe UI" pitchFamily="34" charset="0"/>
                <a:cs typeface="Segoe UI" pitchFamily="34" charset="0"/>
              </a:rPr>
              <a:t>© 2012 Microsoft Corporation. All rights reserved. Microsoft, Windows, and other product names are or may be registered trademarks and/or trademarks in the U.S. and/or other countries.</a:t>
            </a:r>
          </a:p>
          <a:p>
            <a:pPr marL="231775" defTabSz="914099" eaLnBrk="0" hangingPunct="0"/>
            <a:r>
              <a:rPr lang="en-US" sz="500" dirty="0" smtClean="0">
                <a:gradFill>
                  <a:gsLst>
                    <a:gs pos="0">
                      <a:schemeClr val="tx1"/>
                    </a:gs>
                    <a:gs pos="100000">
                      <a:schemeClr val="tx1"/>
                    </a:gs>
                  </a:gsLst>
                  <a:lin ang="5400000" scaled="0"/>
                </a:gradFill>
                <a:latin typeface="Segoe UI" pitchFamily="34" charset="0"/>
                <a:ea typeface="Segoe UI" pitchFamily="34" charset="0"/>
                <a:cs typeface="Segoe UI" pitchFamily="34" charset="0"/>
              </a:rPr>
              <a:t>The information herein is for informational purposes only and represents the current view of Microsoft Corporation as of the date of this </a:t>
            </a:r>
            <a:r>
              <a:rPr lang="en-US" sz="500" smtClean="0">
                <a:gradFill>
                  <a:gsLst>
                    <a:gs pos="0">
                      <a:schemeClr val="tx1"/>
                    </a:gs>
                    <a:gs pos="100000">
                      <a:schemeClr val="tx1"/>
                    </a:gs>
                  </a:gsLst>
                  <a:lin ang="5400000" scaled="0"/>
                </a:gradFill>
                <a:latin typeface="Segoe UI" pitchFamily="34" charset="0"/>
                <a:ea typeface="Segoe UI" pitchFamily="34" charset="0"/>
                <a:cs typeface="Segoe UI" pitchFamily="34" charset="0"/>
              </a:rPr>
              <a:t>presentation.  Because </a:t>
            </a:r>
            <a:r>
              <a:rPr lang="en-US" sz="500" dirty="0" smtClean="0">
                <a:gradFill>
                  <a:gsLst>
                    <a:gs pos="0">
                      <a:schemeClr val="tx1"/>
                    </a:gs>
                    <a:gs pos="100000">
                      <a:schemeClr val="tx1"/>
                    </a:gs>
                  </a:gsLst>
                  <a:lin ang="5400000" scaled="0"/>
                </a:gradFill>
                <a:latin typeface="Segoe UI" pitchFamily="34" charset="0"/>
                <a:ea typeface="Segoe UI" pitchFamily="34" charset="0"/>
                <a:cs typeface="Segoe UI" pitchFamily="34" charset="0"/>
              </a:rPr>
              <a:t>Microsoft must respond to changing market conditions, it should not be interpreted to be a commitment on the part of Microsoft, and Microsoft cannot guarantee the accuracy of any information provided after the date of this </a:t>
            </a:r>
            <a:r>
              <a:rPr lang="en-US" sz="500" smtClean="0">
                <a:gradFill>
                  <a:gsLst>
                    <a:gs pos="0">
                      <a:schemeClr val="tx1"/>
                    </a:gs>
                    <a:gs pos="100000">
                      <a:schemeClr val="tx1"/>
                    </a:gs>
                  </a:gsLst>
                  <a:lin ang="5400000" scaled="0"/>
                </a:gradFill>
                <a:latin typeface="Segoe UI" pitchFamily="34" charset="0"/>
                <a:ea typeface="Segoe UI" pitchFamily="34" charset="0"/>
                <a:cs typeface="Segoe UI" pitchFamily="34" charset="0"/>
              </a:rPr>
              <a:t>presentation.  MICROSOFT </a:t>
            </a:r>
            <a:r>
              <a:rPr lang="en-US" sz="500" dirty="0" smtClean="0">
                <a:gradFill>
                  <a:gsLst>
                    <a:gs pos="0">
                      <a:schemeClr val="tx1"/>
                    </a:gs>
                    <a:gs pos="100000">
                      <a:schemeClr val="tx1"/>
                    </a:gs>
                  </a:gsLst>
                  <a:lin ang="5400000" scaled="0"/>
                </a:gradFill>
                <a:latin typeface="Segoe UI" pitchFamily="34" charset="0"/>
                <a:ea typeface="Segoe UI" pitchFamily="34" charset="0"/>
                <a:cs typeface="Segoe UI" pitchFamily="34" charset="0"/>
              </a:rPr>
              <a:t>MAKES NO WARRANTIES, EXPRESS, IMPLIED OR STATUTORY, AS TO THE INFORMATION IN THIS PRESENTATION.</a:t>
            </a:r>
            <a:endParaRPr lang="en-US" sz="500" dirty="0">
              <a:gradFill>
                <a:gsLst>
                  <a:gs pos="0">
                    <a:schemeClr val="tx1"/>
                  </a:gs>
                  <a:gs pos="100000">
                    <a:schemeClr val="tx1"/>
                  </a:gs>
                </a:gsLst>
                <a:lin ang="5400000" scaled="0"/>
              </a:gradFill>
              <a:latin typeface="Segoe UI" pitchFamily="34" charset="0"/>
              <a:ea typeface="Segoe UI" pitchFamily="34" charset="0"/>
              <a:cs typeface="Segoe UI" pitchFamily="34" charset="0"/>
            </a:endParaRPr>
          </a:p>
        </p:txBody>
      </p:sp>
    </p:spTree>
    <p:extLst>
      <p:ext uri="{BB962C8B-B14F-4D97-AF65-F5344CB8AC3E}">
        <p14:creationId xmlns:p14="http://schemas.microsoft.com/office/powerpoint/2010/main" val="119716304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Footer Placeholder 3"/>
          <p:cNvSpPr>
            <a:spLocks noGrp="1"/>
          </p:cNvSpPr>
          <p:nvPr>
            <p:ph type="ftr" sz="quarter" idx="10"/>
          </p:nvPr>
        </p:nvSpPr>
        <p:spPr/>
        <p:txBody>
          <a:bodyPr/>
          <a:lstStyle/>
          <a:p>
            <a:pPr defTabSz="914099" eaLnBrk="0" hangingPunct="0"/>
            <a:r>
              <a:rPr lang="en-US" sz="400" dirty="0" smtClean="0">
                <a:gradFill>
                  <a:gsLst>
                    <a:gs pos="0">
                      <a:prstClr val="black"/>
                    </a:gs>
                    <a:gs pos="100000">
                      <a:prstClr val="black"/>
                    </a:gs>
                  </a:gsLst>
                  <a:lin ang="5400000" scaled="0"/>
                </a:gradFill>
                <a:latin typeface="Segoe UI" pitchFamily="34" charset="0"/>
                <a:ea typeface="Segoe UI" pitchFamily="34" charset="0"/>
                <a:cs typeface="Segoe UI" pitchFamily="34" charset="0"/>
              </a:rPr>
              <a:t>© 2015 Microsoft Corporation. All rights reserved. Microsoft, Windows, and other product names are or may be registered trademarks and/or trademarks in the U.S. and/or other countries. The information herein is for informational purposes only and represents the current view of Microsoft Corporation as of the date of this </a:t>
            </a:r>
            <a:r>
              <a:rPr lang="en-US" sz="400" smtClean="0">
                <a:gradFill>
                  <a:gsLst>
                    <a:gs pos="0">
                      <a:prstClr val="black"/>
                    </a:gs>
                    <a:gs pos="100000">
                      <a:prstClr val="black"/>
                    </a:gs>
                  </a:gsLst>
                  <a:lin ang="5400000" scaled="0"/>
                </a:gradFill>
                <a:latin typeface="Segoe UI" pitchFamily="34" charset="0"/>
                <a:ea typeface="Segoe UI" pitchFamily="34" charset="0"/>
                <a:cs typeface="Segoe UI" pitchFamily="34" charset="0"/>
              </a:rPr>
              <a:t>presentation.  Because </a:t>
            </a:r>
            <a:r>
              <a:rPr lang="en-US" sz="400" dirty="0" smtClean="0">
                <a:gradFill>
                  <a:gsLst>
                    <a:gs pos="0">
                      <a:prstClr val="black"/>
                    </a:gs>
                    <a:gs pos="100000">
                      <a:prstClr val="black"/>
                    </a:gs>
                  </a:gsLst>
                  <a:lin ang="5400000" scaled="0"/>
                </a:gradFill>
                <a:latin typeface="Segoe UI" pitchFamily="34" charset="0"/>
                <a:ea typeface="Segoe UI" pitchFamily="34" charset="0"/>
                <a:cs typeface="Segoe UI" pitchFamily="34" charset="0"/>
              </a:rPr>
              <a:t>Microsoft must respond to changing market conditions, it should not be interpreted to be a commitment on the part of Microsoft, and Microsoft cannot guarantee the accuracy of any information provided after the date of this </a:t>
            </a:r>
            <a:r>
              <a:rPr lang="en-US" sz="400" smtClean="0">
                <a:gradFill>
                  <a:gsLst>
                    <a:gs pos="0">
                      <a:prstClr val="black"/>
                    </a:gs>
                    <a:gs pos="100000">
                      <a:prstClr val="black"/>
                    </a:gs>
                  </a:gsLst>
                  <a:lin ang="5400000" scaled="0"/>
                </a:gradFill>
                <a:latin typeface="Segoe UI" pitchFamily="34" charset="0"/>
                <a:ea typeface="Segoe UI" pitchFamily="34" charset="0"/>
                <a:cs typeface="Segoe UI" pitchFamily="34" charset="0"/>
              </a:rPr>
              <a:t>presentation.  MICROSOFT </a:t>
            </a:r>
            <a:r>
              <a:rPr lang="en-US" sz="400" dirty="0" smtClean="0">
                <a:gradFill>
                  <a:gsLst>
                    <a:gs pos="0">
                      <a:prstClr val="black"/>
                    </a:gs>
                    <a:gs pos="100000">
                      <a:prstClr val="black"/>
                    </a:gs>
                  </a:gsLst>
                  <a:lin ang="5400000" scaled="0"/>
                </a:gradFill>
                <a:latin typeface="Segoe UI" pitchFamily="34" charset="0"/>
                <a:ea typeface="Segoe UI" pitchFamily="34" charset="0"/>
                <a:cs typeface="Segoe UI" pitchFamily="34" charset="0"/>
              </a:rPr>
              <a:t>MAKES NO WARRANTIES, EXPRESS, IMPLIED OR STATUTORY, AS TO THE INFORMATION IN THIS PRESENTATION.</a:t>
            </a:r>
          </a:p>
        </p:txBody>
      </p:sp>
      <p:sp>
        <p:nvSpPr>
          <p:cNvPr id="5" name="Date Placeholder 4"/>
          <p:cNvSpPr>
            <a:spLocks noGrp="1"/>
          </p:cNvSpPr>
          <p:nvPr>
            <p:ph type="dt" idx="11"/>
          </p:nvPr>
        </p:nvSpPr>
        <p:spPr/>
        <p:txBody>
          <a:bodyPr/>
          <a:lstStyle/>
          <a:p>
            <a:fld id="{AF029476-5BA6-4BF0-BC19-CBA07BA83642}" type="datetime8">
              <a:rPr lang="en-US" smtClean="0"/>
              <a:t>1/20/2016 2:18 PM</a:t>
            </a:fld>
            <a:endParaRPr lang="en-US" dirty="0"/>
          </a:p>
        </p:txBody>
      </p:sp>
      <p:sp>
        <p:nvSpPr>
          <p:cNvPr id="6" name="Slide Number Placeholder 5"/>
          <p:cNvSpPr>
            <a:spLocks noGrp="1"/>
          </p:cNvSpPr>
          <p:nvPr>
            <p:ph type="sldNum" sz="quarter" idx="12"/>
          </p:nvPr>
        </p:nvSpPr>
        <p:spPr/>
        <p:txBody>
          <a:bodyPr/>
          <a:lstStyle/>
          <a:p>
            <a:fld id="{B4008EB6-D09E-4580-8CD6-DDB14511944F}" type="slidenum">
              <a:rPr lang="en-US" smtClean="0"/>
              <a:pPr/>
              <a:t>26</a:t>
            </a:fld>
            <a:endParaRPr lang="en-US" dirty="0"/>
          </a:p>
        </p:txBody>
      </p:sp>
    </p:spTree>
    <p:extLst>
      <p:ext uri="{BB962C8B-B14F-4D97-AF65-F5344CB8AC3E}">
        <p14:creationId xmlns:p14="http://schemas.microsoft.com/office/powerpoint/2010/main" val="153321669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smtClean="0"/>
              <a:t>Download the following manifest and run to show the sandbox for the new Word APIs: http://1drv.ms/1OiykkN</a:t>
            </a:r>
            <a:endParaRPr lang="en-US" dirty="0"/>
          </a:p>
        </p:txBody>
      </p:sp>
      <p:sp>
        <p:nvSpPr>
          <p:cNvPr id="4" name="Date Placeholder 3"/>
          <p:cNvSpPr>
            <a:spLocks noGrp="1"/>
          </p:cNvSpPr>
          <p:nvPr>
            <p:ph type="dt" idx="10"/>
          </p:nvPr>
        </p:nvSpPr>
        <p:spPr/>
        <p:txBody>
          <a:bodyPr/>
          <a:lstStyle/>
          <a:p>
            <a:fld id="{A5463152-5AA3-4395-B68D-D53C61DE233A}" type="datetime8">
              <a:rPr lang="en-US" smtClean="0"/>
              <a:t>1/20/2016 2:18 PM</a:t>
            </a:fld>
            <a:endParaRPr lang="en-US"/>
          </a:p>
        </p:txBody>
      </p:sp>
      <p:sp>
        <p:nvSpPr>
          <p:cNvPr id="5" name="Slide Number Placeholder 4"/>
          <p:cNvSpPr>
            <a:spLocks noGrp="1"/>
          </p:cNvSpPr>
          <p:nvPr>
            <p:ph type="sldNum" sz="quarter" idx="11"/>
          </p:nvPr>
        </p:nvSpPr>
        <p:spPr/>
        <p:txBody>
          <a:bodyPr/>
          <a:lstStyle/>
          <a:p>
            <a:fld id="{B4008EB6-D09E-4580-8CD6-DDB14511944F}" type="slidenum">
              <a:rPr lang="en-US" smtClean="0"/>
              <a:t>27</a:t>
            </a:fld>
            <a:endParaRPr lang="en-US" dirty="0"/>
          </a:p>
        </p:txBody>
      </p:sp>
      <p:sp>
        <p:nvSpPr>
          <p:cNvPr id="6" name="Header Placeholder 5"/>
          <p:cNvSpPr>
            <a:spLocks noGrp="1"/>
          </p:cNvSpPr>
          <p:nvPr>
            <p:ph type="hdr" sz="quarter" idx="12"/>
          </p:nvPr>
        </p:nvSpPr>
        <p:spPr/>
        <p:txBody>
          <a:bodyPr/>
          <a:lstStyle/>
          <a:p>
            <a:r>
              <a:rPr lang="en-US" smtClean="0"/>
              <a:t>Microsoft Office</a:t>
            </a:r>
            <a:endParaRPr lang="en-US" dirty="0"/>
          </a:p>
        </p:txBody>
      </p:sp>
      <p:sp>
        <p:nvSpPr>
          <p:cNvPr id="7" name="Footer Placeholder 6"/>
          <p:cNvSpPr>
            <a:spLocks noGrp="1"/>
          </p:cNvSpPr>
          <p:nvPr>
            <p:ph type="ftr" sz="quarter" idx="13"/>
          </p:nvPr>
        </p:nvSpPr>
        <p:spPr/>
        <p:txBody>
          <a:bodyPr/>
          <a:lstStyle/>
          <a:p>
            <a:pPr marL="231775" defTabSz="914099" eaLnBrk="0" hangingPunct="0"/>
            <a:r>
              <a:rPr lang="en-US" sz="500" dirty="0" smtClean="0">
                <a:gradFill>
                  <a:gsLst>
                    <a:gs pos="0">
                      <a:schemeClr val="tx1"/>
                    </a:gs>
                    <a:gs pos="100000">
                      <a:schemeClr val="tx1"/>
                    </a:gs>
                  </a:gsLst>
                  <a:lin ang="5400000" scaled="0"/>
                </a:gradFill>
                <a:latin typeface="Segoe UI" pitchFamily="34" charset="0"/>
                <a:ea typeface="Segoe UI" pitchFamily="34" charset="0"/>
                <a:cs typeface="Segoe UI" pitchFamily="34" charset="0"/>
              </a:rPr>
              <a:t>© 2012 Microsoft Corporation. All rights reserved. Microsoft, Windows, and other product names are or may be registered trademarks and/or trademarks in the U.S. and/or other countries.</a:t>
            </a:r>
          </a:p>
          <a:p>
            <a:pPr marL="231775" defTabSz="914099" eaLnBrk="0" hangingPunct="0"/>
            <a:r>
              <a:rPr lang="en-US" sz="500" dirty="0" smtClean="0">
                <a:gradFill>
                  <a:gsLst>
                    <a:gs pos="0">
                      <a:schemeClr val="tx1"/>
                    </a:gs>
                    <a:gs pos="100000">
                      <a:schemeClr val="tx1"/>
                    </a:gs>
                  </a:gsLst>
                  <a:lin ang="5400000" scaled="0"/>
                </a:gradFill>
                <a:latin typeface="Segoe UI" pitchFamily="34" charset="0"/>
                <a:ea typeface="Segoe UI" pitchFamily="34" charset="0"/>
                <a:cs typeface="Segoe UI" pitchFamily="34" charset="0"/>
              </a:rPr>
              <a:t>The information herein is for informational purposes only and represents the current view of Microsoft Corporation as of the date of this </a:t>
            </a:r>
            <a:r>
              <a:rPr lang="en-US" sz="500" smtClean="0">
                <a:gradFill>
                  <a:gsLst>
                    <a:gs pos="0">
                      <a:schemeClr val="tx1"/>
                    </a:gs>
                    <a:gs pos="100000">
                      <a:schemeClr val="tx1"/>
                    </a:gs>
                  </a:gsLst>
                  <a:lin ang="5400000" scaled="0"/>
                </a:gradFill>
                <a:latin typeface="Segoe UI" pitchFamily="34" charset="0"/>
                <a:ea typeface="Segoe UI" pitchFamily="34" charset="0"/>
                <a:cs typeface="Segoe UI" pitchFamily="34" charset="0"/>
              </a:rPr>
              <a:t>presentation.  Because </a:t>
            </a:r>
            <a:r>
              <a:rPr lang="en-US" sz="500" dirty="0" smtClean="0">
                <a:gradFill>
                  <a:gsLst>
                    <a:gs pos="0">
                      <a:schemeClr val="tx1"/>
                    </a:gs>
                    <a:gs pos="100000">
                      <a:schemeClr val="tx1"/>
                    </a:gs>
                  </a:gsLst>
                  <a:lin ang="5400000" scaled="0"/>
                </a:gradFill>
                <a:latin typeface="Segoe UI" pitchFamily="34" charset="0"/>
                <a:ea typeface="Segoe UI" pitchFamily="34" charset="0"/>
                <a:cs typeface="Segoe UI" pitchFamily="34" charset="0"/>
              </a:rPr>
              <a:t>Microsoft must respond to changing market conditions, it should not be interpreted to be a commitment on the part of Microsoft, and Microsoft cannot guarantee the accuracy of any information provided after the date of this </a:t>
            </a:r>
            <a:r>
              <a:rPr lang="en-US" sz="500" smtClean="0">
                <a:gradFill>
                  <a:gsLst>
                    <a:gs pos="0">
                      <a:schemeClr val="tx1"/>
                    </a:gs>
                    <a:gs pos="100000">
                      <a:schemeClr val="tx1"/>
                    </a:gs>
                  </a:gsLst>
                  <a:lin ang="5400000" scaled="0"/>
                </a:gradFill>
                <a:latin typeface="Segoe UI" pitchFamily="34" charset="0"/>
                <a:ea typeface="Segoe UI" pitchFamily="34" charset="0"/>
                <a:cs typeface="Segoe UI" pitchFamily="34" charset="0"/>
              </a:rPr>
              <a:t>presentation.  MICROSOFT </a:t>
            </a:r>
            <a:r>
              <a:rPr lang="en-US" sz="500" dirty="0" smtClean="0">
                <a:gradFill>
                  <a:gsLst>
                    <a:gs pos="0">
                      <a:schemeClr val="tx1"/>
                    </a:gs>
                    <a:gs pos="100000">
                      <a:schemeClr val="tx1"/>
                    </a:gs>
                  </a:gsLst>
                  <a:lin ang="5400000" scaled="0"/>
                </a:gradFill>
                <a:latin typeface="Segoe UI" pitchFamily="34" charset="0"/>
                <a:ea typeface="Segoe UI" pitchFamily="34" charset="0"/>
                <a:cs typeface="Segoe UI" pitchFamily="34" charset="0"/>
              </a:rPr>
              <a:t>MAKES NO WARRANTIES, EXPRESS, IMPLIED OR STATUTORY, AS TO THE INFORMATION IN THIS PRESENTATION.</a:t>
            </a:r>
            <a:endParaRPr lang="en-US" sz="500" dirty="0">
              <a:gradFill>
                <a:gsLst>
                  <a:gs pos="0">
                    <a:schemeClr val="tx1"/>
                  </a:gs>
                  <a:gs pos="100000">
                    <a:schemeClr val="tx1"/>
                  </a:gs>
                </a:gsLst>
                <a:lin ang="5400000" scaled="0"/>
              </a:gradFill>
              <a:latin typeface="Segoe UI" pitchFamily="34" charset="0"/>
              <a:ea typeface="Segoe UI" pitchFamily="34" charset="0"/>
              <a:cs typeface="Segoe UI" pitchFamily="34" charset="0"/>
            </a:endParaRPr>
          </a:p>
        </p:txBody>
      </p:sp>
    </p:spTree>
    <p:extLst>
      <p:ext uri="{BB962C8B-B14F-4D97-AF65-F5344CB8AC3E}">
        <p14:creationId xmlns:p14="http://schemas.microsoft.com/office/powerpoint/2010/main" val="216806649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Footer Placeholder 3"/>
          <p:cNvSpPr>
            <a:spLocks noGrp="1"/>
          </p:cNvSpPr>
          <p:nvPr>
            <p:ph type="ftr" sz="quarter" idx="10"/>
          </p:nvPr>
        </p:nvSpPr>
        <p:spPr/>
        <p:txBody>
          <a:bodyPr/>
          <a:lstStyle/>
          <a:p>
            <a:pPr defTabSz="914099" eaLnBrk="0" hangingPunct="0"/>
            <a:r>
              <a:rPr lang="en-US" sz="400" dirty="0" smtClean="0">
                <a:gradFill>
                  <a:gsLst>
                    <a:gs pos="0">
                      <a:prstClr val="black"/>
                    </a:gs>
                    <a:gs pos="100000">
                      <a:prstClr val="black"/>
                    </a:gs>
                  </a:gsLst>
                  <a:lin ang="5400000" scaled="0"/>
                </a:gradFill>
                <a:latin typeface="Segoe UI" pitchFamily="34" charset="0"/>
                <a:ea typeface="Segoe UI" pitchFamily="34" charset="0"/>
                <a:cs typeface="Segoe UI" pitchFamily="34" charset="0"/>
              </a:rPr>
              <a:t>© 2015 Microsoft Corporation. All rights reserved. Microsoft, Windows, and other product names are or may be registered trademarks and/or trademarks in the U.S. and/or other countries. The information herein is for informational purposes only and represents the current view of Microsoft Corporation as of the date of this </a:t>
            </a:r>
            <a:r>
              <a:rPr lang="en-US" sz="400" smtClean="0">
                <a:gradFill>
                  <a:gsLst>
                    <a:gs pos="0">
                      <a:prstClr val="black"/>
                    </a:gs>
                    <a:gs pos="100000">
                      <a:prstClr val="black"/>
                    </a:gs>
                  </a:gsLst>
                  <a:lin ang="5400000" scaled="0"/>
                </a:gradFill>
                <a:latin typeface="Segoe UI" pitchFamily="34" charset="0"/>
                <a:ea typeface="Segoe UI" pitchFamily="34" charset="0"/>
                <a:cs typeface="Segoe UI" pitchFamily="34" charset="0"/>
              </a:rPr>
              <a:t>presentation.  Because </a:t>
            </a:r>
            <a:r>
              <a:rPr lang="en-US" sz="400" dirty="0" smtClean="0">
                <a:gradFill>
                  <a:gsLst>
                    <a:gs pos="0">
                      <a:prstClr val="black"/>
                    </a:gs>
                    <a:gs pos="100000">
                      <a:prstClr val="black"/>
                    </a:gs>
                  </a:gsLst>
                  <a:lin ang="5400000" scaled="0"/>
                </a:gradFill>
                <a:latin typeface="Segoe UI" pitchFamily="34" charset="0"/>
                <a:ea typeface="Segoe UI" pitchFamily="34" charset="0"/>
                <a:cs typeface="Segoe UI" pitchFamily="34" charset="0"/>
              </a:rPr>
              <a:t>Microsoft must respond to changing market conditions, it should not be interpreted to be a commitment on the part of Microsoft, and Microsoft cannot guarantee the accuracy of any information provided after the date of this </a:t>
            </a:r>
            <a:r>
              <a:rPr lang="en-US" sz="400" smtClean="0">
                <a:gradFill>
                  <a:gsLst>
                    <a:gs pos="0">
                      <a:prstClr val="black"/>
                    </a:gs>
                    <a:gs pos="100000">
                      <a:prstClr val="black"/>
                    </a:gs>
                  </a:gsLst>
                  <a:lin ang="5400000" scaled="0"/>
                </a:gradFill>
                <a:latin typeface="Segoe UI" pitchFamily="34" charset="0"/>
                <a:ea typeface="Segoe UI" pitchFamily="34" charset="0"/>
                <a:cs typeface="Segoe UI" pitchFamily="34" charset="0"/>
              </a:rPr>
              <a:t>presentation.  MICROSOFT </a:t>
            </a:r>
            <a:r>
              <a:rPr lang="en-US" sz="400" dirty="0" smtClean="0">
                <a:gradFill>
                  <a:gsLst>
                    <a:gs pos="0">
                      <a:prstClr val="black"/>
                    </a:gs>
                    <a:gs pos="100000">
                      <a:prstClr val="black"/>
                    </a:gs>
                  </a:gsLst>
                  <a:lin ang="5400000" scaled="0"/>
                </a:gradFill>
                <a:latin typeface="Segoe UI" pitchFamily="34" charset="0"/>
                <a:ea typeface="Segoe UI" pitchFamily="34" charset="0"/>
                <a:cs typeface="Segoe UI" pitchFamily="34" charset="0"/>
              </a:rPr>
              <a:t>MAKES NO WARRANTIES, EXPRESS, IMPLIED OR STATUTORY, AS TO THE INFORMATION IN THIS PRESENTATION.</a:t>
            </a:r>
          </a:p>
        </p:txBody>
      </p:sp>
      <p:sp>
        <p:nvSpPr>
          <p:cNvPr id="5" name="Date Placeholder 4"/>
          <p:cNvSpPr>
            <a:spLocks noGrp="1"/>
          </p:cNvSpPr>
          <p:nvPr>
            <p:ph type="dt" idx="11"/>
          </p:nvPr>
        </p:nvSpPr>
        <p:spPr/>
        <p:txBody>
          <a:bodyPr/>
          <a:lstStyle/>
          <a:p>
            <a:fld id="{1561E070-76D4-4D26-9073-BE0A5FED778E}" type="datetime8">
              <a:rPr lang="en-US" smtClean="0"/>
              <a:t>1/20/2016 2:18 PM</a:t>
            </a:fld>
            <a:endParaRPr lang="en-US" dirty="0"/>
          </a:p>
        </p:txBody>
      </p:sp>
      <p:sp>
        <p:nvSpPr>
          <p:cNvPr id="6" name="Slide Number Placeholder 5"/>
          <p:cNvSpPr>
            <a:spLocks noGrp="1"/>
          </p:cNvSpPr>
          <p:nvPr>
            <p:ph type="sldNum" sz="quarter" idx="12"/>
          </p:nvPr>
        </p:nvSpPr>
        <p:spPr/>
        <p:txBody>
          <a:bodyPr/>
          <a:lstStyle/>
          <a:p>
            <a:fld id="{B4008EB6-D09E-4580-8CD6-DDB14511944F}" type="slidenum">
              <a:rPr lang="en-US" smtClean="0"/>
              <a:pPr/>
              <a:t>28</a:t>
            </a:fld>
            <a:endParaRPr lang="en-US" dirty="0"/>
          </a:p>
        </p:txBody>
      </p:sp>
    </p:spTree>
    <p:extLst>
      <p:ext uri="{BB962C8B-B14F-4D97-AF65-F5344CB8AC3E}">
        <p14:creationId xmlns:p14="http://schemas.microsoft.com/office/powerpoint/2010/main" val="263816938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smtClean="0"/>
              <a:t>Download the following manifest and run to show the sandbox for the new Word APIs: http://1drv.ms/1OiykkN</a:t>
            </a:r>
            <a:endParaRPr lang="en-US" dirty="0"/>
          </a:p>
        </p:txBody>
      </p:sp>
      <p:sp>
        <p:nvSpPr>
          <p:cNvPr id="4" name="Date Placeholder 3"/>
          <p:cNvSpPr>
            <a:spLocks noGrp="1"/>
          </p:cNvSpPr>
          <p:nvPr>
            <p:ph type="dt" idx="10"/>
          </p:nvPr>
        </p:nvSpPr>
        <p:spPr/>
        <p:txBody>
          <a:bodyPr/>
          <a:lstStyle/>
          <a:p>
            <a:fld id="{5C58DD83-55F1-45B7-AE24-3E1B2D3F10A8}" type="datetime8">
              <a:rPr lang="en-US" smtClean="0"/>
              <a:t>1/20/2016 2:18 PM</a:t>
            </a:fld>
            <a:endParaRPr lang="en-US"/>
          </a:p>
        </p:txBody>
      </p:sp>
      <p:sp>
        <p:nvSpPr>
          <p:cNvPr id="5" name="Slide Number Placeholder 4"/>
          <p:cNvSpPr>
            <a:spLocks noGrp="1"/>
          </p:cNvSpPr>
          <p:nvPr>
            <p:ph type="sldNum" sz="quarter" idx="11"/>
          </p:nvPr>
        </p:nvSpPr>
        <p:spPr/>
        <p:txBody>
          <a:bodyPr/>
          <a:lstStyle/>
          <a:p>
            <a:fld id="{B4008EB6-D09E-4580-8CD6-DDB14511944F}" type="slidenum">
              <a:rPr lang="en-US" smtClean="0"/>
              <a:t>29</a:t>
            </a:fld>
            <a:endParaRPr lang="en-US" dirty="0"/>
          </a:p>
        </p:txBody>
      </p:sp>
      <p:sp>
        <p:nvSpPr>
          <p:cNvPr id="6" name="Header Placeholder 5"/>
          <p:cNvSpPr>
            <a:spLocks noGrp="1"/>
          </p:cNvSpPr>
          <p:nvPr>
            <p:ph type="hdr" sz="quarter" idx="12"/>
          </p:nvPr>
        </p:nvSpPr>
        <p:spPr/>
        <p:txBody>
          <a:bodyPr/>
          <a:lstStyle/>
          <a:p>
            <a:r>
              <a:rPr lang="en-US" smtClean="0"/>
              <a:t>Microsoft Office</a:t>
            </a:r>
            <a:endParaRPr lang="en-US" dirty="0"/>
          </a:p>
        </p:txBody>
      </p:sp>
      <p:sp>
        <p:nvSpPr>
          <p:cNvPr id="7" name="Footer Placeholder 6"/>
          <p:cNvSpPr>
            <a:spLocks noGrp="1"/>
          </p:cNvSpPr>
          <p:nvPr>
            <p:ph type="ftr" sz="quarter" idx="13"/>
          </p:nvPr>
        </p:nvSpPr>
        <p:spPr/>
        <p:txBody>
          <a:bodyPr/>
          <a:lstStyle/>
          <a:p>
            <a:pPr marL="231775" defTabSz="914099" eaLnBrk="0" hangingPunct="0"/>
            <a:r>
              <a:rPr lang="en-US" sz="500" dirty="0" smtClean="0">
                <a:gradFill>
                  <a:gsLst>
                    <a:gs pos="0">
                      <a:schemeClr val="tx1"/>
                    </a:gs>
                    <a:gs pos="100000">
                      <a:schemeClr val="tx1"/>
                    </a:gs>
                  </a:gsLst>
                  <a:lin ang="5400000" scaled="0"/>
                </a:gradFill>
                <a:latin typeface="Segoe UI" pitchFamily="34" charset="0"/>
                <a:ea typeface="Segoe UI" pitchFamily="34" charset="0"/>
                <a:cs typeface="Segoe UI" pitchFamily="34" charset="0"/>
              </a:rPr>
              <a:t>© 2012 Microsoft Corporation. All rights reserved. Microsoft, Windows, and other product names are or may be registered trademarks and/or trademarks in the U.S. and/or other countries.</a:t>
            </a:r>
          </a:p>
          <a:p>
            <a:pPr marL="231775" defTabSz="914099" eaLnBrk="0" hangingPunct="0"/>
            <a:r>
              <a:rPr lang="en-US" sz="500" dirty="0" smtClean="0">
                <a:gradFill>
                  <a:gsLst>
                    <a:gs pos="0">
                      <a:schemeClr val="tx1"/>
                    </a:gs>
                    <a:gs pos="100000">
                      <a:schemeClr val="tx1"/>
                    </a:gs>
                  </a:gsLst>
                  <a:lin ang="5400000" scaled="0"/>
                </a:gradFill>
                <a:latin typeface="Segoe UI" pitchFamily="34" charset="0"/>
                <a:ea typeface="Segoe UI" pitchFamily="34" charset="0"/>
                <a:cs typeface="Segoe UI" pitchFamily="34" charset="0"/>
              </a:rPr>
              <a:t>The information herein is for informational purposes only and represents the current view of Microsoft Corporation as of the date of this </a:t>
            </a:r>
            <a:r>
              <a:rPr lang="en-US" sz="500" smtClean="0">
                <a:gradFill>
                  <a:gsLst>
                    <a:gs pos="0">
                      <a:schemeClr val="tx1"/>
                    </a:gs>
                    <a:gs pos="100000">
                      <a:schemeClr val="tx1"/>
                    </a:gs>
                  </a:gsLst>
                  <a:lin ang="5400000" scaled="0"/>
                </a:gradFill>
                <a:latin typeface="Segoe UI" pitchFamily="34" charset="0"/>
                <a:ea typeface="Segoe UI" pitchFamily="34" charset="0"/>
                <a:cs typeface="Segoe UI" pitchFamily="34" charset="0"/>
              </a:rPr>
              <a:t>presentation.  Because </a:t>
            </a:r>
            <a:r>
              <a:rPr lang="en-US" sz="500" dirty="0" smtClean="0">
                <a:gradFill>
                  <a:gsLst>
                    <a:gs pos="0">
                      <a:schemeClr val="tx1"/>
                    </a:gs>
                    <a:gs pos="100000">
                      <a:schemeClr val="tx1"/>
                    </a:gs>
                  </a:gsLst>
                  <a:lin ang="5400000" scaled="0"/>
                </a:gradFill>
                <a:latin typeface="Segoe UI" pitchFamily="34" charset="0"/>
                <a:ea typeface="Segoe UI" pitchFamily="34" charset="0"/>
                <a:cs typeface="Segoe UI" pitchFamily="34" charset="0"/>
              </a:rPr>
              <a:t>Microsoft must respond to changing market conditions, it should not be interpreted to be a commitment on the part of Microsoft, and Microsoft cannot guarantee the accuracy of any information provided after the date of this </a:t>
            </a:r>
            <a:r>
              <a:rPr lang="en-US" sz="500" smtClean="0">
                <a:gradFill>
                  <a:gsLst>
                    <a:gs pos="0">
                      <a:schemeClr val="tx1"/>
                    </a:gs>
                    <a:gs pos="100000">
                      <a:schemeClr val="tx1"/>
                    </a:gs>
                  </a:gsLst>
                  <a:lin ang="5400000" scaled="0"/>
                </a:gradFill>
                <a:latin typeface="Segoe UI" pitchFamily="34" charset="0"/>
                <a:ea typeface="Segoe UI" pitchFamily="34" charset="0"/>
                <a:cs typeface="Segoe UI" pitchFamily="34" charset="0"/>
              </a:rPr>
              <a:t>presentation.  MICROSOFT </a:t>
            </a:r>
            <a:r>
              <a:rPr lang="en-US" sz="500" dirty="0" smtClean="0">
                <a:gradFill>
                  <a:gsLst>
                    <a:gs pos="0">
                      <a:schemeClr val="tx1"/>
                    </a:gs>
                    <a:gs pos="100000">
                      <a:schemeClr val="tx1"/>
                    </a:gs>
                  </a:gsLst>
                  <a:lin ang="5400000" scaled="0"/>
                </a:gradFill>
                <a:latin typeface="Segoe UI" pitchFamily="34" charset="0"/>
                <a:ea typeface="Segoe UI" pitchFamily="34" charset="0"/>
                <a:cs typeface="Segoe UI" pitchFamily="34" charset="0"/>
              </a:rPr>
              <a:t>MAKES NO WARRANTIES, EXPRESS, IMPLIED OR STATUTORY, AS TO THE INFORMATION IN THIS PRESENTATION.</a:t>
            </a:r>
            <a:endParaRPr lang="en-US" sz="500" dirty="0">
              <a:gradFill>
                <a:gsLst>
                  <a:gs pos="0">
                    <a:schemeClr val="tx1"/>
                  </a:gs>
                  <a:gs pos="100000">
                    <a:schemeClr val="tx1"/>
                  </a:gs>
                </a:gsLst>
                <a:lin ang="5400000" scaled="0"/>
              </a:gradFill>
              <a:latin typeface="Segoe UI" pitchFamily="34" charset="0"/>
              <a:ea typeface="Segoe UI" pitchFamily="34" charset="0"/>
              <a:cs typeface="Segoe UI" pitchFamily="34" charset="0"/>
            </a:endParaRPr>
          </a:p>
        </p:txBody>
      </p:sp>
    </p:spTree>
    <p:extLst>
      <p:ext uri="{BB962C8B-B14F-4D97-AF65-F5344CB8AC3E}">
        <p14:creationId xmlns:p14="http://schemas.microsoft.com/office/powerpoint/2010/main" val="106333953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idx="10"/>
          </p:nvPr>
        </p:nvSpPr>
        <p:spPr/>
        <p:txBody>
          <a:bodyPr/>
          <a:lstStyle/>
          <a:p>
            <a:r>
              <a:rPr lang="en-US" smtClean="0">
                <a:latin typeface="Segoe UI" pitchFamily="34" charset="0"/>
              </a:rPr>
              <a:t>Office 365 </a:t>
            </a:r>
            <a:r>
              <a:rPr lang="en-US" smtClean="0"/>
              <a:t>CloudRoadShow</a:t>
            </a:r>
            <a:endParaRPr lang="en-US" dirty="0"/>
          </a:p>
        </p:txBody>
      </p:sp>
      <p:sp>
        <p:nvSpPr>
          <p:cNvPr id="5" name="Footer Placeholder 4"/>
          <p:cNvSpPr>
            <a:spLocks noGrp="1"/>
          </p:cNvSpPr>
          <p:nvPr>
            <p:ph type="ftr" sz="quarter" idx="11"/>
          </p:nvPr>
        </p:nvSpPr>
        <p:spPr/>
        <p:txBody>
          <a:bodyPr/>
          <a:lstStyle/>
          <a:p>
            <a:pPr defTabSz="914099" eaLnBrk="0" hangingPunct="0"/>
            <a:r>
              <a:rPr lang="en-US" sz="400" smtClean="0">
                <a:gradFill>
                  <a:gsLst>
                    <a:gs pos="0">
                      <a:prstClr val="black"/>
                    </a:gs>
                    <a:gs pos="100000">
                      <a:prstClr val="black"/>
                    </a:gs>
                  </a:gsLst>
                  <a:lin ang="5400000" scaled="0"/>
                </a:gradFill>
                <a:latin typeface="Segoe UI" pitchFamily="34" charset="0"/>
                <a:ea typeface="Segoe UI" pitchFamily="34" charset="0"/>
                <a:cs typeface="Segoe UI" pitchFamily="34" charset="0"/>
              </a:rPr>
              <a:t>© 2015 Microsoft Corporation. All rights reserved. MICROSOFT MAKES NO WARRANTIES, EXPRESS, IMPLIED OR STATUTORY, AS TO THE INFORMATION IN THIS PRESENTATION.</a:t>
            </a:r>
            <a:endParaRPr lang="en-US" sz="400" dirty="0" smtClean="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
        <p:nvSpPr>
          <p:cNvPr id="6" name="Date Placeholder 5"/>
          <p:cNvSpPr>
            <a:spLocks noGrp="1"/>
          </p:cNvSpPr>
          <p:nvPr>
            <p:ph type="dt" idx="12"/>
          </p:nvPr>
        </p:nvSpPr>
        <p:spPr/>
        <p:txBody>
          <a:bodyPr/>
          <a:lstStyle/>
          <a:p>
            <a:fld id="{036EE9A2-DA2A-4119-9654-F1C4DA67D675}" type="datetime8">
              <a:rPr lang="en-US" smtClean="0"/>
              <a:t>1/20/2016 2:18 PM</a:t>
            </a:fld>
            <a:endParaRPr lang="en-US" dirty="0"/>
          </a:p>
        </p:txBody>
      </p:sp>
      <p:sp>
        <p:nvSpPr>
          <p:cNvPr id="7" name="Slide Number Placeholder 6"/>
          <p:cNvSpPr>
            <a:spLocks noGrp="1"/>
          </p:cNvSpPr>
          <p:nvPr>
            <p:ph type="sldNum" sz="quarter" idx="13"/>
          </p:nvPr>
        </p:nvSpPr>
        <p:spPr/>
        <p:txBody>
          <a:bodyPr/>
          <a:lstStyle/>
          <a:p>
            <a:fld id="{B4008EB6-D09E-4580-8CD6-DDB14511944F}" type="slidenum">
              <a:rPr lang="en-US" smtClean="0"/>
              <a:pPr/>
              <a:t>30</a:t>
            </a:fld>
            <a:endParaRPr lang="en-US" dirty="0"/>
          </a:p>
        </p:txBody>
      </p:sp>
    </p:spTree>
    <p:extLst>
      <p:ext uri="{BB962C8B-B14F-4D97-AF65-F5344CB8AC3E}">
        <p14:creationId xmlns:p14="http://schemas.microsoft.com/office/powerpoint/2010/main" val="1539344464"/>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smtClean="0"/>
              <a:t>When it is time to deploy an add-in, the actual deployment is similar to standard web site because you must</a:t>
            </a:r>
            <a:r>
              <a:rPr lang="en-US" baseline="0" dirty="0" smtClean="0"/>
              <a:t> make the Web page for an app and the office supporting files available on a Web server. However, you must also publish the manifest to make the app discoverable for installation. </a:t>
            </a:r>
            <a:r>
              <a:rPr lang="en-US" dirty="0" smtClean="0"/>
              <a:t>IT admins can designate trusted App Catalogs via Global Policy Objects (GPO). Note</a:t>
            </a:r>
            <a:r>
              <a:rPr lang="en-US" baseline="0" dirty="0" smtClean="0"/>
              <a:t> that the m</a:t>
            </a:r>
            <a:r>
              <a:rPr lang="en-US" dirty="0" smtClean="0"/>
              <a:t>anifests for Mail Add-ins must be uploaded to Exchange 2013 App Catalog.</a:t>
            </a:r>
          </a:p>
        </p:txBody>
      </p:sp>
      <p:sp>
        <p:nvSpPr>
          <p:cNvPr id="4" name="Date Placeholder 3"/>
          <p:cNvSpPr>
            <a:spLocks noGrp="1"/>
          </p:cNvSpPr>
          <p:nvPr>
            <p:ph type="dt" idx="10"/>
          </p:nvPr>
        </p:nvSpPr>
        <p:spPr>
          <a:xfrm>
            <a:off x="3884613" y="0"/>
            <a:ext cx="2971800" cy="457200"/>
          </a:xfrm>
          <a:prstGeom prst="rect">
            <a:avLst/>
          </a:prstGeom>
        </p:spPr>
        <p:txBody>
          <a:bodyPr/>
          <a:lstStyle/>
          <a:p>
            <a:fld id="{8CEB78FA-61A4-428B-8389-C8664087962B}" type="datetime8">
              <a:rPr lang="en-US" smtClean="0"/>
              <a:t>1/20/2016 2:18 PM</a:t>
            </a:fld>
            <a:endParaRPr lang="en-US"/>
          </a:p>
        </p:txBody>
      </p:sp>
      <p:sp>
        <p:nvSpPr>
          <p:cNvPr id="5" name="Slide Number Placeholder 4"/>
          <p:cNvSpPr>
            <a:spLocks noGrp="1"/>
          </p:cNvSpPr>
          <p:nvPr>
            <p:ph type="sldNum" sz="quarter" idx="11"/>
          </p:nvPr>
        </p:nvSpPr>
        <p:spPr/>
        <p:txBody>
          <a:bodyPr/>
          <a:lstStyle/>
          <a:p>
            <a:fld id="{B4008EB6-D09E-4580-8CD6-DDB14511944F}" type="slidenum">
              <a:rPr lang="en-US" smtClean="0"/>
              <a:t>31</a:t>
            </a:fld>
            <a:endParaRPr lang="en-US" dirty="0"/>
          </a:p>
        </p:txBody>
      </p:sp>
      <p:sp>
        <p:nvSpPr>
          <p:cNvPr id="6" name="Header Placeholder 5"/>
          <p:cNvSpPr>
            <a:spLocks noGrp="1"/>
          </p:cNvSpPr>
          <p:nvPr>
            <p:ph type="hdr" sz="quarter" idx="12"/>
          </p:nvPr>
        </p:nvSpPr>
        <p:spPr/>
        <p:txBody>
          <a:bodyPr/>
          <a:lstStyle/>
          <a:p>
            <a:r>
              <a:rPr lang="en-US" smtClean="0"/>
              <a:t>Microsoft Office</a:t>
            </a:r>
            <a:endParaRPr lang="en-US" dirty="0"/>
          </a:p>
        </p:txBody>
      </p:sp>
      <p:sp>
        <p:nvSpPr>
          <p:cNvPr id="7" name="Footer Placeholder 6"/>
          <p:cNvSpPr>
            <a:spLocks noGrp="1"/>
          </p:cNvSpPr>
          <p:nvPr>
            <p:ph type="ftr" sz="quarter" idx="13"/>
          </p:nvPr>
        </p:nvSpPr>
        <p:spPr/>
        <p:txBody>
          <a:bodyPr/>
          <a:lstStyle/>
          <a:p>
            <a:pPr marL="231775" defTabSz="914099" eaLnBrk="0" hangingPunct="0"/>
            <a:r>
              <a:rPr lang="en-US" sz="500" dirty="0" smtClean="0">
                <a:gradFill>
                  <a:gsLst>
                    <a:gs pos="0">
                      <a:schemeClr val="tx1"/>
                    </a:gs>
                    <a:gs pos="100000">
                      <a:schemeClr val="tx1"/>
                    </a:gs>
                  </a:gsLst>
                  <a:lin ang="5400000" scaled="0"/>
                </a:gradFill>
                <a:latin typeface="Segoe UI" pitchFamily="34" charset="0"/>
                <a:ea typeface="Segoe UI" pitchFamily="34" charset="0"/>
                <a:cs typeface="Segoe UI" pitchFamily="34" charset="0"/>
              </a:rPr>
              <a:t>© 2012 Microsoft Corporation. All rights reserved. Microsoft, Windows, and other product names are or may be registered trademarks and/or trademarks in the U.S. and/or other countries.</a:t>
            </a:r>
          </a:p>
          <a:p>
            <a:pPr marL="231775" defTabSz="914099" eaLnBrk="0" hangingPunct="0"/>
            <a:r>
              <a:rPr lang="en-US" sz="500" dirty="0" smtClean="0">
                <a:gradFill>
                  <a:gsLst>
                    <a:gs pos="0">
                      <a:schemeClr val="tx1"/>
                    </a:gs>
                    <a:gs pos="100000">
                      <a:schemeClr val="tx1"/>
                    </a:gs>
                  </a:gsLst>
                  <a:lin ang="5400000" scaled="0"/>
                </a:gradFill>
                <a:latin typeface="Segoe UI" pitchFamily="34" charset="0"/>
                <a:ea typeface="Segoe UI" pitchFamily="34" charset="0"/>
                <a:cs typeface="Segoe UI" pitchFamily="34" charset="0"/>
              </a:rPr>
              <a:t>The information herein is for informational purposes only and represents the current view of Microsoft Corporation as of the date of this </a:t>
            </a:r>
            <a:r>
              <a:rPr lang="en-US" sz="500" smtClean="0">
                <a:gradFill>
                  <a:gsLst>
                    <a:gs pos="0">
                      <a:schemeClr val="tx1"/>
                    </a:gs>
                    <a:gs pos="100000">
                      <a:schemeClr val="tx1"/>
                    </a:gs>
                  </a:gsLst>
                  <a:lin ang="5400000" scaled="0"/>
                </a:gradFill>
                <a:latin typeface="Segoe UI" pitchFamily="34" charset="0"/>
                <a:ea typeface="Segoe UI" pitchFamily="34" charset="0"/>
                <a:cs typeface="Segoe UI" pitchFamily="34" charset="0"/>
              </a:rPr>
              <a:t>presentation.  Because </a:t>
            </a:r>
            <a:r>
              <a:rPr lang="en-US" sz="500" dirty="0" smtClean="0">
                <a:gradFill>
                  <a:gsLst>
                    <a:gs pos="0">
                      <a:schemeClr val="tx1"/>
                    </a:gs>
                    <a:gs pos="100000">
                      <a:schemeClr val="tx1"/>
                    </a:gs>
                  </a:gsLst>
                  <a:lin ang="5400000" scaled="0"/>
                </a:gradFill>
                <a:latin typeface="Segoe UI" pitchFamily="34" charset="0"/>
                <a:ea typeface="Segoe UI" pitchFamily="34" charset="0"/>
                <a:cs typeface="Segoe UI" pitchFamily="34" charset="0"/>
              </a:rPr>
              <a:t>Microsoft must respond to changing market conditions, it should not be interpreted to be a commitment on the part of Microsoft, and Microsoft cannot guarantee the accuracy of any information provided after the date of this </a:t>
            </a:r>
            <a:r>
              <a:rPr lang="en-US" sz="500" smtClean="0">
                <a:gradFill>
                  <a:gsLst>
                    <a:gs pos="0">
                      <a:schemeClr val="tx1"/>
                    </a:gs>
                    <a:gs pos="100000">
                      <a:schemeClr val="tx1"/>
                    </a:gs>
                  </a:gsLst>
                  <a:lin ang="5400000" scaled="0"/>
                </a:gradFill>
                <a:latin typeface="Segoe UI" pitchFamily="34" charset="0"/>
                <a:ea typeface="Segoe UI" pitchFamily="34" charset="0"/>
                <a:cs typeface="Segoe UI" pitchFamily="34" charset="0"/>
              </a:rPr>
              <a:t>presentation.  MICROSOFT </a:t>
            </a:r>
            <a:r>
              <a:rPr lang="en-US" sz="500" dirty="0" smtClean="0">
                <a:gradFill>
                  <a:gsLst>
                    <a:gs pos="0">
                      <a:schemeClr val="tx1"/>
                    </a:gs>
                    <a:gs pos="100000">
                      <a:schemeClr val="tx1"/>
                    </a:gs>
                  </a:gsLst>
                  <a:lin ang="5400000" scaled="0"/>
                </a:gradFill>
                <a:latin typeface="Segoe UI" pitchFamily="34" charset="0"/>
                <a:ea typeface="Segoe UI" pitchFamily="34" charset="0"/>
                <a:cs typeface="Segoe UI" pitchFamily="34" charset="0"/>
              </a:rPr>
              <a:t>MAKES NO WARRANTIES, EXPRESS, IMPLIED OR STATUTORY, AS TO THE INFORMATION IN THIS PRESENTATION.</a:t>
            </a:r>
            <a:endParaRPr lang="en-US" sz="500" dirty="0">
              <a:gradFill>
                <a:gsLst>
                  <a:gs pos="0">
                    <a:schemeClr val="tx1"/>
                  </a:gs>
                  <a:gs pos="100000">
                    <a:schemeClr val="tx1"/>
                  </a:gs>
                </a:gsLst>
                <a:lin ang="5400000" scaled="0"/>
              </a:gradFill>
              <a:latin typeface="Segoe UI" pitchFamily="34" charset="0"/>
              <a:ea typeface="Segoe UI" pitchFamily="34" charset="0"/>
              <a:cs typeface="Segoe UI" pitchFamily="34" charset="0"/>
            </a:endParaRPr>
          </a:p>
        </p:txBody>
      </p:sp>
    </p:spTree>
    <p:extLst>
      <p:ext uri="{BB962C8B-B14F-4D97-AF65-F5344CB8AC3E}">
        <p14:creationId xmlns:p14="http://schemas.microsoft.com/office/powerpoint/2010/main" val="1240759968"/>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smtClean="0"/>
              <a:t>SharePoint 2013 implements the App Catalog using a site collection created from a special site template. The app Catalog is designed for Office 365 and for private corporate networks in that it is available to only</a:t>
            </a:r>
            <a:r>
              <a:rPr lang="en-US" baseline="0" dirty="0" smtClean="0"/>
              <a:t> to users who have been granted access. It p</a:t>
            </a:r>
            <a:r>
              <a:rPr lang="en-US" dirty="0" smtClean="0"/>
              <a:t>rovides users with catalog of pre-screened and pre-approved apps. An App</a:t>
            </a:r>
            <a:r>
              <a:rPr lang="en-US" baseline="0" dirty="0" smtClean="0"/>
              <a:t> Catalog can be </a:t>
            </a:r>
            <a:r>
              <a:rPr lang="en-US" dirty="0" smtClean="0"/>
              <a:t>used to deploy apps developed in-house of by 3</a:t>
            </a:r>
            <a:r>
              <a:rPr lang="en-US" baseline="30000" dirty="0" smtClean="0"/>
              <a:t>rd</a:t>
            </a:r>
            <a:r>
              <a:rPr lang="en-US" dirty="0" smtClean="0"/>
              <a:t> party ISVs. Note that the App Catalog in SharePoint</a:t>
            </a:r>
            <a:r>
              <a:rPr lang="en-US" baseline="0" dirty="0" smtClean="0"/>
              <a:t> s</a:t>
            </a:r>
            <a:r>
              <a:rPr lang="en-US" dirty="0" smtClean="0"/>
              <a:t>upports document-based apps (</a:t>
            </a:r>
            <a:r>
              <a:rPr lang="en-US" i="1" dirty="0" smtClean="0"/>
              <a:t>i.e. Task pane apps and Content apps</a:t>
            </a:r>
            <a:r>
              <a:rPr lang="en-US" dirty="0" smtClean="0"/>
              <a:t>).</a:t>
            </a:r>
          </a:p>
          <a:p>
            <a:endParaRPr lang="en-US" dirty="0" smtClean="0"/>
          </a:p>
          <a:p>
            <a:r>
              <a:rPr lang="en-US" dirty="0" smtClean="0"/>
              <a:t>As already mentioned, the SharePoint App Catalog hosted using a SharePoint 2013 site collection. The actual catalog is simply a document library to which app manifests are uploaded.</a:t>
            </a:r>
            <a:r>
              <a:rPr lang="en-US" baseline="0" dirty="0" smtClean="0"/>
              <a:t> The a</a:t>
            </a:r>
            <a:r>
              <a:rPr lang="en-US" dirty="0" smtClean="0"/>
              <a:t>dministrator can configure app security settings that</a:t>
            </a:r>
            <a:r>
              <a:rPr lang="en-US" baseline="0" dirty="0" smtClean="0"/>
              <a:t> controls who can see and install the apps inside.</a:t>
            </a:r>
            <a:endParaRPr lang="en-US" dirty="0" smtClean="0"/>
          </a:p>
          <a:p>
            <a:endParaRPr lang="en-US" dirty="0"/>
          </a:p>
        </p:txBody>
      </p:sp>
      <p:sp>
        <p:nvSpPr>
          <p:cNvPr id="4" name="Date Placeholder 3"/>
          <p:cNvSpPr>
            <a:spLocks noGrp="1"/>
          </p:cNvSpPr>
          <p:nvPr>
            <p:ph type="dt" idx="10"/>
          </p:nvPr>
        </p:nvSpPr>
        <p:spPr>
          <a:xfrm>
            <a:off x="3884613" y="0"/>
            <a:ext cx="2971800" cy="457200"/>
          </a:xfrm>
          <a:prstGeom prst="rect">
            <a:avLst/>
          </a:prstGeom>
        </p:spPr>
        <p:txBody>
          <a:bodyPr/>
          <a:lstStyle/>
          <a:p>
            <a:fld id="{71BE33B5-43EC-4AF5-8C37-2B6A02F1F672}" type="datetime8">
              <a:rPr lang="en-US" smtClean="0"/>
              <a:t>1/20/2016 2:18 PM</a:t>
            </a:fld>
            <a:endParaRPr lang="en-US"/>
          </a:p>
        </p:txBody>
      </p:sp>
      <p:sp>
        <p:nvSpPr>
          <p:cNvPr id="5" name="Slide Number Placeholder 4"/>
          <p:cNvSpPr>
            <a:spLocks noGrp="1"/>
          </p:cNvSpPr>
          <p:nvPr>
            <p:ph type="sldNum" sz="quarter" idx="11"/>
          </p:nvPr>
        </p:nvSpPr>
        <p:spPr/>
        <p:txBody>
          <a:bodyPr/>
          <a:lstStyle/>
          <a:p>
            <a:fld id="{B4008EB6-D09E-4580-8CD6-DDB14511944F}" type="slidenum">
              <a:rPr lang="en-US" smtClean="0"/>
              <a:t>32</a:t>
            </a:fld>
            <a:endParaRPr lang="en-US" dirty="0"/>
          </a:p>
        </p:txBody>
      </p:sp>
      <p:sp>
        <p:nvSpPr>
          <p:cNvPr id="6" name="Header Placeholder 5"/>
          <p:cNvSpPr>
            <a:spLocks noGrp="1"/>
          </p:cNvSpPr>
          <p:nvPr>
            <p:ph type="hdr" sz="quarter" idx="12"/>
          </p:nvPr>
        </p:nvSpPr>
        <p:spPr/>
        <p:txBody>
          <a:bodyPr/>
          <a:lstStyle/>
          <a:p>
            <a:r>
              <a:rPr lang="en-US" smtClean="0"/>
              <a:t>Microsoft Office</a:t>
            </a:r>
            <a:endParaRPr lang="en-US" dirty="0"/>
          </a:p>
        </p:txBody>
      </p:sp>
      <p:sp>
        <p:nvSpPr>
          <p:cNvPr id="7" name="Footer Placeholder 6"/>
          <p:cNvSpPr>
            <a:spLocks noGrp="1"/>
          </p:cNvSpPr>
          <p:nvPr>
            <p:ph type="ftr" sz="quarter" idx="13"/>
          </p:nvPr>
        </p:nvSpPr>
        <p:spPr/>
        <p:txBody>
          <a:bodyPr/>
          <a:lstStyle/>
          <a:p>
            <a:pPr marL="231775" defTabSz="914099" eaLnBrk="0" hangingPunct="0"/>
            <a:r>
              <a:rPr lang="en-US" sz="500" dirty="0" smtClean="0">
                <a:gradFill>
                  <a:gsLst>
                    <a:gs pos="0">
                      <a:schemeClr val="tx1"/>
                    </a:gs>
                    <a:gs pos="100000">
                      <a:schemeClr val="tx1"/>
                    </a:gs>
                  </a:gsLst>
                  <a:lin ang="5400000" scaled="0"/>
                </a:gradFill>
                <a:latin typeface="Segoe UI" pitchFamily="34" charset="0"/>
                <a:ea typeface="Segoe UI" pitchFamily="34" charset="0"/>
                <a:cs typeface="Segoe UI" pitchFamily="34" charset="0"/>
              </a:rPr>
              <a:t>© 2012 Microsoft Corporation. All rights reserved. Microsoft, Windows, and other product names are or may be registered trademarks and/or trademarks in the U.S. and/or other countries.</a:t>
            </a:r>
          </a:p>
          <a:p>
            <a:pPr marL="231775" defTabSz="914099" eaLnBrk="0" hangingPunct="0"/>
            <a:r>
              <a:rPr lang="en-US" sz="500" dirty="0" smtClean="0">
                <a:gradFill>
                  <a:gsLst>
                    <a:gs pos="0">
                      <a:schemeClr val="tx1"/>
                    </a:gs>
                    <a:gs pos="100000">
                      <a:schemeClr val="tx1"/>
                    </a:gs>
                  </a:gsLst>
                  <a:lin ang="5400000" scaled="0"/>
                </a:gradFill>
                <a:latin typeface="Segoe UI" pitchFamily="34" charset="0"/>
                <a:ea typeface="Segoe UI" pitchFamily="34" charset="0"/>
                <a:cs typeface="Segoe UI" pitchFamily="34" charset="0"/>
              </a:rPr>
              <a:t>The information herein is for informational purposes only and represents the current view of Microsoft Corporation as of the date of this </a:t>
            </a:r>
            <a:r>
              <a:rPr lang="en-US" sz="500" smtClean="0">
                <a:gradFill>
                  <a:gsLst>
                    <a:gs pos="0">
                      <a:schemeClr val="tx1"/>
                    </a:gs>
                    <a:gs pos="100000">
                      <a:schemeClr val="tx1"/>
                    </a:gs>
                  </a:gsLst>
                  <a:lin ang="5400000" scaled="0"/>
                </a:gradFill>
                <a:latin typeface="Segoe UI" pitchFamily="34" charset="0"/>
                <a:ea typeface="Segoe UI" pitchFamily="34" charset="0"/>
                <a:cs typeface="Segoe UI" pitchFamily="34" charset="0"/>
              </a:rPr>
              <a:t>presentation.  Because </a:t>
            </a:r>
            <a:r>
              <a:rPr lang="en-US" sz="500" dirty="0" smtClean="0">
                <a:gradFill>
                  <a:gsLst>
                    <a:gs pos="0">
                      <a:schemeClr val="tx1"/>
                    </a:gs>
                    <a:gs pos="100000">
                      <a:schemeClr val="tx1"/>
                    </a:gs>
                  </a:gsLst>
                  <a:lin ang="5400000" scaled="0"/>
                </a:gradFill>
                <a:latin typeface="Segoe UI" pitchFamily="34" charset="0"/>
                <a:ea typeface="Segoe UI" pitchFamily="34" charset="0"/>
                <a:cs typeface="Segoe UI" pitchFamily="34" charset="0"/>
              </a:rPr>
              <a:t>Microsoft must respond to changing market conditions, it should not be interpreted to be a commitment on the part of Microsoft, and Microsoft cannot guarantee the accuracy of any information provided after the date of this </a:t>
            </a:r>
            <a:r>
              <a:rPr lang="en-US" sz="500" smtClean="0">
                <a:gradFill>
                  <a:gsLst>
                    <a:gs pos="0">
                      <a:schemeClr val="tx1"/>
                    </a:gs>
                    <a:gs pos="100000">
                      <a:schemeClr val="tx1"/>
                    </a:gs>
                  </a:gsLst>
                  <a:lin ang="5400000" scaled="0"/>
                </a:gradFill>
                <a:latin typeface="Segoe UI" pitchFamily="34" charset="0"/>
                <a:ea typeface="Segoe UI" pitchFamily="34" charset="0"/>
                <a:cs typeface="Segoe UI" pitchFamily="34" charset="0"/>
              </a:rPr>
              <a:t>presentation.  MICROSOFT </a:t>
            </a:r>
            <a:r>
              <a:rPr lang="en-US" sz="500" dirty="0" smtClean="0">
                <a:gradFill>
                  <a:gsLst>
                    <a:gs pos="0">
                      <a:schemeClr val="tx1"/>
                    </a:gs>
                    <a:gs pos="100000">
                      <a:schemeClr val="tx1"/>
                    </a:gs>
                  </a:gsLst>
                  <a:lin ang="5400000" scaled="0"/>
                </a:gradFill>
                <a:latin typeface="Segoe UI" pitchFamily="34" charset="0"/>
                <a:ea typeface="Segoe UI" pitchFamily="34" charset="0"/>
                <a:cs typeface="Segoe UI" pitchFamily="34" charset="0"/>
              </a:rPr>
              <a:t>MAKES NO WARRANTIES, EXPRESS, IMPLIED OR STATUTORY, AS TO THE INFORMATION IN THIS PRESENTATION.</a:t>
            </a:r>
            <a:endParaRPr lang="en-US" sz="500" dirty="0">
              <a:gradFill>
                <a:gsLst>
                  <a:gs pos="0">
                    <a:schemeClr val="tx1"/>
                  </a:gs>
                  <a:gs pos="100000">
                    <a:schemeClr val="tx1"/>
                  </a:gs>
                </a:gsLst>
                <a:lin ang="5400000" scaled="0"/>
              </a:gradFill>
              <a:latin typeface="Segoe UI" pitchFamily="34" charset="0"/>
              <a:ea typeface="Segoe UI" pitchFamily="34" charset="0"/>
              <a:cs typeface="Segoe UI" pitchFamily="34" charset="0"/>
            </a:endParaRPr>
          </a:p>
        </p:txBody>
      </p:sp>
    </p:spTree>
    <p:extLst>
      <p:ext uri="{BB962C8B-B14F-4D97-AF65-F5344CB8AC3E}">
        <p14:creationId xmlns:p14="http://schemas.microsoft.com/office/powerpoint/2010/main" val="289718861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smtClean="0"/>
              <a:t>A File Share App Catalog provides the easiest way to deploy Apps for Office. It does not require either SharePoint 2013 or Exchange 2013. Instead, app manifest are simply</a:t>
            </a:r>
            <a:r>
              <a:rPr lang="en-US" baseline="0" dirty="0" smtClean="0"/>
              <a:t> copied to </a:t>
            </a:r>
            <a:r>
              <a:rPr lang="en-US" dirty="0" smtClean="0"/>
              <a:t>a Windows file share. Of course, the user desktops running Office Applications must be configured </a:t>
            </a:r>
            <a:r>
              <a:rPr lang="en-US" dirty="0" err="1" smtClean="0"/>
              <a:t>configured</a:t>
            </a:r>
            <a:r>
              <a:rPr lang="en-US" dirty="0" smtClean="0"/>
              <a:t> with the correct file share path to discover Apps for Office which can be done manually by user or centrally using GPO.</a:t>
            </a:r>
            <a:endParaRPr lang="en-US" dirty="0"/>
          </a:p>
        </p:txBody>
      </p:sp>
      <p:sp>
        <p:nvSpPr>
          <p:cNvPr id="4" name="Date Placeholder 3"/>
          <p:cNvSpPr>
            <a:spLocks noGrp="1"/>
          </p:cNvSpPr>
          <p:nvPr>
            <p:ph type="dt" idx="10"/>
          </p:nvPr>
        </p:nvSpPr>
        <p:spPr>
          <a:xfrm>
            <a:off x="3884613" y="0"/>
            <a:ext cx="2971800" cy="457200"/>
          </a:xfrm>
          <a:prstGeom prst="rect">
            <a:avLst/>
          </a:prstGeom>
        </p:spPr>
        <p:txBody>
          <a:bodyPr/>
          <a:lstStyle/>
          <a:p>
            <a:fld id="{BD7523DC-83B3-467F-9DA6-A162C2E0AA3D}" type="datetime8">
              <a:rPr lang="en-US" smtClean="0"/>
              <a:t>1/20/2016 2:18 PM</a:t>
            </a:fld>
            <a:endParaRPr lang="en-US"/>
          </a:p>
        </p:txBody>
      </p:sp>
      <p:sp>
        <p:nvSpPr>
          <p:cNvPr id="5" name="Slide Number Placeholder 4"/>
          <p:cNvSpPr>
            <a:spLocks noGrp="1"/>
          </p:cNvSpPr>
          <p:nvPr>
            <p:ph type="sldNum" sz="quarter" idx="11"/>
          </p:nvPr>
        </p:nvSpPr>
        <p:spPr/>
        <p:txBody>
          <a:bodyPr/>
          <a:lstStyle/>
          <a:p>
            <a:fld id="{B4008EB6-D09E-4580-8CD6-DDB14511944F}" type="slidenum">
              <a:rPr lang="en-US" smtClean="0"/>
              <a:t>33</a:t>
            </a:fld>
            <a:endParaRPr lang="en-US" dirty="0"/>
          </a:p>
        </p:txBody>
      </p:sp>
      <p:sp>
        <p:nvSpPr>
          <p:cNvPr id="6" name="Header Placeholder 5"/>
          <p:cNvSpPr>
            <a:spLocks noGrp="1"/>
          </p:cNvSpPr>
          <p:nvPr>
            <p:ph type="hdr" sz="quarter" idx="12"/>
          </p:nvPr>
        </p:nvSpPr>
        <p:spPr/>
        <p:txBody>
          <a:bodyPr/>
          <a:lstStyle/>
          <a:p>
            <a:r>
              <a:rPr lang="en-US" smtClean="0"/>
              <a:t>Microsoft Office</a:t>
            </a:r>
            <a:endParaRPr lang="en-US" dirty="0"/>
          </a:p>
        </p:txBody>
      </p:sp>
      <p:sp>
        <p:nvSpPr>
          <p:cNvPr id="7" name="Footer Placeholder 6"/>
          <p:cNvSpPr>
            <a:spLocks noGrp="1"/>
          </p:cNvSpPr>
          <p:nvPr>
            <p:ph type="ftr" sz="quarter" idx="13"/>
          </p:nvPr>
        </p:nvSpPr>
        <p:spPr/>
        <p:txBody>
          <a:bodyPr/>
          <a:lstStyle/>
          <a:p>
            <a:pPr marL="231775" defTabSz="914099" eaLnBrk="0" hangingPunct="0"/>
            <a:r>
              <a:rPr lang="en-US" sz="500" dirty="0" smtClean="0">
                <a:gradFill>
                  <a:gsLst>
                    <a:gs pos="0">
                      <a:schemeClr val="tx1"/>
                    </a:gs>
                    <a:gs pos="100000">
                      <a:schemeClr val="tx1"/>
                    </a:gs>
                  </a:gsLst>
                  <a:lin ang="5400000" scaled="0"/>
                </a:gradFill>
                <a:latin typeface="Segoe UI" pitchFamily="34" charset="0"/>
                <a:ea typeface="Segoe UI" pitchFamily="34" charset="0"/>
                <a:cs typeface="Segoe UI" pitchFamily="34" charset="0"/>
              </a:rPr>
              <a:t>© 2012 Microsoft Corporation. All rights reserved. Microsoft, Windows, and other product names are or may be registered trademarks and/or trademarks in the U.S. and/or other countries.</a:t>
            </a:r>
          </a:p>
          <a:p>
            <a:pPr marL="231775" defTabSz="914099" eaLnBrk="0" hangingPunct="0"/>
            <a:r>
              <a:rPr lang="en-US" sz="500" dirty="0" smtClean="0">
                <a:gradFill>
                  <a:gsLst>
                    <a:gs pos="0">
                      <a:schemeClr val="tx1"/>
                    </a:gs>
                    <a:gs pos="100000">
                      <a:schemeClr val="tx1"/>
                    </a:gs>
                  </a:gsLst>
                  <a:lin ang="5400000" scaled="0"/>
                </a:gradFill>
                <a:latin typeface="Segoe UI" pitchFamily="34" charset="0"/>
                <a:ea typeface="Segoe UI" pitchFamily="34" charset="0"/>
                <a:cs typeface="Segoe UI" pitchFamily="34" charset="0"/>
              </a:rPr>
              <a:t>The information herein is for informational purposes only and represents the current view of Microsoft Corporation as of the date of this </a:t>
            </a:r>
            <a:r>
              <a:rPr lang="en-US" sz="500" smtClean="0">
                <a:gradFill>
                  <a:gsLst>
                    <a:gs pos="0">
                      <a:schemeClr val="tx1"/>
                    </a:gs>
                    <a:gs pos="100000">
                      <a:schemeClr val="tx1"/>
                    </a:gs>
                  </a:gsLst>
                  <a:lin ang="5400000" scaled="0"/>
                </a:gradFill>
                <a:latin typeface="Segoe UI" pitchFamily="34" charset="0"/>
                <a:ea typeface="Segoe UI" pitchFamily="34" charset="0"/>
                <a:cs typeface="Segoe UI" pitchFamily="34" charset="0"/>
              </a:rPr>
              <a:t>presentation.  Because </a:t>
            </a:r>
            <a:r>
              <a:rPr lang="en-US" sz="500" dirty="0" smtClean="0">
                <a:gradFill>
                  <a:gsLst>
                    <a:gs pos="0">
                      <a:schemeClr val="tx1"/>
                    </a:gs>
                    <a:gs pos="100000">
                      <a:schemeClr val="tx1"/>
                    </a:gs>
                  </a:gsLst>
                  <a:lin ang="5400000" scaled="0"/>
                </a:gradFill>
                <a:latin typeface="Segoe UI" pitchFamily="34" charset="0"/>
                <a:ea typeface="Segoe UI" pitchFamily="34" charset="0"/>
                <a:cs typeface="Segoe UI" pitchFamily="34" charset="0"/>
              </a:rPr>
              <a:t>Microsoft must respond to changing market conditions, it should not be interpreted to be a commitment on the part of Microsoft, and Microsoft cannot guarantee the accuracy of any information provided after the date of this </a:t>
            </a:r>
            <a:r>
              <a:rPr lang="en-US" sz="500" smtClean="0">
                <a:gradFill>
                  <a:gsLst>
                    <a:gs pos="0">
                      <a:schemeClr val="tx1"/>
                    </a:gs>
                    <a:gs pos="100000">
                      <a:schemeClr val="tx1"/>
                    </a:gs>
                  </a:gsLst>
                  <a:lin ang="5400000" scaled="0"/>
                </a:gradFill>
                <a:latin typeface="Segoe UI" pitchFamily="34" charset="0"/>
                <a:ea typeface="Segoe UI" pitchFamily="34" charset="0"/>
                <a:cs typeface="Segoe UI" pitchFamily="34" charset="0"/>
              </a:rPr>
              <a:t>presentation.  MICROSOFT </a:t>
            </a:r>
            <a:r>
              <a:rPr lang="en-US" sz="500" dirty="0" smtClean="0">
                <a:gradFill>
                  <a:gsLst>
                    <a:gs pos="0">
                      <a:schemeClr val="tx1"/>
                    </a:gs>
                    <a:gs pos="100000">
                      <a:schemeClr val="tx1"/>
                    </a:gs>
                  </a:gsLst>
                  <a:lin ang="5400000" scaled="0"/>
                </a:gradFill>
                <a:latin typeface="Segoe UI" pitchFamily="34" charset="0"/>
                <a:ea typeface="Segoe UI" pitchFamily="34" charset="0"/>
                <a:cs typeface="Segoe UI" pitchFamily="34" charset="0"/>
              </a:rPr>
              <a:t>MAKES NO WARRANTIES, EXPRESS, IMPLIED OR STATUTORY, AS TO THE INFORMATION IN THIS PRESENTATION.</a:t>
            </a:r>
            <a:endParaRPr lang="en-US" sz="500" dirty="0">
              <a:gradFill>
                <a:gsLst>
                  <a:gs pos="0">
                    <a:schemeClr val="tx1"/>
                  </a:gs>
                  <a:gs pos="100000">
                    <a:schemeClr val="tx1"/>
                  </a:gs>
                </a:gsLst>
                <a:lin ang="5400000" scaled="0"/>
              </a:gradFill>
              <a:latin typeface="Segoe UI" pitchFamily="34" charset="0"/>
              <a:ea typeface="Segoe UI" pitchFamily="34" charset="0"/>
              <a:cs typeface="Segoe UI" pitchFamily="34" charset="0"/>
            </a:endParaRPr>
          </a:p>
        </p:txBody>
      </p:sp>
    </p:spTree>
    <p:extLst>
      <p:ext uri="{BB962C8B-B14F-4D97-AF65-F5344CB8AC3E}">
        <p14:creationId xmlns:p14="http://schemas.microsoft.com/office/powerpoint/2010/main" val="2585020452"/>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idx="10"/>
          </p:nvPr>
        </p:nvSpPr>
        <p:spPr/>
        <p:txBody>
          <a:bodyPr/>
          <a:lstStyle/>
          <a:p>
            <a:r>
              <a:rPr lang="en-US" smtClean="0">
                <a:latin typeface="Segoe UI" pitchFamily="34" charset="0"/>
              </a:rPr>
              <a:t>Office 365 </a:t>
            </a:r>
            <a:r>
              <a:rPr lang="en-US" smtClean="0"/>
              <a:t>CloudRoadShow</a:t>
            </a:r>
            <a:endParaRPr lang="en-US" dirty="0"/>
          </a:p>
        </p:txBody>
      </p:sp>
      <p:sp>
        <p:nvSpPr>
          <p:cNvPr id="5" name="Footer Placeholder 4"/>
          <p:cNvSpPr>
            <a:spLocks noGrp="1"/>
          </p:cNvSpPr>
          <p:nvPr>
            <p:ph type="ftr" sz="quarter" idx="11"/>
          </p:nvPr>
        </p:nvSpPr>
        <p:spPr/>
        <p:txBody>
          <a:bodyPr/>
          <a:lstStyle/>
          <a:p>
            <a:pPr defTabSz="914099" eaLnBrk="0" hangingPunct="0"/>
            <a:r>
              <a:rPr lang="en-US" sz="400" smtClean="0">
                <a:gradFill>
                  <a:gsLst>
                    <a:gs pos="0">
                      <a:prstClr val="black"/>
                    </a:gs>
                    <a:gs pos="100000">
                      <a:prstClr val="black"/>
                    </a:gs>
                  </a:gsLst>
                  <a:lin ang="5400000" scaled="0"/>
                </a:gradFill>
                <a:latin typeface="Segoe UI" pitchFamily="34" charset="0"/>
                <a:ea typeface="Segoe UI" pitchFamily="34" charset="0"/>
                <a:cs typeface="Segoe UI" pitchFamily="34" charset="0"/>
              </a:rPr>
              <a:t>© 2015 Microsoft Corporation. All rights reserved. MICROSOFT MAKES NO WARRANTIES, EXPRESS, IMPLIED OR STATUTORY, AS TO THE INFORMATION IN THIS PRESENTATION.</a:t>
            </a:r>
            <a:endParaRPr lang="en-US" sz="400" dirty="0" smtClean="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
        <p:nvSpPr>
          <p:cNvPr id="6" name="Date Placeholder 5"/>
          <p:cNvSpPr>
            <a:spLocks noGrp="1"/>
          </p:cNvSpPr>
          <p:nvPr>
            <p:ph type="dt" idx="12"/>
          </p:nvPr>
        </p:nvSpPr>
        <p:spPr/>
        <p:txBody>
          <a:bodyPr/>
          <a:lstStyle/>
          <a:p>
            <a:fld id="{22D84B4C-BB1E-4F58-BE0B-372A2CCE77B8}" type="datetime8">
              <a:rPr lang="en-US" smtClean="0"/>
              <a:t>1/20/2016 2:18 PM</a:t>
            </a:fld>
            <a:endParaRPr lang="en-US" dirty="0"/>
          </a:p>
        </p:txBody>
      </p:sp>
      <p:sp>
        <p:nvSpPr>
          <p:cNvPr id="7" name="Slide Number Placeholder 6"/>
          <p:cNvSpPr>
            <a:spLocks noGrp="1"/>
          </p:cNvSpPr>
          <p:nvPr>
            <p:ph type="sldNum" sz="quarter" idx="13"/>
          </p:nvPr>
        </p:nvSpPr>
        <p:spPr/>
        <p:txBody>
          <a:bodyPr/>
          <a:lstStyle/>
          <a:p>
            <a:fld id="{B4008EB6-D09E-4580-8CD6-DDB14511944F}" type="slidenum">
              <a:rPr lang="en-US" smtClean="0"/>
              <a:pPr/>
              <a:t>34</a:t>
            </a:fld>
            <a:endParaRPr lang="en-US" dirty="0"/>
          </a:p>
        </p:txBody>
      </p:sp>
    </p:spTree>
    <p:extLst>
      <p:ext uri="{BB962C8B-B14F-4D97-AF65-F5344CB8AC3E}">
        <p14:creationId xmlns:p14="http://schemas.microsoft.com/office/powerpoint/2010/main" val="3504548239"/>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idx="10"/>
          </p:nvPr>
        </p:nvSpPr>
        <p:spPr/>
        <p:txBody>
          <a:bodyPr/>
          <a:lstStyle/>
          <a:p>
            <a:r>
              <a:rPr lang="en-US" smtClean="0">
                <a:latin typeface="Segoe UI" pitchFamily="34" charset="0"/>
              </a:rPr>
              <a:t>Office 365 </a:t>
            </a:r>
            <a:r>
              <a:rPr lang="en-US" smtClean="0"/>
              <a:t>CloudRoadShow</a:t>
            </a:r>
            <a:endParaRPr lang="en-US" dirty="0"/>
          </a:p>
        </p:txBody>
      </p:sp>
      <p:sp>
        <p:nvSpPr>
          <p:cNvPr id="5" name="Footer Placeholder 4"/>
          <p:cNvSpPr>
            <a:spLocks noGrp="1"/>
          </p:cNvSpPr>
          <p:nvPr>
            <p:ph type="ftr" sz="quarter" idx="11"/>
          </p:nvPr>
        </p:nvSpPr>
        <p:spPr/>
        <p:txBody>
          <a:bodyPr/>
          <a:lstStyle/>
          <a:p>
            <a:pPr defTabSz="914099" eaLnBrk="0" hangingPunct="0"/>
            <a:r>
              <a:rPr lang="en-US" sz="400" smtClean="0">
                <a:gradFill>
                  <a:gsLst>
                    <a:gs pos="0">
                      <a:prstClr val="black"/>
                    </a:gs>
                    <a:gs pos="100000">
                      <a:prstClr val="black"/>
                    </a:gs>
                  </a:gsLst>
                  <a:lin ang="5400000" scaled="0"/>
                </a:gradFill>
                <a:latin typeface="Segoe UI" pitchFamily="34" charset="0"/>
                <a:ea typeface="Segoe UI" pitchFamily="34" charset="0"/>
                <a:cs typeface="Segoe UI" pitchFamily="34" charset="0"/>
              </a:rPr>
              <a:t>© 2015 Microsoft Corporation. All rights reserved. MICROSOFT MAKES NO WARRANTIES, EXPRESS, IMPLIED OR STATUTORY, AS TO THE INFORMATION IN THIS PRESENTATION.</a:t>
            </a:r>
            <a:endParaRPr lang="en-US" sz="400" dirty="0" smtClean="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
        <p:nvSpPr>
          <p:cNvPr id="6" name="Date Placeholder 5"/>
          <p:cNvSpPr>
            <a:spLocks noGrp="1"/>
          </p:cNvSpPr>
          <p:nvPr>
            <p:ph type="dt" idx="12"/>
          </p:nvPr>
        </p:nvSpPr>
        <p:spPr/>
        <p:txBody>
          <a:bodyPr/>
          <a:lstStyle/>
          <a:p>
            <a:fld id="{D245A141-FD0C-4649-9B47-6A739446FE75}" type="datetime8">
              <a:rPr lang="en-US" smtClean="0"/>
              <a:t>1/20/2016 2:18 PM</a:t>
            </a:fld>
            <a:endParaRPr lang="en-US" dirty="0"/>
          </a:p>
        </p:txBody>
      </p:sp>
      <p:sp>
        <p:nvSpPr>
          <p:cNvPr id="7" name="Slide Number Placeholder 6"/>
          <p:cNvSpPr>
            <a:spLocks noGrp="1"/>
          </p:cNvSpPr>
          <p:nvPr>
            <p:ph type="sldNum" sz="quarter" idx="13"/>
          </p:nvPr>
        </p:nvSpPr>
        <p:spPr/>
        <p:txBody>
          <a:bodyPr/>
          <a:lstStyle/>
          <a:p>
            <a:fld id="{B4008EB6-D09E-4580-8CD6-DDB14511944F}" type="slidenum">
              <a:rPr lang="en-US" smtClean="0"/>
              <a:pPr/>
              <a:t>35</a:t>
            </a:fld>
            <a:endParaRPr lang="en-US" dirty="0"/>
          </a:p>
        </p:txBody>
      </p:sp>
    </p:spTree>
    <p:extLst>
      <p:ext uri="{BB962C8B-B14F-4D97-AF65-F5344CB8AC3E}">
        <p14:creationId xmlns:p14="http://schemas.microsoft.com/office/powerpoint/2010/main" val="4000775475"/>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idx="10"/>
          </p:nvPr>
        </p:nvSpPr>
        <p:spPr/>
        <p:txBody>
          <a:bodyPr/>
          <a:lstStyle/>
          <a:p>
            <a:endParaRPr lang="en-US" dirty="0">
              <a:solidFill>
                <a:prstClr val="black"/>
              </a:solidFill>
            </a:endParaRPr>
          </a:p>
        </p:txBody>
      </p:sp>
      <p:sp>
        <p:nvSpPr>
          <p:cNvPr id="5" name="Footer Placeholder 4"/>
          <p:cNvSpPr>
            <a:spLocks noGrp="1"/>
          </p:cNvSpPr>
          <p:nvPr>
            <p:ph type="ftr" sz="quarter" idx="11"/>
          </p:nvPr>
        </p:nvSpPr>
        <p:spPr/>
        <p:txBody>
          <a:bodyPr/>
          <a:lstStyle/>
          <a:p>
            <a:pPr defTabSz="914099" eaLnBrk="0" hangingPunct="0"/>
            <a:r>
              <a:rPr lang="en-US" sz="400" dirty="0" smtClean="0">
                <a:gradFill>
                  <a:gsLst>
                    <a:gs pos="0">
                      <a:prstClr val="black"/>
                    </a:gs>
                    <a:gs pos="100000">
                      <a:prstClr val="black"/>
                    </a:gs>
                  </a:gsLst>
                  <a:lin ang="5400000" scaled="0"/>
                </a:gradFill>
                <a:latin typeface="Segoe UI" pitchFamily="34" charset="0"/>
                <a:ea typeface="Segoe UI" pitchFamily="34" charset="0"/>
                <a:cs typeface="Segoe UI" pitchFamily="34" charset="0"/>
              </a:rPr>
              <a:t>© 2014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fld id="{78B96390-4446-4748-94F9-4FCFF212A9B0}" type="datetime8">
              <a:rPr lang="en-US" smtClean="0">
                <a:solidFill>
                  <a:prstClr val="black"/>
                </a:solidFill>
              </a:rPr>
              <a:t>1/20/2016 2:18 PM</a:t>
            </a:fld>
            <a:endParaRPr lang="en-US" dirty="0">
              <a:solidFill>
                <a:prstClr val="black"/>
              </a:solidFill>
            </a:endParaRPr>
          </a:p>
        </p:txBody>
      </p:sp>
      <p:sp>
        <p:nvSpPr>
          <p:cNvPr id="7" name="Slide Number Placeholder 6"/>
          <p:cNvSpPr>
            <a:spLocks noGrp="1"/>
          </p:cNvSpPr>
          <p:nvPr>
            <p:ph type="sldNum" sz="quarter" idx="13"/>
          </p:nvPr>
        </p:nvSpPr>
        <p:spPr/>
        <p:txBody>
          <a:bodyPr/>
          <a:lstStyle/>
          <a:p>
            <a:fld id="{B4008EB6-D09E-4580-8CD6-DDB14511944F}" type="slidenum">
              <a:rPr lang="en-US" smtClean="0">
                <a:solidFill>
                  <a:prstClr val="black"/>
                </a:solidFill>
              </a:rPr>
              <a:pPr/>
              <a:t>36</a:t>
            </a:fld>
            <a:endParaRPr lang="en-US" dirty="0">
              <a:solidFill>
                <a:prstClr val="black"/>
              </a:solidFill>
            </a:endParaRPr>
          </a:p>
        </p:txBody>
      </p:sp>
    </p:spTree>
    <p:extLst>
      <p:ext uri="{BB962C8B-B14F-4D97-AF65-F5344CB8AC3E}">
        <p14:creationId xmlns:p14="http://schemas.microsoft.com/office/powerpoint/2010/main" val="3348989736"/>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idx="10"/>
          </p:nvPr>
        </p:nvSpPr>
        <p:spPr/>
        <p:txBody>
          <a:bodyPr/>
          <a:lstStyle/>
          <a:p>
            <a:r>
              <a:rPr lang="en-US" smtClean="0">
                <a:latin typeface="Segoe UI" pitchFamily="34" charset="0"/>
              </a:rPr>
              <a:t>Office 365 </a:t>
            </a:r>
            <a:r>
              <a:rPr lang="en-US" smtClean="0"/>
              <a:t>CloudRoadShow</a:t>
            </a:r>
            <a:endParaRPr lang="en-US" dirty="0"/>
          </a:p>
        </p:txBody>
      </p:sp>
      <p:sp>
        <p:nvSpPr>
          <p:cNvPr id="5" name="Footer Placeholder 4"/>
          <p:cNvSpPr>
            <a:spLocks noGrp="1"/>
          </p:cNvSpPr>
          <p:nvPr>
            <p:ph type="ftr" sz="quarter" idx="11"/>
          </p:nvPr>
        </p:nvSpPr>
        <p:spPr/>
        <p:txBody>
          <a:bodyPr/>
          <a:lstStyle/>
          <a:p>
            <a:pPr defTabSz="914099" eaLnBrk="0" hangingPunct="0"/>
            <a:r>
              <a:rPr lang="en-US" sz="400" smtClean="0">
                <a:gradFill>
                  <a:gsLst>
                    <a:gs pos="0">
                      <a:prstClr val="black"/>
                    </a:gs>
                    <a:gs pos="100000">
                      <a:prstClr val="black"/>
                    </a:gs>
                  </a:gsLst>
                  <a:lin ang="5400000" scaled="0"/>
                </a:gradFill>
                <a:latin typeface="Segoe UI" pitchFamily="34" charset="0"/>
                <a:ea typeface="Segoe UI" pitchFamily="34" charset="0"/>
                <a:cs typeface="Segoe UI" pitchFamily="34" charset="0"/>
              </a:rPr>
              <a:t>© 2015 Microsoft Corporation. All rights reserved. MICROSOFT MAKES NO WARRANTIES, EXPRESS, IMPLIED OR STATUTORY, AS TO THE INFORMATION IN THIS PRESENTATION.</a:t>
            </a:r>
            <a:endParaRPr lang="en-US" sz="400" dirty="0" smtClean="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
        <p:nvSpPr>
          <p:cNvPr id="6" name="Date Placeholder 5"/>
          <p:cNvSpPr>
            <a:spLocks noGrp="1"/>
          </p:cNvSpPr>
          <p:nvPr>
            <p:ph type="dt" idx="12"/>
          </p:nvPr>
        </p:nvSpPr>
        <p:spPr/>
        <p:txBody>
          <a:bodyPr/>
          <a:lstStyle/>
          <a:p>
            <a:fld id="{1567D14E-376C-45A6-82CE-44AB04D54456}" type="datetime8">
              <a:rPr lang="en-US" smtClean="0"/>
              <a:t>1/20/2016 2:18 PM</a:t>
            </a:fld>
            <a:endParaRPr lang="en-US" dirty="0"/>
          </a:p>
        </p:txBody>
      </p:sp>
      <p:sp>
        <p:nvSpPr>
          <p:cNvPr id="7" name="Slide Number Placeholder 6"/>
          <p:cNvSpPr>
            <a:spLocks noGrp="1"/>
          </p:cNvSpPr>
          <p:nvPr>
            <p:ph type="sldNum" sz="quarter" idx="13"/>
          </p:nvPr>
        </p:nvSpPr>
        <p:spPr/>
        <p:txBody>
          <a:bodyPr/>
          <a:lstStyle/>
          <a:p>
            <a:fld id="{B4008EB6-D09E-4580-8CD6-DDB14511944F}" type="slidenum">
              <a:rPr lang="en-US" smtClean="0"/>
              <a:pPr/>
              <a:t>37</a:t>
            </a:fld>
            <a:endParaRPr lang="en-US" dirty="0"/>
          </a:p>
        </p:txBody>
      </p:sp>
    </p:spTree>
    <p:extLst>
      <p:ext uri="{BB962C8B-B14F-4D97-AF65-F5344CB8AC3E}">
        <p14:creationId xmlns:p14="http://schemas.microsoft.com/office/powerpoint/2010/main" val="3061972633"/>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32688" rtl="0" eaLnBrk="1" fontAlgn="auto" latinLnBrk="0" hangingPunct="1">
              <a:lnSpc>
                <a:spcPct val="100000"/>
              </a:lnSpc>
              <a:spcBef>
                <a:spcPts val="0"/>
              </a:spcBef>
              <a:spcAft>
                <a:spcPts val="0"/>
              </a:spcAft>
              <a:buClrTx/>
              <a:buSzTx/>
              <a:buFontTx/>
              <a:buNone/>
              <a:tabLst/>
              <a:defRPr/>
            </a:pPr>
            <a:fld id="{B9C3C9DC-C0A3-4640-9A7A-3DC41095AE2E}"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32688" rtl="0" eaLnBrk="1" fontAlgn="auto" latinLnBrk="0" hangingPunct="1">
                <a:lnSpc>
                  <a:spcPct val="100000"/>
                </a:lnSpc>
                <a:spcBef>
                  <a:spcPts val="0"/>
                </a:spcBef>
                <a:spcAft>
                  <a:spcPts val="0"/>
                </a:spcAft>
                <a:buClrTx/>
                <a:buSzTx/>
                <a:buFontTx/>
                <a:buNone/>
                <a:tabLst/>
                <a:defRPr/>
              </a:pPr>
              <a:t>38</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954120736"/>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idx="10"/>
          </p:nvPr>
        </p:nvSpPr>
        <p:spPr/>
        <p:txBody>
          <a:bodyPr/>
          <a:lstStyle/>
          <a:p>
            <a:r>
              <a:rPr lang="en-US" smtClean="0">
                <a:latin typeface="Segoe UI" pitchFamily="34" charset="0"/>
              </a:rPr>
              <a:t>Office 365 </a:t>
            </a:r>
            <a:r>
              <a:rPr lang="en-US" smtClean="0"/>
              <a:t>CloudRoadShow</a:t>
            </a:r>
            <a:endParaRPr lang="en-US" dirty="0"/>
          </a:p>
        </p:txBody>
      </p:sp>
      <p:sp>
        <p:nvSpPr>
          <p:cNvPr id="5" name="Footer Placeholder 4"/>
          <p:cNvSpPr>
            <a:spLocks noGrp="1"/>
          </p:cNvSpPr>
          <p:nvPr>
            <p:ph type="ftr" sz="quarter" idx="11"/>
          </p:nvPr>
        </p:nvSpPr>
        <p:spPr/>
        <p:txBody>
          <a:bodyPr/>
          <a:lstStyle/>
          <a:p>
            <a:pPr defTabSz="914099" eaLnBrk="0" hangingPunct="0"/>
            <a:r>
              <a:rPr lang="en-US" sz="400" smtClean="0">
                <a:gradFill>
                  <a:gsLst>
                    <a:gs pos="0">
                      <a:prstClr val="black"/>
                    </a:gs>
                    <a:gs pos="100000">
                      <a:prstClr val="black"/>
                    </a:gs>
                  </a:gsLst>
                  <a:lin ang="5400000" scaled="0"/>
                </a:gradFill>
                <a:latin typeface="Segoe UI" pitchFamily="34" charset="0"/>
                <a:ea typeface="Segoe UI" pitchFamily="34" charset="0"/>
                <a:cs typeface="Segoe UI" pitchFamily="34" charset="0"/>
              </a:rPr>
              <a:t>© 2015 Microsoft Corporation. All rights reserved. MICROSOFT MAKES NO WARRANTIES, EXPRESS, IMPLIED OR STATUTORY, AS TO THE INFORMATION IN THIS PRESENTATION.</a:t>
            </a:r>
            <a:endParaRPr lang="en-US" sz="400" dirty="0" smtClean="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
        <p:nvSpPr>
          <p:cNvPr id="6" name="Date Placeholder 5"/>
          <p:cNvSpPr>
            <a:spLocks noGrp="1"/>
          </p:cNvSpPr>
          <p:nvPr>
            <p:ph type="dt" idx="12"/>
          </p:nvPr>
        </p:nvSpPr>
        <p:spPr/>
        <p:txBody>
          <a:bodyPr/>
          <a:lstStyle/>
          <a:p>
            <a:fld id="{003CE461-2662-407C-B80F-8FA8A1E48BBE}" type="datetime8">
              <a:rPr lang="en-US" smtClean="0"/>
              <a:t>1/20/2016 2:18 PM</a:t>
            </a:fld>
            <a:endParaRPr lang="en-US" dirty="0"/>
          </a:p>
        </p:txBody>
      </p:sp>
      <p:sp>
        <p:nvSpPr>
          <p:cNvPr id="7" name="Slide Number Placeholder 6"/>
          <p:cNvSpPr>
            <a:spLocks noGrp="1"/>
          </p:cNvSpPr>
          <p:nvPr>
            <p:ph type="sldNum" sz="quarter" idx="13"/>
          </p:nvPr>
        </p:nvSpPr>
        <p:spPr/>
        <p:txBody>
          <a:bodyPr/>
          <a:lstStyle/>
          <a:p>
            <a:fld id="{B4008EB6-D09E-4580-8CD6-DDB14511944F}" type="slidenum">
              <a:rPr lang="en-US" smtClean="0"/>
              <a:pPr/>
              <a:t>39</a:t>
            </a:fld>
            <a:endParaRPr lang="en-US" dirty="0"/>
          </a:p>
        </p:txBody>
      </p:sp>
    </p:spTree>
    <p:extLst>
      <p:ext uri="{BB962C8B-B14F-4D97-AF65-F5344CB8AC3E}">
        <p14:creationId xmlns:p14="http://schemas.microsoft.com/office/powerpoint/2010/main" val="2996243570"/>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idx="10"/>
          </p:nvPr>
        </p:nvSpPr>
        <p:spPr/>
        <p:txBody>
          <a:bodyPr/>
          <a:lstStyle/>
          <a:p>
            <a:r>
              <a:rPr lang="en-US" smtClean="0">
                <a:latin typeface="Segoe UI" pitchFamily="34" charset="0"/>
              </a:rPr>
              <a:t>Office 365 </a:t>
            </a:r>
            <a:r>
              <a:rPr lang="en-US" smtClean="0"/>
              <a:t>CloudRoadShow</a:t>
            </a:r>
            <a:endParaRPr lang="en-US" dirty="0"/>
          </a:p>
        </p:txBody>
      </p:sp>
      <p:sp>
        <p:nvSpPr>
          <p:cNvPr id="5" name="Footer Placeholder 4"/>
          <p:cNvSpPr>
            <a:spLocks noGrp="1"/>
          </p:cNvSpPr>
          <p:nvPr>
            <p:ph type="ftr" sz="quarter" idx="11"/>
          </p:nvPr>
        </p:nvSpPr>
        <p:spPr/>
        <p:txBody>
          <a:bodyPr/>
          <a:lstStyle/>
          <a:p>
            <a:pPr defTabSz="914099" eaLnBrk="0" hangingPunct="0"/>
            <a:r>
              <a:rPr lang="en-US" sz="400" smtClean="0">
                <a:gradFill>
                  <a:gsLst>
                    <a:gs pos="0">
                      <a:prstClr val="black"/>
                    </a:gs>
                    <a:gs pos="100000">
                      <a:prstClr val="black"/>
                    </a:gs>
                  </a:gsLst>
                  <a:lin ang="5400000" scaled="0"/>
                </a:gradFill>
                <a:latin typeface="Segoe UI" pitchFamily="34" charset="0"/>
                <a:ea typeface="Segoe UI" pitchFamily="34" charset="0"/>
                <a:cs typeface="Segoe UI" pitchFamily="34" charset="0"/>
              </a:rPr>
              <a:t>© 2015 Microsoft Corporation. All rights reserved. MICROSOFT MAKES NO WARRANTIES, EXPRESS, IMPLIED OR STATUTORY, AS TO THE INFORMATION IN THIS PRESENTATION.</a:t>
            </a:r>
            <a:endParaRPr lang="en-US" sz="400" dirty="0" smtClean="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
        <p:nvSpPr>
          <p:cNvPr id="6" name="Date Placeholder 5"/>
          <p:cNvSpPr>
            <a:spLocks noGrp="1"/>
          </p:cNvSpPr>
          <p:nvPr>
            <p:ph type="dt" idx="12"/>
          </p:nvPr>
        </p:nvSpPr>
        <p:spPr/>
        <p:txBody>
          <a:bodyPr/>
          <a:lstStyle/>
          <a:p>
            <a:fld id="{931809BE-B522-4CBE-B725-3F12D10C7CD0}" type="datetime8">
              <a:rPr lang="en-US" smtClean="0"/>
              <a:t>1/20/2016 2:18 PM</a:t>
            </a:fld>
            <a:endParaRPr lang="en-US" dirty="0"/>
          </a:p>
        </p:txBody>
      </p:sp>
      <p:sp>
        <p:nvSpPr>
          <p:cNvPr id="7" name="Slide Number Placeholder 6"/>
          <p:cNvSpPr>
            <a:spLocks noGrp="1"/>
          </p:cNvSpPr>
          <p:nvPr>
            <p:ph type="sldNum" sz="quarter" idx="13"/>
          </p:nvPr>
        </p:nvSpPr>
        <p:spPr/>
        <p:txBody>
          <a:bodyPr/>
          <a:lstStyle/>
          <a:p>
            <a:fld id="{B4008EB6-D09E-4580-8CD6-DDB14511944F}" type="slidenum">
              <a:rPr lang="en-US" smtClean="0"/>
              <a:pPr/>
              <a:t>40</a:t>
            </a:fld>
            <a:endParaRPr lang="en-US" dirty="0"/>
          </a:p>
        </p:txBody>
      </p:sp>
    </p:spTree>
    <p:extLst>
      <p:ext uri="{BB962C8B-B14F-4D97-AF65-F5344CB8AC3E}">
        <p14:creationId xmlns:p14="http://schemas.microsoft.com/office/powerpoint/2010/main" val="1885535366"/>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US" dirty="0"/>
          </a:p>
        </p:txBody>
      </p:sp>
      <p:sp>
        <p:nvSpPr>
          <p:cNvPr id="4" name="Header Placeholder 3"/>
          <p:cNvSpPr>
            <a:spLocks noGrp="1"/>
          </p:cNvSpPr>
          <p:nvPr>
            <p:ph type="hdr" sz="quarter" idx="10"/>
          </p:nvPr>
        </p:nvSpPr>
        <p:spPr>
          <a:xfrm>
            <a:off x="0" y="0"/>
            <a:ext cx="2971800" cy="457200"/>
          </a:xfrm>
          <a:prstGeom prst="rect">
            <a:avLst/>
          </a:prstGeom>
        </p:spPr>
        <p:txBody>
          <a:bodyPr/>
          <a:lstStyle/>
          <a:p>
            <a:endParaRPr lang="en-US" dirty="0">
              <a:solidFill>
                <a:prstClr val="black"/>
              </a:solidFill>
            </a:endParaRPr>
          </a:p>
        </p:txBody>
      </p:sp>
      <p:sp>
        <p:nvSpPr>
          <p:cNvPr id="5" name="Date Placeholder 4"/>
          <p:cNvSpPr>
            <a:spLocks noGrp="1"/>
          </p:cNvSpPr>
          <p:nvPr>
            <p:ph type="dt" idx="11"/>
          </p:nvPr>
        </p:nvSpPr>
        <p:spPr/>
        <p:txBody>
          <a:bodyPr/>
          <a:lstStyle/>
          <a:p>
            <a:fld id="{D96CE48C-A3D6-4208-864D-EA0356661F5A}" type="datetime8">
              <a:rPr lang="en-US" smtClean="0">
                <a:solidFill>
                  <a:prstClr val="black"/>
                </a:solidFill>
              </a:rPr>
              <a:t>1/20/2016 2:18 PM</a:t>
            </a:fld>
            <a:endParaRPr lang="en-US" dirty="0">
              <a:solidFill>
                <a:prstClr val="black"/>
              </a:solidFill>
            </a:endParaRPr>
          </a:p>
        </p:txBody>
      </p:sp>
      <p:sp>
        <p:nvSpPr>
          <p:cNvPr id="7" name="Slide Number Placeholder 6"/>
          <p:cNvSpPr>
            <a:spLocks noGrp="1"/>
          </p:cNvSpPr>
          <p:nvPr>
            <p:ph type="sldNum" sz="quarter" idx="13"/>
          </p:nvPr>
        </p:nvSpPr>
        <p:spPr/>
        <p:txBody>
          <a:bodyPr/>
          <a:lstStyle/>
          <a:p>
            <a:fld id="{EC87E0CF-87F6-4B58-B8B8-DCAB2DAAF3CA}" type="slidenum">
              <a:rPr lang="en-US" smtClean="0">
                <a:solidFill>
                  <a:prstClr val="black"/>
                </a:solidFill>
              </a:rPr>
              <a:pPr/>
              <a:t>41</a:t>
            </a:fld>
            <a:endParaRPr lang="en-US" dirty="0">
              <a:solidFill>
                <a:prstClr val="black"/>
              </a:solidFill>
            </a:endParaRPr>
          </a:p>
        </p:txBody>
      </p:sp>
      <p:sp>
        <p:nvSpPr>
          <p:cNvPr id="6" name="Footer Placeholder 5"/>
          <p:cNvSpPr>
            <a:spLocks noGrp="1"/>
          </p:cNvSpPr>
          <p:nvPr>
            <p:ph type="ftr" sz="quarter" idx="14"/>
          </p:nvPr>
        </p:nvSpPr>
        <p:spPr/>
        <p:txBody>
          <a:bodyPr/>
          <a:lstStyle/>
          <a:p>
            <a:pPr defTabSz="914099" eaLnBrk="0" hangingPunct="0"/>
            <a:r>
              <a:rPr lang="en-US" sz="400" dirty="0" smtClean="0">
                <a:gradFill>
                  <a:gsLst>
                    <a:gs pos="0">
                      <a:prstClr val="black"/>
                    </a:gs>
                    <a:gs pos="100000">
                      <a:prstClr val="black"/>
                    </a:gs>
                  </a:gsLst>
                  <a:lin ang="5400000" scaled="0"/>
                </a:gradFill>
                <a:latin typeface="Segoe UI" pitchFamily="34" charset="0"/>
                <a:ea typeface="Segoe UI" pitchFamily="34" charset="0"/>
                <a:cs typeface="Segoe UI" pitchFamily="34" charset="0"/>
              </a:rPr>
              <a:t>© 2014 Microsoft Corporation. All rights reserved. MICROSOFT MAKES NO WARRANTIES, EXPRESS, IMPLIED OR STATUTORY, AS TO THE INFORMATION IN THIS PRESENTATION.</a:t>
            </a:r>
          </a:p>
        </p:txBody>
      </p:sp>
    </p:spTree>
    <p:extLst>
      <p:ext uri="{BB962C8B-B14F-4D97-AF65-F5344CB8AC3E}">
        <p14:creationId xmlns:p14="http://schemas.microsoft.com/office/powerpoint/2010/main" val="13131151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5.emf"/><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image" Target="../media/image6.emf"/><Relationship Id="rId1" Type="http://schemas.openxmlformats.org/officeDocument/2006/relationships/slideMaster" Target="../slideMasters/slideMaster1.xml"/><Relationship Id="rId4" Type="http://schemas.openxmlformats.org/officeDocument/2006/relationships/image" Target="../media/image4.emf"/></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8.jp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3" Type="http://schemas.openxmlformats.org/officeDocument/2006/relationships/image" Target="../media/image10.emf"/><Relationship Id="rId2" Type="http://schemas.openxmlformats.org/officeDocument/2006/relationships/image" Target="../media/image9.emf"/><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8" Type="http://schemas.openxmlformats.org/officeDocument/2006/relationships/hyperlink" Target="http://aka.ms/O365DevShow" TargetMode="External"/><Relationship Id="rId3" Type="http://schemas.openxmlformats.org/officeDocument/2006/relationships/hyperlink" Target="http://www.twitter.com/OfficeDev" TargetMode="External"/><Relationship Id="rId7" Type="http://schemas.openxmlformats.org/officeDocument/2006/relationships/hyperlink" Target="http://officespdev.uservoice.com/" TargetMode="External"/><Relationship Id="rId2" Type="http://schemas.openxmlformats.org/officeDocument/2006/relationships/hyperlink" Target="https://www.yammer.com/itpronetwork" TargetMode="External"/><Relationship Id="rId1" Type="http://schemas.openxmlformats.org/officeDocument/2006/relationships/slideMaster" Target="../slideMasters/slideMaster1.xml"/><Relationship Id="rId6" Type="http://schemas.openxmlformats.org/officeDocument/2006/relationships/hyperlink" Target="http://dev.office.com/podcasts" TargetMode="External"/><Relationship Id="rId5" Type="http://schemas.openxmlformats.org/officeDocument/2006/relationships/image" Target="../media/image12.emf"/><Relationship Id="rId10" Type="http://schemas.openxmlformats.org/officeDocument/2006/relationships/image" Target="../media/image14.png"/><Relationship Id="rId4" Type="http://schemas.openxmlformats.org/officeDocument/2006/relationships/image" Target="../media/image11.emf"/><Relationship Id="rId9" Type="http://schemas.openxmlformats.org/officeDocument/2006/relationships/image" Target="../media/image13.png"/></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2" Type="http://schemas.openxmlformats.org/officeDocument/2006/relationships/image" Target="../media/image15.emf"/><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2" Type="http://schemas.openxmlformats.org/officeDocument/2006/relationships/image" Target="../media/image16.emf"/><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Title Slide Photo_Option">
    <p:spTree>
      <p:nvGrpSpPr>
        <p:cNvPr id="1" name=""/>
        <p:cNvGrpSpPr/>
        <p:nvPr/>
      </p:nvGrpSpPr>
      <p:grpSpPr>
        <a:xfrm>
          <a:off x="0" y="0"/>
          <a:ext cx="0" cy="0"/>
          <a:chOff x="0" y="0"/>
          <a:chExt cx="0" cy="0"/>
        </a:xfrm>
      </p:grpSpPr>
      <p:sp>
        <p:nvSpPr>
          <p:cNvPr id="2" name="Rectangle 1"/>
          <p:cNvSpPr/>
          <p:nvPr userDrawn="1"/>
        </p:nvSpPr>
        <p:spPr bwMode="ltGray">
          <a:xfrm>
            <a:off x="274638" y="2119163"/>
            <a:ext cx="6400800" cy="3664099"/>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err="1" smtClean="0">
              <a:gradFill>
                <a:gsLst>
                  <a:gs pos="0">
                    <a:srgbClr val="FFFFFF"/>
                  </a:gs>
                  <a:gs pos="100000">
                    <a:srgbClr val="FFFFFF"/>
                  </a:gs>
                </a:gsLst>
                <a:lin ang="5400000" scaled="0"/>
              </a:gradFill>
              <a:ea typeface="Segoe UI" pitchFamily="34" charset="0"/>
              <a:cs typeface="Segoe UI" pitchFamily="34" charset="0"/>
            </a:endParaRPr>
          </a:p>
        </p:txBody>
      </p:sp>
      <p:sp>
        <p:nvSpPr>
          <p:cNvPr id="9" name="Title 1"/>
          <p:cNvSpPr>
            <a:spLocks noGrp="1"/>
          </p:cNvSpPr>
          <p:nvPr>
            <p:ph type="title" hasCustomPrompt="1"/>
          </p:nvPr>
        </p:nvSpPr>
        <p:spPr bwMode="black">
          <a:xfrm>
            <a:off x="274702" y="2119178"/>
            <a:ext cx="5486336" cy="1828800"/>
          </a:xfrm>
          <a:noFill/>
        </p:spPr>
        <p:txBody>
          <a:bodyPr lIns="146304" tIns="91440" rIns="146304" bIns="91440" anchor="t" anchorCtr="0"/>
          <a:lstStyle>
            <a:lvl1pPr>
              <a:defRPr sz="5400" spc="-100" baseline="0">
                <a:gradFill>
                  <a:gsLst>
                    <a:gs pos="57576">
                      <a:srgbClr val="FFFFFF"/>
                    </a:gs>
                    <a:gs pos="35000">
                      <a:srgbClr val="FFFFFF"/>
                    </a:gs>
                  </a:gsLst>
                  <a:lin ang="5400000" scaled="0"/>
                </a:gradFill>
              </a:defRPr>
            </a:lvl1pPr>
          </a:lstStyle>
          <a:p>
            <a:r>
              <a:rPr lang="en-US" dirty="0" smtClean="0"/>
              <a:t>Presentation title</a:t>
            </a:r>
            <a:endParaRPr lang="en-US" dirty="0"/>
          </a:p>
        </p:txBody>
      </p:sp>
      <p:sp>
        <p:nvSpPr>
          <p:cNvPr id="3" name="Text Placeholder 2"/>
          <p:cNvSpPr>
            <a:spLocks noGrp="1"/>
          </p:cNvSpPr>
          <p:nvPr>
            <p:ph type="body" sz="quarter" idx="14" hasCustomPrompt="1"/>
          </p:nvPr>
        </p:nvSpPr>
        <p:spPr bwMode="black">
          <a:xfrm>
            <a:off x="273050" y="3954463"/>
            <a:ext cx="4789869" cy="1828800"/>
          </a:xfrm>
        </p:spPr>
        <p:txBody>
          <a:bodyPr tIns="109728" bIns="109728">
            <a:noAutofit/>
          </a:bodyPr>
          <a:lstStyle>
            <a:lvl1pPr marL="0" indent="0">
              <a:spcBef>
                <a:spcPts val="0"/>
              </a:spcBef>
              <a:buNone/>
              <a:defRPr sz="3200">
                <a:gradFill>
                  <a:gsLst>
                    <a:gs pos="57576">
                      <a:srgbClr val="FFFFFF"/>
                    </a:gs>
                    <a:gs pos="35000">
                      <a:srgbClr val="FFFFFF"/>
                    </a:gs>
                  </a:gsLst>
                  <a:lin ang="5400000" scaled="0"/>
                </a:gradFill>
              </a:defRPr>
            </a:lvl1pPr>
          </a:lstStyle>
          <a:p>
            <a:pPr lvl="0"/>
            <a:r>
              <a:rPr lang="en-US" dirty="0" smtClean="0"/>
              <a:t>Speaker Name</a:t>
            </a:r>
          </a:p>
        </p:txBody>
      </p:sp>
      <p:grpSp>
        <p:nvGrpSpPr>
          <p:cNvPr id="4" name="Group 3"/>
          <p:cNvGrpSpPr/>
          <p:nvPr userDrawn="1"/>
        </p:nvGrpSpPr>
        <p:grpSpPr>
          <a:xfrm>
            <a:off x="5333158" y="274303"/>
            <a:ext cx="6637376" cy="6240798"/>
            <a:chOff x="5112327" y="274302"/>
            <a:chExt cx="6858207" cy="6448435"/>
          </a:xfrm>
        </p:grpSpPr>
        <p:grpSp>
          <p:nvGrpSpPr>
            <p:cNvPr id="6" name="Group 5"/>
            <p:cNvGrpSpPr/>
            <p:nvPr userDrawn="1"/>
          </p:nvGrpSpPr>
          <p:grpSpPr>
            <a:xfrm>
              <a:off x="10746023" y="1719434"/>
              <a:ext cx="1224511" cy="1496409"/>
              <a:chOff x="10746023" y="1719434"/>
              <a:chExt cx="1224511" cy="1496409"/>
            </a:xfrm>
          </p:grpSpPr>
          <p:sp>
            <p:nvSpPr>
              <p:cNvPr id="7" name="Rectangle 98"/>
              <p:cNvSpPr>
                <a:spLocks noChangeArrowheads="1"/>
              </p:cNvSpPr>
              <p:nvPr/>
            </p:nvSpPr>
            <p:spPr bwMode="auto">
              <a:xfrm>
                <a:off x="11152890" y="1719434"/>
                <a:ext cx="408822" cy="498803"/>
              </a:xfrm>
              <a:prstGeom prst="rect">
                <a:avLst/>
              </a:prstGeom>
              <a:solidFill>
                <a:schemeClr val="accent3"/>
              </a:solidFill>
              <a:ln>
                <a:noFill/>
              </a:ln>
            </p:spPr>
            <p:txBody>
              <a:bodyPr vert="horz" wrap="square" lIns="91440" tIns="45720" rIns="91440" bIns="45720" numCol="1" anchor="t" anchorCtr="0" compatLnSpc="1">
                <a:prstTxWarp prst="textNoShape">
                  <a:avLst/>
                </a:prstTxWarp>
              </a:bodyPr>
              <a:lstStyle/>
              <a:p>
                <a:endParaRPr lang="en-US"/>
              </a:p>
            </p:txBody>
          </p:sp>
          <p:sp>
            <p:nvSpPr>
              <p:cNvPr id="10" name="Freeform 99"/>
              <p:cNvSpPr>
                <a:spLocks noEditPoints="1"/>
              </p:cNvSpPr>
              <p:nvPr/>
            </p:nvSpPr>
            <p:spPr bwMode="auto">
              <a:xfrm>
                <a:off x="11244825" y="1811370"/>
                <a:ext cx="203433" cy="293413"/>
              </a:xfrm>
              <a:custGeom>
                <a:avLst/>
                <a:gdLst>
                  <a:gd name="T0" fmla="*/ 5 w 9"/>
                  <a:gd name="T1" fmla="*/ 0 h 13"/>
                  <a:gd name="T2" fmla="*/ 0 w 9"/>
                  <a:gd name="T3" fmla="*/ 7 h 13"/>
                  <a:gd name="T4" fmla="*/ 5 w 9"/>
                  <a:gd name="T5" fmla="*/ 13 h 13"/>
                  <a:gd name="T6" fmla="*/ 9 w 9"/>
                  <a:gd name="T7" fmla="*/ 7 h 13"/>
                  <a:gd name="T8" fmla="*/ 5 w 9"/>
                  <a:gd name="T9" fmla="*/ 0 h 13"/>
                  <a:gd name="T10" fmla="*/ 5 w 9"/>
                  <a:gd name="T11" fmla="*/ 2 h 13"/>
                  <a:gd name="T12" fmla="*/ 7 w 9"/>
                  <a:gd name="T13" fmla="*/ 7 h 13"/>
                  <a:gd name="T14" fmla="*/ 5 w 9"/>
                  <a:gd name="T15" fmla="*/ 11 h 13"/>
                  <a:gd name="T16" fmla="*/ 3 w 9"/>
                  <a:gd name="T17" fmla="*/ 7 h 13"/>
                  <a:gd name="T18" fmla="*/ 5 w 9"/>
                  <a:gd name="T19" fmla="*/ 2 h 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 h="13">
                    <a:moveTo>
                      <a:pt x="5" y="0"/>
                    </a:moveTo>
                    <a:cubicBezTo>
                      <a:pt x="2" y="0"/>
                      <a:pt x="0" y="2"/>
                      <a:pt x="0" y="7"/>
                    </a:cubicBezTo>
                    <a:cubicBezTo>
                      <a:pt x="0" y="11"/>
                      <a:pt x="2" y="13"/>
                      <a:pt x="5" y="13"/>
                    </a:cubicBezTo>
                    <a:cubicBezTo>
                      <a:pt x="8" y="13"/>
                      <a:pt x="9" y="11"/>
                      <a:pt x="9" y="7"/>
                    </a:cubicBezTo>
                    <a:cubicBezTo>
                      <a:pt x="9" y="2"/>
                      <a:pt x="8" y="0"/>
                      <a:pt x="5" y="0"/>
                    </a:cubicBezTo>
                    <a:close/>
                    <a:moveTo>
                      <a:pt x="5" y="2"/>
                    </a:moveTo>
                    <a:cubicBezTo>
                      <a:pt x="6" y="2"/>
                      <a:pt x="7" y="3"/>
                      <a:pt x="7" y="7"/>
                    </a:cubicBezTo>
                    <a:cubicBezTo>
                      <a:pt x="7" y="10"/>
                      <a:pt x="6" y="11"/>
                      <a:pt x="5" y="11"/>
                    </a:cubicBezTo>
                    <a:cubicBezTo>
                      <a:pt x="3" y="11"/>
                      <a:pt x="3" y="10"/>
                      <a:pt x="3" y="7"/>
                    </a:cubicBezTo>
                    <a:cubicBezTo>
                      <a:pt x="3" y="3"/>
                      <a:pt x="3" y="2"/>
                      <a:pt x="5" y="2"/>
                    </a:cubicBezTo>
                    <a:close/>
                  </a:path>
                </a:pathLst>
              </a:custGeom>
              <a:solidFill>
                <a:schemeClr val="accent3">
                  <a:lumMod val="20000"/>
                  <a:lumOff val="8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1" name="Rectangle 100"/>
              <p:cNvSpPr>
                <a:spLocks noChangeArrowheads="1"/>
              </p:cNvSpPr>
              <p:nvPr/>
            </p:nvSpPr>
            <p:spPr bwMode="auto">
              <a:xfrm>
                <a:off x="10746023" y="2218236"/>
                <a:ext cx="406867" cy="498803"/>
              </a:xfrm>
              <a:prstGeom prst="rect">
                <a:avLst/>
              </a:prstGeom>
              <a:solidFill>
                <a:schemeClr val="accent3">
                  <a:lumMod val="20000"/>
                  <a:lumOff val="8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2" name="Freeform 101"/>
              <p:cNvSpPr>
                <a:spLocks/>
              </p:cNvSpPr>
              <p:nvPr/>
            </p:nvSpPr>
            <p:spPr bwMode="auto">
              <a:xfrm>
                <a:off x="10859476" y="2310173"/>
                <a:ext cx="134970" cy="293413"/>
              </a:xfrm>
              <a:custGeom>
                <a:avLst/>
                <a:gdLst>
                  <a:gd name="T0" fmla="*/ 69 w 69"/>
                  <a:gd name="T1" fmla="*/ 150 h 150"/>
                  <a:gd name="T2" fmla="*/ 69 w 69"/>
                  <a:gd name="T3" fmla="*/ 0 h 150"/>
                  <a:gd name="T4" fmla="*/ 46 w 69"/>
                  <a:gd name="T5" fmla="*/ 0 h 150"/>
                  <a:gd name="T6" fmla="*/ 0 w 69"/>
                  <a:gd name="T7" fmla="*/ 34 h 150"/>
                  <a:gd name="T8" fmla="*/ 11 w 69"/>
                  <a:gd name="T9" fmla="*/ 58 h 150"/>
                  <a:gd name="T10" fmla="*/ 46 w 69"/>
                  <a:gd name="T11" fmla="*/ 34 h 150"/>
                  <a:gd name="T12" fmla="*/ 46 w 69"/>
                  <a:gd name="T13" fmla="*/ 150 h 150"/>
                  <a:gd name="T14" fmla="*/ 69 w 69"/>
                  <a:gd name="T15" fmla="*/ 150 h 15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9" h="150">
                    <a:moveTo>
                      <a:pt x="69" y="150"/>
                    </a:moveTo>
                    <a:lnTo>
                      <a:pt x="69" y="0"/>
                    </a:lnTo>
                    <a:lnTo>
                      <a:pt x="46" y="0"/>
                    </a:lnTo>
                    <a:lnTo>
                      <a:pt x="0" y="34"/>
                    </a:lnTo>
                    <a:lnTo>
                      <a:pt x="11" y="58"/>
                    </a:lnTo>
                    <a:lnTo>
                      <a:pt x="46" y="34"/>
                    </a:lnTo>
                    <a:lnTo>
                      <a:pt x="46" y="150"/>
                    </a:lnTo>
                    <a:lnTo>
                      <a:pt x="69" y="150"/>
                    </a:lnTo>
                    <a:close/>
                  </a:path>
                </a:pathLst>
              </a:custGeom>
              <a:solidFill>
                <a:schemeClr val="accent3"/>
              </a:solidFill>
              <a:ln>
                <a:noFill/>
              </a:ln>
            </p:spPr>
            <p:txBody>
              <a:bodyPr vert="horz" wrap="square" lIns="91440" tIns="45720" rIns="91440" bIns="45720" numCol="1" anchor="t" anchorCtr="0" compatLnSpc="1">
                <a:prstTxWarp prst="textNoShape">
                  <a:avLst/>
                </a:prstTxWarp>
              </a:bodyPr>
              <a:lstStyle/>
              <a:p>
                <a:endParaRPr lang="en-US"/>
              </a:p>
            </p:txBody>
          </p:sp>
          <p:sp>
            <p:nvSpPr>
              <p:cNvPr id="13" name="Rectangle 102"/>
              <p:cNvSpPr>
                <a:spLocks noChangeArrowheads="1"/>
              </p:cNvSpPr>
              <p:nvPr/>
            </p:nvSpPr>
            <p:spPr bwMode="auto">
              <a:xfrm>
                <a:off x="11561712" y="2218236"/>
                <a:ext cx="408822" cy="498803"/>
              </a:xfrm>
              <a:prstGeom prst="rect">
                <a:avLst/>
              </a:prstGeom>
              <a:solidFill>
                <a:schemeClr val="accent3">
                  <a:lumMod val="20000"/>
                  <a:lumOff val="8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4" name="Freeform 103"/>
              <p:cNvSpPr>
                <a:spLocks/>
              </p:cNvSpPr>
              <p:nvPr/>
            </p:nvSpPr>
            <p:spPr bwMode="auto">
              <a:xfrm>
                <a:off x="11675165" y="2310173"/>
                <a:ext cx="136926" cy="293413"/>
              </a:xfrm>
              <a:custGeom>
                <a:avLst/>
                <a:gdLst>
                  <a:gd name="T0" fmla="*/ 70 w 70"/>
                  <a:gd name="T1" fmla="*/ 150 h 150"/>
                  <a:gd name="T2" fmla="*/ 70 w 70"/>
                  <a:gd name="T3" fmla="*/ 0 h 150"/>
                  <a:gd name="T4" fmla="*/ 46 w 70"/>
                  <a:gd name="T5" fmla="*/ 0 h 150"/>
                  <a:gd name="T6" fmla="*/ 0 w 70"/>
                  <a:gd name="T7" fmla="*/ 34 h 150"/>
                  <a:gd name="T8" fmla="*/ 12 w 70"/>
                  <a:gd name="T9" fmla="*/ 58 h 150"/>
                  <a:gd name="T10" fmla="*/ 46 w 70"/>
                  <a:gd name="T11" fmla="*/ 34 h 150"/>
                  <a:gd name="T12" fmla="*/ 46 w 70"/>
                  <a:gd name="T13" fmla="*/ 150 h 150"/>
                  <a:gd name="T14" fmla="*/ 70 w 70"/>
                  <a:gd name="T15" fmla="*/ 150 h 15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0" h="150">
                    <a:moveTo>
                      <a:pt x="70" y="150"/>
                    </a:moveTo>
                    <a:lnTo>
                      <a:pt x="70" y="0"/>
                    </a:lnTo>
                    <a:lnTo>
                      <a:pt x="46" y="0"/>
                    </a:lnTo>
                    <a:lnTo>
                      <a:pt x="0" y="34"/>
                    </a:lnTo>
                    <a:lnTo>
                      <a:pt x="12" y="58"/>
                    </a:lnTo>
                    <a:lnTo>
                      <a:pt x="46" y="34"/>
                    </a:lnTo>
                    <a:lnTo>
                      <a:pt x="46" y="150"/>
                    </a:lnTo>
                    <a:lnTo>
                      <a:pt x="70" y="150"/>
                    </a:lnTo>
                    <a:close/>
                  </a:path>
                </a:pathLst>
              </a:custGeom>
              <a:solidFill>
                <a:schemeClr val="accent3"/>
              </a:solidFill>
              <a:ln>
                <a:noFill/>
              </a:ln>
            </p:spPr>
            <p:txBody>
              <a:bodyPr vert="horz" wrap="square" lIns="91440" tIns="45720" rIns="91440" bIns="45720" numCol="1" anchor="t" anchorCtr="0" compatLnSpc="1">
                <a:prstTxWarp prst="textNoShape">
                  <a:avLst/>
                </a:prstTxWarp>
              </a:bodyPr>
              <a:lstStyle/>
              <a:p>
                <a:endParaRPr lang="en-US"/>
              </a:p>
            </p:txBody>
          </p:sp>
          <p:sp>
            <p:nvSpPr>
              <p:cNvPr id="15" name="Rectangle 104"/>
              <p:cNvSpPr>
                <a:spLocks noChangeArrowheads="1"/>
              </p:cNvSpPr>
              <p:nvPr/>
            </p:nvSpPr>
            <p:spPr bwMode="auto">
              <a:xfrm>
                <a:off x="11561712" y="2717040"/>
                <a:ext cx="408822" cy="498803"/>
              </a:xfrm>
              <a:prstGeom prst="rect">
                <a:avLst/>
              </a:prstGeom>
              <a:solidFill>
                <a:schemeClr val="accent3"/>
              </a:solidFill>
              <a:ln>
                <a:noFill/>
              </a:ln>
            </p:spPr>
            <p:txBody>
              <a:bodyPr vert="horz" wrap="square" lIns="91440" tIns="45720" rIns="91440" bIns="45720" numCol="1" anchor="t" anchorCtr="0" compatLnSpc="1">
                <a:prstTxWarp prst="textNoShape">
                  <a:avLst/>
                </a:prstTxWarp>
              </a:bodyPr>
              <a:lstStyle/>
              <a:p>
                <a:endParaRPr lang="en-US"/>
              </a:p>
            </p:txBody>
          </p:sp>
          <p:sp>
            <p:nvSpPr>
              <p:cNvPr id="16" name="Freeform 105"/>
              <p:cNvSpPr>
                <a:spLocks noEditPoints="1"/>
              </p:cNvSpPr>
              <p:nvPr/>
            </p:nvSpPr>
            <p:spPr bwMode="auto">
              <a:xfrm>
                <a:off x="11651692" y="2808975"/>
                <a:ext cx="205389" cy="293413"/>
              </a:xfrm>
              <a:custGeom>
                <a:avLst/>
                <a:gdLst>
                  <a:gd name="T0" fmla="*/ 5 w 9"/>
                  <a:gd name="T1" fmla="*/ 0 h 13"/>
                  <a:gd name="T2" fmla="*/ 0 w 9"/>
                  <a:gd name="T3" fmla="*/ 7 h 13"/>
                  <a:gd name="T4" fmla="*/ 5 w 9"/>
                  <a:gd name="T5" fmla="*/ 13 h 13"/>
                  <a:gd name="T6" fmla="*/ 9 w 9"/>
                  <a:gd name="T7" fmla="*/ 7 h 13"/>
                  <a:gd name="T8" fmla="*/ 5 w 9"/>
                  <a:gd name="T9" fmla="*/ 0 h 13"/>
                  <a:gd name="T10" fmla="*/ 5 w 9"/>
                  <a:gd name="T11" fmla="*/ 2 h 13"/>
                  <a:gd name="T12" fmla="*/ 7 w 9"/>
                  <a:gd name="T13" fmla="*/ 7 h 13"/>
                  <a:gd name="T14" fmla="*/ 5 w 9"/>
                  <a:gd name="T15" fmla="*/ 12 h 13"/>
                  <a:gd name="T16" fmla="*/ 3 w 9"/>
                  <a:gd name="T17" fmla="*/ 7 h 13"/>
                  <a:gd name="T18" fmla="*/ 5 w 9"/>
                  <a:gd name="T19" fmla="*/ 2 h 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 h="13">
                    <a:moveTo>
                      <a:pt x="5" y="0"/>
                    </a:moveTo>
                    <a:cubicBezTo>
                      <a:pt x="2" y="0"/>
                      <a:pt x="0" y="3"/>
                      <a:pt x="0" y="7"/>
                    </a:cubicBezTo>
                    <a:cubicBezTo>
                      <a:pt x="0" y="11"/>
                      <a:pt x="2" y="13"/>
                      <a:pt x="5" y="13"/>
                    </a:cubicBezTo>
                    <a:cubicBezTo>
                      <a:pt x="8" y="13"/>
                      <a:pt x="9" y="11"/>
                      <a:pt x="9" y="7"/>
                    </a:cubicBezTo>
                    <a:cubicBezTo>
                      <a:pt x="9" y="3"/>
                      <a:pt x="8" y="0"/>
                      <a:pt x="5" y="0"/>
                    </a:cubicBezTo>
                    <a:close/>
                    <a:moveTo>
                      <a:pt x="5" y="2"/>
                    </a:moveTo>
                    <a:cubicBezTo>
                      <a:pt x="6" y="2"/>
                      <a:pt x="7" y="3"/>
                      <a:pt x="7" y="7"/>
                    </a:cubicBezTo>
                    <a:cubicBezTo>
                      <a:pt x="7" y="10"/>
                      <a:pt x="6" y="12"/>
                      <a:pt x="5" y="12"/>
                    </a:cubicBezTo>
                    <a:cubicBezTo>
                      <a:pt x="4" y="12"/>
                      <a:pt x="3" y="10"/>
                      <a:pt x="3" y="7"/>
                    </a:cubicBezTo>
                    <a:cubicBezTo>
                      <a:pt x="3" y="3"/>
                      <a:pt x="4" y="2"/>
                      <a:pt x="5" y="2"/>
                    </a:cubicBezTo>
                    <a:close/>
                  </a:path>
                </a:pathLst>
              </a:custGeom>
              <a:solidFill>
                <a:schemeClr val="accent3">
                  <a:lumMod val="20000"/>
                  <a:lumOff val="80000"/>
                </a:schemeClr>
              </a:solidFill>
              <a:ln>
                <a:noFill/>
              </a:ln>
            </p:spPr>
            <p:txBody>
              <a:bodyPr vert="horz" wrap="square" lIns="91440" tIns="45720" rIns="91440" bIns="45720" numCol="1" anchor="t" anchorCtr="0" compatLnSpc="1">
                <a:prstTxWarp prst="textNoShape">
                  <a:avLst/>
                </a:prstTxWarp>
              </a:bodyPr>
              <a:lstStyle/>
              <a:p>
                <a:endParaRPr lang="en-US"/>
              </a:p>
            </p:txBody>
          </p:sp>
        </p:grpSp>
        <p:sp>
          <p:nvSpPr>
            <p:cNvPr id="17" name="Rectangle 86"/>
            <p:cNvSpPr>
              <a:spLocks noChangeArrowheads="1"/>
            </p:cNvSpPr>
            <p:nvPr userDrawn="1"/>
          </p:nvSpPr>
          <p:spPr bwMode="auto">
            <a:xfrm>
              <a:off x="9259747" y="274302"/>
              <a:ext cx="408822" cy="498803"/>
            </a:xfrm>
            <a:prstGeom prst="rect">
              <a:avLst/>
            </a:prstGeom>
            <a:solidFill>
              <a:schemeClr val="accent3">
                <a:lumMod val="20000"/>
                <a:lumOff val="8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8" name="Freeform 87"/>
            <p:cNvSpPr>
              <a:spLocks/>
            </p:cNvSpPr>
            <p:nvPr userDrawn="1"/>
          </p:nvSpPr>
          <p:spPr bwMode="auto">
            <a:xfrm>
              <a:off x="9373200" y="364282"/>
              <a:ext cx="136926" cy="295370"/>
            </a:xfrm>
            <a:custGeom>
              <a:avLst/>
              <a:gdLst>
                <a:gd name="T0" fmla="*/ 70 w 70"/>
                <a:gd name="T1" fmla="*/ 151 h 151"/>
                <a:gd name="T2" fmla="*/ 70 w 70"/>
                <a:gd name="T3" fmla="*/ 0 h 151"/>
                <a:gd name="T4" fmla="*/ 46 w 70"/>
                <a:gd name="T5" fmla="*/ 0 h 151"/>
                <a:gd name="T6" fmla="*/ 0 w 70"/>
                <a:gd name="T7" fmla="*/ 35 h 151"/>
                <a:gd name="T8" fmla="*/ 12 w 70"/>
                <a:gd name="T9" fmla="*/ 58 h 151"/>
                <a:gd name="T10" fmla="*/ 46 w 70"/>
                <a:gd name="T11" fmla="*/ 35 h 151"/>
                <a:gd name="T12" fmla="*/ 46 w 70"/>
                <a:gd name="T13" fmla="*/ 151 h 151"/>
                <a:gd name="T14" fmla="*/ 70 w 70"/>
                <a:gd name="T15" fmla="*/ 151 h 15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0" h="151">
                  <a:moveTo>
                    <a:pt x="70" y="151"/>
                  </a:moveTo>
                  <a:lnTo>
                    <a:pt x="70" y="0"/>
                  </a:lnTo>
                  <a:lnTo>
                    <a:pt x="46" y="0"/>
                  </a:lnTo>
                  <a:lnTo>
                    <a:pt x="0" y="35"/>
                  </a:lnTo>
                  <a:lnTo>
                    <a:pt x="12" y="58"/>
                  </a:lnTo>
                  <a:lnTo>
                    <a:pt x="46" y="35"/>
                  </a:lnTo>
                  <a:lnTo>
                    <a:pt x="46" y="151"/>
                  </a:lnTo>
                  <a:lnTo>
                    <a:pt x="70" y="151"/>
                  </a:lnTo>
                  <a:close/>
                </a:path>
              </a:pathLst>
            </a:custGeom>
            <a:solidFill>
              <a:schemeClr val="accent3"/>
            </a:solidFill>
            <a:ln>
              <a:noFill/>
            </a:ln>
          </p:spPr>
          <p:txBody>
            <a:bodyPr vert="horz" wrap="square" lIns="91440" tIns="45720" rIns="91440" bIns="45720" numCol="1" anchor="t" anchorCtr="0" compatLnSpc="1">
              <a:prstTxWarp prst="textNoShape">
                <a:avLst/>
              </a:prstTxWarp>
            </a:bodyPr>
            <a:lstStyle/>
            <a:p>
              <a:endParaRPr lang="en-US"/>
            </a:p>
          </p:txBody>
        </p:sp>
        <p:sp>
          <p:nvSpPr>
            <p:cNvPr id="19" name="Rectangle 88"/>
            <p:cNvSpPr>
              <a:spLocks noChangeArrowheads="1"/>
            </p:cNvSpPr>
            <p:nvPr userDrawn="1"/>
          </p:nvSpPr>
          <p:spPr bwMode="auto">
            <a:xfrm>
              <a:off x="9668569" y="274302"/>
              <a:ext cx="406867" cy="498803"/>
            </a:xfrm>
            <a:prstGeom prst="rect">
              <a:avLst/>
            </a:prstGeom>
            <a:solidFill>
              <a:schemeClr val="accent3"/>
            </a:solidFill>
            <a:ln>
              <a:noFill/>
            </a:ln>
          </p:spPr>
          <p:txBody>
            <a:bodyPr vert="horz" wrap="square" lIns="91440" tIns="45720" rIns="91440" bIns="45720" numCol="1" anchor="t" anchorCtr="0" compatLnSpc="1">
              <a:prstTxWarp prst="textNoShape">
                <a:avLst/>
              </a:prstTxWarp>
            </a:bodyPr>
            <a:lstStyle/>
            <a:p>
              <a:endParaRPr lang="en-US"/>
            </a:p>
          </p:txBody>
        </p:sp>
        <p:sp>
          <p:nvSpPr>
            <p:cNvPr id="20" name="Freeform 89"/>
            <p:cNvSpPr>
              <a:spLocks noEditPoints="1"/>
            </p:cNvSpPr>
            <p:nvPr userDrawn="1"/>
          </p:nvSpPr>
          <p:spPr bwMode="auto">
            <a:xfrm>
              <a:off x="9758549" y="364282"/>
              <a:ext cx="205389" cy="295370"/>
            </a:xfrm>
            <a:custGeom>
              <a:avLst/>
              <a:gdLst>
                <a:gd name="T0" fmla="*/ 5 w 9"/>
                <a:gd name="T1" fmla="*/ 0 h 13"/>
                <a:gd name="T2" fmla="*/ 0 w 9"/>
                <a:gd name="T3" fmla="*/ 7 h 13"/>
                <a:gd name="T4" fmla="*/ 5 w 9"/>
                <a:gd name="T5" fmla="*/ 13 h 13"/>
                <a:gd name="T6" fmla="*/ 9 w 9"/>
                <a:gd name="T7" fmla="*/ 7 h 13"/>
                <a:gd name="T8" fmla="*/ 5 w 9"/>
                <a:gd name="T9" fmla="*/ 0 h 13"/>
                <a:gd name="T10" fmla="*/ 5 w 9"/>
                <a:gd name="T11" fmla="*/ 2 h 13"/>
                <a:gd name="T12" fmla="*/ 7 w 9"/>
                <a:gd name="T13" fmla="*/ 7 h 13"/>
                <a:gd name="T14" fmla="*/ 5 w 9"/>
                <a:gd name="T15" fmla="*/ 11 h 13"/>
                <a:gd name="T16" fmla="*/ 3 w 9"/>
                <a:gd name="T17" fmla="*/ 7 h 13"/>
                <a:gd name="T18" fmla="*/ 5 w 9"/>
                <a:gd name="T19" fmla="*/ 2 h 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 h="13">
                  <a:moveTo>
                    <a:pt x="5" y="0"/>
                  </a:moveTo>
                  <a:cubicBezTo>
                    <a:pt x="2" y="0"/>
                    <a:pt x="0" y="3"/>
                    <a:pt x="0" y="7"/>
                  </a:cubicBezTo>
                  <a:cubicBezTo>
                    <a:pt x="0" y="11"/>
                    <a:pt x="2" y="13"/>
                    <a:pt x="5" y="13"/>
                  </a:cubicBezTo>
                  <a:cubicBezTo>
                    <a:pt x="8" y="13"/>
                    <a:pt x="9" y="11"/>
                    <a:pt x="9" y="7"/>
                  </a:cubicBezTo>
                  <a:cubicBezTo>
                    <a:pt x="9" y="3"/>
                    <a:pt x="8" y="0"/>
                    <a:pt x="5" y="0"/>
                  </a:cubicBezTo>
                  <a:close/>
                  <a:moveTo>
                    <a:pt x="5" y="2"/>
                  </a:moveTo>
                  <a:cubicBezTo>
                    <a:pt x="6" y="2"/>
                    <a:pt x="7" y="3"/>
                    <a:pt x="7" y="7"/>
                  </a:cubicBezTo>
                  <a:cubicBezTo>
                    <a:pt x="7" y="10"/>
                    <a:pt x="6" y="11"/>
                    <a:pt x="5" y="11"/>
                  </a:cubicBezTo>
                  <a:cubicBezTo>
                    <a:pt x="3" y="11"/>
                    <a:pt x="3" y="10"/>
                    <a:pt x="3" y="7"/>
                  </a:cubicBezTo>
                  <a:cubicBezTo>
                    <a:pt x="3" y="3"/>
                    <a:pt x="3" y="2"/>
                    <a:pt x="5" y="2"/>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1" name="Rectangle 90"/>
            <p:cNvSpPr>
              <a:spLocks noChangeArrowheads="1"/>
            </p:cNvSpPr>
            <p:nvPr userDrawn="1"/>
          </p:nvSpPr>
          <p:spPr bwMode="auto">
            <a:xfrm>
              <a:off x="10075436" y="773105"/>
              <a:ext cx="408822" cy="475330"/>
            </a:xfrm>
            <a:prstGeom prst="rect">
              <a:avLst/>
            </a:prstGeom>
            <a:solidFill>
              <a:schemeClr val="accent3">
                <a:lumMod val="20000"/>
                <a:lumOff val="8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22" name="Freeform 91"/>
            <p:cNvSpPr>
              <a:spLocks/>
            </p:cNvSpPr>
            <p:nvPr userDrawn="1"/>
          </p:nvSpPr>
          <p:spPr bwMode="auto">
            <a:xfrm>
              <a:off x="10188889" y="863086"/>
              <a:ext cx="136926" cy="295370"/>
            </a:xfrm>
            <a:custGeom>
              <a:avLst/>
              <a:gdLst>
                <a:gd name="T0" fmla="*/ 70 w 70"/>
                <a:gd name="T1" fmla="*/ 151 h 151"/>
                <a:gd name="T2" fmla="*/ 70 w 70"/>
                <a:gd name="T3" fmla="*/ 0 h 151"/>
                <a:gd name="T4" fmla="*/ 47 w 70"/>
                <a:gd name="T5" fmla="*/ 0 h 151"/>
                <a:gd name="T6" fmla="*/ 0 w 70"/>
                <a:gd name="T7" fmla="*/ 35 h 151"/>
                <a:gd name="T8" fmla="*/ 12 w 70"/>
                <a:gd name="T9" fmla="*/ 46 h 151"/>
                <a:gd name="T10" fmla="*/ 47 w 70"/>
                <a:gd name="T11" fmla="*/ 35 h 151"/>
                <a:gd name="T12" fmla="*/ 47 w 70"/>
                <a:gd name="T13" fmla="*/ 151 h 151"/>
                <a:gd name="T14" fmla="*/ 70 w 70"/>
                <a:gd name="T15" fmla="*/ 151 h 15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0" h="151">
                  <a:moveTo>
                    <a:pt x="70" y="151"/>
                  </a:moveTo>
                  <a:lnTo>
                    <a:pt x="70" y="0"/>
                  </a:lnTo>
                  <a:lnTo>
                    <a:pt x="47" y="0"/>
                  </a:lnTo>
                  <a:lnTo>
                    <a:pt x="0" y="35"/>
                  </a:lnTo>
                  <a:lnTo>
                    <a:pt x="12" y="46"/>
                  </a:lnTo>
                  <a:lnTo>
                    <a:pt x="47" y="35"/>
                  </a:lnTo>
                  <a:lnTo>
                    <a:pt x="47" y="151"/>
                  </a:lnTo>
                  <a:lnTo>
                    <a:pt x="70" y="151"/>
                  </a:lnTo>
                  <a:close/>
                </a:path>
              </a:pathLst>
            </a:custGeom>
            <a:solidFill>
              <a:schemeClr val="accent3"/>
            </a:solidFill>
            <a:ln>
              <a:noFill/>
            </a:ln>
          </p:spPr>
          <p:txBody>
            <a:bodyPr vert="horz" wrap="square" lIns="91440" tIns="45720" rIns="91440" bIns="45720" numCol="1" anchor="t" anchorCtr="0" compatLnSpc="1">
              <a:prstTxWarp prst="textNoShape">
                <a:avLst/>
              </a:prstTxWarp>
            </a:bodyPr>
            <a:lstStyle/>
            <a:p>
              <a:endParaRPr lang="en-US"/>
            </a:p>
          </p:txBody>
        </p:sp>
        <p:sp>
          <p:nvSpPr>
            <p:cNvPr id="23" name="Rectangle 92"/>
            <p:cNvSpPr>
              <a:spLocks noChangeArrowheads="1"/>
            </p:cNvSpPr>
            <p:nvPr userDrawn="1"/>
          </p:nvSpPr>
          <p:spPr bwMode="auto">
            <a:xfrm>
              <a:off x="10484259" y="773105"/>
              <a:ext cx="408822" cy="475330"/>
            </a:xfrm>
            <a:prstGeom prst="rect">
              <a:avLst/>
            </a:prstGeom>
            <a:solidFill>
              <a:schemeClr val="accent3"/>
            </a:solidFill>
            <a:ln>
              <a:noFill/>
            </a:ln>
          </p:spPr>
          <p:txBody>
            <a:bodyPr vert="horz" wrap="square" lIns="91440" tIns="45720" rIns="91440" bIns="45720" numCol="1" anchor="t" anchorCtr="0" compatLnSpc="1">
              <a:prstTxWarp prst="textNoShape">
                <a:avLst/>
              </a:prstTxWarp>
            </a:bodyPr>
            <a:lstStyle/>
            <a:p>
              <a:endParaRPr lang="en-US"/>
            </a:p>
          </p:txBody>
        </p:sp>
        <p:sp>
          <p:nvSpPr>
            <p:cNvPr id="24" name="Freeform 93"/>
            <p:cNvSpPr>
              <a:spLocks noEditPoints="1"/>
            </p:cNvSpPr>
            <p:nvPr userDrawn="1"/>
          </p:nvSpPr>
          <p:spPr bwMode="auto">
            <a:xfrm>
              <a:off x="10576195" y="863086"/>
              <a:ext cx="203433" cy="295370"/>
            </a:xfrm>
            <a:custGeom>
              <a:avLst/>
              <a:gdLst>
                <a:gd name="T0" fmla="*/ 5 w 9"/>
                <a:gd name="T1" fmla="*/ 0 h 13"/>
                <a:gd name="T2" fmla="*/ 0 w 9"/>
                <a:gd name="T3" fmla="*/ 6 h 13"/>
                <a:gd name="T4" fmla="*/ 5 w 9"/>
                <a:gd name="T5" fmla="*/ 13 h 13"/>
                <a:gd name="T6" fmla="*/ 9 w 9"/>
                <a:gd name="T7" fmla="*/ 6 h 13"/>
                <a:gd name="T8" fmla="*/ 5 w 9"/>
                <a:gd name="T9" fmla="*/ 0 h 13"/>
                <a:gd name="T10" fmla="*/ 5 w 9"/>
                <a:gd name="T11" fmla="*/ 2 h 13"/>
                <a:gd name="T12" fmla="*/ 7 w 9"/>
                <a:gd name="T13" fmla="*/ 6 h 13"/>
                <a:gd name="T14" fmla="*/ 5 w 9"/>
                <a:gd name="T15" fmla="*/ 11 h 13"/>
                <a:gd name="T16" fmla="*/ 3 w 9"/>
                <a:gd name="T17" fmla="*/ 6 h 13"/>
                <a:gd name="T18" fmla="*/ 5 w 9"/>
                <a:gd name="T19" fmla="*/ 2 h 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 h="13">
                  <a:moveTo>
                    <a:pt x="5" y="0"/>
                  </a:moveTo>
                  <a:cubicBezTo>
                    <a:pt x="2" y="0"/>
                    <a:pt x="0" y="2"/>
                    <a:pt x="0" y="6"/>
                  </a:cubicBezTo>
                  <a:cubicBezTo>
                    <a:pt x="0" y="11"/>
                    <a:pt x="2" y="13"/>
                    <a:pt x="5" y="13"/>
                  </a:cubicBezTo>
                  <a:cubicBezTo>
                    <a:pt x="8" y="13"/>
                    <a:pt x="9" y="11"/>
                    <a:pt x="9" y="6"/>
                  </a:cubicBezTo>
                  <a:cubicBezTo>
                    <a:pt x="9" y="2"/>
                    <a:pt x="8" y="0"/>
                    <a:pt x="5" y="0"/>
                  </a:cubicBezTo>
                  <a:close/>
                  <a:moveTo>
                    <a:pt x="5" y="2"/>
                  </a:moveTo>
                  <a:cubicBezTo>
                    <a:pt x="6" y="2"/>
                    <a:pt x="7" y="3"/>
                    <a:pt x="7" y="6"/>
                  </a:cubicBezTo>
                  <a:cubicBezTo>
                    <a:pt x="7" y="10"/>
                    <a:pt x="6" y="11"/>
                    <a:pt x="5" y="11"/>
                  </a:cubicBezTo>
                  <a:cubicBezTo>
                    <a:pt x="3" y="11"/>
                    <a:pt x="3" y="10"/>
                    <a:pt x="3" y="6"/>
                  </a:cubicBezTo>
                  <a:cubicBezTo>
                    <a:pt x="3" y="3"/>
                    <a:pt x="3" y="2"/>
                    <a:pt x="5" y="2"/>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5" name="Rectangle 94"/>
            <p:cNvSpPr>
              <a:spLocks noChangeArrowheads="1"/>
            </p:cNvSpPr>
            <p:nvPr userDrawn="1"/>
          </p:nvSpPr>
          <p:spPr bwMode="auto">
            <a:xfrm>
              <a:off x="9668569" y="773105"/>
              <a:ext cx="406867" cy="475330"/>
            </a:xfrm>
            <a:prstGeom prst="rect">
              <a:avLst/>
            </a:prstGeom>
            <a:solidFill>
              <a:schemeClr val="accent3">
                <a:lumMod val="20000"/>
                <a:lumOff val="8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26" name="Freeform 95"/>
            <p:cNvSpPr>
              <a:spLocks/>
            </p:cNvSpPr>
            <p:nvPr userDrawn="1"/>
          </p:nvSpPr>
          <p:spPr bwMode="auto">
            <a:xfrm>
              <a:off x="9782022" y="863086"/>
              <a:ext cx="134970" cy="295370"/>
            </a:xfrm>
            <a:custGeom>
              <a:avLst/>
              <a:gdLst>
                <a:gd name="T0" fmla="*/ 69 w 69"/>
                <a:gd name="T1" fmla="*/ 151 h 151"/>
                <a:gd name="T2" fmla="*/ 69 w 69"/>
                <a:gd name="T3" fmla="*/ 0 h 151"/>
                <a:gd name="T4" fmla="*/ 46 w 69"/>
                <a:gd name="T5" fmla="*/ 0 h 151"/>
                <a:gd name="T6" fmla="*/ 0 w 69"/>
                <a:gd name="T7" fmla="*/ 35 h 151"/>
                <a:gd name="T8" fmla="*/ 11 w 69"/>
                <a:gd name="T9" fmla="*/ 46 h 151"/>
                <a:gd name="T10" fmla="*/ 46 w 69"/>
                <a:gd name="T11" fmla="*/ 35 h 151"/>
                <a:gd name="T12" fmla="*/ 46 w 69"/>
                <a:gd name="T13" fmla="*/ 151 h 151"/>
                <a:gd name="T14" fmla="*/ 69 w 69"/>
                <a:gd name="T15" fmla="*/ 151 h 15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9" h="151">
                  <a:moveTo>
                    <a:pt x="69" y="151"/>
                  </a:moveTo>
                  <a:lnTo>
                    <a:pt x="69" y="0"/>
                  </a:lnTo>
                  <a:lnTo>
                    <a:pt x="46" y="0"/>
                  </a:lnTo>
                  <a:lnTo>
                    <a:pt x="0" y="35"/>
                  </a:lnTo>
                  <a:lnTo>
                    <a:pt x="11" y="46"/>
                  </a:lnTo>
                  <a:lnTo>
                    <a:pt x="46" y="35"/>
                  </a:lnTo>
                  <a:lnTo>
                    <a:pt x="46" y="151"/>
                  </a:lnTo>
                  <a:lnTo>
                    <a:pt x="69" y="151"/>
                  </a:lnTo>
                  <a:close/>
                </a:path>
              </a:pathLst>
            </a:custGeom>
            <a:solidFill>
              <a:schemeClr val="accent3"/>
            </a:solidFill>
            <a:ln>
              <a:noFill/>
            </a:ln>
          </p:spPr>
          <p:txBody>
            <a:bodyPr vert="horz" wrap="square" lIns="91440" tIns="45720" rIns="91440" bIns="45720" numCol="1" anchor="t" anchorCtr="0" compatLnSpc="1">
              <a:prstTxWarp prst="textNoShape">
                <a:avLst/>
              </a:prstTxWarp>
            </a:bodyPr>
            <a:lstStyle/>
            <a:p>
              <a:endParaRPr lang="en-US"/>
            </a:p>
          </p:txBody>
        </p:sp>
        <p:sp>
          <p:nvSpPr>
            <p:cNvPr id="27" name="Rectangle 96"/>
            <p:cNvSpPr>
              <a:spLocks noChangeArrowheads="1"/>
            </p:cNvSpPr>
            <p:nvPr userDrawn="1"/>
          </p:nvSpPr>
          <p:spPr bwMode="auto">
            <a:xfrm>
              <a:off x="10075436" y="1271908"/>
              <a:ext cx="408822" cy="475330"/>
            </a:xfrm>
            <a:prstGeom prst="rect">
              <a:avLst/>
            </a:prstGeom>
            <a:solidFill>
              <a:schemeClr val="accent3"/>
            </a:solidFill>
            <a:ln>
              <a:noFill/>
            </a:ln>
          </p:spPr>
          <p:txBody>
            <a:bodyPr vert="horz" wrap="square" lIns="91440" tIns="45720" rIns="91440" bIns="45720" numCol="1" anchor="t" anchorCtr="0" compatLnSpc="1">
              <a:prstTxWarp prst="textNoShape">
                <a:avLst/>
              </a:prstTxWarp>
            </a:bodyPr>
            <a:lstStyle/>
            <a:p>
              <a:endParaRPr lang="en-US"/>
            </a:p>
          </p:txBody>
        </p:sp>
        <p:sp>
          <p:nvSpPr>
            <p:cNvPr id="28" name="Freeform 97"/>
            <p:cNvSpPr>
              <a:spLocks noEditPoints="1"/>
            </p:cNvSpPr>
            <p:nvPr userDrawn="1"/>
          </p:nvSpPr>
          <p:spPr bwMode="auto">
            <a:xfrm>
              <a:off x="10167373" y="1361888"/>
              <a:ext cx="203433" cy="295370"/>
            </a:xfrm>
            <a:custGeom>
              <a:avLst/>
              <a:gdLst>
                <a:gd name="T0" fmla="*/ 5 w 9"/>
                <a:gd name="T1" fmla="*/ 0 h 13"/>
                <a:gd name="T2" fmla="*/ 0 w 9"/>
                <a:gd name="T3" fmla="*/ 6 h 13"/>
                <a:gd name="T4" fmla="*/ 5 w 9"/>
                <a:gd name="T5" fmla="*/ 13 h 13"/>
                <a:gd name="T6" fmla="*/ 9 w 9"/>
                <a:gd name="T7" fmla="*/ 6 h 13"/>
                <a:gd name="T8" fmla="*/ 5 w 9"/>
                <a:gd name="T9" fmla="*/ 0 h 13"/>
                <a:gd name="T10" fmla="*/ 5 w 9"/>
                <a:gd name="T11" fmla="*/ 1 h 13"/>
                <a:gd name="T12" fmla="*/ 7 w 9"/>
                <a:gd name="T13" fmla="*/ 6 h 13"/>
                <a:gd name="T14" fmla="*/ 5 w 9"/>
                <a:gd name="T15" fmla="*/ 11 h 13"/>
                <a:gd name="T16" fmla="*/ 3 w 9"/>
                <a:gd name="T17" fmla="*/ 6 h 13"/>
                <a:gd name="T18" fmla="*/ 5 w 9"/>
                <a:gd name="T19" fmla="*/ 1 h 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 h="13">
                  <a:moveTo>
                    <a:pt x="5" y="0"/>
                  </a:moveTo>
                  <a:cubicBezTo>
                    <a:pt x="2" y="0"/>
                    <a:pt x="0" y="2"/>
                    <a:pt x="0" y="6"/>
                  </a:cubicBezTo>
                  <a:cubicBezTo>
                    <a:pt x="0" y="10"/>
                    <a:pt x="2" y="13"/>
                    <a:pt x="5" y="13"/>
                  </a:cubicBezTo>
                  <a:cubicBezTo>
                    <a:pt x="8" y="13"/>
                    <a:pt x="9" y="10"/>
                    <a:pt x="9" y="6"/>
                  </a:cubicBezTo>
                  <a:cubicBezTo>
                    <a:pt x="9" y="2"/>
                    <a:pt x="8" y="0"/>
                    <a:pt x="5" y="0"/>
                  </a:cubicBezTo>
                  <a:close/>
                  <a:moveTo>
                    <a:pt x="5" y="1"/>
                  </a:moveTo>
                  <a:cubicBezTo>
                    <a:pt x="6" y="1"/>
                    <a:pt x="7" y="3"/>
                    <a:pt x="7" y="6"/>
                  </a:cubicBezTo>
                  <a:cubicBezTo>
                    <a:pt x="7" y="10"/>
                    <a:pt x="6" y="11"/>
                    <a:pt x="5" y="11"/>
                  </a:cubicBezTo>
                  <a:cubicBezTo>
                    <a:pt x="3" y="11"/>
                    <a:pt x="3" y="10"/>
                    <a:pt x="3" y="6"/>
                  </a:cubicBezTo>
                  <a:cubicBezTo>
                    <a:pt x="3" y="3"/>
                    <a:pt x="3" y="1"/>
                    <a:pt x="5" y="1"/>
                  </a:cubicBezTo>
                  <a:close/>
                </a:path>
              </a:pathLst>
            </a:custGeom>
            <a:solidFill>
              <a:schemeClr val="accent3">
                <a:lumMod val="20000"/>
                <a:lumOff val="8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29" name="Rectangle 114"/>
            <p:cNvSpPr>
              <a:spLocks noChangeArrowheads="1"/>
            </p:cNvSpPr>
            <p:nvPr userDrawn="1"/>
          </p:nvSpPr>
          <p:spPr bwMode="auto">
            <a:xfrm>
              <a:off x="7082620" y="4468157"/>
              <a:ext cx="408822" cy="498804"/>
            </a:xfrm>
            <a:prstGeom prst="rect">
              <a:avLst/>
            </a:prstGeom>
            <a:solidFill>
              <a:schemeClr val="accent3"/>
            </a:solidFill>
            <a:ln>
              <a:noFill/>
            </a:ln>
          </p:spPr>
          <p:txBody>
            <a:bodyPr vert="horz" wrap="square" lIns="91440" tIns="45720" rIns="91440" bIns="45720" numCol="1" anchor="t" anchorCtr="0" compatLnSpc="1">
              <a:prstTxWarp prst="textNoShape">
                <a:avLst/>
              </a:prstTxWarp>
            </a:bodyPr>
            <a:lstStyle/>
            <a:p>
              <a:endParaRPr lang="en-US"/>
            </a:p>
          </p:txBody>
        </p:sp>
        <p:sp>
          <p:nvSpPr>
            <p:cNvPr id="30" name="Freeform 115"/>
            <p:cNvSpPr>
              <a:spLocks noEditPoints="1"/>
            </p:cNvSpPr>
            <p:nvPr userDrawn="1"/>
          </p:nvSpPr>
          <p:spPr bwMode="auto">
            <a:xfrm>
              <a:off x="7172600" y="4581610"/>
              <a:ext cx="205389" cy="293413"/>
            </a:xfrm>
            <a:custGeom>
              <a:avLst/>
              <a:gdLst>
                <a:gd name="T0" fmla="*/ 5 w 9"/>
                <a:gd name="T1" fmla="*/ 0 h 13"/>
                <a:gd name="T2" fmla="*/ 0 w 9"/>
                <a:gd name="T3" fmla="*/ 6 h 13"/>
                <a:gd name="T4" fmla="*/ 5 w 9"/>
                <a:gd name="T5" fmla="*/ 13 h 13"/>
                <a:gd name="T6" fmla="*/ 9 w 9"/>
                <a:gd name="T7" fmla="*/ 6 h 13"/>
                <a:gd name="T8" fmla="*/ 5 w 9"/>
                <a:gd name="T9" fmla="*/ 0 h 13"/>
                <a:gd name="T10" fmla="*/ 5 w 9"/>
                <a:gd name="T11" fmla="*/ 1 h 13"/>
                <a:gd name="T12" fmla="*/ 7 w 9"/>
                <a:gd name="T13" fmla="*/ 6 h 13"/>
                <a:gd name="T14" fmla="*/ 5 w 9"/>
                <a:gd name="T15" fmla="*/ 11 h 13"/>
                <a:gd name="T16" fmla="*/ 3 w 9"/>
                <a:gd name="T17" fmla="*/ 6 h 13"/>
                <a:gd name="T18" fmla="*/ 5 w 9"/>
                <a:gd name="T19" fmla="*/ 1 h 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 h="13">
                  <a:moveTo>
                    <a:pt x="5" y="0"/>
                  </a:moveTo>
                  <a:cubicBezTo>
                    <a:pt x="2" y="0"/>
                    <a:pt x="0" y="2"/>
                    <a:pt x="0" y="6"/>
                  </a:cubicBezTo>
                  <a:cubicBezTo>
                    <a:pt x="0" y="10"/>
                    <a:pt x="2" y="13"/>
                    <a:pt x="5" y="13"/>
                  </a:cubicBezTo>
                  <a:cubicBezTo>
                    <a:pt x="8" y="13"/>
                    <a:pt x="9" y="10"/>
                    <a:pt x="9" y="6"/>
                  </a:cubicBezTo>
                  <a:cubicBezTo>
                    <a:pt x="9" y="2"/>
                    <a:pt x="8" y="0"/>
                    <a:pt x="5" y="0"/>
                  </a:cubicBezTo>
                  <a:close/>
                  <a:moveTo>
                    <a:pt x="5" y="1"/>
                  </a:moveTo>
                  <a:cubicBezTo>
                    <a:pt x="6" y="1"/>
                    <a:pt x="7" y="2"/>
                    <a:pt x="7" y="6"/>
                  </a:cubicBezTo>
                  <a:cubicBezTo>
                    <a:pt x="7" y="10"/>
                    <a:pt x="6" y="11"/>
                    <a:pt x="5" y="11"/>
                  </a:cubicBezTo>
                  <a:cubicBezTo>
                    <a:pt x="3" y="11"/>
                    <a:pt x="3" y="9"/>
                    <a:pt x="3" y="6"/>
                  </a:cubicBezTo>
                  <a:cubicBezTo>
                    <a:pt x="3" y="3"/>
                    <a:pt x="3" y="1"/>
                    <a:pt x="5" y="1"/>
                  </a:cubicBezTo>
                  <a:close/>
                </a:path>
              </a:pathLst>
            </a:custGeom>
            <a:solidFill>
              <a:schemeClr val="accent3">
                <a:lumMod val="20000"/>
                <a:lumOff val="80000"/>
              </a:schemeClr>
            </a:solidFill>
            <a:ln>
              <a:noFill/>
            </a:ln>
          </p:spPr>
          <p:txBody>
            <a:bodyPr vert="horz" wrap="square" lIns="91440" tIns="45720" rIns="91440" bIns="45720" numCol="1" anchor="t" anchorCtr="0" compatLnSpc="1">
              <a:prstTxWarp prst="textNoShape">
                <a:avLst/>
              </a:prstTxWarp>
            </a:bodyPr>
            <a:lstStyle/>
            <a:p>
              <a:endParaRPr lang="en-US"/>
            </a:p>
          </p:txBody>
        </p:sp>
        <p:grpSp>
          <p:nvGrpSpPr>
            <p:cNvPr id="31" name="Group 30"/>
            <p:cNvGrpSpPr/>
            <p:nvPr userDrawn="1"/>
          </p:nvGrpSpPr>
          <p:grpSpPr>
            <a:xfrm>
              <a:off x="6825497" y="1378359"/>
              <a:ext cx="1264708" cy="1505127"/>
              <a:chOff x="6825497" y="1378359"/>
              <a:chExt cx="1264708" cy="1505127"/>
            </a:xfrm>
          </p:grpSpPr>
          <p:grpSp>
            <p:nvGrpSpPr>
              <p:cNvPr id="32" name="Group 31"/>
              <p:cNvGrpSpPr/>
              <p:nvPr/>
            </p:nvGrpSpPr>
            <p:grpSpPr>
              <a:xfrm>
                <a:off x="6825497" y="1378359"/>
                <a:ext cx="1251014" cy="1505127"/>
                <a:chOff x="6825497" y="1378359"/>
                <a:chExt cx="1251014" cy="1505127"/>
              </a:xfrm>
            </p:grpSpPr>
            <p:sp>
              <p:nvSpPr>
                <p:cNvPr id="35" name="Rectangle 106"/>
                <p:cNvSpPr>
                  <a:spLocks noChangeArrowheads="1"/>
                </p:cNvSpPr>
                <p:nvPr/>
              </p:nvSpPr>
              <p:spPr bwMode="auto">
                <a:xfrm>
                  <a:off x="7260822" y="1378359"/>
                  <a:ext cx="408822" cy="498803"/>
                </a:xfrm>
                <a:prstGeom prst="rect">
                  <a:avLst/>
                </a:prstGeom>
                <a:solidFill>
                  <a:schemeClr val="accent3"/>
                </a:solidFill>
                <a:ln>
                  <a:noFill/>
                </a:ln>
              </p:spPr>
              <p:txBody>
                <a:bodyPr vert="horz" wrap="square" lIns="91440" tIns="45720" rIns="91440" bIns="45720" numCol="1" anchor="t" anchorCtr="0" compatLnSpc="1">
                  <a:prstTxWarp prst="textNoShape">
                    <a:avLst/>
                  </a:prstTxWarp>
                </a:bodyPr>
                <a:lstStyle/>
                <a:p>
                  <a:endParaRPr lang="en-US"/>
                </a:p>
              </p:txBody>
            </p:sp>
            <p:sp>
              <p:nvSpPr>
                <p:cNvPr id="36" name="Freeform 107"/>
                <p:cNvSpPr>
                  <a:spLocks noEditPoints="1"/>
                </p:cNvSpPr>
                <p:nvPr/>
              </p:nvSpPr>
              <p:spPr bwMode="auto">
                <a:xfrm>
                  <a:off x="7350802" y="1470294"/>
                  <a:ext cx="205389" cy="293413"/>
                </a:xfrm>
                <a:custGeom>
                  <a:avLst/>
                  <a:gdLst>
                    <a:gd name="T0" fmla="*/ 5 w 9"/>
                    <a:gd name="T1" fmla="*/ 0 h 13"/>
                    <a:gd name="T2" fmla="*/ 0 w 9"/>
                    <a:gd name="T3" fmla="*/ 7 h 13"/>
                    <a:gd name="T4" fmla="*/ 5 w 9"/>
                    <a:gd name="T5" fmla="*/ 13 h 13"/>
                    <a:gd name="T6" fmla="*/ 9 w 9"/>
                    <a:gd name="T7" fmla="*/ 7 h 13"/>
                    <a:gd name="T8" fmla="*/ 5 w 9"/>
                    <a:gd name="T9" fmla="*/ 0 h 13"/>
                    <a:gd name="T10" fmla="*/ 5 w 9"/>
                    <a:gd name="T11" fmla="*/ 2 h 13"/>
                    <a:gd name="T12" fmla="*/ 7 w 9"/>
                    <a:gd name="T13" fmla="*/ 7 h 13"/>
                    <a:gd name="T14" fmla="*/ 5 w 9"/>
                    <a:gd name="T15" fmla="*/ 12 h 13"/>
                    <a:gd name="T16" fmla="*/ 3 w 9"/>
                    <a:gd name="T17" fmla="*/ 7 h 13"/>
                    <a:gd name="T18" fmla="*/ 5 w 9"/>
                    <a:gd name="T19" fmla="*/ 2 h 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 h="13">
                      <a:moveTo>
                        <a:pt x="5" y="0"/>
                      </a:moveTo>
                      <a:cubicBezTo>
                        <a:pt x="2" y="0"/>
                        <a:pt x="0" y="3"/>
                        <a:pt x="0" y="7"/>
                      </a:cubicBezTo>
                      <a:cubicBezTo>
                        <a:pt x="0" y="11"/>
                        <a:pt x="2" y="13"/>
                        <a:pt x="5" y="13"/>
                      </a:cubicBezTo>
                      <a:cubicBezTo>
                        <a:pt x="8" y="13"/>
                        <a:pt x="9" y="11"/>
                        <a:pt x="9" y="7"/>
                      </a:cubicBezTo>
                      <a:cubicBezTo>
                        <a:pt x="9" y="3"/>
                        <a:pt x="8" y="0"/>
                        <a:pt x="5" y="0"/>
                      </a:cubicBezTo>
                      <a:close/>
                      <a:moveTo>
                        <a:pt x="5" y="2"/>
                      </a:moveTo>
                      <a:cubicBezTo>
                        <a:pt x="6" y="2"/>
                        <a:pt x="7" y="3"/>
                        <a:pt x="7" y="7"/>
                      </a:cubicBezTo>
                      <a:cubicBezTo>
                        <a:pt x="7" y="10"/>
                        <a:pt x="6" y="12"/>
                        <a:pt x="5" y="12"/>
                      </a:cubicBezTo>
                      <a:cubicBezTo>
                        <a:pt x="3" y="12"/>
                        <a:pt x="3" y="10"/>
                        <a:pt x="3" y="7"/>
                      </a:cubicBezTo>
                      <a:cubicBezTo>
                        <a:pt x="3" y="3"/>
                        <a:pt x="3" y="2"/>
                        <a:pt x="5" y="2"/>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7" name="Rectangle 108"/>
                <p:cNvSpPr>
                  <a:spLocks noChangeArrowheads="1"/>
                </p:cNvSpPr>
                <p:nvPr/>
              </p:nvSpPr>
              <p:spPr bwMode="auto">
                <a:xfrm>
                  <a:off x="7691162" y="1378359"/>
                  <a:ext cx="385349" cy="498803"/>
                </a:xfrm>
                <a:prstGeom prst="rect">
                  <a:avLst/>
                </a:prstGeom>
                <a:solidFill>
                  <a:schemeClr val="accent3">
                    <a:lumMod val="20000"/>
                    <a:lumOff val="8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38" name="Freeform 109"/>
                <p:cNvSpPr>
                  <a:spLocks/>
                </p:cNvSpPr>
                <p:nvPr/>
              </p:nvSpPr>
              <p:spPr bwMode="auto">
                <a:xfrm>
                  <a:off x="7783098" y="1491812"/>
                  <a:ext cx="158443" cy="271897"/>
                </a:xfrm>
                <a:custGeom>
                  <a:avLst/>
                  <a:gdLst>
                    <a:gd name="T0" fmla="*/ 81 w 81"/>
                    <a:gd name="T1" fmla="*/ 139 h 139"/>
                    <a:gd name="T2" fmla="*/ 81 w 81"/>
                    <a:gd name="T3" fmla="*/ 0 h 139"/>
                    <a:gd name="T4" fmla="*/ 46 w 81"/>
                    <a:gd name="T5" fmla="*/ 0 h 139"/>
                    <a:gd name="T6" fmla="*/ 0 w 81"/>
                    <a:gd name="T7" fmla="*/ 23 h 139"/>
                    <a:gd name="T8" fmla="*/ 11 w 81"/>
                    <a:gd name="T9" fmla="*/ 47 h 139"/>
                    <a:gd name="T10" fmla="*/ 46 w 81"/>
                    <a:gd name="T11" fmla="*/ 23 h 139"/>
                    <a:gd name="T12" fmla="*/ 46 w 81"/>
                    <a:gd name="T13" fmla="*/ 139 h 139"/>
                    <a:gd name="T14" fmla="*/ 81 w 81"/>
                    <a:gd name="T15" fmla="*/ 139 h 13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81" h="139">
                      <a:moveTo>
                        <a:pt x="81" y="139"/>
                      </a:moveTo>
                      <a:lnTo>
                        <a:pt x="81" y="0"/>
                      </a:lnTo>
                      <a:lnTo>
                        <a:pt x="46" y="0"/>
                      </a:lnTo>
                      <a:lnTo>
                        <a:pt x="0" y="23"/>
                      </a:lnTo>
                      <a:lnTo>
                        <a:pt x="11" y="47"/>
                      </a:lnTo>
                      <a:lnTo>
                        <a:pt x="46" y="23"/>
                      </a:lnTo>
                      <a:lnTo>
                        <a:pt x="46" y="139"/>
                      </a:lnTo>
                      <a:lnTo>
                        <a:pt x="81" y="139"/>
                      </a:lnTo>
                      <a:close/>
                    </a:path>
                  </a:pathLst>
                </a:custGeom>
                <a:solidFill>
                  <a:schemeClr val="accent3"/>
                </a:solidFill>
                <a:ln>
                  <a:noFill/>
                </a:ln>
              </p:spPr>
              <p:txBody>
                <a:bodyPr vert="horz" wrap="square" lIns="91440" tIns="45720" rIns="91440" bIns="45720" numCol="1" anchor="t" anchorCtr="0" compatLnSpc="1">
                  <a:prstTxWarp prst="textNoShape">
                    <a:avLst/>
                  </a:prstTxWarp>
                </a:bodyPr>
                <a:lstStyle/>
                <a:p>
                  <a:endParaRPr lang="en-US"/>
                </a:p>
              </p:txBody>
            </p:sp>
            <p:sp>
              <p:nvSpPr>
                <p:cNvPr id="39" name="Rectangle 110"/>
                <p:cNvSpPr>
                  <a:spLocks noChangeArrowheads="1"/>
                </p:cNvSpPr>
                <p:nvPr/>
              </p:nvSpPr>
              <p:spPr bwMode="auto">
                <a:xfrm>
                  <a:off x="6825497" y="2384683"/>
                  <a:ext cx="406866" cy="498803"/>
                </a:xfrm>
                <a:prstGeom prst="rect">
                  <a:avLst/>
                </a:prstGeom>
                <a:solidFill>
                  <a:schemeClr val="accent3"/>
                </a:solidFill>
                <a:ln>
                  <a:noFill/>
                </a:ln>
              </p:spPr>
              <p:txBody>
                <a:bodyPr vert="horz" wrap="square" lIns="91440" tIns="45720" rIns="91440" bIns="45720" numCol="1" anchor="t" anchorCtr="0" compatLnSpc="1">
                  <a:prstTxWarp prst="textNoShape">
                    <a:avLst/>
                  </a:prstTxWarp>
                </a:bodyPr>
                <a:lstStyle/>
                <a:p>
                  <a:endParaRPr lang="en-US"/>
                </a:p>
              </p:txBody>
            </p:sp>
            <p:sp>
              <p:nvSpPr>
                <p:cNvPr id="40" name="Freeform 111"/>
                <p:cNvSpPr>
                  <a:spLocks/>
                </p:cNvSpPr>
                <p:nvPr/>
              </p:nvSpPr>
              <p:spPr bwMode="auto">
                <a:xfrm>
                  <a:off x="6938949" y="2474663"/>
                  <a:ext cx="134969" cy="295370"/>
                </a:xfrm>
                <a:custGeom>
                  <a:avLst/>
                  <a:gdLst>
                    <a:gd name="T0" fmla="*/ 69 w 69"/>
                    <a:gd name="T1" fmla="*/ 151 h 151"/>
                    <a:gd name="T2" fmla="*/ 69 w 69"/>
                    <a:gd name="T3" fmla="*/ 0 h 151"/>
                    <a:gd name="T4" fmla="*/ 46 w 69"/>
                    <a:gd name="T5" fmla="*/ 0 h 151"/>
                    <a:gd name="T6" fmla="*/ 0 w 69"/>
                    <a:gd name="T7" fmla="*/ 35 h 151"/>
                    <a:gd name="T8" fmla="*/ 11 w 69"/>
                    <a:gd name="T9" fmla="*/ 58 h 151"/>
                    <a:gd name="T10" fmla="*/ 46 w 69"/>
                    <a:gd name="T11" fmla="*/ 35 h 151"/>
                    <a:gd name="T12" fmla="*/ 46 w 69"/>
                    <a:gd name="T13" fmla="*/ 151 h 151"/>
                    <a:gd name="T14" fmla="*/ 69 w 69"/>
                    <a:gd name="T15" fmla="*/ 151 h 15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9" h="151">
                      <a:moveTo>
                        <a:pt x="69" y="151"/>
                      </a:moveTo>
                      <a:lnTo>
                        <a:pt x="69" y="0"/>
                      </a:lnTo>
                      <a:lnTo>
                        <a:pt x="46" y="0"/>
                      </a:lnTo>
                      <a:lnTo>
                        <a:pt x="0" y="35"/>
                      </a:lnTo>
                      <a:lnTo>
                        <a:pt x="11" y="58"/>
                      </a:lnTo>
                      <a:lnTo>
                        <a:pt x="46" y="35"/>
                      </a:lnTo>
                      <a:lnTo>
                        <a:pt x="46" y="151"/>
                      </a:lnTo>
                      <a:lnTo>
                        <a:pt x="69" y="151"/>
                      </a:lnTo>
                      <a:close/>
                    </a:path>
                  </a:pathLst>
                </a:custGeom>
                <a:solidFill>
                  <a:srgbClr val="FFFFFF"/>
                </a:solidFill>
                <a:ln>
                  <a:noFill/>
                </a:ln>
              </p:spPr>
              <p:txBody>
                <a:bodyPr vert="horz" wrap="square" lIns="91440" tIns="45720" rIns="91440" bIns="45720" numCol="1" anchor="t" anchorCtr="0" compatLnSpc="1">
                  <a:prstTxWarp prst="textNoShape">
                    <a:avLst/>
                  </a:prstTxWarp>
                </a:bodyPr>
                <a:lstStyle/>
                <a:p>
                  <a:endParaRPr lang="en-US"/>
                </a:p>
              </p:txBody>
            </p:sp>
            <p:sp>
              <p:nvSpPr>
                <p:cNvPr id="41" name="Rectangle 112"/>
                <p:cNvSpPr>
                  <a:spLocks noChangeArrowheads="1"/>
                </p:cNvSpPr>
                <p:nvPr/>
              </p:nvSpPr>
              <p:spPr bwMode="auto">
                <a:xfrm>
                  <a:off x="7255835" y="1885881"/>
                  <a:ext cx="408822" cy="475330"/>
                </a:xfrm>
                <a:prstGeom prst="rect">
                  <a:avLst/>
                </a:prstGeom>
                <a:solidFill>
                  <a:schemeClr val="accent3">
                    <a:lumMod val="20000"/>
                    <a:lumOff val="8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42" name="Freeform 113"/>
                <p:cNvSpPr>
                  <a:spLocks/>
                </p:cNvSpPr>
                <p:nvPr/>
              </p:nvSpPr>
              <p:spPr bwMode="auto">
                <a:xfrm>
                  <a:off x="7369288" y="1975861"/>
                  <a:ext cx="136926" cy="295370"/>
                </a:xfrm>
                <a:custGeom>
                  <a:avLst/>
                  <a:gdLst>
                    <a:gd name="T0" fmla="*/ 70 w 70"/>
                    <a:gd name="T1" fmla="*/ 151 h 151"/>
                    <a:gd name="T2" fmla="*/ 70 w 70"/>
                    <a:gd name="T3" fmla="*/ 0 h 151"/>
                    <a:gd name="T4" fmla="*/ 46 w 70"/>
                    <a:gd name="T5" fmla="*/ 0 h 151"/>
                    <a:gd name="T6" fmla="*/ 0 w 70"/>
                    <a:gd name="T7" fmla="*/ 35 h 151"/>
                    <a:gd name="T8" fmla="*/ 12 w 70"/>
                    <a:gd name="T9" fmla="*/ 46 h 151"/>
                    <a:gd name="T10" fmla="*/ 35 w 70"/>
                    <a:gd name="T11" fmla="*/ 35 h 151"/>
                    <a:gd name="T12" fmla="*/ 35 w 70"/>
                    <a:gd name="T13" fmla="*/ 151 h 151"/>
                    <a:gd name="T14" fmla="*/ 70 w 70"/>
                    <a:gd name="T15" fmla="*/ 151 h 15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0" h="151">
                      <a:moveTo>
                        <a:pt x="70" y="151"/>
                      </a:moveTo>
                      <a:lnTo>
                        <a:pt x="70" y="0"/>
                      </a:lnTo>
                      <a:lnTo>
                        <a:pt x="46" y="0"/>
                      </a:lnTo>
                      <a:lnTo>
                        <a:pt x="0" y="35"/>
                      </a:lnTo>
                      <a:lnTo>
                        <a:pt x="12" y="46"/>
                      </a:lnTo>
                      <a:lnTo>
                        <a:pt x="35" y="35"/>
                      </a:lnTo>
                      <a:lnTo>
                        <a:pt x="35" y="151"/>
                      </a:lnTo>
                      <a:lnTo>
                        <a:pt x="70" y="151"/>
                      </a:lnTo>
                      <a:close/>
                    </a:path>
                  </a:pathLst>
                </a:custGeom>
                <a:solidFill>
                  <a:schemeClr val="accent3"/>
                </a:solidFill>
                <a:ln>
                  <a:noFill/>
                </a:ln>
              </p:spPr>
              <p:txBody>
                <a:bodyPr vert="horz" wrap="square" lIns="91440" tIns="45720" rIns="91440" bIns="45720" numCol="1" anchor="t" anchorCtr="0" compatLnSpc="1">
                  <a:prstTxWarp prst="textNoShape">
                    <a:avLst/>
                  </a:prstTxWarp>
                </a:bodyPr>
                <a:lstStyle/>
                <a:p>
                  <a:endParaRPr lang="en-US"/>
                </a:p>
              </p:txBody>
            </p:sp>
          </p:grpSp>
          <p:sp>
            <p:nvSpPr>
              <p:cNvPr id="33" name="Rectangle 116"/>
              <p:cNvSpPr>
                <a:spLocks noChangeArrowheads="1"/>
              </p:cNvSpPr>
              <p:nvPr/>
            </p:nvSpPr>
            <p:spPr bwMode="auto">
              <a:xfrm>
                <a:off x="7681383" y="2384682"/>
                <a:ext cx="408822" cy="498804"/>
              </a:xfrm>
              <a:prstGeom prst="rect">
                <a:avLst/>
              </a:prstGeom>
              <a:solidFill>
                <a:schemeClr val="accent3"/>
              </a:solidFill>
              <a:ln>
                <a:noFill/>
              </a:ln>
            </p:spPr>
            <p:txBody>
              <a:bodyPr vert="horz" wrap="square" lIns="91440" tIns="45720" rIns="91440" bIns="45720" numCol="1" anchor="t" anchorCtr="0" compatLnSpc="1">
                <a:prstTxWarp prst="textNoShape">
                  <a:avLst/>
                </a:prstTxWarp>
              </a:bodyPr>
              <a:lstStyle/>
              <a:p>
                <a:endParaRPr lang="en-US"/>
              </a:p>
            </p:txBody>
          </p:sp>
          <p:sp>
            <p:nvSpPr>
              <p:cNvPr id="34" name="Freeform 117"/>
              <p:cNvSpPr>
                <a:spLocks noEditPoints="1"/>
              </p:cNvSpPr>
              <p:nvPr/>
            </p:nvSpPr>
            <p:spPr bwMode="auto">
              <a:xfrm>
                <a:off x="7773319" y="2474662"/>
                <a:ext cx="203433" cy="295370"/>
              </a:xfrm>
              <a:custGeom>
                <a:avLst/>
                <a:gdLst>
                  <a:gd name="T0" fmla="*/ 5 w 9"/>
                  <a:gd name="T1" fmla="*/ 0 h 13"/>
                  <a:gd name="T2" fmla="*/ 0 w 9"/>
                  <a:gd name="T3" fmla="*/ 7 h 13"/>
                  <a:gd name="T4" fmla="*/ 5 w 9"/>
                  <a:gd name="T5" fmla="*/ 13 h 13"/>
                  <a:gd name="T6" fmla="*/ 9 w 9"/>
                  <a:gd name="T7" fmla="*/ 7 h 13"/>
                  <a:gd name="T8" fmla="*/ 5 w 9"/>
                  <a:gd name="T9" fmla="*/ 0 h 13"/>
                  <a:gd name="T10" fmla="*/ 5 w 9"/>
                  <a:gd name="T11" fmla="*/ 2 h 13"/>
                  <a:gd name="T12" fmla="*/ 7 w 9"/>
                  <a:gd name="T13" fmla="*/ 7 h 13"/>
                  <a:gd name="T14" fmla="*/ 5 w 9"/>
                  <a:gd name="T15" fmla="*/ 11 h 13"/>
                  <a:gd name="T16" fmla="*/ 3 w 9"/>
                  <a:gd name="T17" fmla="*/ 7 h 13"/>
                  <a:gd name="T18" fmla="*/ 5 w 9"/>
                  <a:gd name="T19" fmla="*/ 2 h 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 h="13">
                    <a:moveTo>
                      <a:pt x="5" y="0"/>
                    </a:moveTo>
                    <a:cubicBezTo>
                      <a:pt x="2" y="0"/>
                      <a:pt x="0" y="3"/>
                      <a:pt x="0" y="7"/>
                    </a:cubicBezTo>
                    <a:cubicBezTo>
                      <a:pt x="0" y="11"/>
                      <a:pt x="2" y="13"/>
                      <a:pt x="5" y="13"/>
                    </a:cubicBezTo>
                    <a:cubicBezTo>
                      <a:pt x="8" y="13"/>
                      <a:pt x="9" y="11"/>
                      <a:pt x="9" y="7"/>
                    </a:cubicBezTo>
                    <a:cubicBezTo>
                      <a:pt x="9" y="3"/>
                      <a:pt x="8" y="0"/>
                      <a:pt x="5" y="0"/>
                    </a:cubicBezTo>
                    <a:close/>
                    <a:moveTo>
                      <a:pt x="5" y="2"/>
                    </a:moveTo>
                    <a:cubicBezTo>
                      <a:pt x="6" y="2"/>
                      <a:pt x="7" y="3"/>
                      <a:pt x="7" y="7"/>
                    </a:cubicBezTo>
                    <a:cubicBezTo>
                      <a:pt x="7" y="10"/>
                      <a:pt x="6" y="11"/>
                      <a:pt x="5" y="11"/>
                    </a:cubicBezTo>
                    <a:cubicBezTo>
                      <a:pt x="3" y="11"/>
                      <a:pt x="3" y="10"/>
                      <a:pt x="3" y="7"/>
                    </a:cubicBezTo>
                    <a:cubicBezTo>
                      <a:pt x="3" y="3"/>
                      <a:pt x="3" y="2"/>
                      <a:pt x="5" y="2"/>
                    </a:cubicBezTo>
                    <a:close/>
                  </a:path>
                </a:pathLst>
              </a:custGeom>
              <a:solidFill>
                <a:schemeClr val="accent3">
                  <a:lumMod val="20000"/>
                  <a:lumOff val="80000"/>
                </a:schemeClr>
              </a:solidFill>
              <a:ln>
                <a:noFill/>
              </a:ln>
            </p:spPr>
            <p:txBody>
              <a:bodyPr vert="horz" wrap="square" lIns="91440" tIns="45720" rIns="91440" bIns="45720" numCol="1" anchor="t" anchorCtr="0" compatLnSpc="1">
                <a:prstTxWarp prst="textNoShape">
                  <a:avLst/>
                </a:prstTxWarp>
              </a:bodyPr>
              <a:lstStyle/>
              <a:p>
                <a:endParaRPr lang="en-US"/>
              </a:p>
            </p:txBody>
          </p:sp>
        </p:grpSp>
        <p:sp>
          <p:nvSpPr>
            <p:cNvPr id="43" name="Rectangle 118"/>
            <p:cNvSpPr>
              <a:spLocks noChangeArrowheads="1"/>
            </p:cNvSpPr>
            <p:nvPr userDrawn="1"/>
          </p:nvSpPr>
          <p:spPr bwMode="auto">
            <a:xfrm>
              <a:off x="7491443" y="4468157"/>
              <a:ext cx="406866" cy="498804"/>
            </a:xfrm>
            <a:prstGeom prst="rect">
              <a:avLst/>
            </a:prstGeom>
            <a:solidFill>
              <a:schemeClr val="accent3"/>
            </a:solidFill>
            <a:ln>
              <a:noFill/>
            </a:ln>
          </p:spPr>
          <p:txBody>
            <a:bodyPr vert="horz" wrap="square" lIns="91440" tIns="45720" rIns="91440" bIns="45720" numCol="1" anchor="t" anchorCtr="0" compatLnSpc="1">
              <a:prstTxWarp prst="textNoShape">
                <a:avLst/>
              </a:prstTxWarp>
            </a:bodyPr>
            <a:lstStyle/>
            <a:p>
              <a:endParaRPr lang="en-US"/>
            </a:p>
          </p:txBody>
        </p:sp>
        <p:sp>
          <p:nvSpPr>
            <p:cNvPr id="44" name="Freeform 119"/>
            <p:cNvSpPr>
              <a:spLocks noEditPoints="1"/>
            </p:cNvSpPr>
            <p:nvPr userDrawn="1"/>
          </p:nvSpPr>
          <p:spPr bwMode="auto">
            <a:xfrm>
              <a:off x="7581423" y="4581610"/>
              <a:ext cx="205389" cy="293413"/>
            </a:xfrm>
            <a:custGeom>
              <a:avLst/>
              <a:gdLst>
                <a:gd name="T0" fmla="*/ 5 w 9"/>
                <a:gd name="T1" fmla="*/ 0 h 13"/>
                <a:gd name="T2" fmla="*/ 0 w 9"/>
                <a:gd name="T3" fmla="*/ 6 h 13"/>
                <a:gd name="T4" fmla="*/ 5 w 9"/>
                <a:gd name="T5" fmla="*/ 13 h 13"/>
                <a:gd name="T6" fmla="*/ 9 w 9"/>
                <a:gd name="T7" fmla="*/ 6 h 13"/>
                <a:gd name="T8" fmla="*/ 5 w 9"/>
                <a:gd name="T9" fmla="*/ 0 h 13"/>
                <a:gd name="T10" fmla="*/ 5 w 9"/>
                <a:gd name="T11" fmla="*/ 1 h 13"/>
                <a:gd name="T12" fmla="*/ 7 w 9"/>
                <a:gd name="T13" fmla="*/ 6 h 13"/>
                <a:gd name="T14" fmla="*/ 5 w 9"/>
                <a:gd name="T15" fmla="*/ 11 h 13"/>
                <a:gd name="T16" fmla="*/ 3 w 9"/>
                <a:gd name="T17" fmla="*/ 6 h 13"/>
                <a:gd name="T18" fmla="*/ 5 w 9"/>
                <a:gd name="T19" fmla="*/ 1 h 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 h="13">
                  <a:moveTo>
                    <a:pt x="5" y="0"/>
                  </a:moveTo>
                  <a:cubicBezTo>
                    <a:pt x="2" y="0"/>
                    <a:pt x="0" y="2"/>
                    <a:pt x="0" y="6"/>
                  </a:cubicBezTo>
                  <a:cubicBezTo>
                    <a:pt x="0" y="10"/>
                    <a:pt x="2" y="13"/>
                    <a:pt x="5" y="13"/>
                  </a:cubicBezTo>
                  <a:cubicBezTo>
                    <a:pt x="8" y="13"/>
                    <a:pt x="9" y="10"/>
                    <a:pt x="9" y="6"/>
                  </a:cubicBezTo>
                  <a:cubicBezTo>
                    <a:pt x="9" y="2"/>
                    <a:pt x="8" y="0"/>
                    <a:pt x="5" y="0"/>
                  </a:cubicBezTo>
                  <a:close/>
                  <a:moveTo>
                    <a:pt x="5" y="1"/>
                  </a:moveTo>
                  <a:cubicBezTo>
                    <a:pt x="6" y="1"/>
                    <a:pt x="7" y="2"/>
                    <a:pt x="7" y="6"/>
                  </a:cubicBezTo>
                  <a:cubicBezTo>
                    <a:pt x="7" y="10"/>
                    <a:pt x="6" y="11"/>
                    <a:pt x="5" y="11"/>
                  </a:cubicBezTo>
                  <a:cubicBezTo>
                    <a:pt x="3" y="11"/>
                    <a:pt x="3" y="9"/>
                    <a:pt x="3" y="6"/>
                  </a:cubicBezTo>
                  <a:cubicBezTo>
                    <a:pt x="3" y="3"/>
                    <a:pt x="3" y="1"/>
                    <a:pt x="5" y="1"/>
                  </a:cubicBezTo>
                  <a:close/>
                </a:path>
              </a:pathLst>
            </a:custGeom>
            <a:solidFill>
              <a:schemeClr val="accent3">
                <a:lumMod val="20000"/>
                <a:lumOff val="8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45" name="Rectangle 120"/>
            <p:cNvSpPr>
              <a:spLocks noChangeArrowheads="1"/>
            </p:cNvSpPr>
            <p:nvPr userDrawn="1"/>
          </p:nvSpPr>
          <p:spPr bwMode="auto">
            <a:xfrm>
              <a:off x="7898309" y="4468157"/>
              <a:ext cx="387306" cy="498804"/>
            </a:xfrm>
            <a:prstGeom prst="rect">
              <a:avLst/>
            </a:pr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46" name="Freeform 121"/>
            <p:cNvSpPr>
              <a:spLocks/>
            </p:cNvSpPr>
            <p:nvPr userDrawn="1"/>
          </p:nvSpPr>
          <p:spPr bwMode="auto">
            <a:xfrm>
              <a:off x="7990245" y="4581610"/>
              <a:ext cx="158443" cy="271897"/>
            </a:xfrm>
            <a:custGeom>
              <a:avLst/>
              <a:gdLst>
                <a:gd name="T0" fmla="*/ 81 w 81"/>
                <a:gd name="T1" fmla="*/ 139 h 139"/>
                <a:gd name="T2" fmla="*/ 81 w 81"/>
                <a:gd name="T3" fmla="*/ 0 h 139"/>
                <a:gd name="T4" fmla="*/ 58 w 81"/>
                <a:gd name="T5" fmla="*/ 0 h 139"/>
                <a:gd name="T6" fmla="*/ 0 w 81"/>
                <a:gd name="T7" fmla="*/ 23 h 139"/>
                <a:gd name="T8" fmla="*/ 11 w 81"/>
                <a:gd name="T9" fmla="*/ 46 h 139"/>
                <a:gd name="T10" fmla="*/ 46 w 81"/>
                <a:gd name="T11" fmla="*/ 23 h 139"/>
                <a:gd name="T12" fmla="*/ 46 w 81"/>
                <a:gd name="T13" fmla="*/ 139 h 139"/>
                <a:gd name="T14" fmla="*/ 81 w 81"/>
                <a:gd name="T15" fmla="*/ 139 h 13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81" h="139">
                  <a:moveTo>
                    <a:pt x="81" y="139"/>
                  </a:moveTo>
                  <a:lnTo>
                    <a:pt x="81" y="0"/>
                  </a:lnTo>
                  <a:lnTo>
                    <a:pt x="58" y="0"/>
                  </a:lnTo>
                  <a:lnTo>
                    <a:pt x="0" y="23"/>
                  </a:lnTo>
                  <a:lnTo>
                    <a:pt x="11" y="46"/>
                  </a:lnTo>
                  <a:lnTo>
                    <a:pt x="46" y="23"/>
                  </a:lnTo>
                  <a:lnTo>
                    <a:pt x="46" y="139"/>
                  </a:lnTo>
                  <a:lnTo>
                    <a:pt x="81" y="139"/>
                  </a:lnTo>
                  <a:close/>
                </a:path>
              </a:pathLst>
            </a:custGeom>
            <a:solidFill>
              <a:schemeClr val="accent3"/>
            </a:solidFill>
            <a:ln>
              <a:noFill/>
            </a:ln>
          </p:spPr>
          <p:txBody>
            <a:bodyPr vert="horz" wrap="square" lIns="91440" tIns="45720" rIns="91440" bIns="45720" numCol="1" anchor="t" anchorCtr="0" compatLnSpc="1">
              <a:prstTxWarp prst="textNoShape">
                <a:avLst/>
              </a:prstTxWarp>
            </a:bodyPr>
            <a:lstStyle/>
            <a:p>
              <a:endParaRPr lang="en-US"/>
            </a:p>
          </p:txBody>
        </p:sp>
        <p:grpSp>
          <p:nvGrpSpPr>
            <p:cNvPr id="47" name="Group 46"/>
            <p:cNvGrpSpPr/>
            <p:nvPr userDrawn="1"/>
          </p:nvGrpSpPr>
          <p:grpSpPr>
            <a:xfrm>
              <a:off x="5112327" y="1406878"/>
              <a:ext cx="6646956" cy="5315859"/>
              <a:chOff x="6527800" y="2483620"/>
              <a:chExt cx="5473700" cy="4377555"/>
            </a:xfrm>
          </p:grpSpPr>
          <p:grpSp>
            <p:nvGrpSpPr>
              <p:cNvPr id="48" name="Group 47"/>
              <p:cNvGrpSpPr/>
              <p:nvPr/>
            </p:nvGrpSpPr>
            <p:grpSpPr>
              <a:xfrm>
                <a:off x="10091976" y="4361890"/>
                <a:ext cx="1909524" cy="2419674"/>
                <a:chOff x="10091976" y="4967384"/>
                <a:chExt cx="1431688" cy="1814179"/>
              </a:xfrm>
            </p:grpSpPr>
            <p:sp>
              <p:nvSpPr>
                <p:cNvPr id="89" name="Rectangle 32"/>
                <p:cNvSpPr>
                  <a:spLocks noChangeArrowheads="1"/>
                </p:cNvSpPr>
                <p:nvPr/>
              </p:nvSpPr>
              <p:spPr bwMode="auto">
                <a:xfrm>
                  <a:off x="11066799" y="6595630"/>
                  <a:ext cx="37187" cy="124842"/>
                </a:xfrm>
                <a:prstGeom prst="rect">
                  <a:avLst/>
                </a:prstGeom>
                <a:solidFill>
                  <a:srgbClr val="231F2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FFFFFF"/>
                    </a:solidFill>
                  </a:endParaRPr>
                </a:p>
              </p:txBody>
            </p:sp>
            <p:sp>
              <p:nvSpPr>
                <p:cNvPr id="90" name="Rectangle 33"/>
                <p:cNvSpPr>
                  <a:spLocks noChangeArrowheads="1"/>
                </p:cNvSpPr>
                <p:nvPr/>
              </p:nvSpPr>
              <p:spPr bwMode="auto">
                <a:xfrm>
                  <a:off x="10431969" y="6595630"/>
                  <a:ext cx="37187" cy="124842"/>
                </a:xfrm>
                <a:prstGeom prst="rect">
                  <a:avLst/>
                </a:prstGeom>
                <a:solidFill>
                  <a:srgbClr val="231F2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FFFFFF"/>
                    </a:solidFill>
                  </a:endParaRPr>
                </a:p>
              </p:txBody>
            </p:sp>
            <p:sp>
              <p:nvSpPr>
                <p:cNvPr id="91" name="Freeform 34"/>
                <p:cNvSpPr>
                  <a:spLocks/>
                </p:cNvSpPr>
                <p:nvPr/>
              </p:nvSpPr>
              <p:spPr bwMode="auto">
                <a:xfrm>
                  <a:off x="10771961" y="6500007"/>
                  <a:ext cx="377179" cy="140779"/>
                </a:xfrm>
                <a:custGeom>
                  <a:avLst/>
                  <a:gdLst>
                    <a:gd name="T0" fmla="*/ 0 w 142"/>
                    <a:gd name="T1" fmla="*/ 11 h 53"/>
                    <a:gd name="T2" fmla="*/ 3 w 142"/>
                    <a:gd name="T3" fmla="*/ 0 h 53"/>
                    <a:gd name="T4" fmla="*/ 142 w 142"/>
                    <a:gd name="T5" fmla="*/ 28 h 53"/>
                    <a:gd name="T6" fmla="*/ 142 w 142"/>
                    <a:gd name="T7" fmla="*/ 53 h 53"/>
                    <a:gd name="T8" fmla="*/ 0 w 142"/>
                    <a:gd name="T9" fmla="*/ 22 h 53"/>
                    <a:gd name="T10" fmla="*/ 3 w 142"/>
                    <a:gd name="T11" fmla="*/ 22 h 53"/>
                    <a:gd name="T12" fmla="*/ 0 w 142"/>
                    <a:gd name="T13" fmla="*/ 11 h 53"/>
                  </a:gdLst>
                  <a:ahLst/>
                  <a:cxnLst>
                    <a:cxn ang="0">
                      <a:pos x="T0" y="T1"/>
                    </a:cxn>
                    <a:cxn ang="0">
                      <a:pos x="T2" y="T3"/>
                    </a:cxn>
                    <a:cxn ang="0">
                      <a:pos x="T4" y="T5"/>
                    </a:cxn>
                    <a:cxn ang="0">
                      <a:pos x="T6" y="T7"/>
                    </a:cxn>
                    <a:cxn ang="0">
                      <a:pos x="T8" y="T9"/>
                    </a:cxn>
                    <a:cxn ang="0">
                      <a:pos x="T10" y="T11"/>
                    </a:cxn>
                    <a:cxn ang="0">
                      <a:pos x="T12" y="T13"/>
                    </a:cxn>
                  </a:cxnLst>
                  <a:rect l="0" t="0" r="r" b="b"/>
                  <a:pathLst>
                    <a:path w="142" h="53">
                      <a:moveTo>
                        <a:pt x="0" y="11"/>
                      </a:moveTo>
                      <a:lnTo>
                        <a:pt x="3" y="0"/>
                      </a:lnTo>
                      <a:lnTo>
                        <a:pt x="142" y="28"/>
                      </a:lnTo>
                      <a:lnTo>
                        <a:pt x="142" y="53"/>
                      </a:lnTo>
                      <a:lnTo>
                        <a:pt x="0" y="22"/>
                      </a:lnTo>
                      <a:lnTo>
                        <a:pt x="3" y="22"/>
                      </a:lnTo>
                      <a:lnTo>
                        <a:pt x="0" y="11"/>
                      </a:lnTo>
                      <a:close/>
                    </a:path>
                  </a:pathLst>
                </a:custGeom>
                <a:solidFill>
                  <a:srgbClr val="35353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FFFFFF"/>
                    </a:solidFill>
                  </a:endParaRPr>
                </a:p>
              </p:txBody>
            </p:sp>
            <p:sp>
              <p:nvSpPr>
                <p:cNvPr id="92" name="Freeform 35"/>
                <p:cNvSpPr>
                  <a:spLocks/>
                </p:cNvSpPr>
                <p:nvPr/>
              </p:nvSpPr>
              <p:spPr bwMode="auto">
                <a:xfrm>
                  <a:off x="10386814" y="6500007"/>
                  <a:ext cx="385147" cy="140779"/>
                </a:xfrm>
                <a:custGeom>
                  <a:avLst/>
                  <a:gdLst>
                    <a:gd name="T0" fmla="*/ 142 w 145"/>
                    <a:gd name="T1" fmla="*/ 0 h 53"/>
                    <a:gd name="T2" fmla="*/ 145 w 145"/>
                    <a:gd name="T3" fmla="*/ 11 h 53"/>
                    <a:gd name="T4" fmla="*/ 142 w 145"/>
                    <a:gd name="T5" fmla="*/ 22 h 53"/>
                    <a:gd name="T6" fmla="*/ 145 w 145"/>
                    <a:gd name="T7" fmla="*/ 22 h 53"/>
                    <a:gd name="T8" fmla="*/ 0 w 145"/>
                    <a:gd name="T9" fmla="*/ 53 h 53"/>
                    <a:gd name="T10" fmla="*/ 0 w 145"/>
                    <a:gd name="T11" fmla="*/ 28 h 53"/>
                    <a:gd name="T12" fmla="*/ 142 w 145"/>
                    <a:gd name="T13" fmla="*/ 0 h 53"/>
                  </a:gdLst>
                  <a:ahLst/>
                  <a:cxnLst>
                    <a:cxn ang="0">
                      <a:pos x="T0" y="T1"/>
                    </a:cxn>
                    <a:cxn ang="0">
                      <a:pos x="T2" y="T3"/>
                    </a:cxn>
                    <a:cxn ang="0">
                      <a:pos x="T4" y="T5"/>
                    </a:cxn>
                    <a:cxn ang="0">
                      <a:pos x="T6" y="T7"/>
                    </a:cxn>
                    <a:cxn ang="0">
                      <a:pos x="T8" y="T9"/>
                    </a:cxn>
                    <a:cxn ang="0">
                      <a:pos x="T10" y="T11"/>
                    </a:cxn>
                    <a:cxn ang="0">
                      <a:pos x="T12" y="T13"/>
                    </a:cxn>
                  </a:cxnLst>
                  <a:rect l="0" t="0" r="r" b="b"/>
                  <a:pathLst>
                    <a:path w="145" h="53">
                      <a:moveTo>
                        <a:pt x="142" y="0"/>
                      </a:moveTo>
                      <a:lnTo>
                        <a:pt x="145" y="11"/>
                      </a:lnTo>
                      <a:lnTo>
                        <a:pt x="142" y="22"/>
                      </a:lnTo>
                      <a:lnTo>
                        <a:pt x="145" y="22"/>
                      </a:lnTo>
                      <a:lnTo>
                        <a:pt x="0" y="53"/>
                      </a:lnTo>
                      <a:lnTo>
                        <a:pt x="0" y="28"/>
                      </a:lnTo>
                      <a:lnTo>
                        <a:pt x="142" y="0"/>
                      </a:lnTo>
                      <a:close/>
                    </a:path>
                  </a:pathLst>
                </a:custGeom>
                <a:solidFill>
                  <a:srgbClr val="35353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FFFFFF"/>
                    </a:solidFill>
                  </a:endParaRPr>
                </a:p>
              </p:txBody>
            </p:sp>
            <p:sp>
              <p:nvSpPr>
                <p:cNvPr id="93" name="Freeform 36"/>
                <p:cNvSpPr>
                  <a:spLocks/>
                </p:cNvSpPr>
                <p:nvPr/>
              </p:nvSpPr>
              <p:spPr bwMode="auto">
                <a:xfrm>
                  <a:off x="10763993" y="6529224"/>
                  <a:ext cx="15937" cy="29219"/>
                </a:xfrm>
                <a:custGeom>
                  <a:avLst/>
                  <a:gdLst>
                    <a:gd name="T0" fmla="*/ 3 w 6"/>
                    <a:gd name="T1" fmla="*/ 0 h 11"/>
                    <a:gd name="T2" fmla="*/ 6 w 6"/>
                    <a:gd name="T3" fmla="*/ 11 h 11"/>
                    <a:gd name="T4" fmla="*/ 3 w 6"/>
                    <a:gd name="T5" fmla="*/ 11 h 11"/>
                    <a:gd name="T6" fmla="*/ 0 w 6"/>
                    <a:gd name="T7" fmla="*/ 11 h 11"/>
                    <a:gd name="T8" fmla="*/ 3 w 6"/>
                    <a:gd name="T9" fmla="*/ 0 h 11"/>
                  </a:gdLst>
                  <a:ahLst/>
                  <a:cxnLst>
                    <a:cxn ang="0">
                      <a:pos x="T0" y="T1"/>
                    </a:cxn>
                    <a:cxn ang="0">
                      <a:pos x="T2" y="T3"/>
                    </a:cxn>
                    <a:cxn ang="0">
                      <a:pos x="T4" y="T5"/>
                    </a:cxn>
                    <a:cxn ang="0">
                      <a:pos x="T6" y="T7"/>
                    </a:cxn>
                    <a:cxn ang="0">
                      <a:pos x="T8" y="T9"/>
                    </a:cxn>
                  </a:cxnLst>
                  <a:rect l="0" t="0" r="r" b="b"/>
                  <a:pathLst>
                    <a:path w="6" h="11">
                      <a:moveTo>
                        <a:pt x="3" y="0"/>
                      </a:moveTo>
                      <a:lnTo>
                        <a:pt x="6" y="11"/>
                      </a:lnTo>
                      <a:lnTo>
                        <a:pt x="3" y="11"/>
                      </a:lnTo>
                      <a:lnTo>
                        <a:pt x="0" y="11"/>
                      </a:lnTo>
                      <a:lnTo>
                        <a:pt x="3" y="0"/>
                      </a:lnTo>
                      <a:close/>
                    </a:path>
                  </a:pathLst>
                </a:custGeom>
                <a:solidFill>
                  <a:srgbClr val="20202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FFFFFF"/>
                    </a:solidFill>
                  </a:endParaRPr>
                </a:p>
              </p:txBody>
            </p:sp>
            <p:sp>
              <p:nvSpPr>
                <p:cNvPr id="94" name="Rectangle 37"/>
                <p:cNvSpPr>
                  <a:spLocks noChangeArrowheads="1"/>
                </p:cNvSpPr>
                <p:nvPr/>
              </p:nvSpPr>
              <p:spPr bwMode="auto">
                <a:xfrm>
                  <a:off x="10734774" y="6242355"/>
                  <a:ext cx="66404" cy="398429"/>
                </a:xfrm>
                <a:prstGeom prst="rect">
                  <a:avLst/>
                </a:prstGeom>
                <a:solidFill>
                  <a:srgbClr val="231F2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FFFFFF"/>
                    </a:solidFill>
                  </a:endParaRPr>
                </a:p>
              </p:txBody>
            </p:sp>
            <p:sp>
              <p:nvSpPr>
                <p:cNvPr id="95" name="Rectangle 38"/>
                <p:cNvSpPr>
                  <a:spLocks noChangeArrowheads="1"/>
                </p:cNvSpPr>
                <p:nvPr/>
              </p:nvSpPr>
              <p:spPr bwMode="auto">
                <a:xfrm>
                  <a:off x="10750712" y="6529224"/>
                  <a:ext cx="34530" cy="191246"/>
                </a:xfrm>
                <a:prstGeom prst="rect">
                  <a:avLst/>
                </a:prstGeom>
                <a:solidFill>
                  <a:srgbClr val="231F2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FFFFFF"/>
                    </a:solidFill>
                  </a:endParaRPr>
                </a:p>
              </p:txBody>
            </p:sp>
            <p:sp>
              <p:nvSpPr>
                <p:cNvPr id="96" name="Freeform 39"/>
                <p:cNvSpPr>
                  <a:spLocks/>
                </p:cNvSpPr>
                <p:nvPr/>
              </p:nvSpPr>
              <p:spPr bwMode="auto">
                <a:xfrm>
                  <a:off x="10277910" y="6160014"/>
                  <a:ext cx="672015" cy="98280"/>
                </a:xfrm>
                <a:custGeom>
                  <a:avLst/>
                  <a:gdLst>
                    <a:gd name="T0" fmla="*/ 0 w 253"/>
                    <a:gd name="T1" fmla="*/ 0 h 37"/>
                    <a:gd name="T2" fmla="*/ 253 w 253"/>
                    <a:gd name="T3" fmla="*/ 0 h 37"/>
                    <a:gd name="T4" fmla="*/ 253 w 253"/>
                    <a:gd name="T5" fmla="*/ 37 h 37"/>
                    <a:gd name="T6" fmla="*/ 39 w 253"/>
                    <a:gd name="T7" fmla="*/ 37 h 37"/>
                    <a:gd name="T8" fmla="*/ 0 w 253"/>
                    <a:gd name="T9" fmla="*/ 0 h 37"/>
                  </a:gdLst>
                  <a:ahLst/>
                  <a:cxnLst>
                    <a:cxn ang="0">
                      <a:pos x="T0" y="T1"/>
                    </a:cxn>
                    <a:cxn ang="0">
                      <a:pos x="T2" y="T3"/>
                    </a:cxn>
                    <a:cxn ang="0">
                      <a:pos x="T4" y="T5"/>
                    </a:cxn>
                    <a:cxn ang="0">
                      <a:pos x="T6" y="T7"/>
                    </a:cxn>
                    <a:cxn ang="0">
                      <a:pos x="T8" y="T9"/>
                    </a:cxn>
                  </a:cxnLst>
                  <a:rect l="0" t="0" r="r" b="b"/>
                  <a:pathLst>
                    <a:path w="253" h="37">
                      <a:moveTo>
                        <a:pt x="0" y="0"/>
                      </a:moveTo>
                      <a:lnTo>
                        <a:pt x="253" y="0"/>
                      </a:lnTo>
                      <a:lnTo>
                        <a:pt x="253" y="37"/>
                      </a:lnTo>
                      <a:lnTo>
                        <a:pt x="39" y="37"/>
                      </a:lnTo>
                      <a:lnTo>
                        <a:pt x="0" y="0"/>
                      </a:lnTo>
                      <a:close/>
                    </a:path>
                  </a:pathLst>
                </a:custGeom>
                <a:solidFill>
                  <a:srgbClr val="20202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FFFFFF"/>
                    </a:solidFill>
                  </a:endParaRPr>
                </a:p>
              </p:txBody>
            </p:sp>
            <p:sp>
              <p:nvSpPr>
                <p:cNvPr id="97" name="Freeform 40"/>
                <p:cNvSpPr>
                  <a:spLocks/>
                </p:cNvSpPr>
                <p:nvPr/>
              </p:nvSpPr>
              <p:spPr bwMode="auto">
                <a:xfrm>
                  <a:off x="10564778" y="6160014"/>
                  <a:ext cx="672015" cy="98280"/>
                </a:xfrm>
                <a:custGeom>
                  <a:avLst/>
                  <a:gdLst>
                    <a:gd name="T0" fmla="*/ 0 w 253"/>
                    <a:gd name="T1" fmla="*/ 0 h 37"/>
                    <a:gd name="T2" fmla="*/ 253 w 253"/>
                    <a:gd name="T3" fmla="*/ 0 h 37"/>
                    <a:gd name="T4" fmla="*/ 253 w 253"/>
                    <a:gd name="T5" fmla="*/ 37 h 37"/>
                    <a:gd name="T6" fmla="*/ 36 w 253"/>
                    <a:gd name="T7" fmla="*/ 37 h 37"/>
                    <a:gd name="T8" fmla="*/ 0 w 253"/>
                    <a:gd name="T9" fmla="*/ 0 h 37"/>
                  </a:gdLst>
                  <a:ahLst/>
                  <a:cxnLst>
                    <a:cxn ang="0">
                      <a:pos x="T0" y="T1"/>
                    </a:cxn>
                    <a:cxn ang="0">
                      <a:pos x="T2" y="T3"/>
                    </a:cxn>
                    <a:cxn ang="0">
                      <a:pos x="T4" y="T5"/>
                    </a:cxn>
                    <a:cxn ang="0">
                      <a:pos x="T6" y="T7"/>
                    </a:cxn>
                    <a:cxn ang="0">
                      <a:pos x="T8" y="T9"/>
                    </a:cxn>
                  </a:cxnLst>
                  <a:rect l="0" t="0" r="r" b="b"/>
                  <a:pathLst>
                    <a:path w="253" h="37">
                      <a:moveTo>
                        <a:pt x="0" y="0"/>
                      </a:moveTo>
                      <a:lnTo>
                        <a:pt x="253" y="0"/>
                      </a:lnTo>
                      <a:lnTo>
                        <a:pt x="253" y="37"/>
                      </a:lnTo>
                      <a:lnTo>
                        <a:pt x="36" y="37"/>
                      </a:lnTo>
                      <a:lnTo>
                        <a:pt x="0" y="0"/>
                      </a:lnTo>
                      <a:close/>
                    </a:path>
                  </a:pathLst>
                </a:custGeom>
                <a:solidFill>
                  <a:srgbClr val="35353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FFFFFF"/>
                    </a:solidFill>
                  </a:endParaRPr>
                </a:p>
              </p:txBody>
            </p:sp>
            <p:sp>
              <p:nvSpPr>
                <p:cNvPr id="98" name="Oval 41"/>
                <p:cNvSpPr>
                  <a:spLocks noChangeArrowheads="1"/>
                </p:cNvSpPr>
                <p:nvPr/>
              </p:nvSpPr>
              <p:spPr bwMode="auto">
                <a:xfrm>
                  <a:off x="10713525" y="6662034"/>
                  <a:ext cx="116872" cy="119529"/>
                </a:xfrm>
                <a:prstGeom prst="ellipse">
                  <a:avLst/>
                </a:prstGeom>
                <a:solidFill>
                  <a:srgbClr val="35353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FFFFFF"/>
                    </a:solidFill>
                  </a:endParaRPr>
                </a:p>
              </p:txBody>
            </p:sp>
            <p:sp>
              <p:nvSpPr>
                <p:cNvPr id="99" name="Oval 42"/>
                <p:cNvSpPr>
                  <a:spLocks noChangeArrowheads="1"/>
                </p:cNvSpPr>
                <p:nvPr/>
              </p:nvSpPr>
              <p:spPr bwMode="auto">
                <a:xfrm>
                  <a:off x="10394782" y="6662034"/>
                  <a:ext cx="119528" cy="119529"/>
                </a:xfrm>
                <a:prstGeom prst="ellipse">
                  <a:avLst/>
                </a:prstGeom>
                <a:solidFill>
                  <a:srgbClr val="35353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FFFFFF"/>
                    </a:solidFill>
                  </a:endParaRPr>
                </a:p>
              </p:txBody>
            </p:sp>
            <p:sp>
              <p:nvSpPr>
                <p:cNvPr id="100" name="Oval 43"/>
                <p:cNvSpPr>
                  <a:spLocks noChangeArrowheads="1"/>
                </p:cNvSpPr>
                <p:nvPr/>
              </p:nvSpPr>
              <p:spPr bwMode="auto">
                <a:xfrm>
                  <a:off x="11029612" y="6662034"/>
                  <a:ext cx="119528" cy="119529"/>
                </a:xfrm>
                <a:prstGeom prst="ellipse">
                  <a:avLst/>
                </a:prstGeom>
                <a:solidFill>
                  <a:srgbClr val="35353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FFFFFF"/>
                    </a:solidFill>
                  </a:endParaRPr>
                </a:p>
              </p:txBody>
            </p:sp>
            <p:sp>
              <p:nvSpPr>
                <p:cNvPr id="101" name="Freeform 44"/>
                <p:cNvSpPr>
                  <a:spLocks/>
                </p:cNvSpPr>
                <p:nvPr/>
              </p:nvSpPr>
              <p:spPr bwMode="auto">
                <a:xfrm>
                  <a:off x="10285879" y="5660650"/>
                  <a:ext cx="685297" cy="403741"/>
                </a:xfrm>
                <a:custGeom>
                  <a:avLst/>
                  <a:gdLst>
                    <a:gd name="T0" fmla="*/ 29 w 93"/>
                    <a:gd name="T1" fmla="*/ 0 h 55"/>
                    <a:gd name="T2" fmla="*/ 93 w 93"/>
                    <a:gd name="T3" fmla="*/ 0 h 55"/>
                    <a:gd name="T4" fmla="*/ 93 w 93"/>
                    <a:gd name="T5" fmla="*/ 6 h 55"/>
                    <a:gd name="T6" fmla="*/ 29 w 93"/>
                    <a:gd name="T7" fmla="*/ 6 h 55"/>
                    <a:gd name="T8" fmla="*/ 7 w 93"/>
                    <a:gd name="T9" fmla="*/ 29 h 55"/>
                    <a:gd name="T10" fmla="*/ 7 w 93"/>
                    <a:gd name="T11" fmla="*/ 55 h 55"/>
                    <a:gd name="T12" fmla="*/ 0 w 93"/>
                    <a:gd name="T13" fmla="*/ 55 h 55"/>
                    <a:gd name="T14" fmla="*/ 0 w 93"/>
                    <a:gd name="T15" fmla="*/ 29 h 55"/>
                    <a:gd name="T16" fmla="*/ 29 w 93"/>
                    <a:gd name="T17" fmla="*/ 0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3" h="55">
                      <a:moveTo>
                        <a:pt x="29" y="0"/>
                      </a:moveTo>
                      <a:cubicBezTo>
                        <a:pt x="93" y="0"/>
                        <a:pt x="93" y="0"/>
                        <a:pt x="93" y="0"/>
                      </a:cubicBezTo>
                      <a:cubicBezTo>
                        <a:pt x="93" y="6"/>
                        <a:pt x="93" y="6"/>
                        <a:pt x="93" y="6"/>
                      </a:cubicBezTo>
                      <a:cubicBezTo>
                        <a:pt x="29" y="6"/>
                        <a:pt x="29" y="6"/>
                        <a:pt x="29" y="6"/>
                      </a:cubicBezTo>
                      <a:cubicBezTo>
                        <a:pt x="17" y="6"/>
                        <a:pt x="7" y="17"/>
                        <a:pt x="7" y="29"/>
                      </a:cubicBezTo>
                      <a:cubicBezTo>
                        <a:pt x="7" y="55"/>
                        <a:pt x="7" y="55"/>
                        <a:pt x="7" y="55"/>
                      </a:cubicBezTo>
                      <a:cubicBezTo>
                        <a:pt x="0" y="55"/>
                        <a:pt x="0" y="55"/>
                        <a:pt x="0" y="55"/>
                      </a:cubicBezTo>
                      <a:cubicBezTo>
                        <a:pt x="0" y="29"/>
                        <a:pt x="0" y="29"/>
                        <a:pt x="0" y="29"/>
                      </a:cubicBezTo>
                      <a:cubicBezTo>
                        <a:pt x="0" y="13"/>
                        <a:pt x="13" y="0"/>
                        <a:pt x="29" y="0"/>
                      </a:cubicBezTo>
                      <a:close/>
                    </a:path>
                  </a:pathLst>
                </a:custGeom>
                <a:solidFill>
                  <a:srgbClr val="20202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FFFFFF"/>
                    </a:solidFill>
                  </a:endParaRPr>
                </a:p>
              </p:txBody>
            </p:sp>
            <p:sp>
              <p:nvSpPr>
                <p:cNvPr id="102" name="Oval 46"/>
                <p:cNvSpPr>
                  <a:spLocks noChangeArrowheads="1"/>
                </p:cNvSpPr>
                <p:nvPr/>
              </p:nvSpPr>
              <p:spPr bwMode="auto">
                <a:xfrm>
                  <a:off x="10091976" y="6013923"/>
                  <a:ext cx="193901" cy="191246"/>
                </a:xfrm>
                <a:prstGeom prst="ellipse">
                  <a:avLst/>
                </a:prstGeom>
                <a:solidFill>
                  <a:srgbClr val="44444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FFFFFF"/>
                    </a:solidFill>
                  </a:endParaRPr>
                </a:p>
              </p:txBody>
            </p:sp>
            <p:sp>
              <p:nvSpPr>
                <p:cNvPr id="103" name="Rectangle 47"/>
                <p:cNvSpPr>
                  <a:spLocks noChangeArrowheads="1"/>
                </p:cNvSpPr>
                <p:nvPr/>
              </p:nvSpPr>
              <p:spPr bwMode="auto">
                <a:xfrm>
                  <a:off x="10187599" y="6013923"/>
                  <a:ext cx="377179" cy="191246"/>
                </a:xfrm>
                <a:prstGeom prst="rect">
                  <a:avLst/>
                </a:prstGeom>
                <a:solidFill>
                  <a:srgbClr val="44444A"/>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FFFFFF"/>
                    </a:solidFill>
                  </a:endParaRPr>
                </a:p>
              </p:txBody>
            </p:sp>
            <p:sp>
              <p:nvSpPr>
                <p:cNvPr id="104" name="Rectangle 48"/>
                <p:cNvSpPr>
                  <a:spLocks noChangeArrowheads="1"/>
                </p:cNvSpPr>
                <p:nvPr/>
              </p:nvSpPr>
              <p:spPr bwMode="auto">
                <a:xfrm>
                  <a:off x="10564778" y="6013923"/>
                  <a:ext cx="767638" cy="191246"/>
                </a:xfrm>
                <a:prstGeom prst="rect">
                  <a:avLst/>
                </a:prstGeom>
                <a:solidFill>
                  <a:srgbClr val="202024"/>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FFFFFF"/>
                    </a:solidFill>
                  </a:endParaRPr>
                </a:p>
              </p:txBody>
            </p:sp>
            <p:sp>
              <p:nvSpPr>
                <p:cNvPr id="105" name="Oval 49"/>
                <p:cNvSpPr>
                  <a:spLocks noChangeArrowheads="1"/>
                </p:cNvSpPr>
                <p:nvPr/>
              </p:nvSpPr>
              <p:spPr bwMode="auto">
                <a:xfrm>
                  <a:off x="10477125" y="6013923"/>
                  <a:ext cx="183276" cy="191246"/>
                </a:xfrm>
                <a:prstGeom prst="ellipse">
                  <a:avLst/>
                </a:prstGeom>
                <a:solidFill>
                  <a:srgbClr val="20202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FFFFFF"/>
                    </a:solidFill>
                  </a:endParaRPr>
                </a:p>
              </p:txBody>
            </p:sp>
            <p:sp>
              <p:nvSpPr>
                <p:cNvPr id="106" name="Oval 50"/>
                <p:cNvSpPr>
                  <a:spLocks noChangeArrowheads="1"/>
                </p:cNvSpPr>
                <p:nvPr/>
              </p:nvSpPr>
              <p:spPr bwMode="auto">
                <a:xfrm>
                  <a:off x="11332418" y="4967384"/>
                  <a:ext cx="191246" cy="191246"/>
                </a:xfrm>
                <a:prstGeom prst="ellipse">
                  <a:avLst/>
                </a:prstGeom>
                <a:solidFill>
                  <a:srgbClr val="20202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FFFFFF"/>
                    </a:solidFill>
                  </a:endParaRPr>
                </a:p>
              </p:txBody>
            </p:sp>
            <p:sp>
              <p:nvSpPr>
                <p:cNvPr id="107" name="Freeform 51"/>
                <p:cNvSpPr>
                  <a:spLocks/>
                </p:cNvSpPr>
                <p:nvPr/>
              </p:nvSpPr>
              <p:spPr bwMode="auto">
                <a:xfrm>
                  <a:off x="11236795" y="4967384"/>
                  <a:ext cx="191246" cy="1237785"/>
                </a:xfrm>
                <a:custGeom>
                  <a:avLst/>
                  <a:gdLst>
                    <a:gd name="T0" fmla="*/ 72 w 72"/>
                    <a:gd name="T1" fmla="*/ 0 h 466"/>
                    <a:gd name="T2" fmla="*/ 36 w 72"/>
                    <a:gd name="T3" fmla="*/ 466 h 466"/>
                    <a:gd name="T4" fmla="*/ 0 w 72"/>
                    <a:gd name="T5" fmla="*/ 466 h 466"/>
                    <a:gd name="T6" fmla="*/ 36 w 72"/>
                    <a:gd name="T7" fmla="*/ 0 h 466"/>
                    <a:gd name="T8" fmla="*/ 72 w 72"/>
                    <a:gd name="T9" fmla="*/ 0 h 466"/>
                  </a:gdLst>
                  <a:ahLst/>
                  <a:cxnLst>
                    <a:cxn ang="0">
                      <a:pos x="T0" y="T1"/>
                    </a:cxn>
                    <a:cxn ang="0">
                      <a:pos x="T2" y="T3"/>
                    </a:cxn>
                    <a:cxn ang="0">
                      <a:pos x="T4" y="T5"/>
                    </a:cxn>
                    <a:cxn ang="0">
                      <a:pos x="T6" y="T7"/>
                    </a:cxn>
                    <a:cxn ang="0">
                      <a:pos x="T8" y="T9"/>
                    </a:cxn>
                  </a:cxnLst>
                  <a:rect l="0" t="0" r="r" b="b"/>
                  <a:pathLst>
                    <a:path w="72" h="466">
                      <a:moveTo>
                        <a:pt x="72" y="0"/>
                      </a:moveTo>
                      <a:lnTo>
                        <a:pt x="36" y="466"/>
                      </a:lnTo>
                      <a:lnTo>
                        <a:pt x="0" y="466"/>
                      </a:lnTo>
                      <a:lnTo>
                        <a:pt x="36" y="0"/>
                      </a:lnTo>
                      <a:lnTo>
                        <a:pt x="72" y="0"/>
                      </a:lnTo>
                      <a:close/>
                    </a:path>
                  </a:pathLst>
                </a:custGeom>
                <a:solidFill>
                  <a:srgbClr val="20202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FFFFFF"/>
                    </a:solidFill>
                  </a:endParaRPr>
                </a:p>
              </p:txBody>
            </p:sp>
            <p:sp>
              <p:nvSpPr>
                <p:cNvPr id="108" name="Oval 52"/>
                <p:cNvSpPr>
                  <a:spLocks noChangeArrowheads="1"/>
                </p:cNvSpPr>
                <p:nvPr/>
              </p:nvSpPr>
              <p:spPr bwMode="auto">
                <a:xfrm>
                  <a:off x="10742744" y="6691253"/>
                  <a:ext cx="58436" cy="58436"/>
                </a:xfrm>
                <a:prstGeom prst="ellipse">
                  <a:avLst/>
                </a:prstGeom>
                <a:solidFill>
                  <a:srgbClr val="20202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FFFFFF"/>
                    </a:solidFill>
                  </a:endParaRPr>
                </a:p>
              </p:txBody>
            </p:sp>
            <p:sp>
              <p:nvSpPr>
                <p:cNvPr id="109" name="Oval 53"/>
                <p:cNvSpPr>
                  <a:spLocks noChangeArrowheads="1"/>
                </p:cNvSpPr>
                <p:nvPr/>
              </p:nvSpPr>
              <p:spPr bwMode="auto">
                <a:xfrm>
                  <a:off x="10424001" y="6691253"/>
                  <a:ext cx="61092" cy="58436"/>
                </a:xfrm>
                <a:prstGeom prst="ellipse">
                  <a:avLst/>
                </a:prstGeom>
                <a:solidFill>
                  <a:srgbClr val="20202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FFFFFF"/>
                    </a:solidFill>
                  </a:endParaRPr>
                </a:p>
              </p:txBody>
            </p:sp>
            <p:sp>
              <p:nvSpPr>
                <p:cNvPr id="110" name="Oval 54"/>
                <p:cNvSpPr>
                  <a:spLocks noChangeArrowheads="1"/>
                </p:cNvSpPr>
                <p:nvPr/>
              </p:nvSpPr>
              <p:spPr bwMode="auto">
                <a:xfrm>
                  <a:off x="11058830" y="6691253"/>
                  <a:ext cx="58436" cy="58436"/>
                </a:xfrm>
                <a:prstGeom prst="ellipse">
                  <a:avLst/>
                </a:prstGeom>
                <a:solidFill>
                  <a:srgbClr val="20202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FFFFFF"/>
                    </a:solidFill>
                  </a:endParaRPr>
                </a:p>
              </p:txBody>
            </p:sp>
            <p:sp>
              <p:nvSpPr>
                <p:cNvPr id="111" name="Freeform 83"/>
                <p:cNvSpPr>
                  <a:spLocks/>
                </p:cNvSpPr>
                <p:nvPr/>
              </p:nvSpPr>
              <p:spPr bwMode="auto">
                <a:xfrm>
                  <a:off x="10431969" y="5262222"/>
                  <a:ext cx="509989" cy="0"/>
                </a:xfrm>
                <a:custGeom>
                  <a:avLst/>
                  <a:gdLst>
                    <a:gd name="T0" fmla="*/ 0 w 192"/>
                    <a:gd name="T1" fmla="*/ 192 w 192"/>
                    <a:gd name="T2" fmla="*/ 0 w 192"/>
                  </a:gdLst>
                  <a:ahLst/>
                  <a:cxnLst>
                    <a:cxn ang="0">
                      <a:pos x="T0" y="0"/>
                    </a:cxn>
                    <a:cxn ang="0">
                      <a:pos x="T1" y="0"/>
                    </a:cxn>
                    <a:cxn ang="0">
                      <a:pos x="T2" y="0"/>
                    </a:cxn>
                  </a:cxnLst>
                  <a:rect l="0" t="0" r="r" b="b"/>
                  <a:pathLst>
                    <a:path w="192">
                      <a:moveTo>
                        <a:pt x="0" y="0"/>
                      </a:moveTo>
                      <a:lnTo>
                        <a:pt x="192" y="0"/>
                      </a:lnTo>
                      <a:lnTo>
                        <a:pt x="0" y="0"/>
                      </a:lnTo>
                      <a:close/>
                    </a:path>
                  </a:pathLst>
                </a:custGeom>
                <a:solidFill>
                  <a:srgbClr val="D8D8D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FFFFFF"/>
                    </a:solidFill>
                  </a:endParaRPr>
                </a:p>
              </p:txBody>
            </p:sp>
            <p:sp>
              <p:nvSpPr>
                <p:cNvPr id="112" name="Freeform 112"/>
                <p:cNvSpPr>
                  <a:spLocks/>
                </p:cNvSpPr>
                <p:nvPr/>
              </p:nvSpPr>
              <p:spPr bwMode="auto">
                <a:xfrm>
                  <a:off x="10543529" y="5594245"/>
                  <a:ext cx="672015" cy="448897"/>
                </a:xfrm>
                <a:custGeom>
                  <a:avLst/>
                  <a:gdLst>
                    <a:gd name="T0" fmla="*/ 29 w 91"/>
                    <a:gd name="T1" fmla="*/ 0 h 61"/>
                    <a:gd name="T2" fmla="*/ 91 w 91"/>
                    <a:gd name="T3" fmla="*/ 0 h 61"/>
                    <a:gd name="T4" fmla="*/ 91 w 91"/>
                    <a:gd name="T5" fmla="*/ 7 h 61"/>
                    <a:gd name="T6" fmla="*/ 29 w 91"/>
                    <a:gd name="T7" fmla="*/ 7 h 61"/>
                    <a:gd name="T8" fmla="*/ 7 w 91"/>
                    <a:gd name="T9" fmla="*/ 29 h 61"/>
                    <a:gd name="T10" fmla="*/ 7 w 91"/>
                    <a:gd name="T11" fmla="*/ 61 h 61"/>
                    <a:gd name="T12" fmla="*/ 0 w 91"/>
                    <a:gd name="T13" fmla="*/ 61 h 61"/>
                    <a:gd name="T14" fmla="*/ 0 w 91"/>
                    <a:gd name="T15" fmla="*/ 29 h 61"/>
                    <a:gd name="T16" fmla="*/ 29 w 91"/>
                    <a:gd name="T17" fmla="*/ 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1" h="61">
                      <a:moveTo>
                        <a:pt x="29" y="0"/>
                      </a:moveTo>
                      <a:cubicBezTo>
                        <a:pt x="91" y="0"/>
                        <a:pt x="91" y="0"/>
                        <a:pt x="91" y="0"/>
                      </a:cubicBezTo>
                      <a:cubicBezTo>
                        <a:pt x="91" y="7"/>
                        <a:pt x="91" y="7"/>
                        <a:pt x="91" y="7"/>
                      </a:cubicBezTo>
                      <a:cubicBezTo>
                        <a:pt x="29" y="7"/>
                        <a:pt x="29" y="7"/>
                        <a:pt x="29" y="7"/>
                      </a:cubicBezTo>
                      <a:cubicBezTo>
                        <a:pt x="17" y="7"/>
                        <a:pt x="7" y="17"/>
                        <a:pt x="7" y="29"/>
                      </a:cubicBezTo>
                      <a:cubicBezTo>
                        <a:pt x="7" y="61"/>
                        <a:pt x="7" y="61"/>
                        <a:pt x="7" y="61"/>
                      </a:cubicBezTo>
                      <a:cubicBezTo>
                        <a:pt x="0" y="61"/>
                        <a:pt x="0" y="61"/>
                        <a:pt x="0" y="61"/>
                      </a:cubicBezTo>
                      <a:cubicBezTo>
                        <a:pt x="0" y="29"/>
                        <a:pt x="0" y="29"/>
                        <a:pt x="0" y="29"/>
                      </a:cubicBezTo>
                      <a:cubicBezTo>
                        <a:pt x="0" y="13"/>
                        <a:pt x="13" y="0"/>
                        <a:pt x="29" y="0"/>
                      </a:cubicBezTo>
                      <a:close/>
                    </a:path>
                  </a:pathLst>
                </a:custGeom>
                <a:solidFill>
                  <a:srgbClr val="20202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FFFFFF"/>
                    </a:solidFill>
                  </a:endParaRPr>
                </a:p>
              </p:txBody>
            </p:sp>
          </p:grpSp>
          <p:grpSp>
            <p:nvGrpSpPr>
              <p:cNvPr id="49" name="Group 48"/>
              <p:cNvGrpSpPr/>
              <p:nvPr/>
            </p:nvGrpSpPr>
            <p:grpSpPr>
              <a:xfrm flipH="1">
                <a:off x="8613773" y="2483620"/>
                <a:ext cx="1958976" cy="4377555"/>
                <a:chOff x="8956675" y="449263"/>
                <a:chExt cx="2063751" cy="4611687"/>
              </a:xfrm>
            </p:grpSpPr>
            <p:sp>
              <p:nvSpPr>
                <p:cNvPr id="62" name="Freeform 36"/>
                <p:cNvSpPr>
                  <a:spLocks/>
                </p:cNvSpPr>
                <p:nvPr/>
              </p:nvSpPr>
              <p:spPr bwMode="auto">
                <a:xfrm>
                  <a:off x="9283700" y="3189288"/>
                  <a:ext cx="895350" cy="1662112"/>
                </a:xfrm>
                <a:custGeom>
                  <a:avLst/>
                  <a:gdLst>
                    <a:gd name="T0" fmla="*/ 0 w 564"/>
                    <a:gd name="T1" fmla="*/ 0 h 1047"/>
                    <a:gd name="T2" fmla="*/ 0 w 564"/>
                    <a:gd name="T3" fmla="*/ 0 h 1047"/>
                    <a:gd name="T4" fmla="*/ 146 w 564"/>
                    <a:gd name="T5" fmla="*/ 0 h 1047"/>
                    <a:gd name="T6" fmla="*/ 418 w 564"/>
                    <a:gd name="T7" fmla="*/ 0 h 1047"/>
                    <a:gd name="T8" fmla="*/ 564 w 564"/>
                    <a:gd name="T9" fmla="*/ 0 h 1047"/>
                    <a:gd name="T10" fmla="*/ 564 w 564"/>
                    <a:gd name="T11" fmla="*/ 158 h 1047"/>
                    <a:gd name="T12" fmla="*/ 564 w 564"/>
                    <a:gd name="T13" fmla="*/ 1047 h 1047"/>
                    <a:gd name="T14" fmla="*/ 418 w 564"/>
                    <a:gd name="T15" fmla="*/ 1047 h 1047"/>
                    <a:gd name="T16" fmla="*/ 418 w 564"/>
                    <a:gd name="T17" fmla="*/ 158 h 1047"/>
                    <a:gd name="T18" fmla="*/ 146 w 564"/>
                    <a:gd name="T19" fmla="*/ 158 h 1047"/>
                    <a:gd name="T20" fmla="*/ 146 w 564"/>
                    <a:gd name="T21" fmla="*/ 1047 h 1047"/>
                    <a:gd name="T22" fmla="*/ 0 w 564"/>
                    <a:gd name="T23" fmla="*/ 1047 h 1047"/>
                    <a:gd name="T24" fmla="*/ 0 w 564"/>
                    <a:gd name="T25" fmla="*/ 158 h 1047"/>
                    <a:gd name="T26" fmla="*/ 0 w 564"/>
                    <a:gd name="T27" fmla="*/ 158 h 1047"/>
                    <a:gd name="T28" fmla="*/ 0 w 564"/>
                    <a:gd name="T29" fmla="*/ 0 h 10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564" h="1047">
                      <a:moveTo>
                        <a:pt x="0" y="0"/>
                      </a:moveTo>
                      <a:lnTo>
                        <a:pt x="0" y="0"/>
                      </a:lnTo>
                      <a:lnTo>
                        <a:pt x="146" y="0"/>
                      </a:lnTo>
                      <a:lnTo>
                        <a:pt x="418" y="0"/>
                      </a:lnTo>
                      <a:lnTo>
                        <a:pt x="564" y="0"/>
                      </a:lnTo>
                      <a:lnTo>
                        <a:pt x="564" y="158"/>
                      </a:lnTo>
                      <a:lnTo>
                        <a:pt x="564" y="1047"/>
                      </a:lnTo>
                      <a:lnTo>
                        <a:pt x="418" y="1047"/>
                      </a:lnTo>
                      <a:lnTo>
                        <a:pt x="418" y="158"/>
                      </a:lnTo>
                      <a:lnTo>
                        <a:pt x="146" y="158"/>
                      </a:lnTo>
                      <a:lnTo>
                        <a:pt x="146" y="1047"/>
                      </a:lnTo>
                      <a:lnTo>
                        <a:pt x="0" y="1047"/>
                      </a:lnTo>
                      <a:lnTo>
                        <a:pt x="0" y="158"/>
                      </a:lnTo>
                      <a:lnTo>
                        <a:pt x="0" y="158"/>
                      </a:lnTo>
                      <a:lnTo>
                        <a:pt x="0" y="0"/>
                      </a:lnTo>
                      <a:close/>
                    </a:path>
                  </a:pathLst>
                </a:custGeom>
                <a:solidFill>
                  <a:srgbClr val="BB252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FFFFFF"/>
                    </a:solidFill>
                  </a:endParaRPr>
                </a:p>
              </p:txBody>
            </p:sp>
            <p:sp>
              <p:nvSpPr>
                <p:cNvPr id="63" name="Freeform 37"/>
                <p:cNvSpPr>
                  <a:spLocks/>
                </p:cNvSpPr>
                <p:nvPr/>
              </p:nvSpPr>
              <p:spPr bwMode="auto">
                <a:xfrm>
                  <a:off x="9283700" y="4819650"/>
                  <a:ext cx="536575" cy="241300"/>
                </a:xfrm>
                <a:custGeom>
                  <a:avLst/>
                  <a:gdLst>
                    <a:gd name="T0" fmla="*/ 22 w 51"/>
                    <a:gd name="T1" fmla="*/ 0 h 23"/>
                    <a:gd name="T2" fmla="*/ 51 w 51"/>
                    <a:gd name="T3" fmla="*/ 23 h 23"/>
                    <a:gd name="T4" fmla="*/ 22 w 51"/>
                    <a:gd name="T5" fmla="*/ 23 h 23"/>
                    <a:gd name="T6" fmla="*/ 0 w 51"/>
                    <a:gd name="T7" fmla="*/ 23 h 23"/>
                    <a:gd name="T8" fmla="*/ 0 w 51"/>
                    <a:gd name="T9" fmla="*/ 0 h 23"/>
                    <a:gd name="T10" fmla="*/ 22 w 51"/>
                    <a:gd name="T11" fmla="*/ 0 h 23"/>
                  </a:gdLst>
                  <a:ahLst/>
                  <a:cxnLst>
                    <a:cxn ang="0">
                      <a:pos x="T0" y="T1"/>
                    </a:cxn>
                    <a:cxn ang="0">
                      <a:pos x="T2" y="T3"/>
                    </a:cxn>
                    <a:cxn ang="0">
                      <a:pos x="T4" y="T5"/>
                    </a:cxn>
                    <a:cxn ang="0">
                      <a:pos x="T6" y="T7"/>
                    </a:cxn>
                    <a:cxn ang="0">
                      <a:pos x="T8" y="T9"/>
                    </a:cxn>
                    <a:cxn ang="0">
                      <a:pos x="T10" y="T11"/>
                    </a:cxn>
                  </a:cxnLst>
                  <a:rect l="0" t="0" r="r" b="b"/>
                  <a:pathLst>
                    <a:path w="51" h="23">
                      <a:moveTo>
                        <a:pt x="22" y="0"/>
                      </a:moveTo>
                      <a:cubicBezTo>
                        <a:pt x="37" y="0"/>
                        <a:pt x="50" y="10"/>
                        <a:pt x="51" y="23"/>
                      </a:cubicBezTo>
                      <a:cubicBezTo>
                        <a:pt x="22" y="23"/>
                        <a:pt x="22" y="23"/>
                        <a:pt x="22" y="23"/>
                      </a:cubicBezTo>
                      <a:cubicBezTo>
                        <a:pt x="0" y="23"/>
                        <a:pt x="0" y="23"/>
                        <a:pt x="0" y="23"/>
                      </a:cubicBezTo>
                      <a:cubicBezTo>
                        <a:pt x="0" y="0"/>
                        <a:pt x="0" y="0"/>
                        <a:pt x="0" y="0"/>
                      </a:cubicBezTo>
                      <a:lnTo>
                        <a:pt x="22" y="0"/>
                      </a:lnTo>
                      <a:close/>
                    </a:path>
                  </a:pathLst>
                </a:custGeom>
                <a:solidFill>
                  <a:srgbClr val="57412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FFFFFF"/>
                    </a:solidFill>
                  </a:endParaRPr>
                </a:p>
              </p:txBody>
            </p:sp>
            <p:sp>
              <p:nvSpPr>
                <p:cNvPr id="64" name="Freeform 38"/>
                <p:cNvSpPr>
                  <a:spLocks/>
                </p:cNvSpPr>
                <p:nvPr/>
              </p:nvSpPr>
              <p:spPr bwMode="auto">
                <a:xfrm>
                  <a:off x="8956675" y="1819275"/>
                  <a:ext cx="1558925" cy="1370012"/>
                </a:xfrm>
                <a:custGeom>
                  <a:avLst/>
                  <a:gdLst>
                    <a:gd name="T0" fmla="*/ 31 w 148"/>
                    <a:gd name="T1" fmla="*/ 0 h 131"/>
                    <a:gd name="T2" fmla="*/ 116 w 148"/>
                    <a:gd name="T3" fmla="*/ 0 h 131"/>
                    <a:gd name="T4" fmla="*/ 148 w 148"/>
                    <a:gd name="T5" fmla="*/ 27 h 131"/>
                    <a:gd name="T6" fmla="*/ 148 w 148"/>
                    <a:gd name="T7" fmla="*/ 49 h 131"/>
                    <a:gd name="T8" fmla="*/ 116 w 148"/>
                    <a:gd name="T9" fmla="*/ 49 h 131"/>
                    <a:gd name="T10" fmla="*/ 116 w 148"/>
                    <a:gd name="T11" fmla="*/ 131 h 131"/>
                    <a:gd name="T12" fmla="*/ 31 w 148"/>
                    <a:gd name="T13" fmla="*/ 131 h 131"/>
                    <a:gd name="T14" fmla="*/ 31 w 148"/>
                    <a:gd name="T15" fmla="*/ 49 h 131"/>
                    <a:gd name="T16" fmla="*/ 0 w 148"/>
                    <a:gd name="T17" fmla="*/ 49 h 131"/>
                    <a:gd name="T18" fmla="*/ 0 w 148"/>
                    <a:gd name="T19" fmla="*/ 27 h 131"/>
                    <a:gd name="T20" fmla="*/ 31 w 148"/>
                    <a:gd name="T21" fmla="*/ 0 h 1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48" h="131">
                      <a:moveTo>
                        <a:pt x="31" y="0"/>
                      </a:moveTo>
                      <a:cubicBezTo>
                        <a:pt x="116" y="0"/>
                        <a:pt x="116" y="0"/>
                        <a:pt x="116" y="0"/>
                      </a:cubicBezTo>
                      <a:cubicBezTo>
                        <a:pt x="134" y="0"/>
                        <a:pt x="148" y="12"/>
                        <a:pt x="148" y="27"/>
                      </a:cubicBezTo>
                      <a:cubicBezTo>
                        <a:pt x="148" y="49"/>
                        <a:pt x="148" y="49"/>
                        <a:pt x="148" y="49"/>
                      </a:cubicBezTo>
                      <a:cubicBezTo>
                        <a:pt x="116" y="49"/>
                        <a:pt x="116" y="49"/>
                        <a:pt x="116" y="49"/>
                      </a:cubicBezTo>
                      <a:cubicBezTo>
                        <a:pt x="116" y="131"/>
                        <a:pt x="116" y="131"/>
                        <a:pt x="116" y="131"/>
                      </a:cubicBezTo>
                      <a:cubicBezTo>
                        <a:pt x="31" y="131"/>
                        <a:pt x="31" y="131"/>
                        <a:pt x="31" y="131"/>
                      </a:cubicBezTo>
                      <a:cubicBezTo>
                        <a:pt x="31" y="49"/>
                        <a:pt x="31" y="49"/>
                        <a:pt x="31" y="49"/>
                      </a:cubicBezTo>
                      <a:cubicBezTo>
                        <a:pt x="0" y="49"/>
                        <a:pt x="0" y="49"/>
                        <a:pt x="0" y="49"/>
                      </a:cubicBezTo>
                      <a:cubicBezTo>
                        <a:pt x="0" y="27"/>
                        <a:pt x="0" y="27"/>
                        <a:pt x="0" y="27"/>
                      </a:cubicBezTo>
                      <a:cubicBezTo>
                        <a:pt x="0" y="12"/>
                        <a:pt x="14" y="0"/>
                        <a:pt x="31" y="0"/>
                      </a:cubicBez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FFFFFF"/>
                    </a:solidFill>
                  </a:endParaRPr>
                </a:p>
              </p:txBody>
            </p:sp>
            <p:sp>
              <p:nvSpPr>
                <p:cNvPr id="65" name="Freeform 39"/>
                <p:cNvSpPr>
                  <a:spLocks/>
                </p:cNvSpPr>
                <p:nvPr/>
              </p:nvSpPr>
              <p:spPr bwMode="auto">
                <a:xfrm>
                  <a:off x="10231438" y="2332038"/>
                  <a:ext cx="547688" cy="709612"/>
                </a:xfrm>
                <a:custGeom>
                  <a:avLst/>
                  <a:gdLst>
                    <a:gd name="T0" fmla="*/ 19 w 52"/>
                    <a:gd name="T1" fmla="*/ 68 h 68"/>
                    <a:gd name="T2" fmla="*/ 52 w 52"/>
                    <a:gd name="T3" fmla="*/ 68 h 68"/>
                    <a:gd name="T4" fmla="*/ 52 w 52"/>
                    <a:gd name="T5" fmla="*/ 48 h 68"/>
                    <a:gd name="T6" fmla="*/ 22 w 52"/>
                    <a:gd name="T7" fmla="*/ 48 h 68"/>
                    <a:gd name="T8" fmla="*/ 22 w 52"/>
                    <a:gd name="T9" fmla="*/ 0 h 68"/>
                    <a:gd name="T10" fmla="*/ 0 w 52"/>
                    <a:gd name="T11" fmla="*/ 0 h 68"/>
                    <a:gd name="T12" fmla="*/ 0 w 52"/>
                    <a:gd name="T13" fmla="*/ 51 h 68"/>
                    <a:gd name="T14" fmla="*/ 19 w 52"/>
                    <a:gd name="T15" fmla="*/ 68 h 6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2" h="68">
                      <a:moveTo>
                        <a:pt x="19" y="68"/>
                      </a:moveTo>
                      <a:cubicBezTo>
                        <a:pt x="52" y="68"/>
                        <a:pt x="52" y="68"/>
                        <a:pt x="52" y="68"/>
                      </a:cubicBezTo>
                      <a:cubicBezTo>
                        <a:pt x="52" y="48"/>
                        <a:pt x="52" y="48"/>
                        <a:pt x="52" y="48"/>
                      </a:cubicBezTo>
                      <a:cubicBezTo>
                        <a:pt x="22" y="48"/>
                        <a:pt x="22" y="48"/>
                        <a:pt x="22" y="48"/>
                      </a:cubicBezTo>
                      <a:cubicBezTo>
                        <a:pt x="22" y="0"/>
                        <a:pt x="22" y="0"/>
                        <a:pt x="22" y="0"/>
                      </a:cubicBezTo>
                      <a:cubicBezTo>
                        <a:pt x="0" y="0"/>
                        <a:pt x="0" y="0"/>
                        <a:pt x="0" y="0"/>
                      </a:cubicBezTo>
                      <a:cubicBezTo>
                        <a:pt x="0" y="51"/>
                        <a:pt x="0" y="51"/>
                        <a:pt x="0" y="51"/>
                      </a:cubicBezTo>
                      <a:cubicBezTo>
                        <a:pt x="0" y="60"/>
                        <a:pt x="8" y="68"/>
                        <a:pt x="19" y="68"/>
                      </a:cubicBezTo>
                    </a:path>
                  </a:pathLst>
                </a:custGeom>
                <a:solidFill>
                  <a:srgbClr val="6E583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FFFFFF"/>
                    </a:solidFill>
                  </a:endParaRPr>
                </a:p>
              </p:txBody>
            </p:sp>
            <p:sp>
              <p:nvSpPr>
                <p:cNvPr id="66" name="Rectangle 40"/>
                <p:cNvSpPr>
                  <a:spLocks noChangeArrowheads="1"/>
                </p:cNvSpPr>
                <p:nvPr/>
              </p:nvSpPr>
              <p:spPr bwMode="auto">
                <a:xfrm>
                  <a:off x="8999538" y="2332038"/>
                  <a:ext cx="241300" cy="1222375"/>
                </a:xfrm>
                <a:prstGeom prst="rect">
                  <a:avLst/>
                </a:prstGeom>
                <a:solidFill>
                  <a:srgbClr val="6E583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FFFFFF"/>
                    </a:solidFill>
                  </a:endParaRPr>
                </a:p>
              </p:txBody>
            </p:sp>
            <p:sp>
              <p:nvSpPr>
                <p:cNvPr id="67" name="Freeform 41"/>
                <p:cNvSpPr>
                  <a:spLocks/>
                </p:cNvSpPr>
                <p:nvPr/>
              </p:nvSpPr>
              <p:spPr bwMode="auto">
                <a:xfrm>
                  <a:off x="8999538" y="3355975"/>
                  <a:ext cx="241300" cy="407987"/>
                </a:xfrm>
                <a:custGeom>
                  <a:avLst/>
                  <a:gdLst>
                    <a:gd name="T0" fmla="*/ 23 w 23"/>
                    <a:gd name="T1" fmla="*/ 0 h 39"/>
                    <a:gd name="T2" fmla="*/ 23 w 23"/>
                    <a:gd name="T3" fmla="*/ 39 h 39"/>
                    <a:gd name="T4" fmla="*/ 0 w 23"/>
                    <a:gd name="T5" fmla="*/ 19 h 39"/>
                    <a:gd name="T6" fmla="*/ 23 w 23"/>
                    <a:gd name="T7" fmla="*/ 0 h 39"/>
                  </a:gdLst>
                  <a:ahLst/>
                  <a:cxnLst>
                    <a:cxn ang="0">
                      <a:pos x="T0" y="T1"/>
                    </a:cxn>
                    <a:cxn ang="0">
                      <a:pos x="T2" y="T3"/>
                    </a:cxn>
                    <a:cxn ang="0">
                      <a:pos x="T4" y="T5"/>
                    </a:cxn>
                    <a:cxn ang="0">
                      <a:pos x="T6" y="T7"/>
                    </a:cxn>
                  </a:cxnLst>
                  <a:rect l="0" t="0" r="r" b="b"/>
                  <a:pathLst>
                    <a:path w="23" h="39">
                      <a:moveTo>
                        <a:pt x="23" y="0"/>
                      </a:moveTo>
                      <a:cubicBezTo>
                        <a:pt x="23" y="39"/>
                        <a:pt x="23" y="39"/>
                        <a:pt x="23" y="39"/>
                      </a:cubicBezTo>
                      <a:cubicBezTo>
                        <a:pt x="10" y="39"/>
                        <a:pt x="0" y="30"/>
                        <a:pt x="0" y="19"/>
                      </a:cubicBezTo>
                      <a:cubicBezTo>
                        <a:pt x="0" y="8"/>
                        <a:pt x="10" y="0"/>
                        <a:pt x="23" y="0"/>
                      </a:cubicBezTo>
                    </a:path>
                  </a:pathLst>
                </a:custGeom>
                <a:solidFill>
                  <a:srgbClr val="6E583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FFFFFF"/>
                    </a:solidFill>
                  </a:endParaRPr>
                </a:p>
              </p:txBody>
            </p:sp>
            <p:sp>
              <p:nvSpPr>
                <p:cNvPr id="68" name="Freeform 42"/>
                <p:cNvSpPr>
                  <a:spLocks/>
                </p:cNvSpPr>
                <p:nvPr/>
              </p:nvSpPr>
              <p:spPr bwMode="auto">
                <a:xfrm>
                  <a:off x="10536238" y="2833688"/>
                  <a:ext cx="484188" cy="207962"/>
                </a:xfrm>
                <a:custGeom>
                  <a:avLst/>
                  <a:gdLst>
                    <a:gd name="T0" fmla="*/ 0 w 46"/>
                    <a:gd name="T1" fmla="*/ 0 h 20"/>
                    <a:gd name="T2" fmla="*/ 46 w 46"/>
                    <a:gd name="T3" fmla="*/ 0 h 20"/>
                    <a:gd name="T4" fmla="*/ 23 w 46"/>
                    <a:gd name="T5" fmla="*/ 20 h 20"/>
                    <a:gd name="T6" fmla="*/ 0 w 46"/>
                    <a:gd name="T7" fmla="*/ 0 h 20"/>
                  </a:gdLst>
                  <a:ahLst/>
                  <a:cxnLst>
                    <a:cxn ang="0">
                      <a:pos x="T0" y="T1"/>
                    </a:cxn>
                    <a:cxn ang="0">
                      <a:pos x="T2" y="T3"/>
                    </a:cxn>
                    <a:cxn ang="0">
                      <a:pos x="T4" y="T5"/>
                    </a:cxn>
                    <a:cxn ang="0">
                      <a:pos x="T6" y="T7"/>
                    </a:cxn>
                  </a:cxnLst>
                  <a:rect l="0" t="0" r="r" b="b"/>
                  <a:pathLst>
                    <a:path w="46" h="20">
                      <a:moveTo>
                        <a:pt x="0" y="0"/>
                      </a:moveTo>
                      <a:cubicBezTo>
                        <a:pt x="46" y="0"/>
                        <a:pt x="46" y="0"/>
                        <a:pt x="46" y="0"/>
                      </a:cubicBezTo>
                      <a:cubicBezTo>
                        <a:pt x="46" y="11"/>
                        <a:pt x="36" y="20"/>
                        <a:pt x="23" y="20"/>
                      </a:cubicBezTo>
                      <a:cubicBezTo>
                        <a:pt x="10" y="20"/>
                        <a:pt x="0" y="11"/>
                        <a:pt x="0" y="0"/>
                      </a:cubicBezTo>
                    </a:path>
                  </a:pathLst>
                </a:custGeom>
                <a:solidFill>
                  <a:srgbClr val="6E583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FFFFFF"/>
                    </a:solidFill>
                  </a:endParaRPr>
                </a:p>
              </p:txBody>
            </p:sp>
            <p:sp>
              <p:nvSpPr>
                <p:cNvPr id="69" name="Rectangle 44"/>
                <p:cNvSpPr>
                  <a:spLocks noChangeArrowheads="1"/>
                </p:cNvSpPr>
                <p:nvPr/>
              </p:nvSpPr>
              <p:spPr bwMode="auto">
                <a:xfrm>
                  <a:off x="8999538" y="2332038"/>
                  <a:ext cx="241300" cy="61912"/>
                </a:xfrm>
                <a:prstGeom prst="rect">
                  <a:avLst/>
                </a:prstGeom>
                <a:solidFill>
                  <a:srgbClr val="4B3929"/>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FFFFFF"/>
                    </a:solidFill>
                  </a:endParaRPr>
                </a:p>
              </p:txBody>
            </p:sp>
            <p:sp>
              <p:nvSpPr>
                <p:cNvPr id="70" name="Rectangle 45"/>
                <p:cNvSpPr>
                  <a:spLocks noChangeArrowheads="1"/>
                </p:cNvSpPr>
                <p:nvPr/>
              </p:nvSpPr>
              <p:spPr bwMode="auto">
                <a:xfrm>
                  <a:off x="10231438" y="2332038"/>
                  <a:ext cx="231775" cy="61912"/>
                </a:xfrm>
                <a:prstGeom prst="rect">
                  <a:avLst/>
                </a:prstGeom>
                <a:solidFill>
                  <a:srgbClr val="4B3929"/>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FFFFFF"/>
                    </a:solidFill>
                  </a:endParaRPr>
                </a:p>
              </p:txBody>
            </p:sp>
            <p:sp>
              <p:nvSpPr>
                <p:cNvPr id="71" name="Freeform 46"/>
                <p:cNvSpPr>
                  <a:spLocks/>
                </p:cNvSpPr>
                <p:nvPr/>
              </p:nvSpPr>
              <p:spPr bwMode="auto">
                <a:xfrm>
                  <a:off x="9947275" y="4819650"/>
                  <a:ext cx="536575" cy="241300"/>
                </a:xfrm>
                <a:custGeom>
                  <a:avLst/>
                  <a:gdLst>
                    <a:gd name="T0" fmla="*/ 22 w 51"/>
                    <a:gd name="T1" fmla="*/ 0 h 23"/>
                    <a:gd name="T2" fmla="*/ 51 w 51"/>
                    <a:gd name="T3" fmla="*/ 23 h 23"/>
                    <a:gd name="T4" fmla="*/ 22 w 51"/>
                    <a:gd name="T5" fmla="*/ 23 h 23"/>
                    <a:gd name="T6" fmla="*/ 0 w 51"/>
                    <a:gd name="T7" fmla="*/ 23 h 23"/>
                    <a:gd name="T8" fmla="*/ 0 w 51"/>
                    <a:gd name="T9" fmla="*/ 0 h 23"/>
                    <a:gd name="T10" fmla="*/ 22 w 51"/>
                    <a:gd name="T11" fmla="*/ 0 h 23"/>
                  </a:gdLst>
                  <a:ahLst/>
                  <a:cxnLst>
                    <a:cxn ang="0">
                      <a:pos x="T0" y="T1"/>
                    </a:cxn>
                    <a:cxn ang="0">
                      <a:pos x="T2" y="T3"/>
                    </a:cxn>
                    <a:cxn ang="0">
                      <a:pos x="T4" y="T5"/>
                    </a:cxn>
                    <a:cxn ang="0">
                      <a:pos x="T6" y="T7"/>
                    </a:cxn>
                    <a:cxn ang="0">
                      <a:pos x="T8" y="T9"/>
                    </a:cxn>
                    <a:cxn ang="0">
                      <a:pos x="T10" y="T11"/>
                    </a:cxn>
                  </a:cxnLst>
                  <a:rect l="0" t="0" r="r" b="b"/>
                  <a:pathLst>
                    <a:path w="51" h="23">
                      <a:moveTo>
                        <a:pt x="22" y="0"/>
                      </a:moveTo>
                      <a:cubicBezTo>
                        <a:pt x="37" y="0"/>
                        <a:pt x="50" y="10"/>
                        <a:pt x="51" y="23"/>
                      </a:cubicBezTo>
                      <a:cubicBezTo>
                        <a:pt x="22" y="23"/>
                        <a:pt x="22" y="23"/>
                        <a:pt x="22" y="23"/>
                      </a:cubicBezTo>
                      <a:cubicBezTo>
                        <a:pt x="0" y="23"/>
                        <a:pt x="0" y="23"/>
                        <a:pt x="0" y="23"/>
                      </a:cubicBezTo>
                      <a:cubicBezTo>
                        <a:pt x="0" y="0"/>
                        <a:pt x="0" y="0"/>
                        <a:pt x="0" y="0"/>
                      </a:cubicBezTo>
                      <a:lnTo>
                        <a:pt x="22" y="0"/>
                      </a:lnTo>
                      <a:close/>
                    </a:path>
                  </a:pathLst>
                </a:custGeom>
                <a:solidFill>
                  <a:srgbClr val="57412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FFFFFF"/>
                    </a:solidFill>
                  </a:endParaRPr>
                </a:p>
              </p:txBody>
            </p:sp>
            <p:sp>
              <p:nvSpPr>
                <p:cNvPr id="72" name="Freeform 47"/>
                <p:cNvSpPr>
                  <a:spLocks/>
                </p:cNvSpPr>
                <p:nvPr/>
              </p:nvSpPr>
              <p:spPr bwMode="auto">
                <a:xfrm>
                  <a:off x="9483725" y="1609725"/>
                  <a:ext cx="515938" cy="366712"/>
                </a:xfrm>
                <a:custGeom>
                  <a:avLst/>
                  <a:gdLst>
                    <a:gd name="T0" fmla="*/ 0 w 49"/>
                    <a:gd name="T1" fmla="*/ 27 h 35"/>
                    <a:gd name="T2" fmla="*/ 26 w 49"/>
                    <a:gd name="T3" fmla="*/ 35 h 35"/>
                    <a:gd name="T4" fmla="*/ 49 w 49"/>
                    <a:gd name="T5" fmla="*/ 27 h 35"/>
                    <a:gd name="T6" fmla="*/ 49 w 49"/>
                    <a:gd name="T7" fmla="*/ 0 h 35"/>
                    <a:gd name="T8" fmla="*/ 0 w 49"/>
                    <a:gd name="T9" fmla="*/ 0 h 35"/>
                    <a:gd name="T10" fmla="*/ 0 w 49"/>
                    <a:gd name="T11" fmla="*/ 27 h 35"/>
                  </a:gdLst>
                  <a:ahLst/>
                  <a:cxnLst>
                    <a:cxn ang="0">
                      <a:pos x="T0" y="T1"/>
                    </a:cxn>
                    <a:cxn ang="0">
                      <a:pos x="T2" y="T3"/>
                    </a:cxn>
                    <a:cxn ang="0">
                      <a:pos x="T4" y="T5"/>
                    </a:cxn>
                    <a:cxn ang="0">
                      <a:pos x="T6" y="T7"/>
                    </a:cxn>
                    <a:cxn ang="0">
                      <a:pos x="T8" y="T9"/>
                    </a:cxn>
                    <a:cxn ang="0">
                      <a:pos x="T10" y="T11"/>
                    </a:cxn>
                  </a:cxnLst>
                  <a:rect l="0" t="0" r="r" b="b"/>
                  <a:pathLst>
                    <a:path w="49" h="35">
                      <a:moveTo>
                        <a:pt x="0" y="27"/>
                      </a:moveTo>
                      <a:cubicBezTo>
                        <a:pt x="0" y="33"/>
                        <a:pt x="26" y="35"/>
                        <a:pt x="26" y="35"/>
                      </a:cubicBezTo>
                      <a:cubicBezTo>
                        <a:pt x="26" y="35"/>
                        <a:pt x="49" y="32"/>
                        <a:pt x="49" y="27"/>
                      </a:cubicBezTo>
                      <a:cubicBezTo>
                        <a:pt x="49" y="22"/>
                        <a:pt x="49" y="0"/>
                        <a:pt x="49" y="0"/>
                      </a:cubicBezTo>
                      <a:cubicBezTo>
                        <a:pt x="0" y="0"/>
                        <a:pt x="0" y="0"/>
                        <a:pt x="0" y="0"/>
                      </a:cubicBezTo>
                      <a:cubicBezTo>
                        <a:pt x="0" y="0"/>
                        <a:pt x="0" y="22"/>
                        <a:pt x="0" y="27"/>
                      </a:cubicBezTo>
                      <a:close/>
                    </a:path>
                  </a:pathLst>
                </a:custGeom>
                <a:solidFill>
                  <a:srgbClr val="6E583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FFFFFF"/>
                    </a:solidFill>
                  </a:endParaRPr>
                </a:p>
              </p:txBody>
            </p:sp>
            <p:sp>
              <p:nvSpPr>
                <p:cNvPr id="73" name="Freeform 48"/>
                <p:cNvSpPr>
                  <a:spLocks/>
                </p:cNvSpPr>
                <p:nvPr/>
              </p:nvSpPr>
              <p:spPr bwMode="auto">
                <a:xfrm>
                  <a:off x="9483725" y="1609725"/>
                  <a:ext cx="515938" cy="188912"/>
                </a:xfrm>
                <a:custGeom>
                  <a:avLst/>
                  <a:gdLst>
                    <a:gd name="T0" fmla="*/ 0 w 49"/>
                    <a:gd name="T1" fmla="*/ 14 h 18"/>
                    <a:gd name="T2" fmla="*/ 26 w 49"/>
                    <a:gd name="T3" fmla="*/ 18 h 18"/>
                    <a:gd name="T4" fmla="*/ 49 w 49"/>
                    <a:gd name="T5" fmla="*/ 14 h 18"/>
                    <a:gd name="T6" fmla="*/ 49 w 49"/>
                    <a:gd name="T7" fmla="*/ 0 h 18"/>
                    <a:gd name="T8" fmla="*/ 0 w 49"/>
                    <a:gd name="T9" fmla="*/ 0 h 18"/>
                    <a:gd name="T10" fmla="*/ 0 w 49"/>
                    <a:gd name="T11" fmla="*/ 14 h 18"/>
                  </a:gdLst>
                  <a:ahLst/>
                  <a:cxnLst>
                    <a:cxn ang="0">
                      <a:pos x="T0" y="T1"/>
                    </a:cxn>
                    <a:cxn ang="0">
                      <a:pos x="T2" y="T3"/>
                    </a:cxn>
                    <a:cxn ang="0">
                      <a:pos x="T4" y="T5"/>
                    </a:cxn>
                    <a:cxn ang="0">
                      <a:pos x="T6" y="T7"/>
                    </a:cxn>
                    <a:cxn ang="0">
                      <a:pos x="T8" y="T9"/>
                    </a:cxn>
                    <a:cxn ang="0">
                      <a:pos x="T10" y="T11"/>
                    </a:cxn>
                  </a:cxnLst>
                  <a:rect l="0" t="0" r="r" b="b"/>
                  <a:pathLst>
                    <a:path w="49" h="18">
                      <a:moveTo>
                        <a:pt x="0" y="14"/>
                      </a:moveTo>
                      <a:cubicBezTo>
                        <a:pt x="0" y="16"/>
                        <a:pt x="26" y="18"/>
                        <a:pt x="26" y="18"/>
                      </a:cubicBezTo>
                      <a:cubicBezTo>
                        <a:pt x="26" y="18"/>
                        <a:pt x="49" y="16"/>
                        <a:pt x="49" y="14"/>
                      </a:cubicBezTo>
                      <a:cubicBezTo>
                        <a:pt x="49" y="11"/>
                        <a:pt x="49" y="0"/>
                        <a:pt x="49" y="0"/>
                      </a:cubicBezTo>
                      <a:cubicBezTo>
                        <a:pt x="0" y="0"/>
                        <a:pt x="0" y="0"/>
                        <a:pt x="0" y="0"/>
                      </a:cubicBezTo>
                      <a:cubicBezTo>
                        <a:pt x="0" y="0"/>
                        <a:pt x="0" y="11"/>
                        <a:pt x="0" y="14"/>
                      </a:cubicBezTo>
                      <a:close/>
                    </a:path>
                  </a:pathLst>
                </a:custGeom>
                <a:solidFill>
                  <a:srgbClr val="4B392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FFFFFF"/>
                    </a:solidFill>
                  </a:endParaRPr>
                </a:p>
              </p:txBody>
            </p:sp>
            <p:sp>
              <p:nvSpPr>
                <p:cNvPr id="74" name="Freeform 49"/>
                <p:cNvSpPr>
                  <a:spLocks/>
                </p:cNvSpPr>
                <p:nvPr/>
              </p:nvSpPr>
              <p:spPr bwMode="auto">
                <a:xfrm>
                  <a:off x="9315450" y="554038"/>
                  <a:ext cx="831850" cy="1139825"/>
                </a:xfrm>
                <a:custGeom>
                  <a:avLst/>
                  <a:gdLst>
                    <a:gd name="T0" fmla="*/ 77 w 79"/>
                    <a:gd name="T1" fmla="*/ 27 h 109"/>
                    <a:gd name="T2" fmla="*/ 62 w 79"/>
                    <a:gd name="T3" fmla="*/ 0 h 109"/>
                    <a:gd name="T4" fmla="*/ 20 w 79"/>
                    <a:gd name="T5" fmla="*/ 0 h 109"/>
                    <a:gd name="T6" fmla="*/ 7 w 79"/>
                    <a:gd name="T7" fmla="*/ 25 h 109"/>
                    <a:gd name="T8" fmla="*/ 7 w 79"/>
                    <a:gd name="T9" fmla="*/ 39 h 109"/>
                    <a:gd name="T10" fmla="*/ 0 w 79"/>
                    <a:gd name="T11" fmla="*/ 41 h 109"/>
                    <a:gd name="T12" fmla="*/ 0 w 79"/>
                    <a:gd name="T13" fmla="*/ 43 h 109"/>
                    <a:gd name="T14" fmla="*/ 0 w 79"/>
                    <a:gd name="T15" fmla="*/ 55 h 109"/>
                    <a:gd name="T16" fmla="*/ 1 w 79"/>
                    <a:gd name="T17" fmla="*/ 62 h 109"/>
                    <a:gd name="T18" fmla="*/ 1 w 79"/>
                    <a:gd name="T19" fmla="*/ 90 h 109"/>
                    <a:gd name="T20" fmla="*/ 45 w 79"/>
                    <a:gd name="T21" fmla="*/ 109 h 109"/>
                    <a:gd name="T22" fmla="*/ 79 w 79"/>
                    <a:gd name="T23" fmla="*/ 90 h 109"/>
                    <a:gd name="T24" fmla="*/ 79 w 79"/>
                    <a:gd name="T25" fmla="*/ 74 h 109"/>
                    <a:gd name="T26" fmla="*/ 77 w 79"/>
                    <a:gd name="T27" fmla="*/ 27 h 1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79" h="109">
                      <a:moveTo>
                        <a:pt x="77" y="27"/>
                      </a:moveTo>
                      <a:cubicBezTo>
                        <a:pt x="77" y="24"/>
                        <a:pt x="71" y="0"/>
                        <a:pt x="62" y="0"/>
                      </a:cubicBezTo>
                      <a:cubicBezTo>
                        <a:pt x="20" y="0"/>
                        <a:pt x="20" y="0"/>
                        <a:pt x="20" y="0"/>
                      </a:cubicBezTo>
                      <a:cubicBezTo>
                        <a:pt x="12" y="0"/>
                        <a:pt x="7" y="17"/>
                        <a:pt x="7" y="25"/>
                      </a:cubicBezTo>
                      <a:cubicBezTo>
                        <a:pt x="7" y="39"/>
                        <a:pt x="7" y="39"/>
                        <a:pt x="7" y="39"/>
                      </a:cubicBezTo>
                      <a:cubicBezTo>
                        <a:pt x="0" y="41"/>
                        <a:pt x="0" y="41"/>
                        <a:pt x="0" y="41"/>
                      </a:cubicBezTo>
                      <a:cubicBezTo>
                        <a:pt x="0" y="42"/>
                        <a:pt x="0" y="43"/>
                        <a:pt x="0" y="43"/>
                      </a:cubicBezTo>
                      <a:cubicBezTo>
                        <a:pt x="0" y="47"/>
                        <a:pt x="0" y="51"/>
                        <a:pt x="0" y="55"/>
                      </a:cubicBezTo>
                      <a:cubicBezTo>
                        <a:pt x="0" y="57"/>
                        <a:pt x="0" y="60"/>
                        <a:pt x="1" y="62"/>
                      </a:cubicBezTo>
                      <a:cubicBezTo>
                        <a:pt x="1" y="61"/>
                        <a:pt x="1" y="90"/>
                        <a:pt x="1" y="90"/>
                      </a:cubicBezTo>
                      <a:cubicBezTo>
                        <a:pt x="6" y="109"/>
                        <a:pt x="32" y="109"/>
                        <a:pt x="45" y="109"/>
                      </a:cubicBezTo>
                      <a:cubicBezTo>
                        <a:pt x="58" y="109"/>
                        <a:pt x="76" y="103"/>
                        <a:pt x="79" y="90"/>
                      </a:cubicBezTo>
                      <a:cubicBezTo>
                        <a:pt x="79" y="74"/>
                        <a:pt x="79" y="74"/>
                        <a:pt x="79" y="74"/>
                      </a:cubicBezTo>
                      <a:cubicBezTo>
                        <a:pt x="79" y="74"/>
                        <a:pt x="79" y="34"/>
                        <a:pt x="77" y="27"/>
                      </a:cubicBezTo>
                    </a:path>
                  </a:pathLst>
                </a:custGeom>
                <a:solidFill>
                  <a:srgbClr val="6E583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FFFFFF"/>
                    </a:solidFill>
                  </a:endParaRPr>
                </a:p>
              </p:txBody>
            </p:sp>
            <p:sp>
              <p:nvSpPr>
                <p:cNvPr id="75" name="Freeform 50"/>
                <p:cNvSpPr>
                  <a:spLocks/>
                </p:cNvSpPr>
                <p:nvPr/>
              </p:nvSpPr>
              <p:spPr bwMode="auto">
                <a:xfrm>
                  <a:off x="9663113" y="1411288"/>
                  <a:ext cx="157163" cy="41275"/>
                </a:xfrm>
                <a:custGeom>
                  <a:avLst/>
                  <a:gdLst>
                    <a:gd name="T0" fmla="*/ 15 w 15"/>
                    <a:gd name="T1" fmla="*/ 0 h 4"/>
                    <a:gd name="T2" fmla="*/ 8 w 15"/>
                    <a:gd name="T3" fmla="*/ 4 h 4"/>
                    <a:gd name="T4" fmla="*/ 0 w 15"/>
                    <a:gd name="T5" fmla="*/ 0 h 4"/>
                    <a:gd name="T6" fmla="*/ 15 w 15"/>
                    <a:gd name="T7" fmla="*/ 0 h 4"/>
                  </a:gdLst>
                  <a:ahLst/>
                  <a:cxnLst>
                    <a:cxn ang="0">
                      <a:pos x="T0" y="T1"/>
                    </a:cxn>
                    <a:cxn ang="0">
                      <a:pos x="T2" y="T3"/>
                    </a:cxn>
                    <a:cxn ang="0">
                      <a:pos x="T4" y="T5"/>
                    </a:cxn>
                    <a:cxn ang="0">
                      <a:pos x="T6" y="T7"/>
                    </a:cxn>
                  </a:cxnLst>
                  <a:rect l="0" t="0" r="r" b="b"/>
                  <a:pathLst>
                    <a:path w="15" h="4">
                      <a:moveTo>
                        <a:pt x="15" y="0"/>
                      </a:moveTo>
                      <a:cubicBezTo>
                        <a:pt x="15" y="2"/>
                        <a:pt x="12" y="4"/>
                        <a:pt x="8" y="4"/>
                      </a:cubicBezTo>
                      <a:cubicBezTo>
                        <a:pt x="3" y="4"/>
                        <a:pt x="0" y="2"/>
                        <a:pt x="0" y="0"/>
                      </a:cubicBezTo>
                      <a:lnTo>
                        <a:pt x="15"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FFFFFF"/>
                    </a:solidFill>
                  </a:endParaRPr>
                </a:p>
              </p:txBody>
            </p:sp>
            <p:sp>
              <p:nvSpPr>
                <p:cNvPr id="76" name="Freeform 51"/>
                <p:cNvSpPr>
                  <a:spLocks/>
                </p:cNvSpPr>
                <p:nvPr/>
              </p:nvSpPr>
              <p:spPr bwMode="auto">
                <a:xfrm>
                  <a:off x="9324975" y="1192213"/>
                  <a:ext cx="74613" cy="125412"/>
                </a:xfrm>
                <a:custGeom>
                  <a:avLst/>
                  <a:gdLst>
                    <a:gd name="T0" fmla="*/ 7 w 7"/>
                    <a:gd name="T1" fmla="*/ 0 h 12"/>
                    <a:gd name="T2" fmla="*/ 4 w 7"/>
                    <a:gd name="T3" fmla="*/ 4 h 12"/>
                    <a:gd name="T4" fmla="*/ 0 w 7"/>
                    <a:gd name="T5" fmla="*/ 8 h 12"/>
                    <a:gd name="T6" fmla="*/ 0 w 7"/>
                    <a:gd name="T7" fmla="*/ 12 h 12"/>
                    <a:gd name="T8" fmla="*/ 0 w 7"/>
                    <a:gd name="T9" fmla="*/ 12 h 12"/>
                    <a:gd name="T10" fmla="*/ 3 w 7"/>
                    <a:gd name="T11" fmla="*/ 11 h 12"/>
                    <a:gd name="T12" fmla="*/ 3 w 7"/>
                    <a:gd name="T13" fmla="*/ 11 h 12"/>
                    <a:gd name="T14" fmla="*/ 4 w 7"/>
                    <a:gd name="T15" fmla="*/ 10 h 12"/>
                    <a:gd name="T16" fmla="*/ 7 w 7"/>
                    <a:gd name="T17" fmla="*/ 0 h 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 h="12">
                      <a:moveTo>
                        <a:pt x="7" y="0"/>
                      </a:moveTo>
                      <a:cubicBezTo>
                        <a:pt x="4" y="4"/>
                        <a:pt x="4" y="4"/>
                        <a:pt x="4" y="4"/>
                      </a:cubicBezTo>
                      <a:cubicBezTo>
                        <a:pt x="3" y="6"/>
                        <a:pt x="2" y="7"/>
                        <a:pt x="0" y="8"/>
                      </a:cubicBezTo>
                      <a:cubicBezTo>
                        <a:pt x="0" y="12"/>
                        <a:pt x="0" y="12"/>
                        <a:pt x="0" y="12"/>
                      </a:cubicBezTo>
                      <a:cubicBezTo>
                        <a:pt x="0" y="12"/>
                        <a:pt x="0" y="12"/>
                        <a:pt x="0" y="12"/>
                      </a:cubicBezTo>
                      <a:cubicBezTo>
                        <a:pt x="1" y="12"/>
                        <a:pt x="2" y="12"/>
                        <a:pt x="3" y="11"/>
                      </a:cubicBezTo>
                      <a:cubicBezTo>
                        <a:pt x="3" y="11"/>
                        <a:pt x="3" y="11"/>
                        <a:pt x="3" y="11"/>
                      </a:cubicBezTo>
                      <a:cubicBezTo>
                        <a:pt x="4" y="11"/>
                        <a:pt x="4" y="10"/>
                        <a:pt x="4" y="10"/>
                      </a:cubicBezTo>
                      <a:cubicBezTo>
                        <a:pt x="7" y="5"/>
                        <a:pt x="7" y="0"/>
                        <a:pt x="7" y="0"/>
                      </a:cubicBezTo>
                    </a:path>
                  </a:pathLst>
                </a:custGeom>
                <a:solidFill>
                  <a:srgbClr val="4B392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FFFFFF"/>
                    </a:solidFill>
                  </a:endParaRPr>
                </a:p>
              </p:txBody>
            </p:sp>
            <p:sp>
              <p:nvSpPr>
                <p:cNvPr id="77" name="Freeform 52"/>
                <p:cNvSpPr>
                  <a:spLocks/>
                </p:cNvSpPr>
                <p:nvPr/>
              </p:nvSpPr>
              <p:spPr bwMode="auto">
                <a:xfrm>
                  <a:off x="9263063" y="449263"/>
                  <a:ext cx="936625" cy="679450"/>
                </a:xfrm>
                <a:custGeom>
                  <a:avLst/>
                  <a:gdLst>
                    <a:gd name="T0" fmla="*/ 88 w 89"/>
                    <a:gd name="T1" fmla="*/ 29 h 65"/>
                    <a:gd name="T2" fmla="*/ 46 w 89"/>
                    <a:gd name="T3" fmla="*/ 0 h 65"/>
                    <a:gd name="T4" fmla="*/ 46 w 89"/>
                    <a:gd name="T5" fmla="*/ 0 h 65"/>
                    <a:gd name="T6" fmla="*/ 46 w 89"/>
                    <a:gd name="T7" fmla="*/ 0 h 65"/>
                    <a:gd name="T8" fmla="*/ 45 w 89"/>
                    <a:gd name="T9" fmla="*/ 0 h 65"/>
                    <a:gd name="T10" fmla="*/ 44 w 89"/>
                    <a:gd name="T11" fmla="*/ 0 h 65"/>
                    <a:gd name="T12" fmla="*/ 43 w 89"/>
                    <a:gd name="T13" fmla="*/ 0 h 65"/>
                    <a:gd name="T14" fmla="*/ 43 w 89"/>
                    <a:gd name="T15" fmla="*/ 0 h 65"/>
                    <a:gd name="T16" fmla="*/ 2 w 89"/>
                    <a:gd name="T17" fmla="*/ 29 h 65"/>
                    <a:gd name="T18" fmla="*/ 2 w 89"/>
                    <a:gd name="T19" fmla="*/ 52 h 65"/>
                    <a:gd name="T20" fmla="*/ 5 w 89"/>
                    <a:gd name="T21" fmla="*/ 54 h 65"/>
                    <a:gd name="T22" fmla="*/ 5 w 89"/>
                    <a:gd name="T23" fmla="*/ 54 h 65"/>
                    <a:gd name="T24" fmla="*/ 11 w 89"/>
                    <a:gd name="T25" fmla="*/ 65 h 65"/>
                    <a:gd name="T26" fmla="*/ 12 w 89"/>
                    <a:gd name="T27" fmla="*/ 34 h 65"/>
                    <a:gd name="T28" fmla="*/ 45 w 89"/>
                    <a:gd name="T29" fmla="*/ 16 h 65"/>
                    <a:gd name="T30" fmla="*/ 78 w 89"/>
                    <a:gd name="T31" fmla="*/ 34 h 65"/>
                    <a:gd name="T32" fmla="*/ 79 w 89"/>
                    <a:gd name="T33" fmla="*/ 65 h 65"/>
                    <a:gd name="T34" fmla="*/ 84 w 89"/>
                    <a:gd name="T35" fmla="*/ 54 h 65"/>
                    <a:gd name="T36" fmla="*/ 84 w 89"/>
                    <a:gd name="T37" fmla="*/ 54 h 65"/>
                    <a:gd name="T38" fmla="*/ 88 w 89"/>
                    <a:gd name="T39" fmla="*/ 52 h 65"/>
                    <a:gd name="T40" fmla="*/ 88 w 89"/>
                    <a:gd name="T41" fmla="*/ 29 h 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89" h="65">
                      <a:moveTo>
                        <a:pt x="88" y="29"/>
                      </a:moveTo>
                      <a:cubicBezTo>
                        <a:pt x="86" y="11"/>
                        <a:pt x="71" y="1"/>
                        <a:pt x="46" y="0"/>
                      </a:cubicBezTo>
                      <a:cubicBezTo>
                        <a:pt x="46" y="0"/>
                        <a:pt x="46" y="0"/>
                        <a:pt x="46" y="0"/>
                      </a:cubicBezTo>
                      <a:cubicBezTo>
                        <a:pt x="46" y="0"/>
                        <a:pt x="46" y="0"/>
                        <a:pt x="46" y="0"/>
                      </a:cubicBezTo>
                      <a:cubicBezTo>
                        <a:pt x="45" y="0"/>
                        <a:pt x="45" y="0"/>
                        <a:pt x="45" y="0"/>
                      </a:cubicBezTo>
                      <a:cubicBezTo>
                        <a:pt x="44" y="0"/>
                        <a:pt x="44" y="0"/>
                        <a:pt x="44" y="0"/>
                      </a:cubicBezTo>
                      <a:cubicBezTo>
                        <a:pt x="43" y="0"/>
                        <a:pt x="43" y="0"/>
                        <a:pt x="43" y="0"/>
                      </a:cubicBezTo>
                      <a:cubicBezTo>
                        <a:pt x="43" y="0"/>
                        <a:pt x="43" y="0"/>
                        <a:pt x="43" y="0"/>
                      </a:cubicBezTo>
                      <a:cubicBezTo>
                        <a:pt x="19" y="1"/>
                        <a:pt x="4" y="11"/>
                        <a:pt x="2" y="29"/>
                      </a:cubicBezTo>
                      <a:cubicBezTo>
                        <a:pt x="1" y="33"/>
                        <a:pt x="0" y="52"/>
                        <a:pt x="2" y="52"/>
                      </a:cubicBezTo>
                      <a:cubicBezTo>
                        <a:pt x="3" y="53"/>
                        <a:pt x="5" y="54"/>
                        <a:pt x="5" y="54"/>
                      </a:cubicBezTo>
                      <a:cubicBezTo>
                        <a:pt x="5" y="54"/>
                        <a:pt x="5" y="54"/>
                        <a:pt x="5" y="54"/>
                      </a:cubicBezTo>
                      <a:cubicBezTo>
                        <a:pt x="9" y="56"/>
                        <a:pt x="11" y="60"/>
                        <a:pt x="11" y="65"/>
                      </a:cubicBezTo>
                      <a:cubicBezTo>
                        <a:pt x="11" y="65"/>
                        <a:pt x="12" y="51"/>
                        <a:pt x="12" y="34"/>
                      </a:cubicBezTo>
                      <a:cubicBezTo>
                        <a:pt x="12" y="24"/>
                        <a:pt x="25" y="16"/>
                        <a:pt x="45" y="16"/>
                      </a:cubicBezTo>
                      <a:cubicBezTo>
                        <a:pt x="65" y="16"/>
                        <a:pt x="78" y="24"/>
                        <a:pt x="78" y="34"/>
                      </a:cubicBezTo>
                      <a:cubicBezTo>
                        <a:pt x="78" y="51"/>
                        <a:pt x="79" y="65"/>
                        <a:pt x="79" y="65"/>
                      </a:cubicBezTo>
                      <a:cubicBezTo>
                        <a:pt x="79" y="60"/>
                        <a:pt x="81" y="56"/>
                        <a:pt x="84" y="54"/>
                      </a:cubicBezTo>
                      <a:cubicBezTo>
                        <a:pt x="84" y="54"/>
                        <a:pt x="84" y="54"/>
                        <a:pt x="84" y="54"/>
                      </a:cubicBezTo>
                      <a:cubicBezTo>
                        <a:pt x="84" y="54"/>
                        <a:pt x="87" y="53"/>
                        <a:pt x="88" y="52"/>
                      </a:cubicBezTo>
                      <a:cubicBezTo>
                        <a:pt x="89" y="52"/>
                        <a:pt x="89" y="33"/>
                        <a:pt x="88" y="29"/>
                      </a:cubicBez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FFFFFF"/>
                    </a:solidFill>
                  </a:endParaRPr>
                </a:p>
              </p:txBody>
            </p:sp>
            <p:sp>
              <p:nvSpPr>
                <p:cNvPr id="78" name="Freeform 53"/>
                <p:cNvSpPr>
                  <a:spLocks/>
                </p:cNvSpPr>
                <p:nvPr/>
              </p:nvSpPr>
              <p:spPr bwMode="auto">
                <a:xfrm>
                  <a:off x="10072688" y="1192213"/>
                  <a:ext cx="74613" cy="125412"/>
                </a:xfrm>
                <a:custGeom>
                  <a:avLst/>
                  <a:gdLst>
                    <a:gd name="T0" fmla="*/ 0 w 7"/>
                    <a:gd name="T1" fmla="*/ 0 h 12"/>
                    <a:gd name="T2" fmla="*/ 2 w 7"/>
                    <a:gd name="T3" fmla="*/ 4 h 12"/>
                    <a:gd name="T4" fmla="*/ 7 w 7"/>
                    <a:gd name="T5" fmla="*/ 8 h 12"/>
                    <a:gd name="T6" fmla="*/ 7 w 7"/>
                    <a:gd name="T7" fmla="*/ 12 h 12"/>
                    <a:gd name="T8" fmla="*/ 6 w 7"/>
                    <a:gd name="T9" fmla="*/ 12 h 12"/>
                    <a:gd name="T10" fmla="*/ 4 w 7"/>
                    <a:gd name="T11" fmla="*/ 11 h 12"/>
                    <a:gd name="T12" fmla="*/ 4 w 7"/>
                    <a:gd name="T13" fmla="*/ 11 h 12"/>
                    <a:gd name="T14" fmla="*/ 2 w 7"/>
                    <a:gd name="T15" fmla="*/ 10 h 12"/>
                    <a:gd name="T16" fmla="*/ 0 w 7"/>
                    <a:gd name="T17" fmla="*/ 0 h 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 h="12">
                      <a:moveTo>
                        <a:pt x="0" y="0"/>
                      </a:moveTo>
                      <a:cubicBezTo>
                        <a:pt x="2" y="4"/>
                        <a:pt x="2" y="4"/>
                        <a:pt x="2" y="4"/>
                      </a:cubicBezTo>
                      <a:cubicBezTo>
                        <a:pt x="4" y="6"/>
                        <a:pt x="5" y="7"/>
                        <a:pt x="7" y="8"/>
                      </a:cubicBezTo>
                      <a:cubicBezTo>
                        <a:pt x="7" y="12"/>
                        <a:pt x="7" y="12"/>
                        <a:pt x="7" y="12"/>
                      </a:cubicBezTo>
                      <a:cubicBezTo>
                        <a:pt x="6" y="12"/>
                        <a:pt x="6" y="12"/>
                        <a:pt x="6" y="12"/>
                      </a:cubicBezTo>
                      <a:cubicBezTo>
                        <a:pt x="6" y="12"/>
                        <a:pt x="5" y="12"/>
                        <a:pt x="4" y="11"/>
                      </a:cubicBezTo>
                      <a:cubicBezTo>
                        <a:pt x="4" y="11"/>
                        <a:pt x="4" y="11"/>
                        <a:pt x="4" y="11"/>
                      </a:cubicBezTo>
                      <a:cubicBezTo>
                        <a:pt x="3" y="11"/>
                        <a:pt x="3" y="10"/>
                        <a:pt x="2" y="10"/>
                      </a:cubicBezTo>
                      <a:cubicBezTo>
                        <a:pt x="0" y="5"/>
                        <a:pt x="0" y="0"/>
                        <a:pt x="0" y="0"/>
                      </a:cubicBezTo>
                    </a:path>
                  </a:pathLst>
                </a:custGeom>
                <a:solidFill>
                  <a:srgbClr val="4B392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FFFFFF"/>
                    </a:solidFill>
                  </a:endParaRPr>
                </a:p>
              </p:txBody>
            </p:sp>
            <p:sp>
              <p:nvSpPr>
                <p:cNvPr id="79" name="Freeform 54"/>
                <p:cNvSpPr>
                  <a:spLocks/>
                </p:cNvSpPr>
                <p:nvPr/>
              </p:nvSpPr>
              <p:spPr bwMode="auto">
                <a:xfrm>
                  <a:off x="9220200" y="962025"/>
                  <a:ext cx="188913" cy="323850"/>
                </a:xfrm>
                <a:custGeom>
                  <a:avLst/>
                  <a:gdLst>
                    <a:gd name="T0" fmla="*/ 16 w 18"/>
                    <a:gd name="T1" fmla="*/ 14 h 31"/>
                    <a:gd name="T2" fmla="*/ 12 w 18"/>
                    <a:gd name="T3" fmla="*/ 30 h 31"/>
                    <a:gd name="T4" fmla="*/ 2 w 18"/>
                    <a:gd name="T5" fmla="*/ 17 h 31"/>
                    <a:gd name="T6" fmla="*/ 5 w 18"/>
                    <a:gd name="T7" fmla="*/ 1 h 31"/>
                    <a:gd name="T8" fmla="*/ 16 w 18"/>
                    <a:gd name="T9" fmla="*/ 14 h 31"/>
                  </a:gdLst>
                  <a:ahLst/>
                  <a:cxnLst>
                    <a:cxn ang="0">
                      <a:pos x="T0" y="T1"/>
                    </a:cxn>
                    <a:cxn ang="0">
                      <a:pos x="T2" y="T3"/>
                    </a:cxn>
                    <a:cxn ang="0">
                      <a:pos x="T4" y="T5"/>
                    </a:cxn>
                    <a:cxn ang="0">
                      <a:pos x="T6" y="T7"/>
                    </a:cxn>
                    <a:cxn ang="0">
                      <a:pos x="T8" y="T9"/>
                    </a:cxn>
                  </a:cxnLst>
                  <a:rect l="0" t="0" r="r" b="b"/>
                  <a:pathLst>
                    <a:path w="18" h="31">
                      <a:moveTo>
                        <a:pt x="16" y="14"/>
                      </a:moveTo>
                      <a:cubicBezTo>
                        <a:pt x="18" y="22"/>
                        <a:pt x="16" y="29"/>
                        <a:pt x="12" y="30"/>
                      </a:cubicBezTo>
                      <a:cubicBezTo>
                        <a:pt x="8" y="31"/>
                        <a:pt x="4" y="25"/>
                        <a:pt x="2" y="17"/>
                      </a:cubicBezTo>
                      <a:cubicBezTo>
                        <a:pt x="0" y="10"/>
                        <a:pt x="1" y="2"/>
                        <a:pt x="5" y="1"/>
                      </a:cubicBezTo>
                      <a:cubicBezTo>
                        <a:pt x="9" y="0"/>
                        <a:pt x="14" y="6"/>
                        <a:pt x="16" y="14"/>
                      </a:cubicBezTo>
                    </a:path>
                  </a:pathLst>
                </a:custGeom>
                <a:solidFill>
                  <a:srgbClr val="6E583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FFFFFF"/>
                    </a:solidFill>
                  </a:endParaRPr>
                </a:p>
              </p:txBody>
            </p:sp>
            <p:sp>
              <p:nvSpPr>
                <p:cNvPr id="80" name="Freeform 55"/>
                <p:cNvSpPr>
                  <a:spLocks/>
                </p:cNvSpPr>
                <p:nvPr/>
              </p:nvSpPr>
              <p:spPr bwMode="auto">
                <a:xfrm>
                  <a:off x="10063163" y="962025"/>
                  <a:ext cx="188913" cy="323850"/>
                </a:xfrm>
                <a:custGeom>
                  <a:avLst/>
                  <a:gdLst>
                    <a:gd name="T0" fmla="*/ 2 w 18"/>
                    <a:gd name="T1" fmla="*/ 14 h 31"/>
                    <a:gd name="T2" fmla="*/ 5 w 18"/>
                    <a:gd name="T3" fmla="*/ 30 h 31"/>
                    <a:gd name="T4" fmla="*/ 16 w 18"/>
                    <a:gd name="T5" fmla="*/ 17 h 31"/>
                    <a:gd name="T6" fmla="*/ 12 w 18"/>
                    <a:gd name="T7" fmla="*/ 1 h 31"/>
                    <a:gd name="T8" fmla="*/ 2 w 18"/>
                    <a:gd name="T9" fmla="*/ 14 h 31"/>
                  </a:gdLst>
                  <a:ahLst/>
                  <a:cxnLst>
                    <a:cxn ang="0">
                      <a:pos x="T0" y="T1"/>
                    </a:cxn>
                    <a:cxn ang="0">
                      <a:pos x="T2" y="T3"/>
                    </a:cxn>
                    <a:cxn ang="0">
                      <a:pos x="T4" y="T5"/>
                    </a:cxn>
                    <a:cxn ang="0">
                      <a:pos x="T6" y="T7"/>
                    </a:cxn>
                    <a:cxn ang="0">
                      <a:pos x="T8" y="T9"/>
                    </a:cxn>
                  </a:cxnLst>
                  <a:rect l="0" t="0" r="r" b="b"/>
                  <a:pathLst>
                    <a:path w="18" h="31">
                      <a:moveTo>
                        <a:pt x="2" y="14"/>
                      </a:moveTo>
                      <a:cubicBezTo>
                        <a:pt x="0" y="22"/>
                        <a:pt x="1" y="29"/>
                        <a:pt x="5" y="30"/>
                      </a:cubicBezTo>
                      <a:cubicBezTo>
                        <a:pt x="9" y="31"/>
                        <a:pt x="14" y="25"/>
                        <a:pt x="16" y="17"/>
                      </a:cubicBezTo>
                      <a:cubicBezTo>
                        <a:pt x="18" y="10"/>
                        <a:pt x="16" y="2"/>
                        <a:pt x="12" y="1"/>
                      </a:cubicBezTo>
                      <a:cubicBezTo>
                        <a:pt x="9" y="0"/>
                        <a:pt x="4" y="6"/>
                        <a:pt x="2" y="14"/>
                      </a:cubicBezTo>
                    </a:path>
                  </a:pathLst>
                </a:custGeom>
                <a:solidFill>
                  <a:srgbClr val="6E583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FFFFFF"/>
                    </a:solidFill>
                  </a:endParaRPr>
                </a:p>
              </p:txBody>
            </p:sp>
            <p:sp>
              <p:nvSpPr>
                <p:cNvPr id="81" name="Rectangle 56"/>
                <p:cNvSpPr>
                  <a:spLocks noChangeArrowheads="1"/>
                </p:cNvSpPr>
                <p:nvPr/>
              </p:nvSpPr>
              <p:spPr bwMode="auto">
                <a:xfrm>
                  <a:off x="9388475" y="919163"/>
                  <a:ext cx="1588" cy="42862"/>
                </a:xfrm>
                <a:prstGeom prst="rect">
                  <a:avLst/>
                </a:prstGeom>
                <a:solidFill>
                  <a:srgbClr val="40404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FFFFFF"/>
                    </a:solidFill>
                  </a:endParaRPr>
                </a:p>
              </p:txBody>
            </p:sp>
            <p:sp>
              <p:nvSpPr>
                <p:cNvPr id="82" name="Freeform 57"/>
                <p:cNvSpPr>
                  <a:spLocks/>
                </p:cNvSpPr>
                <p:nvPr/>
              </p:nvSpPr>
              <p:spPr bwMode="auto">
                <a:xfrm>
                  <a:off x="9378950" y="857250"/>
                  <a:ext cx="704850" cy="428625"/>
                </a:xfrm>
                <a:custGeom>
                  <a:avLst/>
                  <a:gdLst>
                    <a:gd name="T0" fmla="*/ 34 w 67"/>
                    <a:gd name="T1" fmla="*/ 0 h 41"/>
                    <a:gd name="T2" fmla="*/ 34 w 67"/>
                    <a:gd name="T3" fmla="*/ 0 h 41"/>
                    <a:gd name="T4" fmla="*/ 1 w 67"/>
                    <a:gd name="T5" fmla="*/ 5 h 41"/>
                    <a:gd name="T6" fmla="*/ 1 w 67"/>
                    <a:gd name="T7" fmla="*/ 6 h 41"/>
                    <a:gd name="T8" fmla="*/ 1 w 67"/>
                    <a:gd name="T9" fmla="*/ 10 h 41"/>
                    <a:gd name="T10" fmla="*/ 1 w 67"/>
                    <a:gd name="T11" fmla="*/ 10 h 41"/>
                    <a:gd name="T12" fmla="*/ 0 w 67"/>
                    <a:gd name="T13" fmla="*/ 22 h 41"/>
                    <a:gd name="T14" fmla="*/ 1 w 67"/>
                    <a:gd name="T15" fmla="*/ 24 h 41"/>
                    <a:gd name="T16" fmla="*/ 2 w 67"/>
                    <a:gd name="T17" fmla="*/ 33 h 41"/>
                    <a:gd name="T18" fmla="*/ 2 w 67"/>
                    <a:gd name="T19" fmla="*/ 32 h 41"/>
                    <a:gd name="T20" fmla="*/ 1 w 67"/>
                    <a:gd name="T21" fmla="*/ 36 h 41"/>
                    <a:gd name="T22" fmla="*/ 5 w 67"/>
                    <a:gd name="T23" fmla="*/ 38 h 41"/>
                    <a:gd name="T24" fmla="*/ 24 w 67"/>
                    <a:gd name="T25" fmla="*/ 41 h 41"/>
                    <a:gd name="T26" fmla="*/ 26 w 67"/>
                    <a:gd name="T27" fmla="*/ 41 h 41"/>
                    <a:gd name="T28" fmla="*/ 30 w 67"/>
                    <a:gd name="T29" fmla="*/ 36 h 41"/>
                    <a:gd name="T30" fmla="*/ 32 w 67"/>
                    <a:gd name="T31" fmla="*/ 30 h 41"/>
                    <a:gd name="T32" fmla="*/ 32 w 67"/>
                    <a:gd name="T33" fmla="*/ 30 h 41"/>
                    <a:gd name="T34" fmla="*/ 32 w 67"/>
                    <a:gd name="T35" fmla="*/ 30 h 41"/>
                    <a:gd name="T36" fmla="*/ 34 w 67"/>
                    <a:gd name="T37" fmla="*/ 30 h 41"/>
                    <a:gd name="T38" fmla="*/ 35 w 67"/>
                    <a:gd name="T39" fmla="*/ 30 h 41"/>
                    <a:gd name="T40" fmla="*/ 35 w 67"/>
                    <a:gd name="T41" fmla="*/ 30 h 41"/>
                    <a:gd name="T42" fmla="*/ 35 w 67"/>
                    <a:gd name="T43" fmla="*/ 30 h 41"/>
                    <a:gd name="T44" fmla="*/ 37 w 67"/>
                    <a:gd name="T45" fmla="*/ 36 h 41"/>
                    <a:gd name="T46" fmla="*/ 41 w 67"/>
                    <a:gd name="T47" fmla="*/ 41 h 41"/>
                    <a:gd name="T48" fmla="*/ 43 w 67"/>
                    <a:gd name="T49" fmla="*/ 41 h 41"/>
                    <a:gd name="T50" fmla="*/ 62 w 67"/>
                    <a:gd name="T51" fmla="*/ 38 h 41"/>
                    <a:gd name="T52" fmla="*/ 66 w 67"/>
                    <a:gd name="T53" fmla="*/ 36 h 41"/>
                    <a:gd name="T54" fmla="*/ 66 w 67"/>
                    <a:gd name="T55" fmla="*/ 32 h 41"/>
                    <a:gd name="T56" fmla="*/ 66 w 67"/>
                    <a:gd name="T57" fmla="*/ 33 h 41"/>
                    <a:gd name="T58" fmla="*/ 67 w 67"/>
                    <a:gd name="T59" fmla="*/ 24 h 41"/>
                    <a:gd name="T60" fmla="*/ 67 w 67"/>
                    <a:gd name="T61" fmla="*/ 22 h 41"/>
                    <a:gd name="T62" fmla="*/ 67 w 67"/>
                    <a:gd name="T63" fmla="*/ 5 h 41"/>
                    <a:gd name="T64" fmla="*/ 34 w 67"/>
                    <a:gd name="T65" fmla="*/ 0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67" h="41">
                      <a:moveTo>
                        <a:pt x="34" y="0"/>
                      </a:moveTo>
                      <a:cubicBezTo>
                        <a:pt x="34" y="0"/>
                        <a:pt x="34" y="0"/>
                        <a:pt x="34" y="0"/>
                      </a:cubicBezTo>
                      <a:cubicBezTo>
                        <a:pt x="29" y="0"/>
                        <a:pt x="11" y="0"/>
                        <a:pt x="1" y="5"/>
                      </a:cubicBezTo>
                      <a:cubicBezTo>
                        <a:pt x="1" y="5"/>
                        <a:pt x="1" y="5"/>
                        <a:pt x="1" y="6"/>
                      </a:cubicBezTo>
                      <a:cubicBezTo>
                        <a:pt x="1" y="10"/>
                        <a:pt x="1" y="10"/>
                        <a:pt x="1" y="10"/>
                      </a:cubicBezTo>
                      <a:cubicBezTo>
                        <a:pt x="1" y="10"/>
                        <a:pt x="1" y="10"/>
                        <a:pt x="1" y="10"/>
                      </a:cubicBezTo>
                      <a:cubicBezTo>
                        <a:pt x="0" y="15"/>
                        <a:pt x="0" y="19"/>
                        <a:pt x="0" y="22"/>
                      </a:cubicBezTo>
                      <a:cubicBezTo>
                        <a:pt x="0" y="23"/>
                        <a:pt x="1" y="23"/>
                        <a:pt x="1" y="24"/>
                      </a:cubicBezTo>
                      <a:cubicBezTo>
                        <a:pt x="2" y="27"/>
                        <a:pt x="2" y="30"/>
                        <a:pt x="2" y="33"/>
                      </a:cubicBezTo>
                      <a:cubicBezTo>
                        <a:pt x="2" y="32"/>
                        <a:pt x="2" y="32"/>
                        <a:pt x="2" y="32"/>
                      </a:cubicBezTo>
                      <a:cubicBezTo>
                        <a:pt x="2" y="32"/>
                        <a:pt x="2" y="34"/>
                        <a:pt x="1" y="36"/>
                      </a:cubicBezTo>
                      <a:cubicBezTo>
                        <a:pt x="2" y="37"/>
                        <a:pt x="3" y="38"/>
                        <a:pt x="5" y="38"/>
                      </a:cubicBezTo>
                      <a:cubicBezTo>
                        <a:pt x="13" y="40"/>
                        <a:pt x="21" y="41"/>
                        <a:pt x="24" y="41"/>
                      </a:cubicBezTo>
                      <a:cubicBezTo>
                        <a:pt x="25" y="41"/>
                        <a:pt x="26" y="41"/>
                        <a:pt x="26" y="41"/>
                      </a:cubicBezTo>
                      <a:cubicBezTo>
                        <a:pt x="29" y="40"/>
                        <a:pt x="30" y="38"/>
                        <a:pt x="30" y="36"/>
                      </a:cubicBezTo>
                      <a:cubicBezTo>
                        <a:pt x="30" y="34"/>
                        <a:pt x="32" y="30"/>
                        <a:pt x="32" y="30"/>
                      </a:cubicBezTo>
                      <a:cubicBezTo>
                        <a:pt x="32" y="30"/>
                        <a:pt x="32" y="30"/>
                        <a:pt x="32" y="30"/>
                      </a:cubicBezTo>
                      <a:cubicBezTo>
                        <a:pt x="32" y="30"/>
                        <a:pt x="32" y="30"/>
                        <a:pt x="32" y="30"/>
                      </a:cubicBezTo>
                      <a:cubicBezTo>
                        <a:pt x="32" y="30"/>
                        <a:pt x="33" y="30"/>
                        <a:pt x="34" y="30"/>
                      </a:cubicBezTo>
                      <a:cubicBezTo>
                        <a:pt x="34" y="30"/>
                        <a:pt x="35" y="30"/>
                        <a:pt x="35" y="30"/>
                      </a:cubicBezTo>
                      <a:cubicBezTo>
                        <a:pt x="35" y="30"/>
                        <a:pt x="35" y="30"/>
                        <a:pt x="35" y="30"/>
                      </a:cubicBezTo>
                      <a:cubicBezTo>
                        <a:pt x="35" y="30"/>
                        <a:pt x="35" y="30"/>
                        <a:pt x="35" y="30"/>
                      </a:cubicBezTo>
                      <a:cubicBezTo>
                        <a:pt x="35" y="30"/>
                        <a:pt x="37" y="34"/>
                        <a:pt x="37" y="36"/>
                      </a:cubicBezTo>
                      <a:cubicBezTo>
                        <a:pt x="37" y="38"/>
                        <a:pt x="38" y="40"/>
                        <a:pt x="41" y="41"/>
                      </a:cubicBezTo>
                      <a:cubicBezTo>
                        <a:pt x="41" y="41"/>
                        <a:pt x="42" y="41"/>
                        <a:pt x="43" y="41"/>
                      </a:cubicBezTo>
                      <a:cubicBezTo>
                        <a:pt x="46" y="41"/>
                        <a:pt x="54" y="40"/>
                        <a:pt x="62" y="38"/>
                      </a:cubicBezTo>
                      <a:cubicBezTo>
                        <a:pt x="64" y="38"/>
                        <a:pt x="65" y="37"/>
                        <a:pt x="66" y="36"/>
                      </a:cubicBezTo>
                      <a:cubicBezTo>
                        <a:pt x="66" y="34"/>
                        <a:pt x="66" y="32"/>
                        <a:pt x="66" y="32"/>
                      </a:cubicBezTo>
                      <a:cubicBezTo>
                        <a:pt x="66" y="33"/>
                        <a:pt x="66" y="33"/>
                        <a:pt x="66" y="33"/>
                      </a:cubicBezTo>
                      <a:cubicBezTo>
                        <a:pt x="66" y="30"/>
                        <a:pt x="66" y="27"/>
                        <a:pt x="67" y="24"/>
                      </a:cubicBezTo>
                      <a:cubicBezTo>
                        <a:pt x="67" y="23"/>
                        <a:pt x="67" y="23"/>
                        <a:pt x="67" y="22"/>
                      </a:cubicBezTo>
                      <a:cubicBezTo>
                        <a:pt x="67" y="18"/>
                        <a:pt x="67" y="12"/>
                        <a:pt x="67" y="5"/>
                      </a:cubicBezTo>
                      <a:cubicBezTo>
                        <a:pt x="57" y="0"/>
                        <a:pt x="38" y="0"/>
                        <a:pt x="34" y="0"/>
                      </a:cubicBezTo>
                    </a:path>
                  </a:pathLst>
                </a:custGeom>
                <a:solidFill>
                  <a:srgbClr val="2E2C2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FFFFFF"/>
                    </a:solidFill>
                  </a:endParaRPr>
                </a:p>
              </p:txBody>
            </p:sp>
            <p:sp>
              <p:nvSpPr>
                <p:cNvPr id="83" name="Freeform 58"/>
                <p:cNvSpPr>
                  <a:spLocks/>
                </p:cNvSpPr>
                <p:nvPr/>
              </p:nvSpPr>
              <p:spPr bwMode="auto">
                <a:xfrm>
                  <a:off x="9388475" y="1192213"/>
                  <a:ext cx="11113" cy="41275"/>
                </a:xfrm>
                <a:custGeom>
                  <a:avLst/>
                  <a:gdLst>
                    <a:gd name="T0" fmla="*/ 1 w 1"/>
                    <a:gd name="T1" fmla="*/ 0 h 4"/>
                    <a:gd name="T2" fmla="*/ 1 w 1"/>
                    <a:gd name="T3" fmla="*/ 1 h 4"/>
                    <a:gd name="T4" fmla="*/ 0 w 1"/>
                    <a:gd name="T5" fmla="*/ 4 h 4"/>
                    <a:gd name="T6" fmla="*/ 0 w 1"/>
                    <a:gd name="T7" fmla="*/ 4 h 4"/>
                    <a:gd name="T8" fmla="*/ 1 w 1"/>
                    <a:gd name="T9" fmla="*/ 0 h 4"/>
                  </a:gdLst>
                  <a:ahLst/>
                  <a:cxnLst>
                    <a:cxn ang="0">
                      <a:pos x="T0" y="T1"/>
                    </a:cxn>
                    <a:cxn ang="0">
                      <a:pos x="T2" y="T3"/>
                    </a:cxn>
                    <a:cxn ang="0">
                      <a:pos x="T4" y="T5"/>
                    </a:cxn>
                    <a:cxn ang="0">
                      <a:pos x="T6" y="T7"/>
                    </a:cxn>
                    <a:cxn ang="0">
                      <a:pos x="T8" y="T9"/>
                    </a:cxn>
                  </a:cxnLst>
                  <a:rect l="0" t="0" r="r" b="b"/>
                  <a:pathLst>
                    <a:path w="1" h="4">
                      <a:moveTo>
                        <a:pt x="1" y="0"/>
                      </a:moveTo>
                      <a:cubicBezTo>
                        <a:pt x="1" y="1"/>
                        <a:pt x="1" y="1"/>
                        <a:pt x="1" y="1"/>
                      </a:cubicBezTo>
                      <a:cubicBezTo>
                        <a:pt x="0" y="2"/>
                        <a:pt x="0" y="3"/>
                        <a:pt x="0" y="4"/>
                      </a:cubicBezTo>
                      <a:cubicBezTo>
                        <a:pt x="0" y="4"/>
                        <a:pt x="0" y="4"/>
                        <a:pt x="0" y="4"/>
                      </a:cubicBezTo>
                      <a:cubicBezTo>
                        <a:pt x="1" y="2"/>
                        <a:pt x="1" y="0"/>
                        <a:pt x="1" y="0"/>
                      </a:cubicBezTo>
                    </a:path>
                  </a:pathLst>
                </a:custGeom>
                <a:solidFill>
                  <a:srgbClr val="21202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FFFFFF"/>
                    </a:solidFill>
                  </a:endParaRPr>
                </a:p>
              </p:txBody>
            </p:sp>
            <p:sp>
              <p:nvSpPr>
                <p:cNvPr id="84" name="Freeform 59"/>
                <p:cNvSpPr>
                  <a:spLocks noEditPoints="1"/>
                </p:cNvSpPr>
                <p:nvPr/>
              </p:nvSpPr>
              <p:spPr bwMode="auto">
                <a:xfrm>
                  <a:off x="9324975" y="909638"/>
                  <a:ext cx="811213" cy="177800"/>
                </a:xfrm>
                <a:custGeom>
                  <a:avLst/>
                  <a:gdLst>
                    <a:gd name="T0" fmla="*/ 72 w 77"/>
                    <a:gd name="T1" fmla="*/ 0 h 17"/>
                    <a:gd name="T2" fmla="*/ 72 w 77"/>
                    <a:gd name="T3" fmla="*/ 17 h 17"/>
                    <a:gd name="T4" fmla="*/ 77 w 77"/>
                    <a:gd name="T5" fmla="*/ 9 h 17"/>
                    <a:gd name="T6" fmla="*/ 77 w 77"/>
                    <a:gd name="T7" fmla="*/ 3 h 17"/>
                    <a:gd name="T8" fmla="*/ 72 w 77"/>
                    <a:gd name="T9" fmla="*/ 0 h 17"/>
                    <a:gd name="T10" fmla="*/ 6 w 77"/>
                    <a:gd name="T11" fmla="*/ 0 h 17"/>
                    <a:gd name="T12" fmla="*/ 0 w 77"/>
                    <a:gd name="T13" fmla="*/ 3 h 17"/>
                    <a:gd name="T14" fmla="*/ 0 w 77"/>
                    <a:gd name="T15" fmla="*/ 8 h 17"/>
                    <a:gd name="T16" fmla="*/ 5 w 77"/>
                    <a:gd name="T17" fmla="*/ 17 h 17"/>
                    <a:gd name="T18" fmla="*/ 6 w 77"/>
                    <a:gd name="T19" fmla="*/ 5 h 17"/>
                    <a:gd name="T20" fmla="*/ 6 w 77"/>
                    <a:gd name="T21" fmla="*/ 1 h 17"/>
                    <a:gd name="T22" fmla="*/ 6 w 7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77" h="17">
                      <a:moveTo>
                        <a:pt x="72" y="0"/>
                      </a:moveTo>
                      <a:cubicBezTo>
                        <a:pt x="72" y="7"/>
                        <a:pt x="72" y="13"/>
                        <a:pt x="72" y="17"/>
                      </a:cubicBezTo>
                      <a:cubicBezTo>
                        <a:pt x="73" y="14"/>
                        <a:pt x="75" y="11"/>
                        <a:pt x="77" y="9"/>
                      </a:cubicBezTo>
                      <a:cubicBezTo>
                        <a:pt x="77" y="5"/>
                        <a:pt x="77" y="3"/>
                        <a:pt x="77" y="3"/>
                      </a:cubicBezTo>
                      <a:cubicBezTo>
                        <a:pt x="76" y="2"/>
                        <a:pt x="74" y="1"/>
                        <a:pt x="72" y="0"/>
                      </a:cubicBezTo>
                      <a:moveTo>
                        <a:pt x="6" y="0"/>
                      </a:moveTo>
                      <a:cubicBezTo>
                        <a:pt x="3" y="0"/>
                        <a:pt x="2" y="1"/>
                        <a:pt x="0" y="3"/>
                      </a:cubicBezTo>
                      <a:cubicBezTo>
                        <a:pt x="0" y="3"/>
                        <a:pt x="0" y="5"/>
                        <a:pt x="0" y="8"/>
                      </a:cubicBezTo>
                      <a:cubicBezTo>
                        <a:pt x="2" y="10"/>
                        <a:pt x="4" y="13"/>
                        <a:pt x="5" y="17"/>
                      </a:cubicBezTo>
                      <a:cubicBezTo>
                        <a:pt x="5" y="14"/>
                        <a:pt x="5" y="10"/>
                        <a:pt x="6" y="5"/>
                      </a:cubicBezTo>
                      <a:cubicBezTo>
                        <a:pt x="6" y="4"/>
                        <a:pt x="6" y="2"/>
                        <a:pt x="6" y="1"/>
                      </a:cubicBezTo>
                      <a:cubicBezTo>
                        <a:pt x="6" y="0"/>
                        <a:pt x="6" y="0"/>
                        <a:pt x="6" y="0"/>
                      </a:cubicBez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FFFFFF"/>
                    </a:solidFill>
                  </a:endParaRPr>
                </a:p>
              </p:txBody>
            </p:sp>
            <p:sp>
              <p:nvSpPr>
                <p:cNvPr id="85" name="Freeform 60"/>
                <p:cNvSpPr>
                  <a:spLocks/>
                </p:cNvSpPr>
                <p:nvPr/>
              </p:nvSpPr>
              <p:spPr bwMode="auto">
                <a:xfrm>
                  <a:off x="10072688" y="1192213"/>
                  <a:ext cx="11113" cy="41275"/>
                </a:xfrm>
                <a:custGeom>
                  <a:avLst/>
                  <a:gdLst>
                    <a:gd name="T0" fmla="*/ 0 w 1"/>
                    <a:gd name="T1" fmla="*/ 0 h 4"/>
                    <a:gd name="T2" fmla="*/ 0 w 1"/>
                    <a:gd name="T3" fmla="*/ 4 h 4"/>
                    <a:gd name="T4" fmla="*/ 1 w 1"/>
                    <a:gd name="T5" fmla="*/ 4 h 4"/>
                    <a:gd name="T6" fmla="*/ 0 w 1"/>
                    <a:gd name="T7" fmla="*/ 1 h 4"/>
                    <a:gd name="T8" fmla="*/ 0 w 1"/>
                    <a:gd name="T9" fmla="*/ 0 h 4"/>
                  </a:gdLst>
                  <a:ahLst/>
                  <a:cxnLst>
                    <a:cxn ang="0">
                      <a:pos x="T0" y="T1"/>
                    </a:cxn>
                    <a:cxn ang="0">
                      <a:pos x="T2" y="T3"/>
                    </a:cxn>
                    <a:cxn ang="0">
                      <a:pos x="T4" y="T5"/>
                    </a:cxn>
                    <a:cxn ang="0">
                      <a:pos x="T6" y="T7"/>
                    </a:cxn>
                    <a:cxn ang="0">
                      <a:pos x="T8" y="T9"/>
                    </a:cxn>
                  </a:cxnLst>
                  <a:rect l="0" t="0" r="r" b="b"/>
                  <a:pathLst>
                    <a:path w="1" h="4">
                      <a:moveTo>
                        <a:pt x="0" y="0"/>
                      </a:moveTo>
                      <a:cubicBezTo>
                        <a:pt x="0" y="0"/>
                        <a:pt x="0" y="2"/>
                        <a:pt x="0" y="4"/>
                      </a:cubicBezTo>
                      <a:cubicBezTo>
                        <a:pt x="0" y="4"/>
                        <a:pt x="1" y="4"/>
                        <a:pt x="1" y="4"/>
                      </a:cubicBezTo>
                      <a:cubicBezTo>
                        <a:pt x="0" y="3"/>
                        <a:pt x="0" y="2"/>
                        <a:pt x="0" y="1"/>
                      </a:cubicBezTo>
                      <a:cubicBezTo>
                        <a:pt x="0" y="0"/>
                        <a:pt x="0" y="0"/>
                        <a:pt x="0" y="0"/>
                      </a:cubicBezTo>
                    </a:path>
                  </a:pathLst>
                </a:custGeom>
                <a:solidFill>
                  <a:srgbClr val="21202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FFFFFF"/>
                    </a:solidFill>
                  </a:endParaRPr>
                </a:p>
              </p:txBody>
            </p:sp>
            <p:sp>
              <p:nvSpPr>
                <p:cNvPr id="86" name="Freeform 61"/>
                <p:cNvSpPr>
                  <a:spLocks/>
                </p:cNvSpPr>
                <p:nvPr/>
              </p:nvSpPr>
              <p:spPr bwMode="auto">
                <a:xfrm>
                  <a:off x="9324975" y="992188"/>
                  <a:ext cx="74613" cy="241300"/>
                </a:xfrm>
                <a:custGeom>
                  <a:avLst/>
                  <a:gdLst>
                    <a:gd name="T0" fmla="*/ 0 w 7"/>
                    <a:gd name="T1" fmla="*/ 0 h 23"/>
                    <a:gd name="T2" fmla="*/ 6 w 7"/>
                    <a:gd name="T3" fmla="*/ 23 h 23"/>
                    <a:gd name="T4" fmla="*/ 7 w 7"/>
                    <a:gd name="T5" fmla="*/ 20 h 23"/>
                    <a:gd name="T6" fmla="*/ 6 w 7"/>
                    <a:gd name="T7" fmla="*/ 11 h 23"/>
                    <a:gd name="T8" fmla="*/ 5 w 7"/>
                    <a:gd name="T9" fmla="*/ 9 h 23"/>
                    <a:gd name="T10" fmla="*/ 0 w 7"/>
                    <a:gd name="T11" fmla="*/ 0 h 23"/>
                  </a:gdLst>
                  <a:ahLst/>
                  <a:cxnLst>
                    <a:cxn ang="0">
                      <a:pos x="T0" y="T1"/>
                    </a:cxn>
                    <a:cxn ang="0">
                      <a:pos x="T2" y="T3"/>
                    </a:cxn>
                    <a:cxn ang="0">
                      <a:pos x="T4" y="T5"/>
                    </a:cxn>
                    <a:cxn ang="0">
                      <a:pos x="T6" y="T7"/>
                    </a:cxn>
                    <a:cxn ang="0">
                      <a:pos x="T8" y="T9"/>
                    </a:cxn>
                    <a:cxn ang="0">
                      <a:pos x="T10" y="T11"/>
                    </a:cxn>
                  </a:cxnLst>
                  <a:rect l="0" t="0" r="r" b="b"/>
                  <a:pathLst>
                    <a:path w="7" h="23">
                      <a:moveTo>
                        <a:pt x="0" y="0"/>
                      </a:moveTo>
                      <a:cubicBezTo>
                        <a:pt x="0" y="7"/>
                        <a:pt x="1" y="18"/>
                        <a:pt x="6" y="23"/>
                      </a:cubicBezTo>
                      <a:cubicBezTo>
                        <a:pt x="6" y="22"/>
                        <a:pt x="6" y="21"/>
                        <a:pt x="7" y="20"/>
                      </a:cubicBezTo>
                      <a:cubicBezTo>
                        <a:pt x="7" y="17"/>
                        <a:pt x="7" y="14"/>
                        <a:pt x="6" y="11"/>
                      </a:cubicBezTo>
                      <a:cubicBezTo>
                        <a:pt x="6" y="10"/>
                        <a:pt x="5" y="10"/>
                        <a:pt x="5" y="9"/>
                      </a:cubicBezTo>
                      <a:cubicBezTo>
                        <a:pt x="4" y="5"/>
                        <a:pt x="2" y="2"/>
                        <a:pt x="0" y="0"/>
                      </a:cubicBezTo>
                    </a:path>
                  </a:pathLst>
                </a:custGeom>
                <a:solidFill>
                  <a:srgbClr val="2E2C2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FFFFFF"/>
                    </a:solidFill>
                  </a:endParaRPr>
                </a:p>
              </p:txBody>
            </p:sp>
            <p:sp>
              <p:nvSpPr>
                <p:cNvPr id="87" name="Freeform 62"/>
                <p:cNvSpPr>
                  <a:spLocks/>
                </p:cNvSpPr>
                <p:nvPr/>
              </p:nvSpPr>
              <p:spPr bwMode="auto">
                <a:xfrm>
                  <a:off x="10072688" y="1003300"/>
                  <a:ext cx="63500" cy="230187"/>
                </a:xfrm>
                <a:custGeom>
                  <a:avLst/>
                  <a:gdLst>
                    <a:gd name="T0" fmla="*/ 6 w 6"/>
                    <a:gd name="T1" fmla="*/ 0 h 22"/>
                    <a:gd name="T2" fmla="*/ 1 w 6"/>
                    <a:gd name="T3" fmla="*/ 8 h 22"/>
                    <a:gd name="T4" fmla="*/ 1 w 6"/>
                    <a:gd name="T5" fmla="*/ 10 h 22"/>
                    <a:gd name="T6" fmla="*/ 0 w 6"/>
                    <a:gd name="T7" fmla="*/ 19 h 22"/>
                    <a:gd name="T8" fmla="*/ 1 w 6"/>
                    <a:gd name="T9" fmla="*/ 22 h 22"/>
                    <a:gd name="T10" fmla="*/ 6 w 6"/>
                    <a:gd name="T11" fmla="*/ 0 h 22"/>
                  </a:gdLst>
                  <a:ahLst/>
                  <a:cxnLst>
                    <a:cxn ang="0">
                      <a:pos x="T0" y="T1"/>
                    </a:cxn>
                    <a:cxn ang="0">
                      <a:pos x="T2" y="T3"/>
                    </a:cxn>
                    <a:cxn ang="0">
                      <a:pos x="T4" y="T5"/>
                    </a:cxn>
                    <a:cxn ang="0">
                      <a:pos x="T6" y="T7"/>
                    </a:cxn>
                    <a:cxn ang="0">
                      <a:pos x="T8" y="T9"/>
                    </a:cxn>
                    <a:cxn ang="0">
                      <a:pos x="T10" y="T11"/>
                    </a:cxn>
                  </a:cxnLst>
                  <a:rect l="0" t="0" r="r" b="b"/>
                  <a:pathLst>
                    <a:path w="6" h="22">
                      <a:moveTo>
                        <a:pt x="6" y="0"/>
                      </a:moveTo>
                      <a:cubicBezTo>
                        <a:pt x="4" y="2"/>
                        <a:pt x="2" y="5"/>
                        <a:pt x="1" y="8"/>
                      </a:cubicBezTo>
                      <a:cubicBezTo>
                        <a:pt x="1" y="9"/>
                        <a:pt x="1" y="9"/>
                        <a:pt x="1" y="10"/>
                      </a:cubicBezTo>
                      <a:cubicBezTo>
                        <a:pt x="0" y="13"/>
                        <a:pt x="0" y="16"/>
                        <a:pt x="0" y="19"/>
                      </a:cubicBezTo>
                      <a:cubicBezTo>
                        <a:pt x="0" y="20"/>
                        <a:pt x="0" y="21"/>
                        <a:pt x="1" y="22"/>
                      </a:cubicBezTo>
                      <a:cubicBezTo>
                        <a:pt x="5" y="17"/>
                        <a:pt x="6" y="6"/>
                        <a:pt x="6" y="0"/>
                      </a:cubicBezTo>
                    </a:path>
                  </a:pathLst>
                </a:custGeom>
                <a:solidFill>
                  <a:srgbClr val="2E2C2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FFFFFF"/>
                    </a:solidFill>
                  </a:endParaRPr>
                </a:p>
              </p:txBody>
            </p:sp>
            <p:sp>
              <p:nvSpPr>
                <p:cNvPr id="88" name="Freeform 63"/>
                <p:cNvSpPr>
                  <a:spLocks/>
                </p:cNvSpPr>
                <p:nvPr/>
              </p:nvSpPr>
              <p:spPr bwMode="auto">
                <a:xfrm>
                  <a:off x="9304338" y="857250"/>
                  <a:ext cx="852488" cy="134937"/>
                </a:xfrm>
                <a:custGeom>
                  <a:avLst/>
                  <a:gdLst>
                    <a:gd name="T0" fmla="*/ 0 w 81"/>
                    <a:gd name="T1" fmla="*/ 13 h 13"/>
                    <a:gd name="T2" fmla="*/ 41 w 81"/>
                    <a:gd name="T3" fmla="*/ 5 h 13"/>
                    <a:gd name="T4" fmla="*/ 81 w 81"/>
                    <a:gd name="T5" fmla="*/ 13 h 13"/>
                    <a:gd name="T6" fmla="*/ 81 w 81"/>
                    <a:gd name="T7" fmla="*/ 8 h 13"/>
                    <a:gd name="T8" fmla="*/ 40 w 81"/>
                    <a:gd name="T9" fmla="*/ 0 h 13"/>
                    <a:gd name="T10" fmla="*/ 0 w 81"/>
                    <a:gd name="T11" fmla="*/ 8 h 13"/>
                    <a:gd name="T12" fmla="*/ 0 w 81"/>
                    <a:gd name="T13" fmla="*/ 13 h 13"/>
                  </a:gdLst>
                  <a:ahLst/>
                  <a:cxnLst>
                    <a:cxn ang="0">
                      <a:pos x="T0" y="T1"/>
                    </a:cxn>
                    <a:cxn ang="0">
                      <a:pos x="T2" y="T3"/>
                    </a:cxn>
                    <a:cxn ang="0">
                      <a:pos x="T4" y="T5"/>
                    </a:cxn>
                    <a:cxn ang="0">
                      <a:pos x="T6" y="T7"/>
                    </a:cxn>
                    <a:cxn ang="0">
                      <a:pos x="T8" y="T9"/>
                    </a:cxn>
                    <a:cxn ang="0">
                      <a:pos x="T10" y="T11"/>
                    </a:cxn>
                    <a:cxn ang="0">
                      <a:pos x="T12" y="T13"/>
                    </a:cxn>
                  </a:cxnLst>
                  <a:rect l="0" t="0" r="r" b="b"/>
                  <a:pathLst>
                    <a:path w="81" h="13">
                      <a:moveTo>
                        <a:pt x="0" y="13"/>
                      </a:moveTo>
                      <a:cubicBezTo>
                        <a:pt x="8" y="5"/>
                        <a:pt x="35" y="5"/>
                        <a:pt x="41" y="5"/>
                      </a:cubicBezTo>
                      <a:cubicBezTo>
                        <a:pt x="47" y="5"/>
                        <a:pt x="73" y="5"/>
                        <a:pt x="81" y="13"/>
                      </a:cubicBezTo>
                      <a:cubicBezTo>
                        <a:pt x="81" y="8"/>
                        <a:pt x="81" y="8"/>
                        <a:pt x="81" y="8"/>
                      </a:cubicBezTo>
                      <a:cubicBezTo>
                        <a:pt x="72" y="1"/>
                        <a:pt x="46" y="0"/>
                        <a:pt x="40" y="0"/>
                      </a:cubicBezTo>
                      <a:cubicBezTo>
                        <a:pt x="34" y="0"/>
                        <a:pt x="8" y="1"/>
                        <a:pt x="0" y="8"/>
                      </a:cubicBezTo>
                      <a:lnTo>
                        <a:pt x="0" y="13"/>
                      </a:lnTo>
                      <a:close/>
                    </a:path>
                  </a:pathLst>
                </a:custGeom>
                <a:solidFill>
                  <a:srgbClr val="90919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FFFFFF"/>
                    </a:solidFill>
                  </a:endParaRPr>
                </a:p>
              </p:txBody>
            </p:sp>
          </p:grpSp>
          <p:grpSp>
            <p:nvGrpSpPr>
              <p:cNvPr id="50" name="Group 49"/>
              <p:cNvGrpSpPr/>
              <p:nvPr/>
            </p:nvGrpSpPr>
            <p:grpSpPr>
              <a:xfrm>
                <a:off x="6527800" y="3994753"/>
                <a:ext cx="3240121" cy="2863247"/>
                <a:chOff x="7045326" y="4452083"/>
                <a:chExt cx="2722595" cy="2405917"/>
              </a:xfrm>
            </p:grpSpPr>
            <p:sp>
              <p:nvSpPr>
                <p:cNvPr id="51" name="Rectangle 21"/>
                <p:cNvSpPr>
                  <a:spLocks noChangeArrowheads="1"/>
                </p:cNvSpPr>
                <p:nvPr/>
              </p:nvSpPr>
              <p:spPr bwMode="auto">
                <a:xfrm>
                  <a:off x="7045326" y="5357845"/>
                  <a:ext cx="2124953" cy="148747"/>
                </a:xfrm>
                <a:prstGeom prst="rect">
                  <a:avLst/>
                </a:prstGeom>
                <a:solidFill>
                  <a:srgbClr val="985F2E"/>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FFFFFF"/>
                    </a:solidFill>
                  </a:endParaRPr>
                </a:p>
              </p:txBody>
            </p:sp>
            <p:sp>
              <p:nvSpPr>
                <p:cNvPr id="52" name="Rectangle 22"/>
                <p:cNvSpPr>
                  <a:spLocks noChangeArrowheads="1"/>
                </p:cNvSpPr>
                <p:nvPr/>
              </p:nvSpPr>
              <p:spPr bwMode="auto">
                <a:xfrm>
                  <a:off x="8431858" y="5498622"/>
                  <a:ext cx="140777" cy="1359378"/>
                </a:xfrm>
                <a:prstGeom prst="rect">
                  <a:avLst/>
                </a:prstGeom>
                <a:solidFill>
                  <a:srgbClr val="52302D"/>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FFFFFF"/>
                    </a:solidFill>
                  </a:endParaRPr>
                </a:p>
              </p:txBody>
            </p:sp>
            <p:sp>
              <p:nvSpPr>
                <p:cNvPr id="53" name="Freeform 23"/>
                <p:cNvSpPr>
                  <a:spLocks/>
                </p:cNvSpPr>
                <p:nvPr/>
              </p:nvSpPr>
              <p:spPr bwMode="auto">
                <a:xfrm>
                  <a:off x="7045326" y="5498622"/>
                  <a:ext cx="2124953" cy="1359378"/>
                </a:xfrm>
                <a:custGeom>
                  <a:avLst/>
                  <a:gdLst>
                    <a:gd name="T0" fmla="*/ 0 w 800"/>
                    <a:gd name="T1" fmla="*/ 477 h 477"/>
                    <a:gd name="T2" fmla="*/ 50 w 800"/>
                    <a:gd name="T3" fmla="*/ 477 h 477"/>
                    <a:gd name="T4" fmla="*/ 50 w 800"/>
                    <a:gd name="T5" fmla="*/ 50 h 477"/>
                    <a:gd name="T6" fmla="*/ 800 w 800"/>
                    <a:gd name="T7" fmla="*/ 50 h 477"/>
                    <a:gd name="T8" fmla="*/ 800 w 800"/>
                    <a:gd name="T9" fmla="*/ 0 h 477"/>
                    <a:gd name="T10" fmla="*/ 0 w 800"/>
                    <a:gd name="T11" fmla="*/ 0 h 477"/>
                    <a:gd name="T12" fmla="*/ 0 w 800"/>
                    <a:gd name="T13" fmla="*/ 477 h 477"/>
                  </a:gdLst>
                  <a:ahLst/>
                  <a:cxnLst>
                    <a:cxn ang="0">
                      <a:pos x="T0" y="T1"/>
                    </a:cxn>
                    <a:cxn ang="0">
                      <a:pos x="T2" y="T3"/>
                    </a:cxn>
                    <a:cxn ang="0">
                      <a:pos x="T4" y="T5"/>
                    </a:cxn>
                    <a:cxn ang="0">
                      <a:pos x="T6" y="T7"/>
                    </a:cxn>
                    <a:cxn ang="0">
                      <a:pos x="T8" y="T9"/>
                    </a:cxn>
                    <a:cxn ang="0">
                      <a:pos x="T10" y="T11"/>
                    </a:cxn>
                    <a:cxn ang="0">
                      <a:pos x="T12" y="T13"/>
                    </a:cxn>
                  </a:cxnLst>
                  <a:rect l="0" t="0" r="r" b="b"/>
                  <a:pathLst>
                    <a:path w="800" h="477">
                      <a:moveTo>
                        <a:pt x="0" y="477"/>
                      </a:moveTo>
                      <a:lnTo>
                        <a:pt x="50" y="477"/>
                      </a:lnTo>
                      <a:lnTo>
                        <a:pt x="50" y="50"/>
                      </a:lnTo>
                      <a:lnTo>
                        <a:pt x="800" y="50"/>
                      </a:lnTo>
                      <a:lnTo>
                        <a:pt x="800" y="0"/>
                      </a:lnTo>
                      <a:lnTo>
                        <a:pt x="0" y="0"/>
                      </a:lnTo>
                      <a:lnTo>
                        <a:pt x="0" y="477"/>
                      </a:lnTo>
                      <a:close/>
                    </a:path>
                  </a:pathLst>
                </a:custGeom>
                <a:solidFill>
                  <a:srgbClr val="6E451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FFFFFF"/>
                    </a:solidFill>
                  </a:endParaRPr>
                </a:p>
              </p:txBody>
            </p:sp>
            <p:sp>
              <p:nvSpPr>
                <p:cNvPr id="54" name="Rectangle 24"/>
                <p:cNvSpPr>
                  <a:spLocks noChangeArrowheads="1"/>
                </p:cNvSpPr>
                <p:nvPr/>
              </p:nvSpPr>
              <p:spPr bwMode="auto">
                <a:xfrm>
                  <a:off x="8822317" y="5357845"/>
                  <a:ext cx="945604" cy="148747"/>
                </a:xfrm>
                <a:prstGeom prst="rect">
                  <a:avLst/>
                </a:prstGeom>
                <a:solidFill>
                  <a:srgbClr val="6E451B"/>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FFFFFF"/>
                    </a:solidFill>
                  </a:endParaRPr>
                </a:p>
              </p:txBody>
            </p:sp>
            <p:sp>
              <p:nvSpPr>
                <p:cNvPr id="55" name="Freeform 25"/>
                <p:cNvSpPr>
                  <a:spLocks/>
                </p:cNvSpPr>
                <p:nvPr/>
              </p:nvSpPr>
              <p:spPr bwMode="auto">
                <a:xfrm>
                  <a:off x="8822317" y="5498622"/>
                  <a:ext cx="945604" cy="1359378"/>
                </a:xfrm>
                <a:custGeom>
                  <a:avLst/>
                  <a:gdLst>
                    <a:gd name="T0" fmla="*/ 0 w 356"/>
                    <a:gd name="T1" fmla="*/ 477 h 477"/>
                    <a:gd name="T2" fmla="*/ 50 w 356"/>
                    <a:gd name="T3" fmla="*/ 477 h 477"/>
                    <a:gd name="T4" fmla="*/ 50 w 356"/>
                    <a:gd name="T5" fmla="*/ 50 h 477"/>
                    <a:gd name="T6" fmla="*/ 303 w 356"/>
                    <a:gd name="T7" fmla="*/ 50 h 477"/>
                    <a:gd name="T8" fmla="*/ 303 w 356"/>
                    <a:gd name="T9" fmla="*/ 477 h 477"/>
                    <a:gd name="T10" fmla="*/ 356 w 356"/>
                    <a:gd name="T11" fmla="*/ 477 h 477"/>
                    <a:gd name="T12" fmla="*/ 356 w 356"/>
                    <a:gd name="T13" fmla="*/ 0 h 477"/>
                    <a:gd name="T14" fmla="*/ 0 w 356"/>
                    <a:gd name="T15" fmla="*/ 0 h 477"/>
                    <a:gd name="T16" fmla="*/ 0 w 356"/>
                    <a:gd name="T17" fmla="*/ 477 h 4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56" h="477">
                      <a:moveTo>
                        <a:pt x="0" y="477"/>
                      </a:moveTo>
                      <a:lnTo>
                        <a:pt x="50" y="477"/>
                      </a:lnTo>
                      <a:lnTo>
                        <a:pt x="50" y="50"/>
                      </a:lnTo>
                      <a:lnTo>
                        <a:pt x="303" y="50"/>
                      </a:lnTo>
                      <a:lnTo>
                        <a:pt x="303" y="477"/>
                      </a:lnTo>
                      <a:lnTo>
                        <a:pt x="356" y="477"/>
                      </a:lnTo>
                      <a:lnTo>
                        <a:pt x="356" y="0"/>
                      </a:lnTo>
                      <a:lnTo>
                        <a:pt x="0" y="0"/>
                      </a:lnTo>
                      <a:lnTo>
                        <a:pt x="0" y="477"/>
                      </a:lnTo>
                      <a:close/>
                    </a:path>
                  </a:pathLst>
                </a:custGeom>
                <a:solidFill>
                  <a:srgbClr val="52302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FFFFFF"/>
                    </a:solidFill>
                  </a:endParaRPr>
                </a:p>
              </p:txBody>
            </p:sp>
            <p:sp>
              <p:nvSpPr>
                <p:cNvPr id="56" name="Freeform 26"/>
                <p:cNvSpPr>
                  <a:spLocks/>
                </p:cNvSpPr>
                <p:nvPr/>
              </p:nvSpPr>
              <p:spPr bwMode="auto">
                <a:xfrm>
                  <a:off x="8697477" y="5233003"/>
                  <a:ext cx="783576" cy="132810"/>
                </a:xfrm>
                <a:custGeom>
                  <a:avLst/>
                  <a:gdLst>
                    <a:gd name="T0" fmla="*/ 9 w 106"/>
                    <a:gd name="T1" fmla="*/ 0 h 18"/>
                    <a:gd name="T2" fmla="*/ 61 w 106"/>
                    <a:gd name="T3" fmla="*/ 0 h 18"/>
                    <a:gd name="T4" fmla="*/ 98 w 106"/>
                    <a:gd name="T5" fmla="*/ 7 h 18"/>
                    <a:gd name="T6" fmla="*/ 105 w 106"/>
                    <a:gd name="T7" fmla="*/ 17 h 18"/>
                    <a:gd name="T8" fmla="*/ 69 w 106"/>
                    <a:gd name="T9" fmla="*/ 11 h 18"/>
                    <a:gd name="T10" fmla="*/ 59 w 106"/>
                    <a:gd name="T11" fmla="*/ 17 h 18"/>
                    <a:gd name="T12" fmla="*/ 7 w 106"/>
                    <a:gd name="T13" fmla="*/ 17 h 18"/>
                    <a:gd name="T14" fmla="*/ 0 w 106"/>
                    <a:gd name="T15" fmla="*/ 8 h 18"/>
                    <a:gd name="T16" fmla="*/ 0 w 106"/>
                    <a:gd name="T17" fmla="*/ 8 h 18"/>
                    <a:gd name="T18" fmla="*/ 9 w 106"/>
                    <a:gd name="T19" fmla="*/ 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6" h="18">
                      <a:moveTo>
                        <a:pt x="9" y="0"/>
                      </a:moveTo>
                      <a:cubicBezTo>
                        <a:pt x="18" y="0"/>
                        <a:pt x="61" y="0"/>
                        <a:pt x="61" y="0"/>
                      </a:cubicBezTo>
                      <a:cubicBezTo>
                        <a:pt x="98" y="7"/>
                        <a:pt x="98" y="7"/>
                        <a:pt x="98" y="7"/>
                      </a:cubicBezTo>
                      <a:cubicBezTo>
                        <a:pt x="103" y="8"/>
                        <a:pt x="106" y="12"/>
                        <a:pt x="105" y="17"/>
                      </a:cubicBezTo>
                      <a:cubicBezTo>
                        <a:pt x="69" y="11"/>
                        <a:pt x="69" y="11"/>
                        <a:pt x="69" y="11"/>
                      </a:cubicBezTo>
                      <a:cubicBezTo>
                        <a:pt x="68" y="15"/>
                        <a:pt x="63" y="18"/>
                        <a:pt x="59" y="17"/>
                      </a:cubicBezTo>
                      <a:cubicBezTo>
                        <a:pt x="59" y="17"/>
                        <a:pt x="13" y="17"/>
                        <a:pt x="7" y="17"/>
                      </a:cubicBezTo>
                      <a:cubicBezTo>
                        <a:pt x="3" y="17"/>
                        <a:pt x="0" y="13"/>
                        <a:pt x="0" y="8"/>
                      </a:cubicBezTo>
                      <a:cubicBezTo>
                        <a:pt x="0" y="8"/>
                        <a:pt x="0" y="8"/>
                        <a:pt x="0" y="8"/>
                      </a:cubicBezTo>
                      <a:cubicBezTo>
                        <a:pt x="0" y="8"/>
                        <a:pt x="0" y="0"/>
                        <a:pt x="9" y="0"/>
                      </a:cubicBezTo>
                      <a:close/>
                    </a:path>
                  </a:pathLst>
                </a:custGeom>
                <a:solidFill>
                  <a:srgbClr val="BCC7D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FFFFFF"/>
                    </a:solidFill>
                  </a:endParaRPr>
                </a:p>
              </p:txBody>
            </p:sp>
            <p:sp>
              <p:nvSpPr>
                <p:cNvPr id="57" name="Freeform 27"/>
                <p:cNvSpPr>
                  <a:spLocks/>
                </p:cNvSpPr>
                <p:nvPr/>
              </p:nvSpPr>
              <p:spPr bwMode="auto">
                <a:xfrm>
                  <a:off x="9082624" y="5217066"/>
                  <a:ext cx="390459" cy="148747"/>
                </a:xfrm>
                <a:custGeom>
                  <a:avLst/>
                  <a:gdLst>
                    <a:gd name="T0" fmla="*/ 0 w 53"/>
                    <a:gd name="T1" fmla="*/ 10 h 20"/>
                    <a:gd name="T2" fmla="*/ 10 w 53"/>
                    <a:gd name="T3" fmla="*/ 2 h 20"/>
                    <a:gd name="T4" fmla="*/ 46 w 53"/>
                    <a:gd name="T5" fmla="*/ 9 h 20"/>
                    <a:gd name="T6" fmla="*/ 51 w 53"/>
                    <a:gd name="T7" fmla="*/ 13 h 20"/>
                    <a:gd name="T8" fmla="*/ 53 w 53"/>
                    <a:gd name="T9" fmla="*/ 19 h 20"/>
                    <a:gd name="T10" fmla="*/ 17 w 53"/>
                    <a:gd name="T11" fmla="*/ 13 h 20"/>
                    <a:gd name="T12" fmla="*/ 7 w 53"/>
                    <a:gd name="T13" fmla="*/ 19 h 20"/>
                    <a:gd name="T14" fmla="*/ 0 w 53"/>
                    <a:gd name="T15" fmla="*/ 10 h 2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3" h="20">
                      <a:moveTo>
                        <a:pt x="0" y="10"/>
                      </a:moveTo>
                      <a:cubicBezTo>
                        <a:pt x="0" y="10"/>
                        <a:pt x="0" y="0"/>
                        <a:pt x="10" y="2"/>
                      </a:cubicBezTo>
                      <a:cubicBezTo>
                        <a:pt x="16" y="3"/>
                        <a:pt x="35" y="7"/>
                        <a:pt x="46" y="9"/>
                      </a:cubicBezTo>
                      <a:cubicBezTo>
                        <a:pt x="48" y="9"/>
                        <a:pt x="50" y="11"/>
                        <a:pt x="51" y="13"/>
                      </a:cubicBezTo>
                      <a:cubicBezTo>
                        <a:pt x="53" y="15"/>
                        <a:pt x="53" y="17"/>
                        <a:pt x="53" y="19"/>
                      </a:cubicBezTo>
                      <a:cubicBezTo>
                        <a:pt x="17" y="13"/>
                        <a:pt x="17" y="13"/>
                        <a:pt x="17" y="13"/>
                      </a:cubicBezTo>
                      <a:cubicBezTo>
                        <a:pt x="16" y="17"/>
                        <a:pt x="11" y="20"/>
                        <a:pt x="7" y="19"/>
                      </a:cubicBezTo>
                      <a:cubicBezTo>
                        <a:pt x="3" y="19"/>
                        <a:pt x="0" y="15"/>
                        <a:pt x="0" y="10"/>
                      </a:cubicBezTo>
                      <a:close/>
                    </a:path>
                  </a:pathLst>
                </a:custGeom>
                <a:solidFill>
                  <a:srgbClr val="99ADD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FFFFFF"/>
                    </a:solidFill>
                  </a:endParaRPr>
                </a:p>
              </p:txBody>
            </p:sp>
            <p:sp>
              <p:nvSpPr>
                <p:cNvPr id="58" name="Oval 28"/>
                <p:cNvSpPr>
                  <a:spLocks noChangeArrowheads="1"/>
                </p:cNvSpPr>
                <p:nvPr/>
              </p:nvSpPr>
              <p:spPr bwMode="auto">
                <a:xfrm>
                  <a:off x="9103873" y="5254252"/>
                  <a:ext cx="82341" cy="87655"/>
                </a:xfrm>
                <a:prstGeom prst="ellipse">
                  <a:avLst/>
                </a:prstGeom>
                <a:solidFill>
                  <a:srgbClr val="BCC7D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FFFFFF"/>
                    </a:solidFill>
                  </a:endParaRPr>
                </a:p>
              </p:txBody>
            </p:sp>
            <p:sp>
              <p:nvSpPr>
                <p:cNvPr id="59" name="Freeform 29"/>
                <p:cNvSpPr>
                  <a:spLocks/>
                </p:cNvSpPr>
                <p:nvPr/>
              </p:nvSpPr>
              <p:spPr bwMode="auto">
                <a:xfrm>
                  <a:off x="8801067" y="4452083"/>
                  <a:ext cx="244370" cy="913730"/>
                </a:xfrm>
                <a:custGeom>
                  <a:avLst/>
                  <a:gdLst>
                    <a:gd name="T0" fmla="*/ 12 w 33"/>
                    <a:gd name="T1" fmla="*/ 1 h 124"/>
                    <a:gd name="T2" fmla="*/ 20 w 33"/>
                    <a:gd name="T3" fmla="*/ 11 h 124"/>
                    <a:gd name="T4" fmla="*/ 31 w 33"/>
                    <a:gd name="T5" fmla="*/ 111 h 124"/>
                    <a:gd name="T6" fmla="*/ 24 w 33"/>
                    <a:gd name="T7" fmla="*/ 123 h 124"/>
                    <a:gd name="T8" fmla="*/ 14 w 33"/>
                    <a:gd name="T9" fmla="*/ 123 h 124"/>
                    <a:gd name="T10" fmla="*/ 0 w 33"/>
                    <a:gd name="T11" fmla="*/ 0 h 124"/>
                    <a:gd name="T12" fmla="*/ 12 w 33"/>
                    <a:gd name="T13" fmla="*/ 1 h 124"/>
                  </a:gdLst>
                  <a:ahLst/>
                  <a:cxnLst>
                    <a:cxn ang="0">
                      <a:pos x="T0" y="T1"/>
                    </a:cxn>
                    <a:cxn ang="0">
                      <a:pos x="T2" y="T3"/>
                    </a:cxn>
                    <a:cxn ang="0">
                      <a:pos x="T4" y="T5"/>
                    </a:cxn>
                    <a:cxn ang="0">
                      <a:pos x="T6" y="T7"/>
                    </a:cxn>
                    <a:cxn ang="0">
                      <a:pos x="T8" y="T9"/>
                    </a:cxn>
                    <a:cxn ang="0">
                      <a:pos x="T10" y="T11"/>
                    </a:cxn>
                    <a:cxn ang="0">
                      <a:pos x="T12" y="T13"/>
                    </a:cxn>
                  </a:cxnLst>
                  <a:rect l="0" t="0" r="r" b="b"/>
                  <a:pathLst>
                    <a:path w="33" h="124">
                      <a:moveTo>
                        <a:pt x="12" y="1"/>
                      </a:moveTo>
                      <a:cubicBezTo>
                        <a:pt x="16" y="1"/>
                        <a:pt x="20" y="4"/>
                        <a:pt x="20" y="11"/>
                      </a:cubicBezTo>
                      <a:cubicBezTo>
                        <a:pt x="31" y="111"/>
                        <a:pt x="31" y="111"/>
                        <a:pt x="31" y="111"/>
                      </a:cubicBezTo>
                      <a:cubicBezTo>
                        <a:pt x="33" y="119"/>
                        <a:pt x="29" y="124"/>
                        <a:pt x="24" y="123"/>
                      </a:cubicBezTo>
                      <a:cubicBezTo>
                        <a:pt x="14" y="123"/>
                        <a:pt x="14" y="123"/>
                        <a:pt x="14" y="123"/>
                      </a:cubicBezTo>
                      <a:cubicBezTo>
                        <a:pt x="0" y="0"/>
                        <a:pt x="0" y="0"/>
                        <a:pt x="0" y="0"/>
                      </a:cubicBezTo>
                      <a:lnTo>
                        <a:pt x="12" y="1"/>
                      </a:lnTo>
                      <a:close/>
                    </a:path>
                  </a:pathLst>
                </a:custGeom>
                <a:solidFill>
                  <a:srgbClr val="99ADD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FFFFFF"/>
                    </a:solidFill>
                  </a:endParaRPr>
                </a:p>
              </p:txBody>
            </p:sp>
            <p:sp>
              <p:nvSpPr>
                <p:cNvPr id="60" name="Freeform 30"/>
                <p:cNvSpPr>
                  <a:spLocks/>
                </p:cNvSpPr>
                <p:nvPr/>
              </p:nvSpPr>
              <p:spPr bwMode="auto">
                <a:xfrm>
                  <a:off x="7820934" y="4452083"/>
                  <a:ext cx="1142162" cy="905762"/>
                </a:xfrm>
                <a:custGeom>
                  <a:avLst/>
                  <a:gdLst>
                    <a:gd name="T0" fmla="*/ 9 w 155"/>
                    <a:gd name="T1" fmla="*/ 0 h 123"/>
                    <a:gd name="T2" fmla="*/ 132 w 155"/>
                    <a:gd name="T3" fmla="*/ 0 h 123"/>
                    <a:gd name="T4" fmla="*/ 142 w 155"/>
                    <a:gd name="T5" fmla="*/ 9 h 123"/>
                    <a:gd name="T6" fmla="*/ 154 w 155"/>
                    <a:gd name="T7" fmla="*/ 112 h 123"/>
                    <a:gd name="T8" fmla="*/ 144 w 155"/>
                    <a:gd name="T9" fmla="*/ 123 h 123"/>
                    <a:gd name="T10" fmla="*/ 21 w 155"/>
                    <a:gd name="T11" fmla="*/ 123 h 123"/>
                    <a:gd name="T12" fmla="*/ 13 w 155"/>
                    <a:gd name="T13" fmla="*/ 116 h 123"/>
                    <a:gd name="T14" fmla="*/ 1 w 155"/>
                    <a:gd name="T15" fmla="*/ 10 h 123"/>
                    <a:gd name="T16" fmla="*/ 9 w 155"/>
                    <a:gd name="T17" fmla="*/ 0 h 1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55" h="123">
                      <a:moveTo>
                        <a:pt x="9" y="0"/>
                      </a:moveTo>
                      <a:cubicBezTo>
                        <a:pt x="132" y="0"/>
                        <a:pt x="132" y="0"/>
                        <a:pt x="132" y="0"/>
                      </a:cubicBezTo>
                      <a:cubicBezTo>
                        <a:pt x="137" y="0"/>
                        <a:pt x="142" y="4"/>
                        <a:pt x="142" y="9"/>
                      </a:cubicBezTo>
                      <a:cubicBezTo>
                        <a:pt x="154" y="112"/>
                        <a:pt x="154" y="112"/>
                        <a:pt x="154" y="112"/>
                      </a:cubicBezTo>
                      <a:cubicBezTo>
                        <a:pt x="155" y="118"/>
                        <a:pt x="150" y="123"/>
                        <a:pt x="144" y="123"/>
                      </a:cubicBezTo>
                      <a:cubicBezTo>
                        <a:pt x="21" y="123"/>
                        <a:pt x="21" y="123"/>
                        <a:pt x="21" y="123"/>
                      </a:cubicBezTo>
                      <a:cubicBezTo>
                        <a:pt x="17" y="123"/>
                        <a:pt x="13" y="120"/>
                        <a:pt x="13" y="116"/>
                      </a:cubicBezTo>
                      <a:cubicBezTo>
                        <a:pt x="1" y="10"/>
                        <a:pt x="1" y="10"/>
                        <a:pt x="1" y="10"/>
                      </a:cubicBezTo>
                      <a:cubicBezTo>
                        <a:pt x="0" y="5"/>
                        <a:pt x="4" y="0"/>
                        <a:pt x="9" y="0"/>
                      </a:cubicBezTo>
                      <a:close/>
                    </a:path>
                  </a:pathLst>
                </a:custGeom>
                <a:solidFill>
                  <a:srgbClr val="BCC7D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FFFFFF"/>
                    </a:solidFill>
                  </a:endParaRPr>
                </a:p>
              </p:txBody>
            </p:sp>
            <p:sp>
              <p:nvSpPr>
                <p:cNvPr id="61" name="Freeform 31"/>
                <p:cNvSpPr>
                  <a:spLocks/>
                </p:cNvSpPr>
                <p:nvPr/>
              </p:nvSpPr>
              <p:spPr bwMode="auto">
                <a:xfrm>
                  <a:off x="8174206" y="4871761"/>
                  <a:ext cx="435615" cy="74373"/>
                </a:xfrm>
                <a:custGeom>
                  <a:avLst/>
                  <a:gdLst>
                    <a:gd name="T0" fmla="*/ 59 w 59"/>
                    <a:gd name="T1" fmla="*/ 5 h 10"/>
                    <a:gd name="T2" fmla="*/ 54 w 59"/>
                    <a:gd name="T3" fmla="*/ 10 h 10"/>
                    <a:gd name="T4" fmla="*/ 5 w 59"/>
                    <a:gd name="T5" fmla="*/ 10 h 10"/>
                    <a:gd name="T6" fmla="*/ 0 w 59"/>
                    <a:gd name="T7" fmla="*/ 5 h 10"/>
                    <a:gd name="T8" fmla="*/ 0 w 59"/>
                    <a:gd name="T9" fmla="*/ 5 h 10"/>
                    <a:gd name="T10" fmla="*/ 5 w 59"/>
                    <a:gd name="T11" fmla="*/ 0 h 10"/>
                    <a:gd name="T12" fmla="*/ 54 w 59"/>
                    <a:gd name="T13" fmla="*/ 0 h 10"/>
                    <a:gd name="T14" fmla="*/ 59 w 59"/>
                    <a:gd name="T15" fmla="*/ 5 h 1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9" h="10">
                      <a:moveTo>
                        <a:pt x="59" y="5"/>
                      </a:moveTo>
                      <a:cubicBezTo>
                        <a:pt x="59" y="8"/>
                        <a:pt x="56" y="10"/>
                        <a:pt x="54" y="10"/>
                      </a:cubicBezTo>
                      <a:cubicBezTo>
                        <a:pt x="5" y="10"/>
                        <a:pt x="5" y="10"/>
                        <a:pt x="5" y="10"/>
                      </a:cubicBezTo>
                      <a:cubicBezTo>
                        <a:pt x="3" y="10"/>
                        <a:pt x="0" y="8"/>
                        <a:pt x="0" y="5"/>
                      </a:cubicBezTo>
                      <a:cubicBezTo>
                        <a:pt x="0" y="5"/>
                        <a:pt x="0" y="5"/>
                        <a:pt x="0" y="5"/>
                      </a:cubicBezTo>
                      <a:cubicBezTo>
                        <a:pt x="0" y="2"/>
                        <a:pt x="3" y="0"/>
                        <a:pt x="5" y="0"/>
                      </a:cubicBezTo>
                      <a:cubicBezTo>
                        <a:pt x="54" y="0"/>
                        <a:pt x="54" y="0"/>
                        <a:pt x="54" y="0"/>
                      </a:cubicBezTo>
                      <a:cubicBezTo>
                        <a:pt x="56" y="0"/>
                        <a:pt x="59" y="2"/>
                        <a:pt x="59" y="5"/>
                      </a:cubicBezTo>
                      <a:close/>
                    </a:path>
                  </a:pathLst>
                </a:custGeom>
                <a:solidFill>
                  <a:srgbClr val="99ADD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FFFFFF"/>
                    </a:solidFill>
                  </a:endParaRPr>
                </a:p>
              </p:txBody>
            </p:sp>
          </p:grpSp>
        </p:grpSp>
      </p:grpSp>
      <p:sp>
        <p:nvSpPr>
          <p:cNvPr id="114" name="TextBox 113"/>
          <p:cNvSpPr txBox="1"/>
          <p:nvPr userDrawn="1"/>
        </p:nvSpPr>
        <p:spPr>
          <a:xfrm>
            <a:off x="6149167" y="6498479"/>
            <a:ext cx="1521763" cy="323165"/>
          </a:xfrm>
          <a:prstGeom prst="rect">
            <a:avLst/>
          </a:prstGeom>
          <a:noFill/>
        </p:spPr>
        <p:txBody>
          <a:bodyPr wrap="none" lIns="146304" tIns="91440" rIns="146304" bIns="91440" rtlCol="0">
            <a:spAutoFit/>
          </a:bodyPr>
          <a:lstStyle/>
          <a:p>
            <a:pPr>
              <a:lnSpc>
                <a:spcPct val="90000"/>
              </a:lnSpc>
              <a:spcAft>
                <a:spcPts val="0"/>
              </a:spcAft>
            </a:pPr>
            <a:r>
              <a:rPr lang="en-US" sz="1000" dirty="0" smtClean="0">
                <a:gradFill>
                  <a:gsLst>
                    <a:gs pos="2917">
                      <a:schemeClr val="tx1"/>
                    </a:gs>
                    <a:gs pos="30000">
                      <a:schemeClr val="tx1"/>
                    </a:gs>
                  </a:gsLst>
                  <a:lin ang="5400000" scaled="0"/>
                </a:gradFill>
              </a:rPr>
              <a:t>http://dev.office.com/</a:t>
            </a:r>
          </a:p>
        </p:txBody>
      </p:sp>
      <p:sp>
        <p:nvSpPr>
          <p:cNvPr id="118" name="Date Placeholder 5"/>
          <p:cNvSpPr>
            <a:spLocks noGrp="1"/>
          </p:cNvSpPr>
          <p:nvPr>
            <p:ph type="dt" sz="half" idx="2"/>
          </p:nvPr>
        </p:nvSpPr>
        <p:spPr>
          <a:xfrm>
            <a:off x="4822654" y="6471920"/>
            <a:ext cx="2797175" cy="371475"/>
          </a:xfrm>
          <a:prstGeom prst="rect">
            <a:avLst/>
          </a:prstGeom>
        </p:spPr>
        <p:txBody>
          <a:bodyPr vert="horz" lIns="91440" tIns="45720" rIns="91440" bIns="45720" rtlCol="0" anchor="ctr"/>
          <a:lstStyle>
            <a:lvl1pPr marL="0" algn="l" defTabSz="932742" rtl="0" eaLnBrk="1" latinLnBrk="0" hangingPunct="1">
              <a:lnSpc>
                <a:spcPct val="90000"/>
              </a:lnSpc>
              <a:spcAft>
                <a:spcPts val="0"/>
              </a:spcAft>
              <a:defRPr lang="en-US" sz="1000" kern="1200" smtClean="0">
                <a:gradFill>
                  <a:gsLst>
                    <a:gs pos="2917">
                      <a:schemeClr val="tx1"/>
                    </a:gs>
                    <a:gs pos="30000">
                      <a:schemeClr val="tx1"/>
                    </a:gs>
                  </a:gsLst>
                  <a:lin ang="5400000" scaled="0"/>
                </a:gradFill>
                <a:latin typeface="+mn-lt"/>
                <a:ea typeface="+mn-ea"/>
                <a:cs typeface="+mn-cs"/>
              </a:defRPr>
            </a:lvl1pPr>
          </a:lstStyle>
          <a:p>
            <a:r>
              <a:rPr lang="en-US" smtClean="0"/>
              <a:t>Microsoft Confidential</a:t>
            </a:r>
            <a:endParaRPr lang="en-US" dirty="0"/>
          </a:p>
        </p:txBody>
      </p:sp>
      <p:pic>
        <p:nvPicPr>
          <p:cNvPr id="115" name="Picture 114"/>
          <p:cNvPicPr>
            <a:picLocks noChangeAspect="1"/>
          </p:cNvPicPr>
          <p:nvPr userDrawn="1"/>
        </p:nvPicPr>
        <p:blipFill>
          <a:blip r:embed="rId2"/>
          <a:stretch>
            <a:fillRect/>
          </a:stretch>
        </p:blipFill>
        <p:spPr>
          <a:xfrm>
            <a:off x="436564" y="6148991"/>
            <a:ext cx="1161288" cy="367578"/>
          </a:xfrm>
          <a:prstGeom prst="rect">
            <a:avLst/>
          </a:prstGeom>
        </p:spPr>
      </p:pic>
    </p:spTree>
    <p:extLst>
      <p:ext uri="{BB962C8B-B14F-4D97-AF65-F5344CB8AC3E}">
        <p14:creationId xmlns:p14="http://schemas.microsoft.com/office/powerpoint/2010/main" val="28215056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
    <p:bg>
      <p:bgPr>
        <a:solidFill>
          <a:schemeClr val="accent1"/>
        </a:solidFill>
        <a:effectLst/>
      </p:bgPr>
    </p:bg>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274702" y="2125678"/>
            <a:ext cx="5232335" cy="1828786"/>
          </a:xfrm>
          <a:noFill/>
        </p:spPr>
        <p:txBody>
          <a:bodyPr lIns="146304" tIns="91440" rIns="146304" bIns="91440" anchor="t" anchorCtr="0"/>
          <a:lstStyle>
            <a:lvl1pPr>
              <a:defRPr sz="5400" spc="-100" baseline="0">
                <a:gradFill>
                  <a:gsLst>
                    <a:gs pos="7186">
                      <a:schemeClr val="bg1"/>
                    </a:gs>
                    <a:gs pos="28000">
                      <a:schemeClr val="bg1"/>
                    </a:gs>
                  </a:gsLst>
                  <a:lin ang="5400000" scaled="0"/>
                </a:gradFill>
              </a:defRPr>
            </a:lvl1pPr>
          </a:lstStyle>
          <a:p>
            <a:r>
              <a:rPr lang="en-US" dirty="0" smtClean="0"/>
              <a:t>Presentation title</a:t>
            </a:r>
            <a:endParaRPr lang="en-US" dirty="0"/>
          </a:p>
        </p:txBody>
      </p:sp>
      <p:sp>
        <p:nvSpPr>
          <p:cNvPr id="5" name="Text Placeholder 4"/>
          <p:cNvSpPr>
            <a:spLocks noGrp="1"/>
          </p:cNvSpPr>
          <p:nvPr>
            <p:ph type="body" sz="quarter" idx="12" hasCustomPrompt="1"/>
          </p:nvPr>
        </p:nvSpPr>
        <p:spPr>
          <a:xfrm>
            <a:off x="274702" y="3955786"/>
            <a:ext cx="5251386" cy="1828007"/>
          </a:xfrm>
          <a:noFill/>
        </p:spPr>
        <p:txBody>
          <a:bodyPr lIns="146304" tIns="109728" rIns="146304" bIns="109728">
            <a:noAutofit/>
          </a:bodyPr>
          <a:lstStyle>
            <a:lvl1pPr marL="0" indent="0">
              <a:spcBef>
                <a:spcPts val="0"/>
              </a:spcBef>
              <a:buNone/>
              <a:defRPr sz="3200" spc="0" baseline="0">
                <a:gradFill>
                  <a:gsLst>
                    <a:gs pos="8982">
                      <a:schemeClr val="bg1"/>
                    </a:gs>
                    <a:gs pos="23000">
                      <a:schemeClr val="bg1"/>
                    </a:gs>
                  </a:gsLst>
                  <a:lin ang="5400000" scaled="0"/>
                </a:gradFill>
                <a:latin typeface="+mj-lt"/>
              </a:defRPr>
            </a:lvl1pPr>
          </a:lstStyle>
          <a:p>
            <a:pPr lvl="0"/>
            <a:r>
              <a:rPr lang="en-US" dirty="0" smtClean="0"/>
              <a:t>Speaker Name</a:t>
            </a:r>
          </a:p>
        </p:txBody>
      </p:sp>
      <p:grpSp>
        <p:nvGrpSpPr>
          <p:cNvPr id="2" name="Group 1"/>
          <p:cNvGrpSpPr/>
          <p:nvPr userDrawn="1"/>
        </p:nvGrpSpPr>
        <p:grpSpPr>
          <a:xfrm>
            <a:off x="5654676" y="1252538"/>
            <a:ext cx="5227954" cy="5280025"/>
            <a:chOff x="5654676" y="1252538"/>
            <a:chExt cx="5227954" cy="5280025"/>
          </a:xfrm>
        </p:grpSpPr>
        <p:grpSp>
          <p:nvGrpSpPr>
            <p:cNvPr id="6" name="Group 5"/>
            <p:cNvGrpSpPr/>
            <p:nvPr userDrawn="1"/>
          </p:nvGrpSpPr>
          <p:grpSpPr>
            <a:xfrm>
              <a:off x="5654676" y="1252538"/>
              <a:ext cx="5024436" cy="4213226"/>
              <a:chOff x="5654676" y="1252538"/>
              <a:chExt cx="5024436" cy="4213226"/>
            </a:xfrm>
          </p:grpSpPr>
          <p:grpSp>
            <p:nvGrpSpPr>
              <p:cNvPr id="8" name="Group 7"/>
              <p:cNvGrpSpPr/>
              <p:nvPr/>
            </p:nvGrpSpPr>
            <p:grpSpPr>
              <a:xfrm>
                <a:off x="9685338" y="2705101"/>
                <a:ext cx="993774" cy="1214438"/>
                <a:chOff x="9685338" y="2705101"/>
                <a:chExt cx="993774" cy="1214438"/>
              </a:xfrm>
            </p:grpSpPr>
            <p:sp>
              <p:nvSpPr>
                <p:cNvPr id="41" name="Rectangle 98"/>
                <p:cNvSpPr>
                  <a:spLocks noChangeArrowheads="1"/>
                </p:cNvSpPr>
                <p:nvPr/>
              </p:nvSpPr>
              <p:spPr bwMode="auto">
                <a:xfrm>
                  <a:off x="10015538" y="2705101"/>
                  <a:ext cx="331787" cy="404813"/>
                </a:xfrm>
                <a:prstGeom prst="rect">
                  <a:avLst/>
                </a:prstGeom>
                <a:solidFill>
                  <a:schemeClr val="accent3"/>
                </a:solidFill>
                <a:ln>
                  <a:noFill/>
                </a:ln>
              </p:spPr>
              <p:txBody>
                <a:bodyPr vert="horz" wrap="square" lIns="91440" tIns="45720" rIns="91440" bIns="45720" numCol="1" anchor="t" anchorCtr="0" compatLnSpc="1">
                  <a:prstTxWarp prst="textNoShape">
                    <a:avLst/>
                  </a:prstTxWarp>
                </a:bodyPr>
                <a:lstStyle/>
                <a:p>
                  <a:endParaRPr lang="en-US"/>
                </a:p>
              </p:txBody>
            </p:sp>
            <p:sp>
              <p:nvSpPr>
                <p:cNvPr id="42" name="Freeform 99"/>
                <p:cNvSpPr>
                  <a:spLocks noEditPoints="1"/>
                </p:cNvSpPr>
                <p:nvPr/>
              </p:nvSpPr>
              <p:spPr bwMode="auto">
                <a:xfrm>
                  <a:off x="10090150" y="2779713"/>
                  <a:ext cx="165100" cy="238125"/>
                </a:xfrm>
                <a:custGeom>
                  <a:avLst/>
                  <a:gdLst>
                    <a:gd name="T0" fmla="*/ 5 w 9"/>
                    <a:gd name="T1" fmla="*/ 0 h 13"/>
                    <a:gd name="T2" fmla="*/ 0 w 9"/>
                    <a:gd name="T3" fmla="*/ 7 h 13"/>
                    <a:gd name="T4" fmla="*/ 5 w 9"/>
                    <a:gd name="T5" fmla="*/ 13 h 13"/>
                    <a:gd name="T6" fmla="*/ 9 w 9"/>
                    <a:gd name="T7" fmla="*/ 7 h 13"/>
                    <a:gd name="T8" fmla="*/ 5 w 9"/>
                    <a:gd name="T9" fmla="*/ 0 h 13"/>
                    <a:gd name="T10" fmla="*/ 5 w 9"/>
                    <a:gd name="T11" fmla="*/ 2 h 13"/>
                    <a:gd name="T12" fmla="*/ 7 w 9"/>
                    <a:gd name="T13" fmla="*/ 7 h 13"/>
                    <a:gd name="T14" fmla="*/ 5 w 9"/>
                    <a:gd name="T15" fmla="*/ 11 h 13"/>
                    <a:gd name="T16" fmla="*/ 3 w 9"/>
                    <a:gd name="T17" fmla="*/ 7 h 13"/>
                    <a:gd name="T18" fmla="*/ 5 w 9"/>
                    <a:gd name="T19" fmla="*/ 2 h 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 h="13">
                      <a:moveTo>
                        <a:pt x="5" y="0"/>
                      </a:moveTo>
                      <a:cubicBezTo>
                        <a:pt x="2" y="0"/>
                        <a:pt x="0" y="2"/>
                        <a:pt x="0" y="7"/>
                      </a:cubicBezTo>
                      <a:cubicBezTo>
                        <a:pt x="0" y="11"/>
                        <a:pt x="2" y="13"/>
                        <a:pt x="5" y="13"/>
                      </a:cubicBezTo>
                      <a:cubicBezTo>
                        <a:pt x="8" y="13"/>
                        <a:pt x="9" y="11"/>
                        <a:pt x="9" y="7"/>
                      </a:cubicBezTo>
                      <a:cubicBezTo>
                        <a:pt x="9" y="2"/>
                        <a:pt x="8" y="0"/>
                        <a:pt x="5" y="0"/>
                      </a:cubicBezTo>
                      <a:close/>
                      <a:moveTo>
                        <a:pt x="5" y="2"/>
                      </a:moveTo>
                      <a:cubicBezTo>
                        <a:pt x="6" y="2"/>
                        <a:pt x="7" y="3"/>
                        <a:pt x="7" y="7"/>
                      </a:cubicBezTo>
                      <a:cubicBezTo>
                        <a:pt x="7" y="10"/>
                        <a:pt x="6" y="11"/>
                        <a:pt x="5" y="11"/>
                      </a:cubicBezTo>
                      <a:cubicBezTo>
                        <a:pt x="3" y="11"/>
                        <a:pt x="3" y="10"/>
                        <a:pt x="3" y="7"/>
                      </a:cubicBezTo>
                      <a:cubicBezTo>
                        <a:pt x="3" y="3"/>
                        <a:pt x="3" y="2"/>
                        <a:pt x="5" y="2"/>
                      </a:cubicBezTo>
                      <a:close/>
                    </a:path>
                  </a:pathLst>
                </a:custGeom>
                <a:solidFill>
                  <a:schemeClr val="accent3">
                    <a:lumMod val="20000"/>
                    <a:lumOff val="8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43" name="Rectangle 100"/>
                <p:cNvSpPr>
                  <a:spLocks noChangeArrowheads="1"/>
                </p:cNvSpPr>
                <p:nvPr/>
              </p:nvSpPr>
              <p:spPr bwMode="auto">
                <a:xfrm>
                  <a:off x="9685338" y="3109913"/>
                  <a:ext cx="330200" cy="404813"/>
                </a:xfrm>
                <a:prstGeom prst="rect">
                  <a:avLst/>
                </a:pr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44" name="Freeform 101"/>
                <p:cNvSpPr>
                  <a:spLocks/>
                </p:cNvSpPr>
                <p:nvPr/>
              </p:nvSpPr>
              <p:spPr bwMode="auto">
                <a:xfrm>
                  <a:off x="9777413" y="3184526"/>
                  <a:ext cx="109537" cy="238125"/>
                </a:xfrm>
                <a:custGeom>
                  <a:avLst/>
                  <a:gdLst>
                    <a:gd name="T0" fmla="*/ 69 w 69"/>
                    <a:gd name="T1" fmla="*/ 150 h 150"/>
                    <a:gd name="T2" fmla="*/ 69 w 69"/>
                    <a:gd name="T3" fmla="*/ 0 h 150"/>
                    <a:gd name="T4" fmla="*/ 46 w 69"/>
                    <a:gd name="T5" fmla="*/ 0 h 150"/>
                    <a:gd name="T6" fmla="*/ 0 w 69"/>
                    <a:gd name="T7" fmla="*/ 34 h 150"/>
                    <a:gd name="T8" fmla="*/ 11 w 69"/>
                    <a:gd name="T9" fmla="*/ 58 h 150"/>
                    <a:gd name="T10" fmla="*/ 46 w 69"/>
                    <a:gd name="T11" fmla="*/ 34 h 150"/>
                    <a:gd name="T12" fmla="*/ 46 w 69"/>
                    <a:gd name="T13" fmla="*/ 150 h 150"/>
                    <a:gd name="T14" fmla="*/ 69 w 69"/>
                    <a:gd name="T15" fmla="*/ 150 h 15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9" h="150">
                      <a:moveTo>
                        <a:pt x="69" y="150"/>
                      </a:moveTo>
                      <a:lnTo>
                        <a:pt x="69" y="0"/>
                      </a:lnTo>
                      <a:lnTo>
                        <a:pt x="46" y="0"/>
                      </a:lnTo>
                      <a:lnTo>
                        <a:pt x="0" y="34"/>
                      </a:lnTo>
                      <a:lnTo>
                        <a:pt x="11" y="58"/>
                      </a:lnTo>
                      <a:lnTo>
                        <a:pt x="46" y="34"/>
                      </a:lnTo>
                      <a:lnTo>
                        <a:pt x="46" y="150"/>
                      </a:lnTo>
                      <a:lnTo>
                        <a:pt x="69" y="150"/>
                      </a:lnTo>
                      <a:close/>
                    </a:path>
                  </a:pathLst>
                </a:custGeom>
                <a:solidFill>
                  <a:schemeClr val="accent3"/>
                </a:solidFill>
                <a:ln>
                  <a:noFill/>
                </a:ln>
              </p:spPr>
              <p:txBody>
                <a:bodyPr vert="horz" wrap="square" lIns="91440" tIns="45720" rIns="91440" bIns="45720" numCol="1" anchor="t" anchorCtr="0" compatLnSpc="1">
                  <a:prstTxWarp prst="textNoShape">
                    <a:avLst/>
                  </a:prstTxWarp>
                </a:bodyPr>
                <a:lstStyle/>
                <a:p>
                  <a:endParaRPr lang="en-US"/>
                </a:p>
              </p:txBody>
            </p:sp>
            <p:sp>
              <p:nvSpPr>
                <p:cNvPr id="45" name="Rectangle 102"/>
                <p:cNvSpPr>
                  <a:spLocks noChangeArrowheads="1"/>
                </p:cNvSpPr>
                <p:nvPr/>
              </p:nvSpPr>
              <p:spPr bwMode="auto">
                <a:xfrm>
                  <a:off x="10347325" y="3109913"/>
                  <a:ext cx="331787" cy="404813"/>
                </a:xfrm>
                <a:prstGeom prst="rect">
                  <a:avLst/>
                </a:prstGeom>
                <a:solidFill>
                  <a:schemeClr val="accent3">
                    <a:lumMod val="20000"/>
                    <a:lumOff val="8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46" name="Freeform 103"/>
                <p:cNvSpPr>
                  <a:spLocks/>
                </p:cNvSpPr>
                <p:nvPr/>
              </p:nvSpPr>
              <p:spPr bwMode="auto">
                <a:xfrm>
                  <a:off x="10439400" y="3184526"/>
                  <a:ext cx="111125" cy="238125"/>
                </a:xfrm>
                <a:custGeom>
                  <a:avLst/>
                  <a:gdLst>
                    <a:gd name="T0" fmla="*/ 70 w 70"/>
                    <a:gd name="T1" fmla="*/ 150 h 150"/>
                    <a:gd name="T2" fmla="*/ 70 w 70"/>
                    <a:gd name="T3" fmla="*/ 0 h 150"/>
                    <a:gd name="T4" fmla="*/ 46 w 70"/>
                    <a:gd name="T5" fmla="*/ 0 h 150"/>
                    <a:gd name="T6" fmla="*/ 0 w 70"/>
                    <a:gd name="T7" fmla="*/ 34 h 150"/>
                    <a:gd name="T8" fmla="*/ 12 w 70"/>
                    <a:gd name="T9" fmla="*/ 58 h 150"/>
                    <a:gd name="T10" fmla="*/ 46 w 70"/>
                    <a:gd name="T11" fmla="*/ 34 h 150"/>
                    <a:gd name="T12" fmla="*/ 46 w 70"/>
                    <a:gd name="T13" fmla="*/ 150 h 150"/>
                    <a:gd name="T14" fmla="*/ 70 w 70"/>
                    <a:gd name="T15" fmla="*/ 150 h 15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0" h="150">
                      <a:moveTo>
                        <a:pt x="70" y="150"/>
                      </a:moveTo>
                      <a:lnTo>
                        <a:pt x="70" y="0"/>
                      </a:lnTo>
                      <a:lnTo>
                        <a:pt x="46" y="0"/>
                      </a:lnTo>
                      <a:lnTo>
                        <a:pt x="0" y="34"/>
                      </a:lnTo>
                      <a:lnTo>
                        <a:pt x="12" y="58"/>
                      </a:lnTo>
                      <a:lnTo>
                        <a:pt x="46" y="34"/>
                      </a:lnTo>
                      <a:lnTo>
                        <a:pt x="46" y="150"/>
                      </a:lnTo>
                      <a:lnTo>
                        <a:pt x="70" y="150"/>
                      </a:lnTo>
                      <a:close/>
                    </a:path>
                  </a:pathLst>
                </a:custGeom>
                <a:solidFill>
                  <a:schemeClr val="accent3"/>
                </a:solidFill>
                <a:ln>
                  <a:noFill/>
                </a:ln>
              </p:spPr>
              <p:txBody>
                <a:bodyPr vert="horz" wrap="square" lIns="91440" tIns="45720" rIns="91440" bIns="45720" numCol="1" anchor="t" anchorCtr="0" compatLnSpc="1">
                  <a:prstTxWarp prst="textNoShape">
                    <a:avLst/>
                  </a:prstTxWarp>
                </a:bodyPr>
                <a:lstStyle/>
                <a:p>
                  <a:endParaRPr lang="en-US"/>
                </a:p>
              </p:txBody>
            </p:sp>
            <p:sp>
              <p:nvSpPr>
                <p:cNvPr id="47" name="Rectangle 104"/>
                <p:cNvSpPr>
                  <a:spLocks noChangeArrowheads="1"/>
                </p:cNvSpPr>
                <p:nvPr/>
              </p:nvSpPr>
              <p:spPr bwMode="auto">
                <a:xfrm>
                  <a:off x="10347325" y="3514726"/>
                  <a:ext cx="331787" cy="404813"/>
                </a:xfrm>
                <a:prstGeom prst="rect">
                  <a:avLst/>
                </a:prstGeom>
                <a:solidFill>
                  <a:schemeClr val="accent3"/>
                </a:solidFill>
                <a:ln>
                  <a:noFill/>
                </a:ln>
              </p:spPr>
              <p:txBody>
                <a:bodyPr vert="horz" wrap="square" lIns="91440" tIns="45720" rIns="91440" bIns="45720" numCol="1" anchor="t" anchorCtr="0" compatLnSpc="1">
                  <a:prstTxWarp prst="textNoShape">
                    <a:avLst/>
                  </a:prstTxWarp>
                </a:bodyPr>
                <a:lstStyle/>
                <a:p>
                  <a:endParaRPr lang="en-US"/>
                </a:p>
              </p:txBody>
            </p:sp>
            <p:sp>
              <p:nvSpPr>
                <p:cNvPr id="48" name="Freeform 105"/>
                <p:cNvSpPr>
                  <a:spLocks noEditPoints="1"/>
                </p:cNvSpPr>
                <p:nvPr/>
              </p:nvSpPr>
              <p:spPr bwMode="auto">
                <a:xfrm>
                  <a:off x="10420350" y="3589338"/>
                  <a:ext cx="166687" cy="238125"/>
                </a:xfrm>
                <a:custGeom>
                  <a:avLst/>
                  <a:gdLst>
                    <a:gd name="T0" fmla="*/ 5 w 9"/>
                    <a:gd name="T1" fmla="*/ 0 h 13"/>
                    <a:gd name="T2" fmla="*/ 0 w 9"/>
                    <a:gd name="T3" fmla="*/ 7 h 13"/>
                    <a:gd name="T4" fmla="*/ 5 w 9"/>
                    <a:gd name="T5" fmla="*/ 13 h 13"/>
                    <a:gd name="T6" fmla="*/ 9 w 9"/>
                    <a:gd name="T7" fmla="*/ 7 h 13"/>
                    <a:gd name="T8" fmla="*/ 5 w 9"/>
                    <a:gd name="T9" fmla="*/ 0 h 13"/>
                    <a:gd name="T10" fmla="*/ 5 w 9"/>
                    <a:gd name="T11" fmla="*/ 2 h 13"/>
                    <a:gd name="T12" fmla="*/ 7 w 9"/>
                    <a:gd name="T13" fmla="*/ 7 h 13"/>
                    <a:gd name="T14" fmla="*/ 5 w 9"/>
                    <a:gd name="T15" fmla="*/ 12 h 13"/>
                    <a:gd name="T16" fmla="*/ 3 w 9"/>
                    <a:gd name="T17" fmla="*/ 7 h 13"/>
                    <a:gd name="T18" fmla="*/ 5 w 9"/>
                    <a:gd name="T19" fmla="*/ 2 h 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 h="13">
                      <a:moveTo>
                        <a:pt x="5" y="0"/>
                      </a:moveTo>
                      <a:cubicBezTo>
                        <a:pt x="2" y="0"/>
                        <a:pt x="0" y="3"/>
                        <a:pt x="0" y="7"/>
                      </a:cubicBezTo>
                      <a:cubicBezTo>
                        <a:pt x="0" y="11"/>
                        <a:pt x="2" y="13"/>
                        <a:pt x="5" y="13"/>
                      </a:cubicBezTo>
                      <a:cubicBezTo>
                        <a:pt x="8" y="13"/>
                        <a:pt x="9" y="11"/>
                        <a:pt x="9" y="7"/>
                      </a:cubicBezTo>
                      <a:cubicBezTo>
                        <a:pt x="9" y="3"/>
                        <a:pt x="8" y="0"/>
                        <a:pt x="5" y="0"/>
                      </a:cubicBezTo>
                      <a:close/>
                      <a:moveTo>
                        <a:pt x="5" y="2"/>
                      </a:moveTo>
                      <a:cubicBezTo>
                        <a:pt x="6" y="2"/>
                        <a:pt x="7" y="3"/>
                        <a:pt x="7" y="7"/>
                      </a:cubicBezTo>
                      <a:cubicBezTo>
                        <a:pt x="7" y="10"/>
                        <a:pt x="6" y="12"/>
                        <a:pt x="5" y="12"/>
                      </a:cubicBezTo>
                      <a:cubicBezTo>
                        <a:pt x="4" y="12"/>
                        <a:pt x="3" y="10"/>
                        <a:pt x="3" y="7"/>
                      </a:cubicBezTo>
                      <a:cubicBezTo>
                        <a:pt x="3" y="3"/>
                        <a:pt x="4" y="2"/>
                        <a:pt x="5" y="2"/>
                      </a:cubicBezTo>
                      <a:close/>
                    </a:path>
                  </a:pathLst>
                </a:custGeom>
                <a:solidFill>
                  <a:schemeClr val="accent3">
                    <a:lumMod val="20000"/>
                    <a:lumOff val="80000"/>
                  </a:schemeClr>
                </a:solidFill>
                <a:ln>
                  <a:noFill/>
                </a:ln>
              </p:spPr>
              <p:txBody>
                <a:bodyPr vert="horz" wrap="square" lIns="91440" tIns="45720" rIns="91440" bIns="45720" numCol="1" anchor="t" anchorCtr="0" compatLnSpc="1">
                  <a:prstTxWarp prst="textNoShape">
                    <a:avLst/>
                  </a:prstTxWarp>
                </a:bodyPr>
                <a:lstStyle/>
                <a:p>
                  <a:endParaRPr lang="en-US"/>
                </a:p>
              </p:txBody>
            </p:sp>
          </p:grpSp>
          <p:grpSp>
            <p:nvGrpSpPr>
              <p:cNvPr id="10" name="Group 9"/>
              <p:cNvGrpSpPr/>
              <p:nvPr/>
            </p:nvGrpSpPr>
            <p:grpSpPr>
              <a:xfrm>
                <a:off x="6997700" y="1252538"/>
                <a:ext cx="2908300" cy="1195388"/>
                <a:chOff x="6997700" y="1252538"/>
                <a:chExt cx="2908300" cy="1195388"/>
              </a:xfrm>
            </p:grpSpPr>
            <p:sp>
              <p:nvSpPr>
                <p:cNvPr id="25" name="Rectangle 86"/>
                <p:cNvSpPr>
                  <a:spLocks noChangeArrowheads="1"/>
                </p:cNvSpPr>
                <p:nvPr/>
              </p:nvSpPr>
              <p:spPr bwMode="auto">
                <a:xfrm>
                  <a:off x="8580438" y="1252538"/>
                  <a:ext cx="331787" cy="404813"/>
                </a:xfrm>
                <a:prstGeom prst="rect">
                  <a:avLst/>
                </a:prstGeom>
                <a:solidFill>
                  <a:schemeClr val="accent3">
                    <a:lumMod val="20000"/>
                    <a:lumOff val="8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26" name="Freeform 87"/>
                <p:cNvSpPr>
                  <a:spLocks/>
                </p:cNvSpPr>
                <p:nvPr/>
              </p:nvSpPr>
              <p:spPr bwMode="auto">
                <a:xfrm>
                  <a:off x="8672513" y="1325563"/>
                  <a:ext cx="111125" cy="239713"/>
                </a:xfrm>
                <a:custGeom>
                  <a:avLst/>
                  <a:gdLst>
                    <a:gd name="T0" fmla="*/ 70 w 70"/>
                    <a:gd name="T1" fmla="*/ 151 h 151"/>
                    <a:gd name="T2" fmla="*/ 70 w 70"/>
                    <a:gd name="T3" fmla="*/ 0 h 151"/>
                    <a:gd name="T4" fmla="*/ 46 w 70"/>
                    <a:gd name="T5" fmla="*/ 0 h 151"/>
                    <a:gd name="T6" fmla="*/ 0 w 70"/>
                    <a:gd name="T7" fmla="*/ 35 h 151"/>
                    <a:gd name="T8" fmla="*/ 12 w 70"/>
                    <a:gd name="T9" fmla="*/ 58 h 151"/>
                    <a:gd name="T10" fmla="*/ 46 w 70"/>
                    <a:gd name="T11" fmla="*/ 35 h 151"/>
                    <a:gd name="T12" fmla="*/ 46 w 70"/>
                    <a:gd name="T13" fmla="*/ 151 h 151"/>
                    <a:gd name="T14" fmla="*/ 70 w 70"/>
                    <a:gd name="T15" fmla="*/ 151 h 15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0" h="151">
                      <a:moveTo>
                        <a:pt x="70" y="151"/>
                      </a:moveTo>
                      <a:lnTo>
                        <a:pt x="70" y="0"/>
                      </a:lnTo>
                      <a:lnTo>
                        <a:pt x="46" y="0"/>
                      </a:lnTo>
                      <a:lnTo>
                        <a:pt x="0" y="35"/>
                      </a:lnTo>
                      <a:lnTo>
                        <a:pt x="12" y="58"/>
                      </a:lnTo>
                      <a:lnTo>
                        <a:pt x="46" y="35"/>
                      </a:lnTo>
                      <a:lnTo>
                        <a:pt x="46" y="151"/>
                      </a:lnTo>
                      <a:lnTo>
                        <a:pt x="70" y="151"/>
                      </a:lnTo>
                      <a:close/>
                    </a:path>
                  </a:pathLst>
                </a:custGeom>
                <a:solidFill>
                  <a:schemeClr val="accent3"/>
                </a:solidFill>
                <a:ln>
                  <a:noFill/>
                </a:ln>
              </p:spPr>
              <p:txBody>
                <a:bodyPr vert="horz" wrap="square" lIns="91440" tIns="45720" rIns="91440" bIns="45720" numCol="1" anchor="t" anchorCtr="0" compatLnSpc="1">
                  <a:prstTxWarp prst="textNoShape">
                    <a:avLst/>
                  </a:prstTxWarp>
                </a:bodyPr>
                <a:lstStyle/>
                <a:p>
                  <a:endParaRPr lang="en-US"/>
                </a:p>
              </p:txBody>
            </p:sp>
            <p:sp>
              <p:nvSpPr>
                <p:cNvPr id="27" name="Rectangle 88"/>
                <p:cNvSpPr>
                  <a:spLocks noChangeArrowheads="1"/>
                </p:cNvSpPr>
                <p:nvPr/>
              </p:nvSpPr>
              <p:spPr bwMode="auto">
                <a:xfrm>
                  <a:off x="8912225" y="1252538"/>
                  <a:ext cx="330200" cy="404813"/>
                </a:xfrm>
                <a:prstGeom prst="rect">
                  <a:avLst/>
                </a:prstGeom>
                <a:solidFill>
                  <a:schemeClr val="accent3"/>
                </a:solidFill>
                <a:ln>
                  <a:noFill/>
                </a:ln>
              </p:spPr>
              <p:txBody>
                <a:bodyPr vert="horz" wrap="square" lIns="91440" tIns="45720" rIns="91440" bIns="45720" numCol="1" anchor="t" anchorCtr="0" compatLnSpc="1">
                  <a:prstTxWarp prst="textNoShape">
                    <a:avLst/>
                  </a:prstTxWarp>
                </a:bodyPr>
                <a:lstStyle/>
                <a:p>
                  <a:endParaRPr lang="en-US"/>
                </a:p>
              </p:txBody>
            </p:sp>
            <p:sp>
              <p:nvSpPr>
                <p:cNvPr id="28" name="Freeform 89"/>
                <p:cNvSpPr>
                  <a:spLocks noEditPoints="1"/>
                </p:cNvSpPr>
                <p:nvPr/>
              </p:nvSpPr>
              <p:spPr bwMode="auto">
                <a:xfrm>
                  <a:off x="8985250" y="1325563"/>
                  <a:ext cx="166687" cy="239713"/>
                </a:xfrm>
                <a:custGeom>
                  <a:avLst/>
                  <a:gdLst>
                    <a:gd name="T0" fmla="*/ 5 w 9"/>
                    <a:gd name="T1" fmla="*/ 0 h 13"/>
                    <a:gd name="T2" fmla="*/ 0 w 9"/>
                    <a:gd name="T3" fmla="*/ 7 h 13"/>
                    <a:gd name="T4" fmla="*/ 5 w 9"/>
                    <a:gd name="T5" fmla="*/ 13 h 13"/>
                    <a:gd name="T6" fmla="*/ 9 w 9"/>
                    <a:gd name="T7" fmla="*/ 7 h 13"/>
                    <a:gd name="T8" fmla="*/ 5 w 9"/>
                    <a:gd name="T9" fmla="*/ 0 h 13"/>
                    <a:gd name="T10" fmla="*/ 5 w 9"/>
                    <a:gd name="T11" fmla="*/ 2 h 13"/>
                    <a:gd name="T12" fmla="*/ 7 w 9"/>
                    <a:gd name="T13" fmla="*/ 7 h 13"/>
                    <a:gd name="T14" fmla="*/ 5 w 9"/>
                    <a:gd name="T15" fmla="*/ 11 h 13"/>
                    <a:gd name="T16" fmla="*/ 3 w 9"/>
                    <a:gd name="T17" fmla="*/ 7 h 13"/>
                    <a:gd name="T18" fmla="*/ 5 w 9"/>
                    <a:gd name="T19" fmla="*/ 2 h 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 h="13">
                      <a:moveTo>
                        <a:pt x="5" y="0"/>
                      </a:moveTo>
                      <a:cubicBezTo>
                        <a:pt x="2" y="0"/>
                        <a:pt x="0" y="3"/>
                        <a:pt x="0" y="7"/>
                      </a:cubicBezTo>
                      <a:cubicBezTo>
                        <a:pt x="0" y="11"/>
                        <a:pt x="2" y="13"/>
                        <a:pt x="5" y="13"/>
                      </a:cubicBezTo>
                      <a:cubicBezTo>
                        <a:pt x="8" y="13"/>
                        <a:pt x="9" y="11"/>
                        <a:pt x="9" y="7"/>
                      </a:cubicBezTo>
                      <a:cubicBezTo>
                        <a:pt x="9" y="3"/>
                        <a:pt x="8" y="0"/>
                        <a:pt x="5" y="0"/>
                      </a:cubicBezTo>
                      <a:close/>
                      <a:moveTo>
                        <a:pt x="5" y="2"/>
                      </a:moveTo>
                      <a:cubicBezTo>
                        <a:pt x="6" y="2"/>
                        <a:pt x="7" y="3"/>
                        <a:pt x="7" y="7"/>
                      </a:cubicBezTo>
                      <a:cubicBezTo>
                        <a:pt x="7" y="10"/>
                        <a:pt x="6" y="11"/>
                        <a:pt x="5" y="11"/>
                      </a:cubicBezTo>
                      <a:cubicBezTo>
                        <a:pt x="3" y="11"/>
                        <a:pt x="3" y="10"/>
                        <a:pt x="3" y="7"/>
                      </a:cubicBezTo>
                      <a:cubicBezTo>
                        <a:pt x="3" y="3"/>
                        <a:pt x="3" y="2"/>
                        <a:pt x="5" y="2"/>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9" name="Rectangle 90"/>
                <p:cNvSpPr>
                  <a:spLocks noChangeArrowheads="1"/>
                </p:cNvSpPr>
                <p:nvPr/>
              </p:nvSpPr>
              <p:spPr bwMode="auto">
                <a:xfrm>
                  <a:off x="9242425" y="1657351"/>
                  <a:ext cx="331787" cy="385763"/>
                </a:xfrm>
                <a:prstGeom prst="rect">
                  <a:avLst/>
                </a:prstGeom>
                <a:solidFill>
                  <a:schemeClr val="accent3">
                    <a:lumMod val="20000"/>
                    <a:lumOff val="8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30" name="Freeform 91"/>
                <p:cNvSpPr>
                  <a:spLocks/>
                </p:cNvSpPr>
                <p:nvPr/>
              </p:nvSpPr>
              <p:spPr bwMode="auto">
                <a:xfrm>
                  <a:off x="9334500" y="1730376"/>
                  <a:ext cx="111125" cy="239713"/>
                </a:xfrm>
                <a:custGeom>
                  <a:avLst/>
                  <a:gdLst>
                    <a:gd name="T0" fmla="*/ 70 w 70"/>
                    <a:gd name="T1" fmla="*/ 151 h 151"/>
                    <a:gd name="T2" fmla="*/ 70 w 70"/>
                    <a:gd name="T3" fmla="*/ 0 h 151"/>
                    <a:gd name="T4" fmla="*/ 47 w 70"/>
                    <a:gd name="T5" fmla="*/ 0 h 151"/>
                    <a:gd name="T6" fmla="*/ 0 w 70"/>
                    <a:gd name="T7" fmla="*/ 35 h 151"/>
                    <a:gd name="T8" fmla="*/ 12 w 70"/>
                    <a:gd name="T9" fmla="*/ 46 h 151"/>
                    <a:gd name="T10" fmla="*/ 47 w 70"/>
                    <a:gd name="T11" fmla="*/ 35 h 151"/>
                    <a:gd name="T12" fmla="*/ 47 w 70"/>
                    <a:gd name="T13" fmla="*/ 151 h 151"/>
                    <a:gd name="T14" fmla="*/ 70 w 70"/>
                    <a:gd name="T15" fmla="*/ 151 h 15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0" h="151">
                      <a:moveTo>
                        <a:pt x="70" y="151"/>
                      </a:moveTo>
                      <a:lnTo>
                        <a:pt x="70" y="0"/>
                      </a:lnTo>
                      <a:lnTo>
                        <a:pt x="47" y="0"/>
                      </a:lnTo>
                      <a:lnTo>
                        <a:pt x="0" y="35"/>
                      </a:lnTo>
                      <a:lnTo>
                        <a:pt x="12" y="46"/>
                      </a:lnTo>
                      <a:lnTo>
                        <a:pt x="47" y="35"/>
                      </a:lnTo>
                      <a:lnTo>
                        <a:pt x="47" y="151"/>
                      </a:lnTo>
                      <a:lnTo>
                        <a:pt x="70" y="151"/>
                      </a:lnTo>
                      <a:close/>
                    </a:path>
                  </a:pathLst>
                </a:custGeom>
                <a:solidFill>
                  <a:schemeClr val="accent3"/>
                </a:solidFill>
                <a:ln>
                  <a:noFill/>
                </a:ln>
              </p:spPr>
              <p:txBody>
                <a:bodyPr vert="horz" wrap="square" lIns="91440" tIns="45720" rIns="91440" bIns="45720" numCol="1" anchor="t" anchorCtr="0" compatLnSpc="1">
                  <a:prstTxWarp prst="textNoShape">
                    <a:avLst/>
                  </a:prstTxWarp>
                </a:bodyPr>
                <a:lstStyle/>
                <a:p>
                  <a:endParaRPr lang="en-US"/>
                </a:p>
              </p:txBody>
            </p:sp>
            <p:sp>
              <p:nvSpPr>
                <p:cNvPr id="31" name="Rectangle 92"/>
                <p:cNvSpPr>
                  <a:spLocks noChangeArrowheads="1"/>
                </p:cNvSpPr>
                <p:nvPr/>
              </p:nvSpPr>
              <p:spPr bwMode="auto">
                <a:xfrm>
                  <a:off x="9574213" y="1657351"/>
                  <a:ext cx="331787" cy="385763"/>
                </a:xfrm>
                <a:prstGeom prst="rect">
                  <a:avLst/>
                </a:prstGeom>
                <a:solidFill>
                  <a:schemeClr val="accent3"/>
                </a:solidFill>
                <a:ln>
                  <a:noFill/>
                </a:ln>
              </p:spPr>
              <p:txBody>
                <a:bodyPr vert="horz" wrap="square" lIns="91440" tIns="45720" rIns="91440" bIns="45720" numCol="1" anchor="t" anchorCtr="0" compatLnSpc="1">
                  <a:prstTxWarp prst="textNoShape">
                    <a:avLst/>
                  </a:prstTxWarp>
                </a:bodyPr>
                <a:lstStyle/>
                <a:p>
                  <a:endParaRPr lang="en-US"/>
                </a:p>
              </p:txBody>
            </p:sp>
            <p:sp>
              <p:nvSpPr>
                <p:cNvPr id="32" name="Freeform 93"/>
                <p:cNvSpPr>
                  <a:spLocks noEditPoints="1"/>
                </p:cNvSpPr>
                <p:nvPr/>
              </p:nvSpPr>
              <p:spPr bwMode="auto">
                <a:xfrm>
                  <a:off x="9648825" y="1730376"/>
                  <a:ext cx="165100" cy="239713"/>
                </a:xfrm>
                <a:custGeom>
                  <a:avLst/>
                  <a:gdLst>
                    <a:gd name="T0" fmla="*/ 5 w 9"/>
                    <a:gd name="T1" fmla="*/ 0 h 13"/>
                    <a:gd name="T2" fmla="*/ 0 w 9"/>
                    <a:gd name="T3" fmla="*/ 6 h 13"/>
                    <a:gd name="T4" fmla="*/ 5 w 9"/>
                    <a:gd name="T5" fmla="*/ 13 h 13"/>
                    <a:gd name="T6" fmla="*/ 9 w 9"/>
                    <a:gd name="T7" fmla="*/ 6 h 13"/>
                    <a:gd name="T8" fmla="*/ 5 w 9"/>
                    <a:gd name="T9" fmla="*/ 0 h 13"/>
                    <a:gd name="T10" fmla="*/ 5 w 9"/>
                    <a:gd name="T11" fmla="*/ 2 h 13"/>
                    <a:gd name="T12" fmla="*/ 7 w 9"/>
                    <a:gd name="T13" fmla="*/ 6 h 13"/>
                    <a:gd name="T14" fmla="*/ 5 w 9"/>
                    <a:gd name="T15" fmla="*/ 11 h 13"/>
                    <a:gd name="T16" fmla="*/ 3 w 9"/>
                    <a:gd name="T17" fmla="*/ 6 h 13"/>
                    <a:gd name="T18" fmla="*/ 5 w 9"/>
                    <a:gd name="T19" fmla="*/ 2 h 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 h="13">
                      <a:moveTo>
                        <a:pt x="5" y="0"/>
                      </a:moveTo>
                      <a:cubicBezTo>
                        <a:pt x="2" y="0"/>
                        <a:pt x="0" y="2"/>
                        <a:pt x="0" y="6"/>
                      </a:cubicBezTo>
                      <a:cubicBezTo>
                        <a:pt x="0" y="11"/>
                        <a:pt x="2" y="13"/>
                        <a:pt x="5" y="13"/>
                      </a:cubicBezTo>
                      <a:cubicBezTo>
                        <a:pt x="8" y="13"/>
                        <a:pt x="9" y="11"/>
                        <a:pt x="9" y="6"/>
                      </a:cubicBezTo>
                      <a:cubicBezTo>
                        <a:pt x="9" y="2"/>
                        <a:pt x="8" y="0"/>
                        <a:pt x="5" y="0"/>
                      </a:cubicBezTo>
                      <a:close/>
                      <a:moveTo>
                        <a:pt x="5" y="2"/>
                      </a:moveTo>
                      <a:cubicBezTo>
                        <a:pt x="6" y="2"/>
                        <a:pt x="7" y="3"/>
                        <a:pt x="7" y="6"/>
                      </a:cubicBezTo>
                      <a:cubicBezTo>
                        <a:pt x="7" y="10"/>
                        <a:pt x="6" y="11"/>
                        <a:pt x="5" y="11"/>
                      </a:cubicBezTo>
                      <a:cubicBezTo>
                        <a:pt x="3" y="11"/>
                        <a:pt x="3" y="10"/>
                        <a:pt x="3" y="6"/>
                      </a:cubicBezTo>
                      <a:cubicBezTo>
                        <a:pt x="3" y="3"/>
                        <a:pt x="3" y="2"/>
                        <a:pt x="5" y="2"/>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3" name="Rectangle 94"/>
                <p:cNvSpPr>
                  <a:spLocks noChangeArrowheads="1"/>
                </p:cNvSpPr>
                <p:nvPr/>
              </p:nvSpPr>
              <p:spPr bwMode="auto">
                <a:xfrm>
                  <a:off x="8912225" y="1657351"/>
                  <a:ext cx="330200" cy="385763"/>
                </a:xfrm>
                <a:prstGeom prst="rect">
                  <a:avLst/>
                </a:pr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34" name="Freeform 95"/>
                <p:cNvSpPr>
                  <a:spLocks/>
                </p:cNvSpPr>
                <p:nvPr/>
              </p:nvSpPr>
              <p:spPr bwMode="auto">
                <a:xfrm>
                  <a:off x="9004300" y="1730376"/>
                  <a:ext cx="109537" cy="239713"/>
                </a:xfrm>
                <a:custGeom>
                  <a:avLst/>
                  <a:gdLst>
                    <a:gd name="T0" fmla="*/ 69 w 69"/>
                    <a:gd name="T1" fmla="*/ 151 h 151"/>
                    <a:gd name="T2" fmla="*/ 69 w 69"/>
                    <a:gd name="T3" fmla="*/ 0 h 151"/>
                    <a:gd name="T4" fmla="*/ 46 w 69"/>
                    <a:gd name="T5" fmla="*/ 0 h 151"/>
                    <a:gd name="T6" fmla="*/ 0 w 69"/>
                    <a:gd name="T7" fmla="*/ 35 h 151"/>
                    <a:gd name="T8" fmla="*/ 11 w 69"/>
                    <a:gd name="T9" fmla="*/ 46 h 151"/>
                    <a:gd name="T10" fmla="*/ 46 w 69"/>
                    <a:gd name="T11" fmla="*/ 35 h 151"/>
                    <a:gd name="T12" fmla="*/ 46 w 69"/>
                    <a:gd name="T13" fmla="*/ 151 h 151"/>
                    <a:gd name="T14" fmla="*/ 69 w 69"/>
                    <a:gd name="T15" fmla="*/ 151 h 15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9" h="151">
                      <a:moveTo>
                        <a:pt x="69" y="151"/>
                      </a:moveTo>
                      <a:lnTo>
                        <a:pt x="69" y="0"/>
                      </a:lnTo>
                      <a:lnTo>
                        <a:pt x="46" y="0"/>
                      </a:lnTo>
                      <a:lnTo>
                        <a:pt x="0" y="35"/>
                      </a:lnTo>
                      <a:lnTo>
                        <a:pt x="11" y="46"/>
                      </a:lnTo>
                      <a:lnTo>
                        <a:pt x="46" y="35"/>
                      </a:lnTo>
                      <a:lnTo>
                        <a:pt x="46" y="151"/>
                      </a:lnTo>
                      <a:lnTo>
                        <a:pt x="69" y="151"/>
                      </a:lnTo>
                      <a:close/>
                    </a:path>
                  </a:pathLst>
                </a:custGeom>
                <a:solidFill>
                  <a:schemeClr val="accent3"/>
                </a:solidFill>
                <a:ln>
                  <a:noFill/>
                </a:ln>
              </p:spPr>
              <p:txBody>
                <a:bodyPr vert="horz" wrap="square" lIns="91440" tIns="45720" rIns="91440" bIns="45720" numCol="1" anchor="t" anchorCtr="0" compatLnSpc="1">
                  <a:prstTxWarp prst="textNoShape">
                    <a:avLst/>
                  </a:prstTxWarp>
                </a:bodyPr>
                <a:lstStyle/>
                <a:p>
                  <a:endParaRPr lang="en-US"/>
                </a:p>
              </p:txBody>
            </p:sp>
            <p:sp>
              <p:nvSpPr>
                <p:cNvPr id="35" name="Rectangle 96"/>
                <p:cNvSpPr>
                  <a:spLocks noChangeArrowheads="1"/>
                </p:cNvSpPr>
                <p:nvPr/>
              </p:nvSpPr>
              <p:spPr bwMode="auto">
                <a:xfrm>
                  <a:off x="9242425" y="2062163"/>
                  <a:ext cx="331787" cy="385763"/>
                </a:xfrm>
                <a:prstGeom prst="rect">
                  <a:avLst/>
                </a:prstGeom>
                <a:solidFill>
                  <a:schemeClr val="accent3"/>
                </a:solidFill>
                <a:ln>
                  <a:noFill/>
                </a:ln>
              </p:spPr>
              <p:txBody>
                <a:bodyPr vert="horz" wrap="square" lIns="91440" tIns="45720" rIns="91440" bIns="45720" numCol="1" anchor="t" anchorCtr="0" compatLnSpc="1">
                  <a:prstTxWarp prst="textNoShape">
                    <a:avLst/>
                  </a:prstTxWarp>
                </a:bodyPr>
                <a:lstStyle/>
                <a:p>
                  <a:endParaRPr lang="en-US"/>
                </a:p>
              </p:txBody>
            </p:sp>
            <p:sp>
              <p:nvSpPr>
                <p:cNvPr id="36" name="Freeform 97"/>
                <p:cNvSpPr>
                  <a:spLocks noEditPoints="1"/>
                </p:cNvSpPr>
                <p:nvPr/>
              </p:nvSpPr>
              <p:spPr bwMode="auto">
                <a:xfrm>
                  <a:off x="9317038" y="2135188"/>
                  <a:ext cx="165100" cy="239713"/>
                </a:xfrm>
                <a:custGeom>
                  <a:avLst/>
                  <a:gdLst>
                    <a:gd name="T0" fmla="*/ 5 w 9"/>
                    <a:gd name="T1" fmla="*/ 0 h 13"/>
                    <a:gd name="T2" fmla="*/ 0 w 9"/>
                    <a:gd name="T3" fmla="*/ 6 h 13"/>
                    <a:gd name="T4" fmla="*/ 5 w 9"/>
                    <a:gd name="T5" fmla="*/ 13 h 13"/>
                    <a:gd name="T6" fmla="*/ 9 w 9"/>
                    <a:gd name="T7" fmla="*/ 6 h 13"/>
                    <a:gd name="T8" fmla="*/ 5 w 9"/>
                    <a:gd name="T9" fmla="*/ 0 h 13"/>
                    <a:gd name="T10" fmla="*/ 5 w 9"/>
                    <a:gd name="T11" fmla="*/ 1 h 13"/>
                    <a:gd name="T12" fmla="*/ 7 w 9"/>
                    <a:gd name="T13" fmla="*/ 6 h 13"/>
                    <a:gd name="T14" fmla="*/ 5 w 9"/>
                    <a:gd name="T15" fmla="*/ 11 h 13"/>
                    <a:gd name="T16" fmla="*/ 3 w 9"/>
                    <a:gd name="T17" fmla="*/ 6 h 13"/>
                    <a:gd name="T18" fmla="*/ 5 w 9"/>
                    <a:gd name="T19" fmla="*/ 1 h 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 h="13">
                      <a:moveTo>
                        <a:pt x="5" y="0"/>
                      </a:moveTo>
                      <a:cubicBezTo>
                        <a:pt x="2" y="0"/>
                        <a:pt x="0" y="2"/>
                        <a:pt x="0" y="6"/>
                      </a:cubicBezTo>
                      <a:cubicBezTo>
                        <a:pt x="0" y="10"/>
                        <a:pt x="2" y="13"/>
                        <a:pt x="5" y="13"/>
                      </a:cubicBezTo>
                      <a:cubicBezTo>
                        <a:pt x="8" y="13"/>
                        <a:pt x="9" y="10"/>
                        <a:pt x="9" y="6"/>
                      </a:cubicBezTo>
                      <a:cubicBezTo>
                        <a:pt x="9" y="2"/>
                        <a:pt x="8" y="0"/>
                        <a:pt x="5" y="0"/>
                      </a:cubicBezTo>
                      <a:close/>
                      <a:moveTo>
                        <a:pt x="5" y="1"/>
                      </a:moveTo>
                      <a:cubicBezTo>
                        <a:pt x="6" y="1"/>
                        <a:pt x="7" y="3"/>
                        <a:pt x="7" y="6"/>
                      </a:cubicBezTo>
                      <a:cubicBezTo>
                        <a:pt x="7" y="10"/>
                        <a:pt x="6" y="11"/>
                        <a:pt x="5" y="11"/>
                      </a:cubicBezTo>
                      <a:cubicBezTo>
                        <a:pt x="3" y="11"/>
                        <a:pt x="3" y="10"/>
                        <a:pt x="3" y="6"/>
                      </a:cubicBezTo>
                      <a:cubicBezTo>
                        <a:pt x="3" y="3"/>
                        <a:pt x="3" y="1"/>
                        <a:pt x="5" y="1"/>
                      </a:cubicBezTo>
                      <a:close/>
                    </a:path>
                  </a:pathLst>
                </a:custGeom>
                <a:solidFill>
                  <a:schemeClr val="accent3">
                    <a:lumMod val="20000"/>
                    <a:lumOff val="8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37" name="Rectangle 106"/>
                <p:cNvSpPr>
                  <a:spLocks noChangeArrowheads="1"/>
                </p:cNvSpPr>
                <p:nvPr/>
              </p:nvSpPr>
              <p:spPr bwMode="auto">
                <a:xfrm>
                  <a:off x="6997700" y="1362076"/>
                  <a:ext cx="331787" cy="404813"/>
                </a:xfrm>
                <a:prstGeom prst="rect">
                  <a:avLst/>
                </a:prstGeom>
                <a:solidFill>
                  <a:schemeClr val="accent3"/>
                </a:solidFill>
                <a:ln>
                  <a:noFill/>
                </a:ln>
              </p:spPr>
              <p:txBody>
                <a:bodyPr vert="horz" wrap="square" lIns="91440" tIns="45720" rIns="91440" bIns="45720" numCol="1" anchor="t" anchorCtr="0" compatLnSpc="1">
                  <a:prstTxWarp prst="textNoShape">
                    <a:avLst/>
                  </a:prstTxWarp>
                </a:bodyPr>
                <a:lstStyle/>
                <a:p>
                  <a:endParaRPr lang="en-US"/>
                </a:p>
              </p:txBody>
            </p:sp>
            <p:sp>
              <p:nvSpPr>
                <p:cNvPr id="38" name="Freeform 107"/>
                <p:cNvSpPr>
                  <a:spLocks noEditPoints="1"/>
                </p:cNvSpPr>
                <p:nvPr/>
              </p:nvSpPr>
              <p:spPr bwMode="auto">
                <a:xfrm>
                  <a:off x="7070725" y="1436688"/>
                  <a:ext cx="166687" cy="238125"/>
                </a:xfrm>
                <a:custGeom>
                  <a:avLst/>
                  <a:gdLst>
                    <a:gd name="T0" fmla="*/ 5 w 9"/>
                    <a:gd name="T1" fmla="*/ 0 h 13"/>
                    <a:gd name="T2" fmla="*/ 0 w 9"/>
                    <a:gd name="T3" fmla="*/ 7 h 13"/>
                    <a:gd name="T4" fmla="*/ 5 w 9"/>
                    <a:gd name="T5" fmla="*/ 13 h 13"/>
                    <a:gd name="T6" fmla="*/ 9 w 9"/>
                    <a:gd name="T7" fmla="*/ 7 h 13"/>
                    <a:gd name="T8" fmla="*/ 5 w 9"/>
                    <a:gd name="T9" fmla="*/ 0 h 13"/>
                    <a:gd name="T10" fmla="*/ 5 w 9"/>
                    <a:gd name="T11" fmla="*/ 2 h 13"/>
                    <a:gd name="T12" fmla="*/ 7 w 9"/>
                    <a:gd name="T13" fmla="*/ 7 h 13"/>
                    <a:gd name="T14" fmla="*/ 5 w 9"/>
                    <a:gd name="T15" fmla="*/ 12 h 13"/>
                    <a:gd name="T16" fmla="*/ 3 w 9"/>
                    <a:gd name="T17" fmla="*/ 7 h 13"/>
                    <a:gd name="T18" fmla="*/ 5 w 9"/>
                    <a:gd name="T19" fmla="*/ 2 h 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 h="13">
                      <a:moveTo>
                        <a:pt x="5" y="0"/>
                      </a:moveTo>
                      <a:cubicBezTo>
                        <a:pt x="2" y="0"/>
                        <a:pt x="0" y="3"/>
                        <a:pt x="0" y="7"/>
                      </a:cubicBezTo>
                      <a:cubicBezTo>
                        <a:pt x="0" y="11"/>
                        <a:pt x="2" y="13"/>
                        <a:pt x="5" y="13"/>
                      </a:cubicBezTo>
                      <a:cubicBezTo>
                        <a:pt x="8" y="13"/>
                        <a:pt x="9" y="11"/>
                        <a:pt x="9" y="7"/>
                      </a:cubicBezTo>
                      <a:cubicBezTo>
                        <a:pt x="9" y="3"/>
                        <a:pt x="8" y="0"/>
                        <a:pt x="5" y="0"/>
                      </a:cubicBezTo>
                      <a:close/>
                      <a:moveTo>
                        <a:pt x="5" y="2"/>
                      </a:moveTo>
                      <a:cubicBezTo>
                        <a:pt x="6" y="2"/>
                        <a:pt x="7" y="3"/>
                        <a:pt x="7" y="7"/>
                      </a:cubicBezTo>
                      <a:cubicBezTo>
                        <a:pt x="7" y="10"/>
                        <a:pt x="6" y="12"/>
                        <a:pt x="5" y="12"/>
                      </a:cubicBezTo>
                      <a:cubicBezTo>
                        <a:pt x="3" y="12"/>
                        <a:pt x="3" y="10"/>
                        <a:pt x="3" y="7"/>
                      </a:cubicBezTo>
                      <a:cubicBezTo>
                        <a:pt x="3" y="3"/>
                        <a:pt x="3" y="2"/>
                        <a:pt x="5" y="2"/>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9" name="Rectangle 108"/>
                <p:cNvSpPr>
                  <a:spLocks noChangeArrowheads="1"/>
                </p:cNvSpPr>
                <p:nvPr/>
              </p:nvSpPr>
              <p:spPr bwMode="auto">
                <a:xfrm>
                  <a:off x="7346950" y="1362076"/>
                  <a:ext cx="312737" cy="404813"/>
                </a:xfrm>
                <a:prstGeom prst="rect">
                  <a:avLst/>
                </a:pr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40" name="Freeform 109"/>
                <p:cNvSpPr>
                  <a:spLocks/>
                </p:cNvSpPr>
                <p:nvPr/>
              </p:nvSpPr>
              <p:spPr bwMode="auto">
                <a:xfrm>
                  <a:off x="7421563" y="1454151"/>
                  <a:ext cx="128587" cy="220663"/>
                </a:xfrm>
                <a:custGeom>
                  <a:avLst/>
                  <a:gdLst>
                    <a:gd name="T0" fmla="*/ 81 w 81"/>
                    <a:gd name="T1" fmla="*/ 139 h 139"/>
                    <a:gd name="T2" fmla="*/ 81 w 81"/>
                    <a:gd name="T3" fmla="*/ 0 h 139"/>
                    <a:gd name="T4" fmla="*/ 46 w 81"/>
                    <a:gd name="T5" fmla="*/ 0 h 139"/>
                    <a:gd name="T6" fmla="*/ 0 w 81"/>
                    <a:gd name="T7" fmla="*/ 23 h 139"/>
                    <a:gd name="T8" fmla="*/ 11 w 81"/>
                    <a:gd name="T9" fmla="*/ 47 h 139"/>
                    <a:gd name="T10" fmla="*/ 46 w 81"/>
                    <a:gd name="T11" fmla="*/ 23 h 139"/>
                    <a:gd name="T12" fmla="*/ 46 w 81"/>
                    <a:gd name="T13" fmla="*/ 139 h 139"/>
                    <a:gd name="T14" fmla="*/ 81 w 81"/>
                    <a:gd name="T15" fmla="*/ 139 h 13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81" h="139">
                      <a:moveTo>
                        <a:pt x="81" y="139"/>
                      </a:moveTo>
                      <a:lnTo>
                        <a:pt x="81" y="0"/>
                      </a:lnTo>
                      <a:lnTo>
                        <a:pt x="46" y="0"/>
                      </a:lnTo>
                      <a:lnTo>
                        <a:pt x="0" y="23"/>
                      </a:lnTo>
                      <a:lnTo>
                        <a:pt x="11" y="47"/>
                      </a:lnTo>
                      <a:lnTo>
                        <a:pt x="46" y="23"/>
                      </a:lnTo>
                      <a:lnTo>
                        <a:pt x="46" y="139"/>
                      </a:lnTo>
                      <a:lnTo>
                        <a:pt x="81" y="139"/>
                      </a:lnTo>
                      <a:close/>
                    </a:path>
                  </a:pathLst>
                </a:custGeom>
                <a:solidFill>
                  <a:schemeClr val="accent3"/>
                </a:solidFill>
                <a:ln>
                  <a:noFill/>
                </a:ln>
              </p:spPr>
              <p:txBody>
                <a:bodyPr vert="horz" wrap="square" lIns="91440" tIns="45720" rIns="91440" bIns="45720" numCol="1" anchor="t" anchorCtr="0" compatLnSpc="1">
                  <a:prstTxWarp prst="textNoShape">
                    <a:avLst/>
                  </a:prstTxWarp>
                </a:bodyPr>
                <a:lstStyle/>
                <a:p>
                  <a:endParaRPr lang="en-US"/>
                </a:p>
              </p:txBody>
            </p:sp>
          </p:grpSp>
          <p:grpSp>
            <p:nvGrpSpPr>
              <p:cNvPr id="11" name="Group 10"/>
              <p:cNvGrpSpPr/>
              <p:nvPr/>
            </p:nvGrpSpPr>
            <p:grpSpPr>
              <a:xfrm>
                <a:off x="5654676" y="2908301"/>
                <a:ext cx="681036" cy="809625"/>
                <a:chOff x="5654676" y="2908301"/>
                <a:chExt cx="681036" cy="809625"/>
              </a:xfrm>
            </p:grpSpPr>
            <p:sp>
              <p:nvSpPr>
                <p:cNvPr id="21" name="Rectangle 110"/>
                <p:cNvSpPr>
                  <a:spLocks noChangeArrowheads="1"/>
                </p:cNvSpPr>
                <p:nvPr/>
              </p:nvSpPr>
              <p:spPr bwMode="auto">
                <a:xfrm>
                  <a:off x="5654676" y="3313113"/>
                  <a:ext cx="330200" cy="404813"/>
                </a:xfrm>
                <a:prstGeom prst="rect">
                  <a:avLst/>
                </a:prstGeom>
                <a:solidFill>
                  <a:schemeClr val="accent3"/>
                </a:solidFill>
                <a:ln>
                  <a:noFill/>
                </a:ln>
              </p:spPr>
              <p:txBody>
                <a:bodyPr vert="horz" wrap="square" lIns="91440" tIns="45720" rIns="91440" bIns="45720" numCol="1" anchor="t" anchorCtr="0" compatLnSpc="1">
                  <a:prstTxWarp prst="textNoShape">
                    <a:avLst/>
                  </a:prstTxWarp>
                </a:bodyPr>
                <a:lstStyle/>
                <a:p>
                  <a:endParaRPr lang="en-US"/>
                </a:p>
              </p:txBody>
            </p:sp>
            <p:sp>
              <p:nvSpPr>
                <p:cNvPr id="22" name="Freeform 111"/>
                <p:cNvSpPr>
                  <a:spLocks/>
                </p:cNvSpPr>
                <p:nvPr/>
              </p:nvSpPr>
              <p:spPr bwMode="auto">
                <a:xfrm>
                  <a:off x="5746750" y="3386138"/>
                  <a:ext cx="109537" cy="239713"/>
                </a:xfrm>
                <a:custGeom>
                  <a:avLst/>
                  <a:gdLst>
                    <a:gd name="T0" fmla="*/ 69 w 69"/>
                    <a:gd name="T1" fmla="*/ 151 h 151"/>
                    <a:gd name="T2" fmla="*/ 69 w 69"/>
                    <a:gd name="T3" fmla="*/ 0 h 151"/>
                    <a:gd name="T4" fmla="*/ 46 w 69"/>
                    <a:gd name="T5" fmla="*/ 0 h 151"/>
                    <a:gd name="T6" fmla="*/ 0 w 69"/>
                    <a:gd name="T7" fmla="*/ 35 h 151"/>
                    <a:gd name="T8" fmla="*/ 11 w 69"/>
                    <a:gd name="T9" fmla="*/ 58 h 151"/>
                    <a:gd name="T10" fmla="*/ 46 w 69"/>
                    <a:gd name="T11" fmla="*/ 35 h 151"/>
                    <a:gd name="T12" fmla="*/ 46 w 69"/>
                    <a:gd name="T13" fmla="*/ 151 h 151"/>
                    <a:gd name="T14" fmla="*/ 69 w 69"/>
                    <a:gd name="T15" fmla="*/ 151 h 15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9" h="151">
                      <a:moveTo>
                        <a:pt x="69" y="151"/>
                      </a:moveTo>
                      <a:lnTo>
                        <a:pt x="69" y="0"/>
                      </a:lnTo>
                      <a:lnTo>
                        <a:pt x="46" y="0"/>
                      </a:lnTo>
                      <a:lnTo>
                        <a:pt x="0" y="35"/>
                      </a:lnTo>
                      <a:lnTo>
                        <a:pt x="11" y="58"/>
                      </a:lnTo>
                      <a:lnTo>
                        <a:pt x="46" y="35"/>
                      </a:lnTo>
                      <a:lnTo>
                        <a:pt x="46" y="151"/>
                      </a:lnTo>
                      <a:lnTo>
                        <a:pt x="69" y="151"/>
                      </a:lnTo>
                      <a:close/>
                    </a:path>
                  </a:pathLst>
                </a:custGeom>
                <a:solidFill>
                  <a:srgbClr val="FFFFFF"/>
                </a:solidFill>
                <a:ln>
                  <a:noFill/>
                </a:ln>
              </p:spPr>
              <p:txBody>
                <a:bodyPr vert="horz" wrap="square" lIns="91440" tIns="45720" rIns="91440" bIns="45720" numCol="1" anchor="t" anchorCtr="0" compatLnSpc="1">
                  <a:prstTxWarp prst="textNoShape">
                    <a:avLst/>
                  </a:prstTxWarp>
                </a:bodyPr>
                <a:lstStyle/>
                <a:p>
                  <a:endParaRPr lang="en-US"/>
                </a:p>
              </p:txBody>
            </p:sp>
            <p:sp>
              <p:nvSpPr>
                <p:cNvPr id="23" name="Rectangle 112"/>
                <p:cNvSpPr>
                  <a:spLocks noChangeArrowheads="1"/>
                </p:cNvSpPr>
                <p:nvPr/>
              </p:nvSpPr>
              <p:spPr bwMode="auto">
                <a:xfrm>
                  <a:off x="6003925" y="2908301"/>
                  <a:ext cx="331787" cy="385763"/>
                </a:xfrm>
                <a:prstGeom prst="rect">
                  <a:avLst/>
                </a:prstGeom>
                <a:solidFill>
                  <a:schemeClr val="accent3">
                    <a:lumMod val="20000"/>
                    <a:lumOff val="8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24" name="Freeform 113"/>
                <p:cNvSpPr>
                  <a:spLocks/>
                </p:cNvSpPr>
                <p:nvPr/>
              </p:nvSpPr>
              <p:spPr bwMode="auto">
                <a:xfrm>
                  <a:off x="6096000" y="2981326"/>
                  <a:ext cx="111125" cy="239713"/>
                </a:xfrm>
                <a:custGeom>
                  <a:avLst/>
                  <a:gdLst>
                    <a:gd name="T0" fmla="*/ 70 w 70"/>
                    <a:gd name="T1" fmla="*/ 151 h 151"/>
                    <a:gd name="T2" fmla="*/ 70 w 70"/>
                    <a:gd name="T3" fmla="*/ 0 h 151"/>
                    <a:gd name="T4" fmla="*/ 46 w 70"/>
                    <a:gd name="T5" fmla="*/ 0 h 151"/>
                    <a:gd name="T6" fmla="*/ 0 w 70"/>
                    <a:gd name="T7" fmla="*/ 35 h 151"/>
                    <a:gd name="T8" fmla="*/ 12 w 70"/>
                    <a:gd name="T9" fmla="*/ 46 h 151"/>
                    <a:gd name="T10" fmla="*/ 35 w 70"/>
                    <a:gd name="T11" fmla="*/ 35 h 151"/>
                    <a:gd name="T12" fmla="*/ 35 w 70"/>
                    <a:gd name="T13" fmla="*/ 151 h 151"/>
                    <a:gd name="T14" fmla="*/ 70 w 70"/>
                    <a:gd name="T15" fmla="*/ 151 h 15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0" h="151">
                      <a:moveTo>
                        <a:pt x="70" y="151"/>
                      </a:moveTo>
                      <a:lnTo>
                        <a:pt x="70" y="0"/>
                      </a:lnTo>
                      <a:lnTo>
                        <a:pt x="46" y="0"/>
                      </a:lnTo>
                      <a:lnTo>
                        <a:pt x="0" y="35"/>
                      </a:lnTo>
                      <a:lnTo>
                        <a:pt x="12" y="46"/>
                      </a:lnTo>
                      <a:lnTo>
                        <a:pt x="35" y="35"/>
                      </a:lnTo>
                      <a:lnTo>
                        <a:pt x="35" y="151"/>
                      </a:lnTo>
                      <a:lnTo>
                        <a:pt x="70" y="151"/>
                      </a:lnTo>
                      <a:close/>
                    </a:path>
                  </a:pathLst>
                </a:custGeom>
                <a:solidFill>
                  <a:schemeClr val="accent3"/>
                </a:solidFill>
                <a:ln>
                  <a:noFill/>
                </a:ln>
              </p:spPr>
              <p:txBody>
                <a:bodyPr vert="horz" wrap="square" lIns="91440" tIns="45720" rIns="91440" bIns="45720" numCol="1" anchor="t" anchorCtr="0" compatLnSpc="1">
                  <a:prstTxWarp prst="textNoShape">
                    <a:avLst/>
                  </a:prstTxWarp>
                </a:bodyPr>
                <a:lstStyle/>
                <a:p>
                  <a:endParaRPr lang="en-US"/>
                </a:p>
              </p:txBody>
            </p:sp>
          </p:grpSp>
          <p:grpSp>
            <p:nvGrpSpPr>
              <p:cNvPr id="12" name="Group 11"/>
              <p:cNvGrpSpPr/>
              <p:nvPr/>
            </p:nvGrpSpPr>
            <p:grpSpPr>
              <a:xfrm>
                <a:off x="6481763" y="4656138"/>
                <a:ext cx="1308100" cy="809626"/>
                <a:chOff x="6481763" y="4656138"/>
                <a:chExt cx="1308100" cy="809626"/>
              </a:xfrm>
            </p:grpSpPr>
            <p:sp>
              <p:nvSpPr>
                <p:cNvPr id="13" name="Rectangle 114"/>
                <p:cNvSpPr>
                  <a:spLocks noChangeArrowheads="1"/>
                </p:cNvSpPr>
                <p:nvPr/>
              </p:nvSpPr>
              <p:spPr bwMode="auto">
                <a:xfrm>
                  <a:off x="6813550" y="4656138"/>
                  <a:ext cx="331787" cy="404813"/>
                </a:xfrm>
                <a:prstGeom prst="rect">
                  <a:avLst/>
                </a:prstGeom>
                <a:solidFill>
                  <a:schemeClr val="accent3"/>
                </a:solidFill>
                <a:ln>
                  <a:noFill/>
                </a:ln>
              </p:spPr>
              <p:txBody>
                <a:bodyPr vert="horz" wrap="square" lIns="91440" tIns="45720" rIns="91440" bIns="45720" numCol="1" anchor="t" anchorCtr="0" compatLnSpc="1">
                  <a:prstTxWarp prst="textNoShape">
                    <a:avLst/>
                  </a:prstTxWarp>
                </a:bodyPr>
                <a:lstStyle/>
                <a:p>
                  <a:endParaRPr lang="en-US"/>
                </a:p>
              </p:txBody>
            </p:sp>
            <p:sp>
              <p:nvSpPr>
                <p:cNvPr id="14" name="Freeform 115"/>
                <p:cNvSpPr>
                  <a:spLocks noEditPoints="1"/>
                </p:cNvSpPr>
                <p:nvPr/>
              </p:nvSpPr>
              <p:spPr bwMode="auto">
                <a:xfrm>
                  <a:off x="6886575" y="4748213"/>
                  <a:ext cx="166687" cy="238125"/>
                </a:xfrm>
                <a:custGeom>
                  <a:avLst/>
                  <a:gdLst>
                    <a:gd name="T0" fmla="*/ 5 w 9"/>
                    <a:gd name="T1" fmla="*/ 0 h 13"/>
                    <a:gd name="T2" fmla="*/ 0 w 9"/>
                    <a:gd name="T3" fmla="*/ 6 h 13"/>
                    <a:gd name="T4" fmla="*/ 5 w 9"/>
                    <a:gd name="T5" fmla="*/ 13 h 13"/>
                    <a:gd name="T6" fmla="*/ 9 w 9"/>
                    <a:gd name="T7" fmla="*/ 6 h 13"/>
                    <a:gd name="T8" fmla="*/ 5 w 9"/>
                    <a:gd name="T9" fmla="*/ 0 h 13"/>
                    <a:gd name="T10" fmla="*/ 5 w 9"/>
                    <a:gd name="T11" fmla="*/ 1 h 13"/>
                    <a:gd name="T12" fmla="*/ 7 w 9"/>
                    <a:gd name="T13" fmla="*/ 6 h 13"/>
                    <a:gd name="T14" fmla="*/ 5 w 9"/>
                    <a:gd name="T15" fmla="*/ 11 h 13"/>
                    <a:gd name="T16" fmla="*/ 3 w 9"/>
                    <a:gd name="T17" fmla="*/ 6 h 13"/>
                    <a:gd name="T18" fmla="*/ 5 w 9"/>
                    <a:gd name="T19" fmla="*/ 1 h 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 h="13">
                      <a:moveTo>
                        <a:pt x="5" y="0"/>
                      </a:moveTo>
                      <a:cubicBezTo>
                        <a:pt x="2" y="0"/>
                        <a:pt x="0" y="2"/>
                        <a:pt x="0" y="6"/>
                      </a:cubicBezTo>
                      <a:cubicBezTo>
                        <a:pt x="0" y="10"/>
                        <a:pt x="2" y="13"/>
                        <a:pt x="5" y="13"/>
                      </a:cubicBezTo>
                      <a:cubicBezTo>
                        <a:pt x="8" y="13"/>
                        <a:pt x="9" y="10"/>
                        <a:pt x="9" y="6"/>
                      </a:cubicBezTo>
                      <a:cubicBezTo>
                        <a:pt x="9" y="2"/>
                        <a:pt x="8" y="0"/>
                        <a:pt x="5" y="0"/>
                      </a:cubicBezTo>
                      <a:close/>
                      <a:moveTo>
                        <a:pt x="5" y="1"/>
                      </a:moveTo>
                      <a:cubicBezTo>
                        <a:pt x="6" y="1"/>
                        <a:pt x="7" y="2"/>
                        <a:pt x="7" y="6"/>
                      </a:cubicBezTo>
                      <a:cubicBezTo>
                        <a:pt x="7" y="10"/>
                        <a:pt x="6" y="11"/>
                        <a:pt x="5" y="11"/>
                      </a:cubicBezTo>
                      <a:cubicBezTo>
                        <a:pt x="3" y="11"/>
                        <a:pt x="3" y="9"/>
                        <a:pt x="3" y="6"/>
                      </a:cubicBezTo>
                      <a:cubicBezTo>
                        <a:pt x="3" y="3"/>
                        <a:pt x="3" y="1"/>
                        <a:pt x="5" y="1"/>
                      </a:cubicBezTo>
                      <a:close/>
                    </a:path>
                  </a:pathLst>
                </a:custGeom>
                <a:solidFill>
                  <a:schemeClr val="accent3">
                    <a:lumMod val="20000"/>
                    <a:lumOff val="8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5" name="Rectangle 116"/>
                <p:cNvSpPr>
                  <a:spLocks noChangeArrowheads="1"/>
                </p:cNvSpPr>
                <p:nvPr/>
              </p:nvSpPr>
              <p:spPr bwMode="auto">
                <a:xfrm>
                  <a:off x="6481763" y="5060951"/>
                  <a:ext cx="331787" cy="404813"/>
                </a:xfrm>
                <a:prstGeom prst="rect">
                  <a:avLst/>
                </a:prstGeom>
                <a:solidFill>
                  <a:schemeClr val="accent3"/>
                </a:solidFill>
                <a:ln>
                  <a:noFill/>
                </a:ln>
              </p:spPr>
              <p:txBody>
                <a:bodyPr vert="horz" wrap="square" lIns="91440" tIns="45720" rIns="91440" bIns="45720" numCol="1" anchor="t" anchorCtr="0" compatLnSpc="1">
                  <a:prstTxWarp prst="textNoShape">
                    <a:avLst/>
                  </a:prstTxWarp>
                </a:bodyPr>
                <a:lstStyle/>
                <a:p>
                  <a:endParaRPr lang="en-US"/>
                </a:p>
              </p:txBody>
            </p:sp>
            <p:sp>
              <p:nvSpPr>
                <p:cNvPr id="16" name="Freeform 117"/>
                <p:cNvSpPr>
                  <a:spLocks noEditPoints="1"/>
                </p:cNvSpPr>
                <p:nvPr/>
              </p:nvSpPr>
              <p:spPr bwMode="auto">
                <a:xfrm>
                  <a:off x="6556375" y="5133976"/>
                  <a:ext cx="165100" cy="239713"/>
                </a:xfrm>
                <a:custGeom>
                  <a:avLst/>
                  <a:gdLst>
                    <a:gd name="T0" fmla="*/ 5 w 9"/>
                    <a:gd name="T1" fmla="*/ 0 h 13"/>
                    <a:gd name="T2" fmla="*/ 0 w 9"/>
                    <a:gd name="T3" fmla="*/ 7 h 13"/>
                    <a:gd name="T4" fmla="*/ 5 w 9"/>
                    <a:gd name="T5" fmla="*/ 13 h 13"/>
                    <a:gd name="T6" fmla="*/ 9 w 9"/>
                    <a:gd name="T7" fmla="*/ 7 h 13"/>
                    <a:gd name="T8" fmla="*/ 5 w 9"/>
                    <a:gd name="T9" fmla="*/ 0 h 13"/>
                    <a:gd name="T10" fmla="*/ 5 w 9"/>
                    <a:gd name="T11" fmla="*/ 2 h 13"/>
                    <a:gd name="T12" fmla="*/ 7 w 9"/>
                    <a:gd name="T13" fmla="*/ 7 h 13"/>
                    <a:gd name="T14" fmla="*/ 5 w 9"/>
                    <a:gd name="T15" fmla="*/ 11 h 13"/>
                    <a:gd name="T16" fmla="*/ 3 w 9"/>
                    <a:gd name="T17" fmla="*/ 7 h 13"/>
                    <a:gd name="T18" fmla="*/ 5 w 9"/>
                    <a:gd name="T19" fmla="*/ 2 h 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 h="13">
                      <a:moveTo>
                        <a:pt x="5" y="0"/>
                      </a:moveTo>
                      <a:cubicBezTo>
                        <a:pt x="2" y="0"/>
                        <a:pt x="0" y="3"/>
                        <a:pt x="0" y="7"/>
                      </a:cubicBezTo>
                      <a:cubicBezTo>
                        <a:pt x="0" y="11"/>
                        <a:pt x="2" y="13"/>
                        <a:pt x="5" y="13"/>
                      </a:cubicBezTo>
                      <a:cubicBezTo>
                        <a:pt x="8" y="13"/>
                        <a:pt x="9" y="11"/>
                        <a:pt x="9" y="7"/>
                      </a:cubicBezTo>
                      <a:cubicBezTo>
                        <a:pt x="9" y="3"/>
                        <a:pt x="8" y="0"/>
                        <a:pt x="5" y="0"/>
                      </a:cubicBezTo>
                      <a:close/>
                      <a:moveTo>
                        <a:pt x="5" y="2"/>
                      </a:moveTo>
                      <a:cubicBezTo>
                        <a:pt x="6" y="2"/>
                        <a:pt x="7" y="3"/>
                        <a:pt x="7" y="7"/>
                      </a:cubicBezTo>
                      <a:cubicBezTo>
                        <a:pt x="7" y="10"/>
                        <a:pt x="6" y="11"/>
                        <a:pt x="5" y="11"/>
                      </a:cubicBezTo>
                      <a:cubicBezTo>
                        <a:pt x="3" y="11"/>
                        <a:pt x="3" y="10"/>
                        <a:pt x="3" y="7"/>
                      </a:cubicBezTo>
                      <a:cubicBezTo>
                        <a:pt x="3" y="3"/>
                        <a:pt x="3" y="2"/>
                        <a:pt x="5" y="2"/>
                      </a:cubicBezTo>
                      <a:close/>
                    </a:path>
                  </a:pathLst>
                </a:custGeom>
                <a:solidFill>
                  <a:schemeClr val="accent3">
                    <a:lumMod val="20000"/>
                    <a:lumOff val="8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7" name="Rectangle 118"/>
                <p:cNvSpPr>
                  <a:spLocks noChangeArrowheads="1"/>
                </p:cNvSpPr>
                <p:nvPr/>
              </p:nvSpPr>
              <p:spPr bwMode="auto">
                <a:xfrm>
                  <a:off x="7145338" y="4656138"/>
                  <a:ext cx="330200" cy="404813"/>
                </a:xfrm>
                <a:prstGeom prst="rect">
                  <a:avLst/>
                </a:prstGeom>
                <a:solidFill>
                  <a:schemeClr val="accent3"/>
                </a:solidFill>
                <a:ln>
                  <a:noFill/>
                </a:ln>
              </p:spPr>
              <p:txBody>
                <a:bodyPr vert="horz" wrap="square" lIns="91440" tIns="45720" rIns="91440" bIns="45720" numCol="1" anchor="t" anchorCtr="0" compatLnSpc="1">
                  <a:prstTxWarp prst="textNoShape">
                    <a:avLst/>
                  </a:prstTxWarp>
                </a:bodyPr>
                <a:lstStyle/>
                <a:p>
                  <a:endParaRPr lang="en-US"/>
                </a:p>
              </p:txBody>
            </p:sp>
            <p:sp>
              <p:nvSpPr>
                <p:cNvPr id="18" name="Freeform 119"/>
                <p:cNvSpPr>
                  <a:spLocks noEditPoints="1"/>
                </p:cNvSpPr>
                <p:nvPr/>
              </p:nvSpPr>
              <p:spPr bwMode="auto">
                <a:xfrm>
                  <a:off x="7218363" y="4748213"/>
                  <a:ext cx="166687" cy="238125"/>
                </a:xfrm>
                <a:custGeom>
                  <a:avLst/>
                  <a:gdLst>
                    <a:gd name="T0" fmla="*/ 5 w 9"/>
                    <a:gd name="T1" fmla="*/ 0 h 13"/>
                    <a:gd name="T2" fmla="*/ 0 w 9"/>
                    <a:gd name="T3" fmla="*/ 6 h 13"/>
                    <a:gd name="T4" fmla="*/ 5 w 9"/>
                    <a:gd name="T5" fmla="*/ 13 h 13"/>
                    <a:gd name="T6" fmla="*/ 9 w 9"/>
                    <a:gd name="T7" fmla="*/ 6 h 13"/>
                    <a:gd name="T8" fmla="*/ 5 w 9"/>
                    <a:gd name="T9" fmla="*/ 0 h 13"/>
                    <a:gd name="T10" fmla="*/ 5 w 9"/>
                    <a:gd name="T11" fmla="*/ 1 h 13"/>
                    <a:gd name="T12" fmla="*/ 7 w 9"/>
                    <a:gd name="T13" fmla="*/ 6 h 13"/>
                    <a:gd name="T14" fmla="*/ 5 w 9"/>
                    <a:gd name="T15" fmla="*/ 11 h 13"/>
                    <a:gd name="T16" fmla="*/ 3 w 9"/>
                    <a:gd name="T17" fmla="*/ 6 h 13"/>
                    <a:gd name="T18" fmla="*/ 5 w 9"/>
                    <a:gd name="T19" fmla="*/ 1 h 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 h="13">
                      <a:moveTo>
                        <a:pt x="5" y="0"/>
                      </a:moveTo>
                      <a:cubicBezTo>
                        <a:pt x="2" y="0"/>
                        <a:pt x="0" y="2"/>
                        <a:pt x="0" y="6"/>
                      </a:cubicBezTo>
                      <a:cubicBezTo>
                        <a:pt x="0" y="10"/>
                        <a:pt x="2" y="13"/>
                        <a:pt x="5" y="13"/>
                      </a:cubicBezTo>
                      <a:cubicBezTo>
                        <a:pt x="8" y="13"/>
                        <a:pt x="9" y="10"/>
                        <a:pt x="9" y="6"/>
                      </a:cubicBezTo>
                      <a:cubicBezTo>
                        <a:pt x="9" y="2"/>
                        <a:pt x="8" y="0"/>
                        <a:pt x="5" y="0"/>
                      </a:cubicBezTo>
                      <a:close/>
                      <a:moveTo>
                        <a:pt x="5" y="1"/>
                      </a:moveTo>
                      <a:cubicBezTo>
                        <a:pt x="6" y="1"/>
                        <a:pt x="7" y="2"/>
                        <a:pt x="7" y="6"/>
                      </a:cubicBezTo>
                      <a:cubicBezTo>
                        <a:pt x="7" y="10"/>
                        <a:pt x="6" y="11"/>
                        <a:pt x="5" y="11"/>
                      </a:cubicBezTo>
                      <a:cubicBezTo>
                        <a:pt x="3" y="11"/>
                        <a:pt x="3" y="9"/>
                        <a:pt x="3" y="6"/>
                      </a:cubicBezTo>
                      <a:cubicBezTo>
                        <a:pt x="3" y="3"/>
                        <a:pt x="3" y="1"/>
                        <a:pt x="5" y="1"/>
                      </a:cubicBezTo>
                      <a:close/>
                    </a:path>
                  </a:pathLst>
                </a:custGeom>
                <a:solidFill>
                  <a:schemeClr val="accent3">
                    <a:lumMod val="20000"/>
                    <a:lumOff val="8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9" name="Rectangle 120"/>
                <p:cNvSpPr>
                  <a:spLocks noChangeArrowheads="1"/>
                </p:cNvSpPr>
                <p:nvPr/>
              </p:nvSpPr>
              <p:spPr bwMode="auto">
                <a:xfrm>
                  <a:off x="7475538" y="4656138"/>
                  <a:ext cx="314325" cy="404813"/>
                </a:xfrm>
                <a:prstGeom prst="rect">
                  <a:avLst/>
                </a:pr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20" name="Freeform 121"/>
                <p:cNvSpPr>
                  <a:spLocks/>
                </p:cNvSpPr>
                <p:nvPr/>
              </p:nvSpPr>
              <p:spPr bwMode="auto">
                <a:xfrm>
                  <a:off x="7550150" y="4748213"/>
                  <a:ext cx="128587" cy="220663"/>
                </a:xfrm>
                <a:custGeom>
                  <a:avLst/>
                  <a:gdLst>
                    <a:gd name="T0" fmla="*/ 81 w 81"/>
                    <a:gd name="T1" fmla="*/ 139 h 139"/>
                    <a:gd name="T2" fmla="*/ 81 w 81"/>
                    <a:gd name="T3" fmla="*/ 0 h 139"/>
                    <a:gd name="T4" fmla="*/ 58 w 81"/>
                    <a:gd name="T5" fmla="*/ 0 h 139"/>
                    <a:gd name="T6" fmla="*/ 0 w 81"/>
                    <a:gd name="T7" fmla="*/ 23 h 139"/>
                    <a:gd name="T8" fmla="*/ 11 w 81"/>
                    <a:gd name="T9" fmla="*/ 46 h 139"/>
                    <a:gd name="T10" fmla="*/ 46 w 81"/>
                    <a:gd name="T11" fmla="*/ 23 h 139"/>
                    <a:gd name="T12" fmla="*/ 46 w 81"/>
                    <a:gd name="T13" fmla="*/ 139 h 139"/>
                    <a:gd name="T14" fmla="*/ 81 w 81"/>
                    <a:gd name="T15" fmla="*/ 139 h 13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81" h="139">
                      <a:moveTo>
                        <a:pt x="81" y="139"/>
                      </a:moveTo>
                      <a:lnTo>
                        <a:pt x="81" y="0"/>
                      </a:lnTo>
                      <a:lnTo>
                        <a:pt x="58" y="0"/>
                      </a:lnTo>
                      <a:lnTo>
                        <a:pt x="0" y="23"/>
                      </a:lnTo>
                      <a:lnTo>
                        <a:pt x="11" y="46"/>
                      </a:lnTo>
                      <a:lnTo>
                        <a:pt x="46" y="23"/>
                      </a:lnTo>
                      <a:lnTo>
                        <a:pt x="46" y="139"/>
                      </a:lnTo>
                      <a:lnTo>
                        <a:pt x="81" y="139"/>
                      </a:lnTo>
                      <a:close/>
                    </a:path>
                  </a:pathLst>
                </a:custGeom>
                <a:solidFill>
                  <a:schemeClr val="accent3"/>
                </a:solidFill>
                <a:ln>
                  <a:noFill/>
                </a:ln>
              </p:spPr>
              <p:txBody>
                <a:bodyPr vert="horz" wrap="square" lIns="91440" tIns="45720" rIns="91440" bIns="45720" numCol="1" anchor="t" anchorCtr="0" compatLnSpc="1">
                  <a:prstTxWarp prst="textNoShape">
                    <a:avLst/>
                  </a:prstTxWarp>
                </a:bodyPr>
                <a:lstStyle/>
                <a:p>
                  <a:endParaRPr lang="en-US"/>
                </a:p>
              </p:txBody>
            </p:sp>
          </p:grpSp>
        </p:grpSp>
        <p:grpSp>
          <p:nvGrpSpPr>
            <p:cNvPr id="49" name="Group 48"/>
            <p:cNvGrpSpPr/>
            <p:nvPr userDrawn="1"/>
          </p:nvGrpSpPr>
          <p:grpSpPr>
            <a:xfrm>
              <a:off x="5966324" y="2135188"/>
              <a:ext cx="4916306" cy="4397375"/>
              <a:chOff x="5966324" y="2135188"/>
              <a:chExt cx="4916306" cy="4397375"/>
            </a:xfrm>
          </p:grpSpPr>
          <p:grpSp>
            <p:nvGrpSpPr>
              <p:cNvPr id="50" name="Group 49"/>
              <p:cNvGrpSpPr/>
              <p:nvPr/>
            </p:nvGrpSpPr>
            <p:grpSpPr>
              <a:xfrm>
                <a:off x="5966324" y="4167004"/>
                <a:ext cx="4916306" cy="2303514"/>
                <a:chOff x="5966324" y="4167004"/>
                <a:chExt cx="4916306" cy="2303514"/>
              </a:xfrm>
            </p:grpSpPr>
            <p:sp>
              <p:nvSpPr>
                <p:cNvPr id="112" name="Rectangle 21"/>
                <p:cNvSpPr>
                  <a:spLocks noChangeArrowheads="1"/>
                </p:cNvSpPr>
                <p:nvPr/>
              </p:nvSpPr>
              <p:spPr bwMode="auto">
                <a:xfrm>
                  <a:off x="5966324" y="4167004"/>
                  <a:ext cx="4916306" cy="228404"/>
                </a:xfrm>
                <a:prstGeom prst="rect">
                  <a:avLst/>
                </a:prstGeom>
                <a:solidFill>
                  <a:srgbClr val="985F2E"/>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FFFFFF"/>
                    </a:solidFill>
                  </a:endParaRPr>
                </a:p>
              </p:txBody>
            </p:sp>
            <p:sp>
              <p:nvSpPr>
                <p:cNvPr id="113" name="Freeform 23"/>
                <p:cNvSpPr>
                  <a:spLocks/>
                </p:cNvSpPr>
                <p:nvPr/>
              </p:nvSpPr>
              <p:spPr bwMode="auto">
                <a:xfrm>
                  <a:off x="5966324" y="4383169"/>
                  <a:ext cx="3262903" cy="2087349"/>
                </a:xfrm>
                <a:custGeom>
                  <a:avLst/>
                  <a:gdLst>
                    <a:gd name="T0" fmla="*/ 0 w 800"/>
                    <a:gd name="T1" fmla="*/ 477 h 477"/>
                    <a:gd name="T2" fmla="*/ 50 w 800"/>
                    <a:gd name="T3" fmla="*/ 477 h 477"/>
                    <a:gd name="T4" fmla="*/ 50 w 800"/>
                    <a:gd name="T5" fmla="*/ 50 h 477"/>
                    <a:gd name="T6" fmla="*/ 800 w 800"/>
                    <a:gd name="T7" fmla="*/ 50 h 477"/>
                    <a:gd name="T8" fmla="*/ 800 w 800"/>
                    <a:gd name="T9" fmla="*/ 0 h 477"/>
                    <a:gd name="T10" fmla="*/ 0 w 800"/>
                    <a:gd name="T11" fmla="*/ 0 h 477"/>
                    <a:gd name="T12" fmla="*/ 0 w 800"/>
                    <a:gd name="T13" fmla="*/ 477 h 477"/>
                  </a:gdLst>
                  <a:ahLst/>
                  <a:cxnLst>
                    <a:cxn ang="0">
                      <a:pos x="T0" y="T1"/>
                    </a:cxn>
                    <a:cxn ang="0">
                      <a:pos x="T2" y="T3"/>
                    </a:cxn>
                    <a:cxn ang="0">
                      <a:pos x="T4" y="T5"/>
                    </a:cxn>
                    <a:cxn ang="0">
                      <a:pos x="T6" y="T7"/>
                    </a:cxn>
                    <a:cxn ang="0">
                      <a:pos x="T8" y="T9"/>
                    </a:cxn>
                    <a:cxn ang="0">
                      <a:pos x="T10" y="T11"/>
                    </a:cxn>
                    <a:cxn ang="0">
                      <a:pos x="T12" y="T13"/>
                    </a:cxn>
                  </a:cxnLst>
                  <a:rect l="0" t="0" r="r" b="b"/>
                  <a:pathLst>
                    <a:path w="800" h="477">
                      <a:moveTo>
                        <a:pt x="0" y="477"/>
                      </a:moveTo>
                      <a:lnTo>
                        <a:pt x="50" y="477"/>
                      </a:lnTo>
                      <a:lnTo>
                        <a:pt x="50" y="50"/>
                      </a:lnTo>
                      <a:lnTo>
                        <a:pt x="800" y="50"/>
                      </a:lnTo>
                      <a:lnTo>
                        <a:pt x="800" y="0"/>
                      </a:lnTo>
                      <a:lnTo>
                        <a:pt x="0" y="0"/>
                      </a:lnTo>
                      <a:lnTo>
                        <a:pt x="0" y="477"/>
                      </a:lnTo>
                      <a:close/>
                    </a:path>
                  </a:pathLst>
                </a:custGeom>
                <a:solidFill>
                  <a:srgbClr val="6E451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FFFFFF"/>
                    </a:solidFill>
                  </a:endParaRPr>
                </a:p>
              </p:txBody>
            </p:sp>
            <p:sp>
              <p:nvSpPr>
                <p:cNvPr id="114" name="Freeform 23"/>
                <p:cNvSpPr>
                  <a:spLocks/>
                </p:cNvSpPr>
                <p:nvPr/>
              </p:nvSpPr>
              <p:spPr bwMode="auto">
                <a:xfrm flipH="1">
                  <a:off x="7619727" y="4383169"/>
                  <a:ext cx="3262903" cy="2087349"/>
                </a:xfrm>
                <a:custGeom>
                  <a:avLst/>
                  <a:gdLst>
                    <a:gd name="T0" fmla="*/ 0 w 800"/>
                    <a:gd name="T1" fmla="*/ 477 h 477"/>
                    <a:gd name="T2" fmla="*/ 50 w 800"/>
                    <a:gd name="T3" fmla="*/ 477 h 477"/>
                    <a:gd name="T4" fmla="*/ 50 w 800"/>
                    <a:gd name="T5" fmla="*/ 50 h 477"/>
                    <a:gd name="T6" fmla="*/ 800 w 800"/>
                    <a:gd name="T7" fmla="*/ 50 h 477"/>
                    <a:gd name="T8" fmla="*/ 800 w 800"/>
                    <a:gd name="T9" fmla="*/ 0 h 477"/>
                    <a:gd name="T10" fmla="*/ 0 w 800"/>
                    <a:gd name="T11" fmla="*/ 0 h 477"/>
                    <a:gd name="T12" fmla="*/ 0 w 800"/>
                    <a:gd name="T13" fmla="*/ 477 h 477"/>
                  </a:gdLst>
                  <a:ahLst/>
                  <a:cxnLst>
                    <a:cxn ang="0">
                      <a:pos x="T0" y="T1"/>
                    </a:cxn>
                    <a:cxn ang="0">
                      <a:pos x="T2" y="T3"/>
                    </a:cxn>
                    <a:cxn ang="0">
                      <a:pos x="T4" y="T5"/>
                    </a:cxn>
                    <a:cxn ang="0">
                      <a:pos x="T6" y="T7"/>
                    </a:cxn>
                    <a:cxn ang="0">
                      <a:pos x="T8" y="T9"/>
                    </a:cxn>
                    <a:cxn ang="0">
                      <a:pos x="T10" y="T11"/>
                    </a:cxn>
                    <a:cxn ang="0">
                      <a:pos x="T12" y="T13"/>
                    </a:cxn>
                  </a:cxnLst>
                  <a:rect l="0" t="0" r="r" b="b"/>
                  <a:pathLst>
                    <a:path w="800" h="477">
                      <a:moveTo>
                        <a:pt x="0" y="477"/>
                      </a:moveTo>
                      <a:lnTo>
                        <a:pt x="50" y="477"/>
                      </a:lnTo>
                      <a:lnTo>
                        <a:pt x="50" y="50"/>
                      </a:lnTo>
                      <a:lnTo>
                        <a:pt x="800" y="50"/>
                      </a:lnTo>
                      <a:lnTo>
                        <a:pt x="800" y="0"/>
                      </a:lnTo>
                      <a:lnTo>
                        <a:pt x="0" y="0"/>
                      </a:lnTo>
                      <a:lnTo>
                        <a:pt x="0" y="477"/>
                      </a:lnTo>
                      <a:close/>
                    </a:path>
                  </a:pathLst>
                </a:custGeom>
                <a:solidFill>
                  <a:srgbClr val="6E451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FFFFFF"/>
                    </a:solidFill>
                  </a:endParaRPr>
                </a:p>
              </p:txBody>
            </p:sp>
          </p:grpSp>
          <p:sp>
            <p:nvSpPr>
              <p:cNvPr id="51" name="Freeform 24"/>
              <p:cNvSpPr>
                <a:spLocks/>
              </p:cNvSpPr>
              <p:nvPr/>
            </p:nvSpPr>
            <p:spPr bwMode="auto">
              <a:xfrm>
                <a:off x="6500813" y="2135188"/>
                <a:ext cx="2466975" cy="1636713"/>
              </a:xfrm>
              <a:custGeom>
                <a:avLst/>
                <a:gdLst>
                  <a:gd name="T0" fmla="*/ 7 w 134"/>
                  <a:gd name="T1" fmla="*/ 0 h 89"/>
                  <a:gd name="T2" fmla="*/ 126 w 134"/>
                  <a:gd name="T3" fmla="*/ 0 h 89"/>
                  <a:gd name="T4" fmla="*/ 134 w 134"/>
                  <a:gd name="T5" fmla="*/ 5 h 89"/>
                  <a:gd name="T6" fmla="*/ 134 w 134"/>
                  <a:gd name="T7" fmla="*/ 84 h 89"/>
                  <a:gd name="T8" fmla="*/ 126 w 134"/>
                  <a:gd name="T9" fmla="*/ 89 h 89"/>
                  <a:gd name="T10" fmla="*/ 7 w 134"/>
                  <a:gd name="T11" fmla="*/ 89 h 89"/>
                  <a:gd name="T12" fmla="*/ 0 w 134"/>
                  <a:gd name="T13" fmla="*/ 84 h 89"/>
                  <a:gd name="T14" fmla="*/ 0 w 134"/>
                  <a:gd name="T15" fmla="*/ 5 h 89"/>
                  <a:gd name="T16" fmla="*/ 7 w 134"/>
                  <a:gd name="T17" fmla="*/ 0 h 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34" h="89">
                    <a:moveTo>
                      <a:pt x="7" y="0"/>
                    </a:moveTo>
                    <a:cubicBezTo>
                      <a:pt x="126" y="0"/>
                      <a:pt x="126" y="0"/>
                      <a:pt x="126" y="0"/>
                    </a:cubicBezTo>
                    <a:cubicBezTo>
                      <a:pt x="130" y="0"/>
                      <a:pt x="134" y="2"/>
                      <a:pt x="134" y="5"/>
                    </a:cubicBezTo>
                    <a:cubicBezTo>
                      <a:pt x="134" y="84"/>
                      <a:pt x="134" y="84"/>
                      <a:pt x="134" y="84"/>
                    </a:cubicBezTo>
                    <a:cubicBezTo>
                      <a:pt x="134" y="87"/>
                      <a:pt x="130" y="89"/>
                      <a:pt x="126" y="89"/>
                    </a:cubicBezTo>
                    <a:cubicBezTo>
                      <a:pt x="7" y="89"/>
                      <a:pt x="7" y="89"/>
                      <a:pt x="7" y="89"/>
                    </a:cubicBezTo>
                    <a:cubicBezTo>
                      <a:pt x="3" y="89"/>
                      <a:pt x="0" y="87"/>
                      <a:pt x="0" y="84"/>
                    </a:cubicBezTo>
                    <a:cubicBezTo>
                      <a:pt x="0" y="5"/>
                      <a:pt x="0" y="5"/>
                      <a:pt x="0" y="5"/>
                    </a:cubicBezTo>
                    <a:cubicBezTo>
                      <a:pt x="0" y="2"/>
                      <a:pt x="3" y="0"/>
                      <a:pt x="7" y="0"/>
                    </a:cubicBezTo>
                    <a:close/>
                  </a:path>
                </a:pathLst>
              </a:custGeom>
              <a:solidFill>
                <a:srgbClr val="7E909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2" name="Rectangle 25"/>
              <p:cNvSpPr>
                <a:spLocks noChangeArrowheads="1"/>
              </p:cNvSpPr>
              <p:nvPr/>
            </p:nvSpPr>
            <p:spPr bwMode="auto">
              <a:xfrm>
                <a:off x="6573838" y="2300288"/>
                <a:ext cx="2301875" cy="1306513"/>
              </a:xfrm>
              <a:prstGeom prst="rect">
                <a:avLst/>
              </a:prstGeom>
              <a:solidFill>
                <a:srgbClr val="344752"/>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3" name="Rectangle 26"/>
              <p:cNvSpPr>
                <a:spLocks noChangeArrowheads="1"/>
              </p:cNvSpPr>
              <p:nvPr/>
            </p:nvSpPr>
            <p:spPr bwMode="auto">
              <a:xfrm>
                <a:off x="6611938" y="2355851"/>
                <a:ext cx="2263775" cy="1250950"/>
              </a:xfrm>
              <a:prstGeom prst="rect">
                <a:avLst/>
              </a:prstGeom>
              <a:solidFill>
                <a:schemeClr val="bg2">
                  <a:lumMod val="20000"/>
                  <a:lumOff val="8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4" name="Rectangle 27"/>
              <p:cNvSpPr>
                <a:spLocks noChangeArrowheads="1"/>
              </p:cNvSpPr>
              <p:nvPr/>
            </p:nvSpPr>
            <p:spPr bwMode="auto">
              <a:xfrm>
                <a:off x="7421563" y="3771901"/>
                <a:ext cx="606425" cy="276225"/>
              </a:xfrm>
              <a:prstGeom prst="rect">
                <a:avLst/>
              </a:prstGeom>
              <a:solidFill>
                <a:srgbClr val="5B6E7A"/>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5" name="Freeform 28"/>
              <p:cNvSpPr>
                <a:spLocks/>
              </p:cNvSpPr>
              <p:nvPr/>
            </p:nvSpPr>
            <p:spPr bwMode="auto">
              <a:xfrm>
                <a:off x="7254875" y="4030663"/>
                <a:ext cx="939800" cy="146050"/>
              </a:xfrm>
              <a:custGeom>
                <a:avLst/>
                <a:gdLst>
                  <a:gd name="T0" fmla="*/ 3 w 51"/>
                  <a:gd name="T1" fmla="*/ 0 h 8"/>
                  <a:gd name="T2" fmla="*/ 48 w 51"/>
                  <a:gd name="T3" fmla="*/ 0 h 8"/>
                  <a:gd name="T4" fmla="*/ 51 w 51"/>
                  <a:gd name="T5" fmla="*/ 3 h 8"/>
                  <a:gd name="T6" fmla="*/ 51 w 51"/>
                  <a:gd name="T7" fmla="*/ 8 h 8"/>
                  <a:gd name="T8" fmla="*/ 0 w 51"/>
                  <a:gd name="T9" fmla="*/ 8 h 8"/>
                  <a:gd name="T10" fmla="*/ 0 w 51"/>
                  <a:gd name="T11" fmla="*/ 3 h 8"/>
                  <a:gd name="T12" fmla="*/ 3 w 51"/>
                  <a:gd name="T13" fmla="*/ 0 h 8"/>
                </a:gdLst>
                <a:ahLst/>
                <a:cxnLst>
                  <a:cxn ang="0">
                    <a:pos x="T0" y="T1"/>
                  </a:cxn>
                  <a:cxn ang="0">
                    <a:pos x="T2" y="T3"/>
                  </a:cxn>
                  <a:cxn ang="0">
                    <a:pos x="T4" y="T5"/>
                  </a:cxn>
                  <a:cxn ang="0">
                    <a:pos x="T6" y="T7"/>
                  </a:cxn>
                  <a:cxn ang="0">
                    <a:pos x="T8" y="T9"/>
                  </a:cxn>
                  <a:cxn ang="0">
                    <a:pos x="T10" y="T11"/>
                  </a:cxn>
                  <a:cxn ang="0">
                    <a:pos x="T12" y="T13"/>
                  </a:cxn>
                </a:cxnLst>
                <a:rect l="0" t="0" r="r" b="b"/>
                <a:pathLst>
                  <a:path w="51" h="8">
                    <a:moveTo>
                      <a:pt x="3" y="0"/>
                    </a:moveTo>
                    <a:cubicBezTo>
                      <a:pt x="48" y="0"/>
                      <a:pt x="48" y="0"/>
                      <a:pt x="48" y="0"/>
                    </a:cubicBezTo>
                    <a:cubicBezTo>
                      <a:pt x="50" y="0"/>
                      <a:pt x="51" y="2"/>
                      <a:pt x="51" y="3"/>
                    </a:cubicBezTo>
                    <a:cubicBezTo>
                      <a:pt x="51" y="8"/>
                      <a:pt x="51" y="8"/>
                      <a:pt x="51" y="8"/>
                    </a:cubicBezTo>
                    <a:cubicBezTo>
                      <a:pt x="0" y="8"/>
                      <a:pt x="0" y="8"/>
                      <a:pt x="0" y="8"/>
                    </a:cubicBezTo>
                    <a:cubicBezTo>
                      <a:pt x="0" y="3"/>
                      <a:pt x="0" y="3"/>
                      <a:pt x="0" y="3"/>
                    </a:cubicBezTo>
                    <a:cubicBezTo>
                      <a:pt x="0" y="2"/>
                      <a:pt x="2" y="0"/>
                      <a:pt x="3" y="0"/>
                    </a:cubicBezTo>
                    <a:close/>
                  </a:path>
                </a:pathLst>
              </a:custGeom>
              <a:solidFill>
                <a:srgbClr val="7E909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6" name="Rectangle 29"/>
              <p:cNvSpPr>
                <a:spLocks noChangeArrowheads="1"/>
              </p:cNvSpPr>
              <p:nvPr/>
            </p:nvSpPr>
            <p:spPr bwMode="auto">
              <a:xfrm>
                <a:off x="7421563" y="3771901"/>
                <a:ext cx="606425" cy="74613"/>
              </a:xfrm>
              <a:prstGeom prst="rect">
                <a:avLst/>
              </a:prstGeom>
              <a:solidFill>
                <a:srgbClr val="344752"/>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7" name="Rectangle 30"/>
              <p:cNvSpPr>
                <a:spLocks noChangeArrowheads="1"/>
              </p:cNvSpPr>
              <p:nvPr/>
            </p:nvSpPr>
            <p:spPr bwMode="auto">
              <a:xfrm>
                <a:off x="6665913" y="2411413"/>
                <a:ext cx="92075" cy="55563"/>
              </a:xfrm>
              <a:prstGeom prst="rect">
                <a:avLst/>
              </a:prstGeom>
              <a:solidFill>
                <a:srgbClr val="969594"/>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8" name="Rectangle 31"/>
              <p:cNvSpPr>
                <a:spLocks noChangeArrowheads="1"/>
              </p:cNvSpPr>
              <p:nvPr/>
            </p:nvSpPr>
            <p:spPr bwMode="auto">
              <a:xfrm>
                <a:off x="6813550" y="2411413"/>
                <a:ext cx="1233487" cy="55563"/>
              </a:xfrm>
              <a:prstGeom prst="rect">
                <a:avLst/>
              </a:prstGeom>
              <a:solidFill>
                <a:srgbClr val="DA251D"/>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9" name="Rectangle 32"/>
              <p:cNvSpPr>
                <a:spLocks noChangeArrowheads="1"/>
              </p:cNvSpPr>
              <p:nvPr/>
            </p:nvSpPr>
            <p:spPr bwMode="auto">
              <a:xfrm>
                <a:off x="6665913" y="2520951"/>
                <a:ext cx="92075" cy="38100"/>
              </a:xfrm>
              <a:prstGeom prst="rect">
                <a:avLst/>
              </a:prstGeom>
              <a:solidFill>
                <a:srgbClr val="969594"/>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0" name="Rectangle 33"/>
              <p:cNvSpPr>
                <a:spLocks noChangeArrowheads="1"/>
              </p:cNvSpPr>
              <p:nvPr/>
            </p:nvSpPr>
            <p:spPr bwMode="auto">
              <a:xfrm>
                <a:off x="6813550" y="2520951"/>
                <a:ext cx="1012825" cy="38100"/>
              </a:xfrm>
              <a:prstGeom prst="rect">
                <a:avLst/>
              </a:prstGeom>
              <a:solidFill>
                <a:srgbClr val="DA251D"/>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1" name="Rectangle 34"/>
              <p:cNvSpPr>
                <a:spLocks noChangeArrowheads="1"/>
              </p:cNvSpPr>
              <p:nvPr/>
            </p:nvSpPr>
            <p:spPr bwMode="auto">
              <a:xfrm>
                <a:off x="6813550" y="2632076"/>
                <a:ext cx="276225" cy="55563"/>
              </a:xfrm>
              <a:prstGeom prst="rect">
                <a:avLst/>
              </a:prstGeom>
              <a:solidFill>
                <a:srgbClr val="605D5C"/>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2" name="Rectangle 35"/>
              <p:cNvSpPr>
                <a:spLocks noChangeArrowheads="1"/>
              </p:cNvSpPr>
              <p:nvPr/>
            </p:nvSpPr>
            <p:spPr bwMode="auto">
              <a:xfrm>
                <a:off x="6942138" y="2760663"/>
                <a:ext cx="1417637" cy="55563"/>
              </a:xfrm>
              <a:prstGeom prst="rect">
                <a:avLst/>
              </a:prstGeom>
              <a:solidFill>
                <a:srgbClr val="605D5C"/>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3" name="Rectangle 36"/>
              <p:cNvSpPr>
                <a:spLocks noChangeArrowheads="1"/>
              </p:cNvSpPr>
              <p:nvPr/>
            </p:nvSpPr>
            <p:spPr bwMode="auto">
              <a:xfrm>
                <a:off x="6813550" y="2889251"/>
                <a:ext cx="736600" cy="55563"/>
              </a:xfrm>
              <a:prstGeom prst="rect">
                <a:avLst/>
              </a:prstGeom>
              <a:solidFill>
                <a:srgbClr val="605D5C"/>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4" name="Rectangle 37"/>
              <p:cNvSpPr>
                <a:spLocks noChangeArrowheads="1"/>
              </p:cNvSpPr>
              <p:nvPr/>
            </p:nvSpPr>
            <p:spPr bwMode="auto">
              <a:xfrm>
                <a:off x="6942138" y="3017838"/>
                <a:ext cx="1252537" cy="36513"/>
              </a:xfrm>
              <a:prstGeom prst="rect">
                <a:avLst/>
              </a:prstGeom>
              <a:solidFill>
                <a:srgbClr val="605D5C"/>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5" name="Rectangle 38"/>
              <p:cNvSpPr>
                <a:spLocks noChangeArrowheads="1"/>
              </p:cNvSpPr>
              <p:nvPr/>
            </p:nvSpPr>
            <p:spPr bwMode="auto">
              <a:xfrm>
                <a:off x="6813550" y="3146426"/>
                <a:ext cx="1068387" cy="55563"/>
              </a:xfrm>
              <a:prstGeom prst="rect">
                <a:avLst/>
              </a:prstGeom>
              <a:solidFill>
                <a:srgbClr val="969594"/>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6" name="Rectangle 39"/>
              <p:cNvSpPr>
                <a:spLocks noChangeArrowheads="1"/>
              </p:cNvSpPr>
              <p:nvPr/>
            </p:nvSpPr>
            <p:spPr bwMode="auto">
              <a:xfrm>
                <a:off x="6942138" y="3276601"/>
                <a:ext cx="1068387" cy="36513"/>
              </a:xfrm>
              <a:prstGeom prst="rect">
                <a:avLst/>
              </a:prstGeom>
              <a:solidFill>
                <a:srgbClr val="605D5C"/>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7" name="Rectangle 40"/>
              <p:cNvSpPr>
                <a:spLocks noChangeArrowheads="1"/>
              </p:cNvSpPr>
              <p:nvPr/>
            </p:nvSpPr>
            <p:spPr bwMode="auto">
              <a:xfrm>
                <a:off x="6813550" y="3405188"/>
                <a:ext cx="865187" cy="36513"/>
              </a:xfrm>
              <a:prstGeom prst="rect">
                <a:avLst/>
              </a:prstGeom>
              <a:solidFill>
                <a:srgbClr val="605D5C"/>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8" name="Rectangle 41"/>
              <p:cNvSpPr>
                <a:spLocks noChangeArrowheads="1"/>
              </p:cNvSpPr>
              <p:nvPr/>
            </p:nvSpPr>
            <p:spPr bwMode="auto">
              <a:xfrm>
                <a:off x="6942138" y="3514726"/>
                <a:ext cx="1528762" cy="55563"/>
              </a:xfrm>
              <a:prstGeom prst="rect">
                <a:avLst/>
              </a:prstGeom>
              <a:solidFill>
                <a:srgbClr val="605D5C"/>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9" name="Freeform 43"/>
              <p:cNvSpPr>
                <a:spLocks/>
              </p:cNvSpPr>
              <p:nvPr/>
            </p:nvSpPr>
            <p:spPr bwMode="auto">
              <a:xfrm>
                <a:off x="7550150" y="3883026"/>
                <a:ext cx="993775" cy="293688"/>
              </a:xfrm>
              <a:custGeom>
                <a:avLst/>
                <a:gdLst>
                  <a:gd name="T0" fmla="*/ 6 w 54"/>
                  <a:gd name="T1" fmla="*/ 16 h 16"/>
                  <a:gd name="T2" fmla="*/ 7 w 54"/>
                  <a:gd name="T3" fmla="*/ 16 h 16"/>
                  <a:gd name="T4" fmla="*/ 53 w 54"/>
                  <a:gd name="T5" fmla="*/ 16 h 16"/>
                  <a:gd name="T6" fmla="*/ 51 w 54"/>
                  <a:gd name="T7" fmla="*/ 3 h 16"/>
                  <a:gd name="T8" fmla="*/ 51 w 54"/>
                  <a:gd name="T9" fmla="*/ 3 h 16"/>
                  <a:gd name="T10" fmla="*/ 21 w 54"/>
                  <a:gd name="T11" fmla="*/ 1 h 16"/>
                  <a:gd name="T12" fmla="*/ 6 w 54"/>
                  <a:gd name="T13" fmla="*/ 16 h 16"/>
                </a:gdLst>
                <a:ahLst/>
                <a:cxnLst>
                  <a:cxn ang="0">
                    <a:pos x="T0" y="T1"/>
                  </a:cxn>
                  <a:cxn ang="0">
                    <a:pos x="T2" y="T3"/>
                  </a:cxn>
                  <a:cxn ang="0">
                    <a:pos x="T4" y="T5"/>
                  </a:cxn>
                  <a:cxn ang="0">
                    <a:pos x="T6" y="T7"/>
                  </a:cxn>
                  <a:cxn ang="0">
                    <a:pos x="T8" y="T9"/>
                  </a:cxn>
                  <a:cxn ang="0">
                    <a:pos x="T10" y="T11"/>
                  </a:cxn>
                  <a:cxn ang="0">
                    <a:pos x="T12" y="T13"/>
                  </a:cxn>
                </a:cxnLst>
                <a:rect l="0" t="0" r="r" b="b"/>
                <a:pathLst>
                  <a:path w="54" h="16">
                    <a:moveTo>
                      <a:pt x="6" y="16"/>
                    </a:moveTo>
                    <a:cubicBezTo>
                      <a:pt x="7" y="16"/>
                      <a:pt x="7" y="16"/>
                      <a:pt x="7" y="16"/>
                    </a:cubicBezTo>
                    <a:cubicBezTo>
                      <a:pt x="53" y="16"/>
                      <a:pt x="53" y="16"/>
                      <a:pt x="53" y="16"/>
                    </a:cubicBezTo>
                    <a:cubicBezTo>
                      <a:pt x="54" y="13"/>
                      <a:pt x="53" y="7"/>
                      <a:pt x="51" y="3"/>
                    </a:cubicBezTo>
                    <a:cubicBezTo>
                      <a:pt x="51" y="3"/>
                      <a:pt x="51" y="3"/>
                      <a:pt x="51" y="3"/>
                    </a:cubicBezTo>
                    <a:cubicBezTo>
                      <a:pt x="49" y="1"/>
                      <a:pt x="33" y="1"/>
                      <a:pt x="21" y="1"/>
                    </a:cubicBezTo>
                    <a:cubicBezTo>
                      <a:pt x="7" y="0"/>
                      <a:pt x="0" y="8"/>
                      <a:pt x="6" y="16"/>
                    </a:cubicBezTo>
                    <a:close/>
                  </a:path>
                </a:pathLst>
              </a:custGeom>
              <a:solidFill>
                <a:srgbClr val="38496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0" name="Freeform 44"/>
              <p:cNvSpPr>
                <a:spLocks/>
              </p:cNvSpPr>
              <p:nvPr/>
            </p:nvSpPr>
            <p:spPr bwMode="auto">
              <a:xfrm>
                <a:off x="8783638" y="3883026"/>
                <a:ext cx="1011237" cy="293688"/>
              </a:xfrm>
              <a:custGeom>
                <a:avLst/>
                <a:gdLst>
                  <a:gd name="T0" fmla="*/ 48 w 55"/>
                  <a:gd name="T1" fmla="*/ 16 h 16"/>
                  <a:gd name="T2" fmla="*/ 47 w 55"/>
                  <a:gd name="T3" fmla="*/ 16 h 16"/>
                  <a:gd name="T4" fmla="*/ 2 w 55"/>
                  <a:gd name="T5" fmla="*/ 16 h 16"/>
                  <a:gd name="T6" fmla="*/ 4 w 55"/>
                  <a:gd name="T7" fmla="*/ 3 h 16"/>
                  <a:gd name="T8" fmla="*/ 4 w 55"/>
                  <a:gd name="T9" fmla="*/ 3 h 16"/>
                  <a:gd name="T10" fmla="*/ 34 w 55"/>
                  <a:gd name="T11" fmla="*/ 1 h 16"/>
                  <a:gd name="T12" fmla="*/ 48 w 55"/>
                  <a:gd name="T13" fmla="*/ 16 h 16"/>
                </a:gdLst>
                <a:ahLst/>
                <a:cxnLst>
                  <a:cxn ang="0">
                    <a:pos x="T0" y="T1"/>
                  </a:cxn>
                  <a:cxn ang="0">
                    <a:pos x="T2" y="T3"/>
                  </a:cxn>
                  <a:cxn ang="0">
                    <a:pos x="T4" y="T5"/>
                  </a:cxn>
                  <a:cxn ang="0">
                    <a:pos x="T6" y="T7"/>
                  </a:cxn>
                  <a:cxn ang="0">
                    <a:pos x="T8" y="T9"/>
                  </a:cxn>
                  <a:cxn ang="0">
                    <a:pos x="T10" y="T11"/>
                  </a:cxn>
                  <a:cxn ang="0">
                    <a:pos x="T12" y="T13"/>
                  </a:cxn>
                </a:cxnLst>
                <a:rect l="0" t="0" r="r" b="b"/>
                <a:pathLst>
                  <a:path w="55" h="16">
                    <a:moveTo>
                      <a:pt x="48" y="16"/>
                    </a:moveTo>
                    <a:cubicBezTo>
                      <a:pt x="48" y="16"/>
                      <a:pt x="48" y="16"/>
                      <a:pt x="47" y="16"/>
                    </a:cubicBezTo>
                    <a:cubicBezTo>
                      <a:pt x="2" y="16"/>
                      <a:pt x="2" y="16"/>
                      <a:pt x="2" y="16"/>
                    </a:cubicBezTo>
                    <a:cubicBezTo>
                      <a:pt x="0" y="13"/>
                      <a:pt x="1" y="7"/>
                      <a:pt x="4" y="3"/>
                    </a:cubicBezTo>
                    <a:cubicBezTo>
                      <a:pt x="4" y="3"/>
                      <a:pt x="4" y="3"/>
                      <a:pt x="4" y="3"/>
                    </a:cubicBezTo>
                    <a:cubicBezTo>
                      <a:pt x="6" y="1"/>
                      <a:pt x="22" y="1"/>
                      <a:pt x="34" y="1"/>
                    </a:cubicBezTo>
                    <a:cubicBezTo>
                      <a:pt x="48" y="0"/>
                      <a:pt x="55" y="8"/>
                      <a:pt x="48" y="16"/>
                    </a:cubicBezTo>
                    <a:close/>
                  </a:path>
                </a:pathLst>
              </a:custGeom>
              <a:solidFill>
                <a:srgbClr val="38496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1" name="Freeform 45"/>
              <p:cNvSpPr>
                <a:spLocks/>
              </p:cNvSpPr>
              <p:nvPr/>
            </p:nvSpPr>
            <p:spPr bwMode="auto">
              <a:xfrm>
                <a:off x="8783638" y="5005388"/>
                <a:ext cx="349250" cy="1490663"/>
              </a:xfrm>
              <a:custGeom>
                <a:avLst/>
                <a:gdLst>
                  <a:gd name="T0" fmla="*/ 10 w 19"/>
                  <a:gd name="T1" fmla="*/ 0 h 81"/>
                  <a:gd name="T2" fmla="*/ 10 w 19"/>
                  <a:gd name="T3" fmla="*/ 0 h 81"/>
                  <a:gd name="T4" fmla="*/ 19 w 19"/>
                  <a:gd name="T5" fmla="*/ 9 h 81"/>
                  <a:gd name="T6" fmla="*/ 19 w 19"/>
                  <a:gd name="T7" fmla="*/ 72 h 81"/>
                  <a:gd name="T8" fmla="*/ 10 w 19"/>
                  <a:gd name="T9" fmla="*/ 81 h 81"/>
                  <a:gd name="T10" fmla="*/ 10 w 19"/>
                  <a:gd name="T11" fmla="*/ 81 h 81"/>
                  <a:gd name="T12" fmla="*/ 0 w 19"/>
                  <a:gd name="T13" fmla="*/ 72 h 81"/>
                  <a:gd name="T14" fmla="*/ 0 w 19"/>
                  <a:gd name="T15" fmla="*/ 9 h 81"/>
                  <a:gd name="T16" fmla="*/ 10 w 19"/>
                  <a:gd name="T17" fmla="*/ 0 h 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9" h="81">
                    <a:moveTo>
                      <a:pt x="10" y="0"/>
                    </a:moveTo>
                    <a:cubicBezTo>
                      <a:pt x="10" y="0"/>
                      <a:pt x="10" y="0"/>
                      <a:pt x="10" y="0"/>
                    </a:cubicBezTo>
                    <a:cubicBezTo>
                      <a:pt x="15" y="0"/>
                      <a:pt x="19" y="4"/>
                      <a:pt x="19" y="9"/>
                    </a:cubicBezTo>
                    <a:cubicBezTo>
                      <a:pt x="19" y="72"/>
                      <a:pt x="19" y="72"/>
                      <a:pt x="19" y="72"/>
                    </a:cubicBezTo>
                    <a:cubicBezTo>
                      <a:pt x="19" y="77"/>
                      <a:pt x="15" y="81"/>
                      <a:pt x="10" y="81"/>
                    </a:cubicBezTo>
                    <a:cubicBezTo>
                      <a:pt x="10" y="81"/>
                      <a:pt x="10" y="81"/>
                      <a:pt x="10" y="81"/>
                    </a:cubicBezTo>
                    <a:cubicBezTo>
                      <a:pt x="4" y="81"/>
                      <a:pt x="0" y="77"/>
                      <a:pt x="0" y="72"/>
                    </a:cubicBezTo>
                    <a:cubicBezTo>
                      <a:pt x="0" y="9"/>
                      <a:pt x="0" y="9"/>
                      <a:pt x="0" y="9"/>
                    </a:cubicBezTo>
                    <a:cubicBezTo>
                      <a:pt x="0" y="4"/>
                      <a:pt x="4" y="0"/>
                      <a:pt x="10" y="0"/>
                    </a:cubicBezTo>
                    <a:close/>
                  </a:path>
                </a:pathLst>
              </a:custGeom>
              <a:solidFill>
                <a:srgbClr val="3B404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2" name="Freeform 46"/>
              <p:cNvSpPr>
                <a:spLocks/>
              </p:cNvSpPr>
              <p:nvPr/>
            </p:nvSpPr>
            <p:spPr bwMode="auto">
              <a:xfrm>
                <a:off x="8912225" y="3441701"/>
                <a:ext cx="865187" cy="735013"/>
              </a:xfrm>
              <a:custGeom>
                <a:avLst/>
                <a:gdLst>
                  <a:gd name="T0" fmla="*/ 36 w 47"/>
                  <a:gd name="T1" fmla="*/ 40 h 40"/>
                  <a:gd name="T2" fmla="*/ 20 w 47"/>
                  <a:gd name="T3" fmla="*/ 28 h 40"/>
                  <a:gd name="T4" fmla="*/ 4 w 47"/>
                  <a:gd name="T5" fmla="*/ 12 h 40"/>
                  <a:gd name="T6" fmla="*/ 13 w 47"/>
                  <a:gd name="T7" fmla="*/ 0 h 40"/>
                  <a:gd name="T8" fmla="*/ 13 w 47"/>
                  <a:gd name="T9" fmla="*/ 0 h 40"/>
                  <a:gd name="T10" fmla="*/ 36 w 47"/>
                  <a:gd name="T11" fmla="*/ 20 h 40"/>
                  <a:gd name="T12" fmla="*/ 36 w 47"/>
                  <a:gd name="T13" fmla="*/ 40 h 40"/>
                </a:gdLst>
                <a:ahLst/>
                <a:cxnLst>
                  <a:cxn ang="0">
                    <a:pos x="T0" y="T1"/>
                  </a:cxn>
                  <a:cxn ang="0">
                    <a:pos x="T2" y="T3"/>
                  </a:cxn>
                  <a:cxn ang="0">
                    <a:pos x="T4" y="T5"/>
                  </a:cxn>
                  <a:cxn ang="0">
                    <a:pos x="T6" y="T7"/>
                  </a:cxn>
                  <a:cxn ang="0">
                    <a:pos x="T8" y="T9"/>
                  </a:cxn>
                  <a:cxn ang="0">
                    <a:pos x="T10" y="T11"/>
                  </a:cxn>
                  <a:cxn ang="0">
                    <a:pos x="T12" y="T13"/>
                  </a:cxn>
                </a:cxnLst>
                <a:rect l="0" t="0" r="r" b="b"/>
                <a:pathLst>
                  <a:path w="47" h="40">
                    <a:moveTo>
                      <a:pt x="36" y="40"/>
                    </a:moveTo>
                    <a:cubicBezTo>
                      <a:pt x="28" y="40"/>
                      <a:pt x="24" y="32"/>
                      <a:pt x="20" y="28"/>
                    </a:cubicBezTo>
                    <a:cubicBezTo>
                      <a:pt x="4" y="12"/>
                      <a:pt x="4" y="12"/>
                      <a:pt x="4" y="12"/>
                    </a:cubicBezTo>
                    <a:cubicBezTo>
                      <a:pt x="0" y="8"/>
                      <a:pt x="8" y="1"/>
                      <a:pt x="13" y="0"/>
                    </a:cubicBezTo>
                    <a:cubicBezTo>
                      <a:pt x="13" y="0"/>
                      <a:pt x="13" y="0"/>
                      <a:pt x="13" y="0"/>
                    </a:cubicBezTo>
                    <a:cubicBezTo>
                      <a:pt x="17" y="0"/>
                      <a:pt x="28" y="11"/>
                      <a:pt x="36" y="20"/>
                    </a:cubicBezTo>
                    <a:cubicBezTo>
                      <a:pt x="47" y="30"/>
                      <a:pt x="45" y="40"/>
                      <a:pt x="36" y="40"/>
                    </a:cubicBezTo>
                    <a:close/>
                  </a:path>
                </a:pathLst>
              </a:custGeom>
              <a:solidFill>
                <a:srgbClr val="57588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3" name="Freeform 47"/>
              <p:cNvSpPr>
                <a:spLocks/>
              </p:cNvSpPr>
              <p:nvPr/>
            </p:nvSpPr>
            <p:spPr bwMode="auto">
              <a:xfrm>
                <a:off x="8194675" y="4692651"/>
                <a:ext cx="957262" cy="441325"/>
              </a:xfrm>
              <a:custGeom>
                <a:avLst/>
                <a:gdLst>
                  <a:gd name="T0" fmla="*/ 11 w 52"/>
                  <a:gd name="T1" fmla="*/ 0 h 24"/>
                  <a:gd name="T2" fmla="*/ 26 w 52"/>
                  <a:gd name="T3" fmla="*/ 0 h 24"/>
                  <a:gd name="T4" fmla="*/ 41 w 52"/>
                  <a:gd name="T5" fmla="*/ 0 h 24"/>
                  <a:gd name="T6" fmla="*/ 50 w 52"/>
                  <a:gd name="T7" fmla="*/ 5 h 24"/>
                  <a:gd name="T8" fmla="*/ 50 w 52"/>
                  <a:gd name="T9" fmla="*/ 11 h 24"/>
                  <a:gd name="T10" fmla="*/ 51 w 52"/>
                  <a:gd name="T11" fmla="*/ 18 h 24"/>
                  <a:gd name="T12" fmla="*/ 42 w 52"/>
                  <a:gd name="T13" fmla="*/ 24 h 24"/>
                  <a:gd name="T14" fmla="*/ 26 w 52"/>
                  <a:gd name="T15" fmla="*/ 24 h 24"/>
                  <a:gd name="T16" fmla="*/ 9 w 52"/>
                  <a:gd name="T17" fmla="*/ 24 h 24"/>
                  <a:gd name="T18" fmla="*/ 0 w 52"/>
                  <a:gd name="T19" fmla="*/ 18 h 24"/>
                  <a:gd name="T20" fmla="*/ 1 w 52"/>
                  <a:gd name="T21" fmla="*/ 11 h 24"/>
                  <a:gd name="T22" fmla="*/ 2 w 52"/>
                  <a:gd name="T23" fmla="*/ 5 h 24"/>
                  <a:gd name="T24" fmla="*/ 11 w 52"/>
                  <a:gd name="T25" fmla="*/ 0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52" h="24">
                    <a:moveTo>
                      <a:pt x="11" y="0"/>
                    </a:moveTo>
                    <a:cubicBezTo>
                      <a:pt x="16" y="0"/>
                      <a:pt x="21" y="0"/>
                      <a:pt x="26" y="0"/>
                    </a:cubicBezTo>
                    <a:cubicBezTo>
                      <a:pt x="31" y="0"/>
                      <a:pt x="36" y="0"/>
                      <a:pt x="41" y="0"/>
                    </a:cubicBezTo>
                    <a:cubicBezTo>
                      <a:pt x="45" y="0"/>
                      <a:pt x="49" y="2"/>
                      <a:pt x="50" y="5"/>
                    </a:cubicBezTo>
                    <a:cubicBezTo>
                      <a:pt x="50" y="7"/>
                      <a:pt x="50" y="9"/>
                      <a:pt x="50" y="11"/>
                    </a:cubicBezTo>
                    <a:cubicBezTo>
                      <a:pt x="51" y="13"/>
                      <a:pt x="51" y="16"/>
                      <a:pt x="51" y="18"/>
                    </a:cubicBezTo>
                    <a:cubicBezTo>
                      <a:pt x="52" y="21"/>
                      <a:pt x="48" y="24"/>
                      <a:pt x="42" y="24"/>
                    </a:cubicBezTo>
                    <a:cubicBezTo>
                      <a:pt x="37" y="24"/>
                      <a:pt x="31" y="24"/>
                      <a:pt x="26" y="24"/>
                    </a:cubicBezTo>
                    <a:cubicBezTo>
                      <a:pt x="20" y="24"/>
                      <a:pt x="14" y="24"/>
                      <a:pt x="9" y="24"/>
                    </a:cubicBezTo>
                    <a:cubicBezTo>
                      <a:pt x="3" y="24"/>
                      <a:pt x="0" y="21"/>
                      <a:pt x="0" y="18"/>
                    </a:cubicBezTo>
                    <a:cubicBezTo>
                      <a:pt x="1" y="16"/>
                      <a:pt x="1" y="13"/>
                      <a:pt x="1" y="11"/>
                    </a:cubicBezTo>
                    <a:cubicBezTo>
                      <a:pt x="2" y="9"/>
                      <a:pt x="2" y="7"/>
                      <a:pt x="2" y="5"/>
                    </a:cubicBezTo>
                    <a:cubicBezTo>
                      <a:pt x="3" y="2"/>
                      <a:pt x="7" y="0"/>
                      <a:pt x="11" y="0"/>
                    </a:cubicBezTo>
                    <a:close/>
                  </a:path>
                </a:pathLst>
              </a:custGeom>
              <a:solidFill>
                <a:srgbClr val="3B404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4" name="Rectangle 48"/>
              <p:cNvSpPr>
                <a:spLocks noChangeArrowheads="1"/>
              </p:cNvSpPr>
              <p:nvPr/>
            </p:nvSpPr>
            <p:spPr bwMode="auto">
              <a:xfrm>
                <a:off x="8451850" y="3201988"/>
                <a:ext cx="441325" cy="239713"/>
              </a:xfrm>
              <a:prstGeom prst="rect">
                <a:avLst/>
              </a:prstGeom>
              <a:solidFill>
                <a:schemeClr val="accent3">
                  <a:lumMod val="60000"/>
                  <a:lumOff val="4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75" name="Rectangle 49"/>
              <p:cNvSpPr>
                <a:spLocks noChangeArrowheads="1"/>
              </p:cNvSpPr>
              <p:nvPr/>
            </p:nvSpPr>
            <p:spPr bwMode="auto">
              <a:xfrm>
                <a:off x="8451850" y="3201988"/>
                <a:ext cx="220662" cy="239713"/>
              </a:xfrm>
              <a:prstGeom prst="rect">
                <a:avLst/>
              </a:prstGeom>
              <a:solidFill>
                <a:schemeClr val="accent3">
                  <a:lumMod val="60000"/>
                  <a:lumOff val="4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76" name="Freeform 50"/>
              <p:cNvSpPr>
                <a:spLocks/>
              </p:cNvSpPr>
              <p:nvPr/>
            </p:nvSpPr>
            <p:spPr bwMode="auto">
              <a:xfrm>
                <a:off x="8286750" y="2908301"/>
                <a:ext cx="92075" cy="146050"/>
              </a:xfrm>
              <a:custGeom>
                <a:avLst/>
                <a:gdLst>
                  <a:gd name="T0" fmla="*/ 1 w 5"/>
                  <a:gd name="T1" fmla="*/ 0 h 8"/>
                  <a:gd name="T2" fmla="*/ 2 w 5"/>
                  <a:gd name="T3" fmla="*/ 0 h 8"/>
                  <a:gd name="T4" fmla="*/ 4 w 5"/>
                  <a:gd name="T5" fmla="*/ 1 h 8"/>
                  <a:gd name="T6" fmla="*/ 5 w 5"/>
                  <a:gd name="T7" fmla="*/ 6 h 8"/>
                  <a:gd name="T8" fmla="*/ 4 w 5"/>
                  <a:gd name="T9" fmla="*/ 7 h 8"/>
                  <a:gd name="T10" fmla="*/ 3 w 5"/>
                  <a:gd name="T11" fmla="*/ 7 h 8"/>
                  <a:gd name="T12" fmla="*/ 1 w 5"/>
                  <a:gd name="T13" fmla="*/ 6 h 8"/>
                  <a:gd name="T14" fmla="*/ 0 w 5"/>
                  <a:gd name="T15" fmla="*/ 2 h 8"/>
                  <a:gd name="T16" fmla="*/ 1 w 5"/>
                  <a:gd name="T17" fmla="*/ 0 h 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 h="8">
                    <a:moveTo>
                      <a:pt x="1" y="0"/>
                    </a:moveTo>
                    <a:cubicBezTo>
                      <a:pt x="2" y="0"/>
                      <a:pt x="2" y="0"/>
                      <a:pt x="2" y="0"/>
                    </a:cubicBezTo>
                    <a:cubicBezTo>
                      <a:pt x="3" y="0"/>
                      <a:pt x="3" y="1"/>
                      <a:pt x="4" y="1"/>
                    </a:cubicBezTo>
                    <a:cubicBezTo>
                      <a:pt x="5" y="6"/>
                      <a:pt x="5" y="6"/>
                      <a:pt x="5" y="6"/>
                    </a:cubicBezTo>
                    <a:cubicBezTo>
                      <a:pt x="5" y="7"/>
                      <a:pt x="4" y="7"/>
                      <a:pt x="4" y="7"/>
                    </a:cubicBezTo>
                    <a:cubicBezTo>
                      <a:pt x="3" y="7"/>
                      <a:pt x="3" y="7"/>
                      <a:pt x="3" y="7"/>
                    </a:cubicBezTo>
                    <a:cubicBezTo>
                      <a:pt x="2" y="8"/>
                      <a:pt x="1" y="7"/>
                      <a:pt x="1" y="6"/>
                    </a:cubicBezTo>
                    <a:cubicBezTo>
                      <a:pt x="0" y="2"/>
                      <a:pt x="0" y="2"/>
                      <a:pt x="0" y="2"/>
                    </a:cubicBezTo>
                    <a:cubicBezTo>
                      <a:pt x="0" y="1"/>
                      <a:pt x="1" y="0"/>
                      <a:pt x="1" y="0"/>
                    </a:cubicBezTo>
                    <a:close/>
                  </a:path>
                </a:pathLst>
              </a:custGeom>
              <a:solidFill>
                <a:schemeClr val="accent3">
                  <a:lumMod val="60000"/>
                  <a:lumOff val="4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77" name="Freeform 51"/>
              <p:cNvSpPr>
                <a:spLocks/>
              </p:cNvSpPr>
              <p:nvPr/>
            </p:nvSpPr>
            <p:spPr bwMode="auto">
              <a:xfrm>
                <a:off x="8967788" y="2908301"/>
                <a:ext cx="92075" cy="146050"/>
              </a:xfrm>
              <a:custGeom>
                <a:avLst/>
                <a:gdLst>
                  <a:gd name="T0" fmla="*/ 4 w 5"/>
                  <a:gd name="T1" fmla="*/ 0 h 8"/>
                  <a:gd name="T2" fmla="*/ 3 w 5"/>
                  <a:gd name="T3" fmla="*/ 0 h 8"/>
                  <a:gd name="T4" fmla="*/ 1 w 5"/>
                  <a:gd name="T5" fmla="*/ 1 h 8"/>
                  <a:gd name="T6" fmla="*/ 0 w 5"/>
                  <a:gd name="T7" fmla="*/ 6 h 8"/>
                  <a:gd name="T8" fmla="*/ 1 w 5"/>
                  <a:gd name="T9" fmla="*/ 7 h 8"/>
                  <a:gd name="T10" fmla="*/ 2 w 5"/>
                  <a:gd name="T11" fmla="*/ 7 h 8"/>
                  <a:gd name="T12" fmla="*/ 3 w 5"/>
                  <a:gd name="T13" fmla="*/ 6 h 8"/>
                  <a:gd name="T14" fmla="*/ 4 w 5"/>
                  <a:gd name="T15" fmla="*/ 2 h 8"/>
                  <a:gd name="T16" fmla="*/ 4 w 5"/>
                  <a:gd name="T17" fmla="*/ 0 h 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 h="8">
                    <a:moveTo>
                      <a:pt x="4" y="0"/>
                    </a:moveTo>
                    <a:cubicBezTo>
                      <a:pt x="3" y="0"/>
                      <a:pt x="3" y="0"/>
                      <a:pt x="3" y="0"/>
                    </a:cubicBezTo>
                    <a:cubicBezTo>
                      <a:pt x="2" y="0"/>
                      <a:pt x="1" y="1"/>
                      <a:pt x="1" y="1"/>
                    </a:cubicBezTo>
                    <a:cubicBezTo>
                      <a:pt x="0" y="6"/>
                      <a:pt x="0" y="6"/>
                      <a:pt x="0" y="6"/>
                    </a:cubicBezTo>
                    <a:cubicBezTo>
                      <a:pt x="0" y="7"/>
                      <a:pt x="1" y="7"/>
                      <a:pt x="1" y="7"/>
                    </a:cubicBezTo>
                    <a:cubicBezTo>
                      <a:pt x="2" y="7"/>
                      <a:pt x="2" y="7"/>
                      <a:pt x="2" y="7"/>
                    </a:cubicBezTo>
                    <a:cubicBezTo>
                      <a:pt x="3" y="8"/>
                      <a:pt x="3" y="7"/>
                      <a:pt x="3" y="6"/>
                    </a:cubicBezTo>
                    <a:cubicBezTo>
                      <a:pt x="4" y="2"/>
                      <a:pt x="4" y="2"/>
                      <a:pt x="4" y="2"/>
                    </a:cubicBezTo>
                    <a:cubicBezTo>
                      <a:pt x="5" y="1"/>
                      <a:pt x="4" y="0"/>
                      <a:pt x="4" y="0"/>
                    </a:cubicBezTo>
                    <a:close/>
                  </a:path>
                </a:pathLst>
              </a:custGeom>
              <a:solidFill>
                <a:schemeClr val="accent3">
                  <a:lumMod val="60000"/>
                  <a:lumOff val="4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78" name="Freeform 52"/>
              <p:cNvSpPr>
                <a:spLocks/>
              </p:cNvSpPr>
              <p:nvPr/>
            </p:nvSpPr>
            <p:spPr bwMode="auto">
              <a:xfrm>
                <a:off x="8286750" y="2338388"/>
                <a:ext cx="754062" cy="1028700"/>
              </a:xfrm>
              <a:custGeom>
                <a:avLst/>
                <a:gdLst>
                  <a:gd name="T0" fmla="*/ 40 w 41"/>
                  <a:gd name="T1" fmla="*/ 32 h 56"/>
                  <a:gd name="T2" fmla="*/ 40 w 41"/>
                  <a:gd name="T3" fmla="*/ 34 h 56"/>
                  <a:gd name="T4" fmla="*/ 33 w 41"/>
                  <a:gd name="T5" fmla="*/ 48 h 56"/>
                  <a:gd name="T6" fmla="*/ 9 w 41"/>
                  <a:gd name="T7" fmla="*/ 48 h 56"/>
                  <a:gd name="T8" fmla="*/ 2 w 41"/>
                  <a:gd name="T9" fmla="*/ 35 h 56"/>
                  <a:gd name="T10" fmla="*/ 2 w 41"/>
                  <a:gd name="T11" fmla="*/ 18 h 56"/>
                  <a:gd name="T12" fmla="*/ 28 w 41"/>
                  <a:gd name="T13" fmla="*/ 8 h 56"/>
                  <a:gd name="T14" fmla="*/ 39 w 41"/>
                  <a:gd name="T15" fmla="*/ 18 h 56"/>
                  <a:gd name="T16" fmla="*/ 40 w 41"/>
                  <a:gd name="T17" fmla="*/ 32 h 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1" h="56">
                    <a:moveTo>
                      <a:pt x="40" y="32"/>
                    </a:moveTo>
                    <a:cubicBezTo>
                      <a:pt x="40" y="33"/>
                      <a:pt x="40" y="30"/>
                      <a:pt x="40" y="34"/>
                    </a:cubicBezTo>
                    <a:cubicBezTo>
                      <a:pt x="39" y="37"/>
                      <a:pt x="36" y="44"/>
                      <a:pt x="33" y="48"/>
                    </a:cubicBezTo>
                    <a:cubicBezTo>
                      <a:pt x="27" y="56"/>
                      <a:pt x="16" y="56"/>
                      <a:pt x="9" y="48"/>
                    </a:cubicBezTo>
                    <a:cubicBezTo>
                      <a:pt x="6" y="46"/>
                      <a:pt x="3" y="39"/>
                      <a:pt x="2" y="35"/>
                    </a:cubicBezTo>
                    <a:cubicBezTo>
                      <a:pt x="1" y="29"/>
                      <a:pt x="0" y="23"/>
                      <a:pt x="2" y="18"/>
                    </a:cubicBezTo>
                    <a:cubicBezTo>
                      <a:pt x="5" y="8"/>
                      <a:pt x="18" y="0"/>
                      <a:pt x="28" y="8"/>
                    </a:cubicBezTo>
                    <a:cubicBezTo>
                      <a:pt x="34" y="6"/>
                      <a:pt x="39" y="13"/>
                      <a:pt x="39" y="18"/>
                    </a:cubicBezTo>
                    <a:cubicBezTo>
                      <a:pt x="41" y="23"/>
                      <a:pt x="40" y="27"/>
                      <a:pt x="40" y="32"/>
                    </a:cubicBezTo>
                    <a:close/>
                  </a:path>
                </a:pathLst>
              </a:custGeom>
              <a:solidFill>
                <a:schemeClr val="accent3">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79" name="Freeform 53"/>
              <p:cNvSpPr>
                <a:spLocks/>
              </p:cNvSpPr>
              <p:nvPr/>
            </p:nvSpPr>
            <p:spPr bwMode="auto">
              <a:xfrm>
                <a:off x="8120063" y="3441701"/>
                <a:ext cx="1104900" cy="1527175"/>
              </a:xfrm>
              <a:custGeom>
                <a:avLst/>
                <a:gdLst>
                  <a:gd name="T0" fmla="*/ 7 w 60"/>
                  <a:gd name="T1" fmla="*/ 0 h 83"/>
                  <a:gd name="T2" fmla="*/ 29 w 60"/>
                  <a:gd name="T3" fmla="*/ 0 h 83"/>
                  <a:gd name="T4" fmla="*/ 29 w 60"/>
                  <a:gd name="T5" fmla="*/ 0 h 83"/>
                  <a:gd name="T6" fmla="*/ 30 w 60"/>
                  <a:gd name="T7" fmla="*/ 0 h 83"/>
                  <a:gd name="T8" fmla="*/ 30 w 60"/>
                  <a:gd name="T9" fmla="*/ 0 h 83"/>
                  <a:gd name="T10" fmla="*/ 31 w 60"/>
                  <a:gd name="T11" fmla="*/ 0 h 83"/>
                  <a:gd name="T12" fmla="*/ 31 w 60"/>
                  <a:gd name="T13" fmla="*/ 0 h 83"/>
                  <a:gd name="T14" fmla="*/ 53 w 60"/>
                  <a:gd name="T15" fmla="*/ 0 h 83"/>
                  <a:gd name="T16" fmla="*/ 59 w 60"/>
                  <a:gd name="T17" fmla="*/ 10 h 83"/>
                  <a:gd name="T18" fmla="*/ 56 w 60"/>
                  <a:gd name="T19" fmla="*/ 42 h 83"/>
                  <a:gd name="T20" fmla="*/ 56 w 60"/>
                  <a:gd name="T21" fmla="*/ 83 h 83"/>
                  <a:gd name="T22" fmla="*/ 4 w 60"/>
                  <a:gd name="T23" fmla="*/ 83 h 83"/>
                  <a:gd name="T24" fmla="*/ 4 w 60"/>
                  <a:gd name="T25" fmla="*/ 42 h 83"/>
                  <a:gd name="T26" fmla="*/ 1 w 60"/>
                  <a:gd name="T27" fmla="*/ 10 h 83"/>
                  <a:gd name="T28" fmla="*/ 7 w 60"/>
                  <a:gd name="T29" fmla="*/ 0 h 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60" h="83">
                    <a:moveTo>
                      <a:pt x="7" y="0"/>
                    </a:moveTo>
                    <a:cubicBezTo>
                      <a:pt x="29" y="0"/>
                      <a:pt x="29" y="0"/>
                      <a:pt x="29" y="0"/>
                    </a:cubicBezTo>
                    <a:cubicBezTo>
                      <a:pt x="29" y="0"/>
                      <a:pt x="29" y="0"/>
                      <a:pt x="29" y="0"/>
                    </a:cubicBezTo>
                    <a:cubicBezTo>
                      <a:pt x="30" y="0"/>
                      <a:pt x="30" y="0"/>
                      <a:pt x="30" y="0"/>
                    </a:cubicBezTo>
                    <a:cubicBezTo>
                      <a:pt x="30" y="0"/>
                      <a:pt x="30" y="0"/>
                      <a:pt x="30" y="0"/>
                    </a:cubicBezTo>
                    <a:cubicBezTo>
                      <a:pt x="31" y="0"/>
                      <a:pt x="31" y="0"/>
                      <a:pt x="31" y="0"/>
                    </a:cubicBezTo>
                    <a:cubicBezTo>
                      <a:pt x="31" y="0"/>
                      <a:pt x="31" y="0"/>
                      <a:pt x="31" y="0"/>
                    </a:cubicBezTo>
                    <a:cubicBezTo>
                      <a:pt x="53" y="0"/>
                      <a:pt x="53" y="0"/>
                      <a:pt x="53" y="0"/>
                    </a:cubicBezTo>
                    <a:cubicBezTo>
                      <a:pt x="57" y="0"/>
                      <a:pt x="60" y="4"/>
                      <a:pt x="59" y="10"/>
                    </a:cubicBezTo>
                    <a:cubicBezTo>
                      <a:pt x="58" y="22"/>
                      <a:pt x="56" y="32"/>
                      <a:pt x="56" y="42"/>
                    </a:cubicBezTo>
                    <a:cubicBezTo>
                      <a:pt x="56" y="83"/>
                      <a:pt x="56" y="83"/>
                      <a:pt x="56" y="83"/>
                    </a:cubicBezTo>
                    <a:cubicBezTo>
                      <a:pt x="4" y="83"/>
                      <a:pt x="4" y="83"/>
                      <a:pt x="4" y="83"/>
                    </a:cubicBezTo>
                    <a:cubicBezTo>
                      <a:pt x="4" y="42"/>
                      <a:pt x="4" y="42"/>
                      <a:pt x="4" y="42"/>
                    </a:cubicBezTo>
                    <a:cubicBezTo>
                      <a:pt x="4" y="32"/>
                      <a:pt x="2" y="22"/>
                      <a:pt x="1" y="10"/>
                    </a:cubicBezTo>
                    <a:cubicBezTo>
                      <a:pt x="0" y="4"/>
                      <a:pt x="3" y="0"/>
                      <a:pt x="7" y="0"/>
                    </a:cubicBezTo>
                    <a:close/>
                  </a:path>
                </a:pathLst>
              </a:custGeom>
              <a:solidFill>
                <a:srgbClr val="494F7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0" name="Freeform 54"/>
              <p:cNvSpPr>
                <a:spLocks/>
              </p:cNvSpPr>
              <p:nvPr/>
            </p:nvSpPr>
            <p:spPr bwMode="auto">
              <a:xfrm>
                <a:off x="8194675" y="5005388"/>
                <a:ext cx="349250" cy="1490663"/>
              </a:xfrm>
              <a:custGeom>
                <a:avLst/>
                <a:gdLst>
                  <a:gd name="T0" fmla="*/ 10 w 19"/>
                  <a:gd name="T1" fmla="*/ 0 h 81"/>
                  <a:gd name="T2" fmla="*/ 10 w 19"/>
                  <a:gd name="T3" fmla="*/ 0 h 81"/>
                  <a:gd name="T4" fmla="*/ 19 w 19"/>
                  <a:gd name="T5" fmla="*/ 9 h 81"/>
                  <a:gd name="T6" fmla="*/ 19 w 19"/>
                  <a:gd name="T7" fmla="*/ 72 h 81"/>
                  <a:gd name="T8" fmla="*/ 10 w 19"/>
                  <a:gd name="T9" fmla="*/ 81 h 81"/>
                  <a:gd name="T10" fmla="*/ 10 w 19"/>
                  <a:gd name="T11" fmla="*/ 81 h 81"/>
                  <a:gd name="T12" fmla="*/ 0 w 19"/>
                  <a:gd name="T13" fmla="*/ 72 h 81"/>
                  <a:gd name="T14" fmla="*/ 0 w 19"/>
                  <a:gd name="T15" fmla="*/ 9 h 81"/>
                  <a:gd name="T16" fmla="*/ 10 w 19"/>
                  <a:gd name="T17" fmla="*/ 0 h 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9" h="81">
                    <a:moveTo>
                      <a:pt x="10" y="0"/>
                    </a:moveTo>
                    <a:cubicBezTo>
                      <a:pt x="10" y="0"/>
                      <a:pt x="10" y="0"/>
                      <a:pt x="10" y="0"/>
                    </a:cubicBezTo>
                    <a:cubicBezTo>
                      <a:pt x="15" y="0"/>
                      <a:pt x="19" y="4"/>
                      <a:pt x="19" y="9"/>
                    </a:cubicBezTo>
                    <a:cubicBezTo>
                      <a:pt x="19" y="72"/>
                      <a:pt x="19" y="72"/>
                      <a:pt x="19" y="72"/>
                    </a:cubicBezTo>
                    <a:cubicBezTo>
                      <a:pt x="19" y="77"/>
                      <a:pt x="15" y="81"/>
                      <a:pt x="10" y="81"/>
                    </a:cubicBezTo>
                    <a:cubicBezTo>
                      <a:pt x="10" y="81"/>
                      <a:pt x="10" y="81"/>
                      <a:pt x="10" y="81"/>
                    </a:cubicBezTo>
                    <a:cubicBezTo>
                      <a:pt x="5" y="81"/>
                      <a:pt x="0" y="77"/>
                      <a:pt x="0" y="72"/>
                    </a:cubicBezTo>
                    <a:cubicBezTo>
                      <a:pt x="0" y="9"/>
                      <a:pt x="0" y="9"/>
                      <a:pt x="0" y="9"/>
                    </a:cubicBezTo>
                    <a:cubicBezTo>
                      <a:pt x="0" y="4"/>
                      <a:pt x="5" y="0"/>
                      <a:pt x="10" y="0"/>
                    </a:cubicBezTo>
                    <a:close/>
                  </a:path>
                </a:pathLst>
              </a:custGeom>
              <a:solidFill>
                <a:srgbClr val="3B404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1" name="Freeform 55"/>
              <p:cNvSpPr>
                <a:spLocks/>
              </p:cNvSpPr>
              <p:nvPr/>
            </p:nvSpPr>
            <p:spPr bwMode="auto">
              <a:xfrm>
                <a:off x="8175625" y="3441701"/>
                <a:ext cx="496887" cy="1527175"/>
              </a:xfrm>
              <a:custGeom>
                <a:avLst/>
                <a:gdLst>
                  <a:gd name="T0" fmla="*/ 4 w 27"/>
                  <a:gd name="T1" fmla="*/ 0 h 83"/>
                  <a:gd name="T2" fmla="*/ 26 w 27"/>
                  <a:gd name="T3" fmla="*/ 0 h 83"/>
                  <a:gd name="T4" fmla="*/ 26 w 27"/>
                  <a:gd name="T5" fmla="*/ 0 h 83"/>
                  <a:gd name="T6" fmla="*/ 27 w 27"/>
                  <a:gd name="T7" fmla="*/ 0 h 83"/>
                  <a:gd name="T8" fmla="*/ 27 w 27"/>
                  <a:gd name="T9" fmla="*/ 0 h 83"/>
                  <a:gd name="T10" fmla="*/ 27 w 27"/>
                  <a:gd name="T11" fmla="*/ 83 h 83"/>
                  <a:gd name="T12" fmla="*/ 1 w 27"/>
                  <a:gd name="T13" fmla="*/ 83 h 83"/>
                  <a:gd name="T14" fmla="*/ 0 w 27"/>
                  <a:gd name="T15" fmla="*/ 10 h 83"/>
                  <a:gd name="T16" fmla="*/ 4 w 27"/>
                  <a:gd name="T17" fmla="*/ 0 h 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7" h="83">
                    <a:moveTo>
                      <a:pt x="4" y="0"/>
                    </a:moveTo>
                    <a:cubicBezTo>
                      <a:pt x="26" y="0"/>
                      <a:pt x="26" y="0"/>
                      <a:pt x="26" y="0"/>
                    </a:cubicBezTo>
                    <a:cubicBezTo>
                      <a:pt x="26" y="0"/>
                      <a:pt x="26" y="0"/>
                      <a:pt x="26" y="0"/>
                    </a:cubicBezTo>
                    <a:cubicBezTo>
                      <a:pt x="27" y="0"/>
                      <a:pt x="27" y="0"/>
                      <a:pt x="27" y="0"/>
                    </a:cubicBezTo>
                    <a:cubicBezTo>
                      <a:pt x="27" y="0"/>
                      <a:pt x="27" y="0"/>
                      <a:pt x="27" y="0"/>
                    </a:cubicBezTo>
                    <a:cubicBezTo>
                      <a:pt x="27" y="83"/>
                      <a:pt x="27" y="83"/>
                      <a:pt x="27" y="83"/>
                    </a:cubicBezTo>
                    <a:cubicBezTo>
                      <a:pt x="1" y="83"/>
                      <a:pt x="1" y="83"/>
                      <a:pt x="1" y="83"/>
                    </a:cubicBezTo>
                    <a:cubicBezTo>
                      <a:pt x="0" y="10"/>
                      <a:pt x="0" y="10"/>
                      <a:pt x="0" y="10"/>
                    </a:cubicBezTo>
                    <a:cubicBezTo>
                      <a:pt x="0" y="4"/>
                      <a:pt x="0" y="0"/>
                      <a:pt x="4" y="0"/>
                    </a:cubicBezTo>
                    <a:close/>
                  </a:path>
                </a:pathLst>
              </a:custGeom>
              <a:solidFill>
                <a:srgbClr val="53628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2" name="Freeform 56"/>
              <p:cNvSpPr>
                <a:spLocks/>
              </p:cNvSpPr>
              <p:nvPr/>
            </p:nvSpPr>
            <p:spPr bwMode="auto">
              <a:xfrm>
                <a:off x="8359775" y="3386138"/>
                <a:ext cx="625475" cy="147638"/>
              </a:xfrm>
              <a:custGeom>
                <a:avLst/>
                <a:gdLst>
                  <a:gd name="T0" fmla="*/ 5 w 34"/>
                  <a:gd name="T1" fmla="*/ 0 h 8"/>
                  <a:gd name="T2" fmla="*/ 0 w 34"/>
                  <a:gd name="T3" fmla="*/ 3 h 8"/>
                  <a:gd name="T4" fmla="*/ 34 w 34"/>
                  <a:gd name="T5" fmla="*/ 3 h 8"/>
                  <a:gd name="T6" fmla="*/ 29 w 34"/>
                  <a:gd name="T7" fmla="*/ 0 h 8"/>
                  <a:gd name="T8" fmla="*/ 5 w 34"/>
                  <a:gd name="T9" fmla="*/ 0 h 8"/>
                </a:gdLst>
                <a:ahLst/>
                <a:cxnLst>
                  <a:cxn ang="0">
                    <a:pos x="T0" y="T1"/>
                  </a:cxn>
                  <a:cxn ang="0">
                    <a:pos x="T2" y="T3"/>
                  </a:cxn>
                  <a:cxn ang="0">
                    <a:pos x="T4" y="T5"/>
                  </a:cxn>
                  <a:cxn ang="0">
                    <a:pos x="T6" y="T7"/>
                  </a:cxn>
                  <a:cxn ang="0">
                    <a:pos x="T8" y="T9"/>
                  </a:cxn>
                </a:cxnLst>
                <a:rect l="0" t="0" r="r" b="b"/>
                <a:pathLst>
                  <a:path w="34" h="8">
                    <a:moveTo>
                      <a:pt x="5" y="0"/>
                    </a:moveTo>
                    <a:cubicBezTo>
                      <a:pt x="0" y="3"/>
                      <a:pt x="0" y="3"/>
                      <a:pt x="0" y="3"/>
                    </a:cubicBezTo>
                    <a:cubicBezTo>
                      <a:pt x="8" y="8"/>
                      <a:pt x="28" y="7"/>
                      <a:pt x="34" y="3"/>
                    </a:cubicBezTo>
                    <a:cubicBezTo>
                      <a:pt x="29" y="0"/>
                      <a:pt x="29" y="0"/>
                      <a:pt x="29" y="0"/>
                    </a:cubicBezTo>
                    <a:cubicBezTo>
                      <a:pt x="21" y="2"/>
                      <a:pt x="12" y="2"/>
                      <a:pt x="5" y="0"/>
                    </a:cubicBezTo>
                    <a:close/>
                  </a:path>
                </a:pathLst>
              </a:custGeom>
              <a:solidFill>
                <a:srgbClr val="C9E7F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3" name="Freeform 57"/>
              <p:cNvSpPr>
                <a:spLocks/>
              </p:cNvSpPr>
              <p:nvPr/>
            </p:nvSpPr>
            <p:spPr bwMode="auto">
              <a:xfrm>
                <a:off x="8359775" y="3386138"/>
                <a:ext cx="312737" cy="111125"/>
              </a:xfrm>
              <a:custGeom>
                <a:avLst/>
                <a:gdLst>
                  <a:gd name="T0" fmla="*/ 5 w 17"/>
                  <a:gd name="T1" fmla="*/ 0 h 6"/>
                  <a:gd name="T2" fmla="*/ 0 w 17"/>
                  <a:gd name="T3" fmla="*/ 3 h 6"/>
                  <a:gd name="T4" fmla="*/ 17 w 17"/>
                  <a:gd name="T5" fmla="*/ 6 h 6"/>
                  <a:gd name="T6" fmla="*/ 17 w 17"/>
                  <a:gd name="T7" fmla="*/ 1 h 6"/>
                  <a:gd name="T8" fmla="*/ 5 w 17"/>
                  <a:gd name="T9" fmla="*/ 0 h 6"/>
                </a:gdLst>
                <a:ahLst/>
                <a:cxnLst>
                  <a:cxn ang="0">
                    <a:pos x="T0" y="T1"/>
                  </a:cxn>
                  <a:cxn ang="0">
                    <a:pos x="T2" y="T3"/>
                  </a:cxn>
                  <a:cxn ang="0">
                    <a:pos x="T4" y="T5"/>
                  </a:cxn>
                  <a:cxn ang="0">
                    <a:pos x="T6" y="T7"/>
                  </a:cxn>
                  <a:cxn ang="0">
                    <a:pos x="T8" y="T9"/>
                  </a:cxn>
                </a:cxnLst>
                <a:rect l="0" t="0" r="r" b="b"/>
                <a:pathLst>
                  <a:path w="17" h="6">
                    <a:moveTo>
                      <a:pt x="5" y="0"/>
                    </a:moveTo>
                    <a:cubicBezTo>
                      <a:pt x="0" y="3"/>
                      <a:pt x="0" y="3"/>
                      <a:pt x="0" y="3"/>
                    </a:cubicBezTo>
                    <a:cubicBezTo>
                      <a:pt x="4" y="5"/>
                      <a:pt x="10" y="6"/>
                      <a:pt x="17" y="6"/>
                    </a:cubicBezTo>
                    <a:cubicBezTo>
                      <a:pt x="17" y="1"/>
                      <a:pt x="17" y="1"/>
                      <a:pt x="17" y="1"/>
                    </a:cubicBezTo>
                    <a:cubicBezTo>
                      <a:pt x="12" y="1"/>
                      <a:pt x="8" y="1"/>
                      <a:pt x="5" y="0"/>
                    </a:cubicBezTo>
                    <a:close/>
                  </a:path>
                </a:pathLst>
              </a:custGeom>
              <a:solidFill>
                <a:srgbClr val="EBF7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4" name="Freeform 58"/>
              <p:cNvSpPr>
                <a:spLocks/>
              </p:cNvSpPr>
              <p:nvPr/>
            </p:nvSpPr>
            <p:spPr bwMode="auto">
              <a:xfrm>
                <a:off x="8323263" y="3405188"/>
                <a:ext cx="698500" cy="146050"/>
              </a:xfrm>
              <a:custGeom>
                <a:avLst/>
                <a:gdLst>
                  <a:gd name="T0" fmla="*/ 4 w 38"/>
                  <a:gd name="T1" fmla="*/ 0 h 8"/>
                  <a:gd name="T2" fmla="*/ 33 w 38"/>
                  <a:gd name="T3" fmla="*/ 0 h 8"/>
                  <a:gd name="T4" fmla="*/ 38 w 38"/>
                  <a:gd name="T5" fmla="*/ 2 h 8"/>
                  <a:gd name="T6" fmla="*/ 0 w 38"/>
                  <a:gd name="T7" fmla="*/ 2 h 8"/>
                  <a:gd name="T8" fmla="*/ 4 w 38"/>
                  <a:gd name="T9" fmla="*/ 0 h 8"/>
                </a:gdLst>
                <a:ahLst/>
                <a:cxnLst>
                  <a:cxn ang="0">
                    <a:pos x="T0" y="T1"/>
                  </a:cxn>
                  <a:cxn ang="0">
                    <a:pos x="T2" y="T3"/>
                  </a:cxn>
                  <a:cxn ang="0">
                    <a:pos x="T4" y="T5"/>
                  </a:cxn>
                  <a:cxn ang="0">
                    <a:pos x="T6" y="T7"/>
                  </a:cxn>
                  <a:cxn ang="0">
                    <a:pos x="T8" y="T9"/>
                  </a:cxn>
                </a:cxnLst>
                <a:rect l="0" t="0" r="r" b="b"/>
                <a:pathLst>
                  <a:path w="38" h="8">
                    <a:moveTo>
                      <a:pt x="4" y="0"/>
                    </a:moveTo>
                    <a:cubicBezTo>
                      <a:pt x="14" y="3"/>
                      <a:pt x="25" y="3"/>
                      <a:pt x="33" y="0"/>
                    </a:cubicBezTo>
                    <a:cubicBezTo>
                      <a:pt x="38" y="2"/>
                      <a:pt x="38" y="2"/>
                      <a:pt x="38" y="2"/>
                    </a:cubicBezTo>
                    <a:cubicBezTo>
                      <a:pt x="27" y="8"/>
                      <a:pt x="11" y="8"/>
                      <a:pt x="0" y="2"/>
                    </a:cubicBezTo>
                    <a:lnTo>
                      <a:pt x="4" y="0"/>
                    </a:lnTo>
                    <a:close/>
                  </a:path>
                </a:pathLst>
              </a:custGeom>
              <a:solidFill>
                <a:srgbClr val="38496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5" name="Freeform 59"/>
              <p:cNvSpPr>
                <a:spLocks/>
              </p:cNvSpPr>
              <p:nvPr/>
            </p:nvSpPr>
            <p:spPr bwMode="auto">
              <a:xfrm>
                <a:off x="7974013" y="5114926"/>
                <a:ext cx="1379537" cy="295275"/>
              </a:xfrm>
              <a:custGeom>
                <a:avLst/>
                <a:gdLst>
                  <a:gd name="T0" fmla="*/ 8 w 75"/>
                  <a:gd name="T1" fmla="*/ 0 h 16"/>
                  <a:gd name="T2" fmla="*/ 67 w 75"/>
                  <a:gd name="T3" fmla="*/ 0 h 16"/>
                  <a:gd name="T4" fmla="*/ 75 w 75"/>
                  <a:gd name="T5" fmla="*/ 5 h 16"/>
                  <a:gd name="T6" fmla="*/ 75 w 75"/>
                  <a:gd name="T7" fmla="*/ 11 h 16"/>
                  <a:gd name="T8" fmla="*/ 67 w 75"/>
                  <a:gd name="T9" fmla="*/ 16 h 16"/>
                  <a:gd name="T10" fmla="*/ 8 w 75"/>
                  <a:gd name="T11" fmla="*/ 16 h 16"/>
                  <a:gd name="T12" fmla="*/ 0 w 75"/>
                  <a:gd name="T13" fmla="*/ 11 h 16"/>
                  <a:gd name="T14" fmla="*/ 0 w 75"/>
                  <a:gd name="T15" fmla="*/ 5 h 16"/>
                  <a:gd name="T16" fmla="*/ 8 w 75"/>
                  <a:gd name="T17" fmla="*/ 0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16">
                    <a:moveTo>
                      <a:pt x="8" y="0"/>
                    </a:moveTo>
                    <a:cubicBezTo>
                      <a:pt x="67" y="0"/>
                      <a:pt x="67" y="0"/>
                      <a:pt x="67" y="0"/>
                    </a:cubicBezTo>
                    <a:cubicBezTo>
                      <a:pt x="72" y="0"/>
                      <a:pt x="75" y="2"/>
                      <a:pt x="75" y="5"/>
                    </a:cubicBezTo>
                    <a:cubicBezTo>
                      <a:pt x="75" y="11"/>
                      <a:pt x="75" y="11"/>
                      <a:pt x="75" y="11"/>
                    </a:cubicBezTo>
                    <a:cubicBezTo>
                      <a:pt x="75" y="14"/>
                      <a:pt x="72" y="16"/>
                      <a:pt x="67" y="16"/>
                    </a:cubicBezTo>
                    <a:cubicBezTo>
                      <a:pt x="8" y="16"/>
                      <a:pt x="8" y="16"/>
                      <a:pt x="8" y="16"/>
                    </a:cubicBezTo>
                    <a:cubicBezTo>
                      <a:pt x="4" y="16"/>
                      <a:pt x="0" y="14"/>
                      <a:pt x="0" y="11"/>
                    </a:cubicBezTo>
                    <a:cubicBezTo>
                      <a:pt x="0" y="5"/>
                      <a:pt x="0" y="5"/>
                      <a:pt x="0" y="5"/>
                    </a:cubicBezTo>
                    <a:cubicBezTo>
                      <a:pt x="0" y="2"/>
                      <a:pt x="4" y="0"/>
                      <a:pt x="8" y="0"/>
                    </a:cubicBezTo>
                    <a:close/>
                  </a:path>
                </a:pathLst>
              </a:custGeom>
              <a:solidFill>
                <a:srgbClr val="EEA920"/>
              </a:solidFill>
              <a:ln>
                <a:noFill/>
              </a:ln>
            </p:spPr>
            <p:txBody>
              <a:bodyPr vert="horz" wrap="square" lIns="91440" tIns="45720" rIns="91440" bIns="45720" numCol="1" anchor="t" anchorCtr="0" compatLnSpc="1">
                <a:prstTxWarp prst="textNoShape">
                  <a:avLst/>
                </a:prstTxWarp>
              </a:bodyPr>
              <a:lstStyle/>
              <a:p>
                <a:endParaRPr lang="en-US"/>
              </a:p>
            </p:txBody>
          </p:sp>
          <p:sp>
            <p:nvSpPr>
              <p:cNvPr id="86" name="Freeform 60"/>
              <p:cNvSpPr>
                <a:spLocks/>
              </p:cNvSpPr>
              <p:nvPr/>
            </p:nvSpPr>
            <p:spPr bwMode="auto">
              <a:xfrm>
                <a:off x="7974013" y="5114926"/>
                <a:ext cx="698500" cy="295275"/>
              </a:xfrm>
              <a:custGeom>
                <a:avLst/>
                <a:gdLst>
                  <a:gd name="T0" fmla="*/ 8 w 38"/>
                  <a:gd name="T1" fmla="*/ 0 h 16"/>
                  <a:gd name="T2" fmla="*/ 38 w 38"/>
                  <a:gd name="T3" fmla="*/ 0 h 16"/>
                  <a:gd name="T4" fmla="*/ 38 w 38"/>
                  <a:gd name="T5" fmla="*/ 16 h 16"/>
                  <a:gd name="T6" fmla="*/ 8 w 38"/>
                  <a:gd name="T7" fmla="*/ 16 h 16"/>
                  <a:gd name="T8" fmla="*/ 0 w 38"/>
                  <a:gd name="T9" fmla="*/ 11 h 16"/>
                  <a:gd name="T10" fmla="*/ 0 w 38"/>
                  <a:gd name="T11" fmla="*/ 5 h 16"/>
                  <a:gd name="T12" fmla="*/ 8 w 38"/>
                  <a:gd name="T13" fmla="*/ 0 h 16"/>
                </a:gdLst>
                <a:ahLst/>
                <a:cxnLst>
                  <a:cxn ang="0">
                    <a:pos x="T0" y="T1"/>
                  </a:cxn>
                  <a:cxn ang="0">
                    <a:pos x="T2" y="T3"/>
                  </a:cxn>
                  <a:cxn ang="0">
                    <a:pos x="T4" y="T5"/>
                  </a:cxn>
                  <a:cxn ang="0">
                    <a:pos x="T6" y="T7"/>
                  </a:cxn>
                  <a:cxn ang="0">
                    <a:pos x="T8" y="T9"/>
                  </a:cxn>
                  <a:cxn ang="0">
                    <a:pos x="T10" y="T11"/>
                  </a:cxn>
                  <a:cxn ang="0">
                    <a:pos x="T12" y="T13"/>
                  </a:cxn>
                </a:cxnLst>
                <a:rect l="0" t="0" r="r" b="b"/>
                <a:pathLst>
                  <a:path w="38" h="16">
                    <a:moveTo>
                      <a:pt x="8" y="0"/>
                    </a:moveTo>
                    <a:cubicBezTo>
                      <a:pt x="38" y="0"/>
                      <a:pt x="38" y="0"/>
                      <a:pt x="38" y="0"/>
                    </a:cubicBezTo>
                    <a:cubicBezTo>
                      <a:pt x="38" y="16"/>
                      <a:pt x="38" y="16"/>
                      <a:pt x="38" y="16"/>
                    </a:cubicBezTo>
                    <a:cubicBezTo>
                      <a:pt x="8" y="16"/>
                      <a:pt x="8" y="16"/>
                      <a:pt x="8" y="16"/>
                    </a:cubicBezTo>
                    <a:cubicBezTo>
                      <a:pt x="4" y="16"/>
                      <a:pt x="0" y="14"/>
                      <a:pt x="0" y="11"/>
                    </a:cubicBezTo>
                    <a:cubicBezTo>
                      <a:pt x="0" y="5"/>
                      <a:pt x="0" y="5"/>
                      <a:pt x="0" y="5"/>
                    </a:cubicBezTo>
                    <a:cubicBezTo>
                      <a:pt x="0" y="2"/>
                      <a:pt x="4" y="0"/>
                      <a:pt x="8" y="0"/>
                    </a:cubicBezTo>
                    <a:close/>
                  </a:path>
                </a:pathLst>
              </a:custGeom>
              <a:solidFill>
                <a:srgbClr val="EEA92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7" name="Freeform 61"/>
              <p:cNvSpPr>
                <a:spLocks/>
              </p:cNvSpPr>
              <p:nvPr/>
            </p:nvSpPr>
            <p:spPr bwMode="auto">
              <a:xfrm>
                <a:off x="8027988" y="4159251"/>
                <a:ext cx="1289050" cy="312738"/>
              </a:xfrm>
              <a:custGeom>
                <a:avLst/>
                <a:gdLst>
                  <a:gd name="T0" fmla="*/ 7 w 70"/>
                  <a:gd name="T1" fmla="*/ 0 h 17"/>
                  <a:gd name="T2" fmla="*/ 63 w 70"/>
                  <a:gd name="T3" fmla="*/ 0 h 17"/>
                  <a:gd name="T4" fmla="*/ 70 w 70"/>
                  <a:gd name="T5" fmla="*/ 6 h 17"/>
                  <a:gd name="T6" fmla="*/ 70 w 70"/>
                  <a:gd name="T7" fmla="*/ 11 h 17"/>
                  <a:gd name="T8" fmla="*/ 63 w 70"/>
                  <a:gd name="T9" fmla="*/ 17 h 17"/>
                  <a:gd name="T10" fmla="*/ 7 w 70"/>
                  <a:gd name="T11" fmla="*/ 17 h 17"/>
                  <a:gd name="T12" fmla="*/ 0 w 70"/>
                  <a:gd name="T13" fmla="*/ 11 h 17"/>
                  <a:gd name="T14" fmla="*/ 0 w 70"/>
                  <a:gd name="T15" fmla="*/ 6 h 17"/>
                  <a:gd name="T16" fmla="*/ 7 w 70"/>
                  <a:gd name="T17"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0" h="17">
                    <a:moveTo>
                      <a:pt x="7" y="0"/>
                    </a:moveTo>
                    <a:cubicBezTo>
                      <a:pt x="63" y="0"/>
                      <a:pt x="63" y="0"/>
                      <a:pt x="63" y="0"/>
                    </a:cubicBezTo>
                    <a:cubicBezTo>
                      <a:pt x="66" y="0"/>
                      <a:pt x="70" y="2"/>
                      <a:pt x="70" y="6"/>
                    </a:cubicBezTo>
                    <a:cubicBezTo>
                      <a:pt x="70" y="11"/>
                      <a:pt x="70" y="11"/>
                      <a:pt x="70" y="11"/>
                    </a:cubicBezTo>
                    <a:cubicBezTo>
                      <a:pt x="70" y="14"/>
                      <a:pt x="66" y="17"/>
                      <a:pt x="63" y="17"/>
                    </a:cubicBezTo>
                    <a:cubicBezTo>
                      <a:pt x="7" y="17"/>
                      <a:pt x="7" y="17"/>
                      <a:pt x="7" y="17"/>
                    </a:cubicBezTo>
                    <a:cubicBezTo>
                      <a:pt x="4" y="17"/>
                      <a:pt x="0" y="14"/>
                      <a:pt x="0" y="11"/>
                    </a:cubicBezTo>
                    <a:cubicBezTo>
                      <a:pt x="0" y="6"/>
                      <a:pt x="0" y="6"/>
                      <a:pt x="0" y="6"/>
                    </a:cubicBezTo>
                    <a:cubicBezTo>
                      <a:pt x="0" y="2"/>
                      <a:pt x="4" y="0"/>
                      <a:pt x="7" y="0"/>
                    </a:cubicBezTo>
                    <a:close/>
                  </a:path>
                </a:pathLst>
              </a:custGeom>
              <a:solidFill>
                <a:srgbClr val="EEA920"/>
              </a:solidFill>
              <a:ln>
                <a:noFill/>
              </a:ln>
            </p:spPr>
            <p:txBody>
              <a:bodyPr vert="horz" wrap="square" lIns="91440" tIns="45720" rIns="91440" bIns="45720" numCol="1" anchor="t" anchorCtr="0" compatLnSpc="1">
                <a:prstTxWarp prst="textNoShape">
                  <a:avLst/>
                </a:prstTxWarp>
              </a:bodyPr>
              <a:lstStyle/>
              <a:p>
                <a:endParaRPr lang="en-US"/>
              </a:p>
            </p:txBody>
          </p:sp>
          <p:sp>
            <p:nvSpPr>
              <p:cNvPr id="88" name="Freeform 62"/>
              <p:cNvSpPr>
                <a:spLocks/>
              </p:cNvSpPr>
              <p:nvPr/>
            </p:nvSpPr>
            <p:spPr bwMode="auto">
              <a:xfrm>
                <a:off x="8027988" y="4471988"/>
                <a:ext cx="1289050" cy="293688"/>
              </a:xfrm>
              <a:custGeom>
                <a:avLst/>
                <a:gdLst>
                  <a:gd name="T0" fmla="*/ 7 w 70"/>
                  <a:gd name="T1" fmla="*/ 0 h 16"/>
                  <a:gd name="T2" fmla="*/ 63 w 70"/>
                  <a:gd name="T3" fmla="*/ 0 h 16"/>
                  <a:gd name="T4" fmla="*/ 70 w 70"/>
                  <a:gd name="T5" fmla="*/ 6 h 16"/>
                  <a:gd name="T6" fmla="*/ 70 w 70"/>
                  <a:gd name="T7" fmla="*/ 10 h 16"/>
                  <a:gd name="T8" fmla="*/ 63 w 70"/>
                  <a:gd name="T9" fmla="*/ 16 h 16"/>
                  <a:gd name="T10" fmla="*/ 7 w 70"/>
                  <a:gd name="T11" fmla="*/ 16 h 16"/>
                  <a:gd name="T12" fmla="*/ 0 w 70"/>
                  <a:gd name="T13" fmla="*/ 10 h 16"/>
                  <a:gd name="T14" fmla="*/ 0 w 70"/>
                  <a:gd name="T15" fmla="*/ 6 h 16"/>
                  <a:gd name="T16" fmla="*/ 7 w 70"/>
                  <a:gd name="T17" fmla="*/ 0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0" h="16">
                    <a:moveTo>
                      <a:pt x="7" y="0"/>
                    </a:moveTo>
                    <a:cubicBezTo>
                      <a:pt x="63" y="0"/>
                      <a:pt x="63" y="0"/>
                      <a:pt x="63" y="0"/>
                    </a:cubicBezTo>
                    <a:cubicBezTo>
                      <a:pt x="66" y="0"/>
                      <a:pt x="70" y="3"/>
                      <a:pt x="70" y="6"/>
                    </a:cubicBezTo>
                    <a:cubicBezTo>
                      <a:pt x="70" y="10"/>
                      <a:pt x="70" y="10"/>
                      <a:pt x="70" y="10"/>
                    </a:cubicBezTo>
                    <a:cubicBezTo>
                      <a:pt x="70" y="13"/>
                      <a:pt x="66" y="16"/>
                      <a:pt x="63" y="16"/>
                    </a:cubicBezTo>
                    <a:cubicBezTo>
                      <a:pt x="7" y="16"/>
                      <a:pt x="7" y="16"/>
                      <a:pt x="7" y="16"/>
                    </a:cubicBezTo>
                    <a:cubicBezTo>
                      <a:pt x="4" y="16"/>
                      <a:pt x="0" y="13"/>
                      <a:pt x="0" y="10"/>
                    </a:cubicBezTo>
                    <a:cubicBezTo>
                      <a:pt x="0" y="6"/>
                      <a:pt x="0" y="6"/>
                      <a:pt x="0" y="6"/>
                    </a:cubicBezTo>
                    <a:cubicBezTo>
                      <a:pt x="0" y="3"/>
                      <a:pt x="4" y="0"/>
                      <a:pt x="7" y="0"/>
                    </a:cubicBezTo>
                    <a:close/>
                  </a:path>
                </a:pathLst>
              </a:custGeom>
              <a:solidFill>
                <a:srgbClr val="EEA920"/>
              </a:solidFill>
              <a:ln>
                <a:noFill/>
              </a:ln>
            </p:spPr>
            <p:txBody>
              <a:bodyPr vert="horz" wrap="square" lIns="91440" tIns="45720" rIns="91440" bIns="45720" numCol="1" anchor="t" anchorCtr="0" compatLnSpc="1">
                <a:prstTxWarp prst="textNoShape">
                  <a:avLst/>
                </a:prstTxWarp>
              </a:bodyPr>
              <a:lstStyle/>
              <a:p>
                <a:endParaRPr lang="en-US"/>
              </a:p>
            </p:txBody>
          </p:sp>
          <p:sp>
            <p:nvSpPr>
              <p:cNvPr id="89" name="Freeform 63"/>
              <p:cNvSpPr>
                <a:spLocks/>
              </p:cNvSpPr>
              <p:nvPr/>
            </p:nvSpPr>
            <p:spPr bwMode="auto">
              <a:xfrm>
                <a:off x="8027988" y="4159251"/>
                <a:ext cx="644525" cy="312738"/>
              </a:xfrm>
              <a:custGeom>
                <a:avLst/>
                <a:gdLst>
                  <a:gd name="T0" fmla="*/ 7 w 35"/>
                  <a:gd name="T1" fmla="*/ 0 h 17"/>
                  <a:gd name="T2" fmla="*/ 35 w 35"/>
                  <a:gd name="T3" fmla="*/ 0 h 17"/>
                  <a:gd name="T4" fmla="*/ 35 w 35"/>
                  <a:gd name="T5" fmla="*/ 17 h 17"/>
                  <a:gd name="T6" fmla="*/ 7 w 35"/>
                  <a:gd name="T7" fmla="*/ 17 h 17"/>
                  <a:gd name="T8" fmla="*/ 0 w 35"/>
                  <a:gd name="T9" fmla="*/ 11 h 17"/>
                  <a:gd name="T10" fmla="*/ 0 w 35"/>
                  <a:gd name="T11" fmla="*/ 6 h 17"/>
                  <a:gd name="T12" fmla="*/ 7 w 35"/>
                  <a:gd name="T13" fmla="*/ 0 h 17"/>
                </a:gdLst>
                <a:ahLst/>
                <a:cxnLst>
                  <a:cxn ang="0">
                    <a:pos x="T0" y="T1"/>
                  </a:cxn>
                  <a:cxn ang="0">
                    <a:pos x="T2" y="T3"/>
                  </a:cxn>
                  <a:cxn ang="0">
                    <a:pos x="T4" y="T5"/>
                  </a:cxn>
                  <a:cxn ang="0">
                    <a:pos x="T6" y="T7"/>
                  </a:cxn>
                  <a:cxn ang="0">
                    <a:pos x="T8" y="T9"/>
                  </a:cxn>
                  <a:cxn ang="0">
                    <a:pos x="T10" y="T11"/>
                  </a:cxn>
                  <a:cxn ang="0">
                    <a:pos x="T12" y="T13"/>
                  </a:cxn>
                </a:cxnLst>
                <a:rect l="0" t="0" r="r" b="b"/>
                <a:pathLst>
                  <a:path w="35" h="17">
                    <a:moveTo>
                      <a:pt x="7" y="0"/>
                    </a:moveTo>
                    <a:cubicBezTo>
                      <a:pt x="35" y="0"/>
                      <a:pt x="35" y="0"/>
                      <a:pt x="35" y="0"/>
                    </a:cubicBezTo>
                    <a:cubicBezTo>
                      <a:pt x="35" y="17"/>
                      <a:pt x="35" y="17"/>
                      <a:pt x="35" y="17"/>
                    </a:cubicBezTo>
                    <a:cubicBezTo>
                      <a:pt x="7" y="17"/>
                      <a:pt x="7" y="17"/>
                      <a:pt x="7" y="17"/>
                    </a:cubicBezTo>
                    <a:cubicBezTo>
                      <a:pt x="4" y="17"/>
                      <a:pt x="0" y="14"/>
                      <a:pt x="0" y="11"/>
                    </a:cubicBezTo>
                    <a:cubicBezTo>
                      <a:pt x="0" y="6"/>
                      <a:pt x="0" y="6"/>
                      <a:pt x="0" y="6"/>
                    </a:cubicBezTo>
                    <a:cubicBezTo>
                      <a:pt x="0" y="2"/>
                      <a:pt x="4" y="0"/>
                      <a:pt x="7" y="0"/>
                    </a:cubicBezTo>
                    <a:close/>
                  </a:path>
                </a:pathLst>
              </a:custGeom>
              <a:solidFill>
                <a:srgbClr val="EEA92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0" name="Freeform 64"/>
              <p:cNvSpPr>
                <a:spLocks/>
              </p:cNvSpPr>
              <p:nvPr/>
            </p:nvSpPr>
            <p:spPr bwMode="auto">
              <a:xfrm>
                <a:off x="8027988" y="4471988"/>
                <a:ext cx="644525" cy="293688"/>
              </a:xfrm>
              <a:custGeom>
                <a:avLst/>
                <a:gdLst>
                  <a:gd name="T0" fmla="*/ 7 w 35"/>
                  <a:gd name="T1" fmla="*/ 0 h 16"/>
                  <a:gd name="T2" fmla="*/ 35 w 35"/>
                  <a:gd name="T3" fmla="*/ 0 h 16"/>
                  <a:gd name="T4" fmla="*/ 35 w 35"/>
                  <a:gd name="T5" fmla="*/ 16 h 16"/>
                  <a:gd name="T6" fmla="*/ 7 w 35"/>
                  <a:gd name="T7" fmla="*/ 16 h 16"/>
                  <a:gd name="T8" fmla="*/ 0 w 35"/>
                  <a:gd name="T9" fmla="*/ 10 h 16"/>
                  <a:gd name="T10" fmla="*/ 0 w 35"/>
                  <a:gd name="T11" fmla="*/ 6 h 16"/>
                  <a:gd name="T12" fmla="*/ 7 w 35"/>
                  <a:gd name="T13" fmla="*/ 0 h 16"/>
                </a:gdLst>
                <a:ahLst/>
                <a:cxnLst>
                  <a:cxn ang="0">
                    <a:pos x="T0" y="T1"/>
                  </a:cxn>
                  <a:cxn ang="0">
                    <a:pos x="T2" y="T3"/>
                  </a:cxn>
                  <a:cxn ang="0">
                    <a:pos x="T4" y="T5"/>
                  </a:cxn>
                  <a:cxn ang="0">
                    <a:pos x="T6" y="T7"/>
                  </a:cxn>
                  <a:cxn ang="0">
                    <a:pos x="T8" y="T9"/>
                  </a:cxn>
                  <a:cxn ang="0">
                    <a:pos x="T10" y="T11"/>
                  </a:cxn>
                  <a:cxn ang="0">
                    <a:pos x="T12" y="T13"/>
                  </a:cxn>
                </a:cxnLst>
                <a:rect l="0" t="0" r="r" b="b"/>
                <a:pathLst>
                  <a:path w="35" h="16">
                    <a:moveTo>
                      <a:pt x="7" y="0"/>
                    </a:moveTo>
                    <a:cubicBezTo>
                      <a:pt x="35" y="0"/>
                      <a:pt x="35" y="0"/>
                      <a:pt x="35" y="0"/>
                    </a:cubicBezTo>
                    <a:cubicBezTo>
                      <a:pt x="35" y="16"/>
                      <a:pt x="35" y="16"/>
                      <a:pt x="35" y="16"/>
                    </a:cubicBezTo>
                    <a:cubicBezTo>
                      <a:pt x="7" y="16"/>
                      <a:pt x="7" y="16"/>
                      <a:pt x="7" y="16"/>
                    </a:cubicBezTo>
                    <a:cubicBezTo>
                      <a:pt x="4" y="16"/>
                      <a:pt x="0" y="13"/>
                      <a:pt x="0" y="10"/>
                    </a:cubicBezTo>
                    <a:cubicBezTo>
                      <a:pt x="0" y="6"/>
                      <a:pt x="0" y="6"/>
                      <a:pt x="0" y="6"/>
                    </a:cubicBezTo>
                    <a:cubicBezTo>
                      <a:pt x="0" y="3"/>
                      <a:pt x="4" y="0"/>
                      <a:pt x="7" y="0"/>
                    </a:cubicBezTo>
                    <a:close/>
                  </a:path>
                </a:pathLst>
              </a:custGeom>
              <a:solidFill>
                <a:srgbClr val="EEA92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1" name="Freeform 65"/>
              <p:cNvSpPr>
                <a:spLocks/>
              </p:cNvSpPr>
              <p:nvPr/>
            </p:nvSpPr>
            <p:spPr bwMode="auto">
              <a:xfrm>
                <a:off x="8047038" y="4397376"/>
                <a:ext cx="1250950" cy="74613"/>
              </a:xfrm>
              <a:custGeom>
                <a:avLst/>
                <a:gdLst>
                  <a:gd name="T0" fmla="*/ 68 w 68"/>
                  <a:gd name="T1" fmla="*/ 0 h 4"/>
                  <a:gd name="T2" fmla="*/ 62 w 68"/>
                  <a:gd name="T3" fmla="*/ 4 h 4"/>
                  <a:gd name="T4" fmla="*/ 6 w 68"/>
                  <a:gd name="T5" fmla="*/ 4 h 4"/>
                  <a:gd name="T6" fmla="*/ 0 w 68"/>
                  <a:gd name="T7" fmla="*/ 0 h 4"/>
                  <a:gd name="T8" fmla="*/ 68 w 68"/>
                  <a:gd name="T9" fmla="*/ 0 h 4"/>
                </a:gdLst>
                <a:ahLst/>
                <a:cxnLst>
                  <a:cxn ang="0">
                    <a:pos x="T0" y="T1"/>
                  </a:cxn>
                  <a:cxn ang="0">
                    <a:pos x="T2" y="T3"/>
                  </a:cxn>
                  <a:cxn ang="0">
                    <a:pos x="T4" y="T5"/>
                  </a:cxn>
                  <a:cxn ang="0">
                    <a:pos x="T6" y="T7"/>
                  </a:cxn>
                  <a:cxn ang="0">
                    <a:pos x="T8" y="T9"/>
                  </a:cxn>
                </a:cxnLst>
                <a:rect l="0" t="0" r="r" b="b"/>
                <a:pathLst>
                  <a:path w="68" h="4">
                    <a:moveTo>
                      <a:pt x="68" y="0"/>
                    </a:moveTo>
                    <a:cubicBezTo>
                      <a:pt x="67" y="2"/>
                      <a:pt x="64" y="4"/>
                      <a:pt x="62" y="4"/>
                    </a:cubicBezTo>
                    <a:cubicBezTo>
                      <a:pt x="6" y="4"/>
                      <a:pt x="6" y="4"/>
                      <a:pt x="6" y="4"/>
                    </a:cubicBezTo>
                    <a:cubicBezTo>
                      <a:pt x="3" y="4"/>
                      <a:pt x="1" y="2"/>
                      <a:pt x="0" y="0"/>
                    </a:cubicBezTo>
                    <a:lnTo>
                      <a:pt x="68" y="0"/>
                    </a:lnTo>
                    <a:close/>
                  </a:path>
                </a:pathLst>
              </a:custGeom>
              <a:solidFill>
                <a:srgbClr val="C97F0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2" name="Rectangle 66"/>
              <p:cNvSpPr>
                <a:spLocks noChangeArrowheads="1"/>
              </p:cNvSpPr>
              <p:nvPr/>
            </p:nvSpPr>
            <p:spPr bwMode="auto">
              <a:xfrm>
                <a:off x="8580438" y="4748213"/>
                <a:ext cx="165100" cy="366713"/>
              </a:xfrm>
              <a:prstGeom prst="rect">
                <a:avLst/>
              </a:prstGeom>
              <a:solidFill>
                <a:srgbClr val="8D919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3" name="Rectangle 67"/>
              <p:cNvSpPr>
                <a:spLocks noChangeArrowheads="1"/>
              </p:cNvSpPr>
              <p:nvPr/>
            </p:nvSpPr>
            <p:spPr bwMode="auto">
              <a:xfrm>
                <a:off x="8580438" y="4748213"/>
                <a:ext cx="92075" cy="366713"/>
              </a:xfrm>
              <a:prstGeom prst="rect">
                <a:avLst/>
              </a:prstGeom>
              <a:solidFill>
                <a:srgbClr val="B7B7B7"/>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4" name="Freeform 68"/>
              <p:cNvSpPr>
                <a:spLocks/>
              </p:cNvSpPr>
              <p:nvPr/>
            </p:nvSpPr>
            <p:spPr bwMode="auto">
              <a:xfrm>
                <a:off x="8047038" y="4692651"/>
                <a:ext cx="1250950" cy="73025"/>
              </a:xfrm>
              <a:custGeom>
                <a:avLst/>
                <a:gdLst>
                  <a:gd name="T0" fmla="*/ 68 w 68"/>
                  <a:gd name="T1" fmla="*/ 0 h 4"/>
                  <a:gd name="T2" fmla="*/ 62 w 68"/>
                  <a:gd name="T3" fmla="*/ 4 h 4"/>
                  <a:gd name="T4" fmla="*/ 6 w 68"/>
                  <a:gd name="T5" fmla="*/ 4 h 4"/>
                  <a:gd name="T6" fmla="*/ 0 w 68"/>
                  <a:gd name="T7" fmla="*/ 0 h 4"/>
                  <a:gd name="T8" fmla="*/ 68 w 68"/>
                  <a:gd name="T9" fmla="*/ 0 h 4"/>
                </a:gdLst>
                <a:ahLst/>
                <a:cxnLst>
                  <a:cxn ang="0">
                    <a:pos x="T0" y="T1"/>
                  </a:cxn>
                  <a:cxn ang="0">
                    <a:pos x="T2" y="T3"/>
                  </a:cxn>
                  <a:cxn ang="0">
                    <a:pos x="T4" y="T5"/>
                  </a:cxn>
                  <a:cxn ang="0">
                    <a:pos x="T6" y="T7"/>
                  </a:cxn>
                  <a:cxn ang="0">
                    <a:pos x="T8" y="T9"/>
                  </a:cxn>
                </a:cxnLst>
                <a:rect l="0" t="0" r="r" b="b"/>
                <a:pathLst>
                  <a:path w="68" h="4">
                    <a:moveTo>
                      <a:pt x="68" y="0"/>
                    </a:moveTo>
                    <a:cubicBezTo>
                      <a:pt x="67" y="2"/>
                      <a:pt x="65" y="4"/>
                      <a:pt x="62" y="4"/>
                    </a:cubicBezTo>
                    <a:cubicBezTo>
                      <a:pt x="6" y="4"/>
                      <a:pt x="6" y="4"/>
                      <a:pt x="6" y="4"/>
                    </a:cubicBezTo>
                    <a:cubicBezTo>
                      <a:pt x="3" y="4"/>
                      <a:pt x="1" y="2"/>
                      <a:pt x="0" y="0"/>
                    </a:cubicBezTo>
                    <a:lnTo>
                      <a:pt x="68" y="0"/>
                    </a:lnTo>
                    <a:close/>
                  </a:path>
                </a:pathLst>
              </a:custGeom>
              <a:solidFill>
                <a:srgbClr val="C97F0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5" name="Rectangle 69"/>
              <p:cNvSpPr>
                <a:spLocks noChangeArrowheads="1"/>
              </p:cNvSpPr>
              <p:nvPr/>
            </p:nvSpPr>
            <p:spPr bwMode="auto">
              <a:xfrm>
                <a:off x="8580438" y="5410201"/>
                <a:ext cx="165100" cy="773113"/>
              </a:xfrm>
              <a:prstGeom prst="rect">
                <a:avLst/>
              </a:prstGeom>
              <a:solidFill>
                <a:srgbClr val="8D919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6" name="Rectangle 70"/>
              <p:cNvSpPr>
                <a:spLocks noChangeArrowheads="1"/>
              </p:cNvSpPr>
              <p:nvPr/>
            </p:nvSpPr>
            <p:spPr bwMode="auto">
              <a:xfrm>
                <a:off x="8580438" y="5410201"/>
                <a:ext cx="92075" cy="773113"/>
              </a:xfrm>
              <a:prstGeom prst="rect">
                <a:avLst/>
              </a:prstGeom>
              <a:solidFill>
                <a:srgbClr val="B7B7B7"/>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7" name="Freeform 71"/>
              <p:cNvSpPr>
                <a:spLocks/>
              </p:cNvSpPr>
              <p:nvPr/>
            </p:nvSpPr>
            <p:spPr bwMode="auto">
              <a:xfrm>
                <a:off x="7974013" y="5318126"/>
                <a:ext cx="1379537" cy="92075"/>
              </a:xfrm>
              <a:custGeom>
                <a:avLst/>
                <a:gdLst>
                  <a:gd name="T0" fmla="*/ 75 w 75"/>
                  <a:gd name="T1" fmla="*/ 0 h 5"/>
                  <a:gd name="T2" fmla="*/ 67 w 75"/>
                  <a:gd name="T3" fmla="*/ 5 h 5"/>
                  <a:gd name="T4" fmla="*/ 8 w 75"/>
                  <a:gd name="T5" fmla="*/ 5 h 5"/>
                  <a:gd name="T6" fmla="*/ 0 w 75"/>
                  <a:gd name="T7" fmla="*/ 0 h 5"/>
                  <a:gd name="T8" fmla="*/ 75 w 75"/>
                  <a:gd name="T9" fmla="*/ 0 h 5"/>
                </a:gdLst>
                <a:ahLst/>
                <a:cxnLst>
                  <a:cxn ang="0">
                    <a:pos x="T0" y="T1"/>
                  </a:cxn>
                  <a:cxn ang="0">
                    <a:pos x="T2" y="T3"/>
                  </a:cxn>
                  <a:cxn ang="0">
                    <a:pos x="T4" y="T5"/>
                  </a:cxn>
                  <a:cxn ang="0">
                    <a:pos x="T6" y="T7"/>
                  </a:cxn>
                  <a:cxn ang="0">
                    <a:pos x="T8" y="T9"/>
                  </a:cxn>
                </a:cxnLst>
                <a:rect l="0" t="0" r="r" b="b"/>
                <a:pathLst>
                  <a:path w="75" h="5">
                    <a:moveTo>
                      <a:pt x="75" y="0"/>
                    </a:moveTo>
                    <a:cubicBezTo>
                      <a:pt x="75" y="3"/>
                      <a:pt x="71" y="5"/>
                      <a:pt x="67" y="5"/>
                    </a:cubicBezTo>
                    <a:cubicBezTo>
                      <a:pt x="8" y="5"/>
                      <a:pt x="8" y="5"/>
                      <a:pt x="8" y="5"/>
                    </a:cubicBezTo>
                    <a:cubicBezTo>
                      <a:pt x="4" y="5"/>
                      <a:pt x="1" y="3"/>
                      <a:pt x="0" y="0"/>
                    </a:cubicBezTo>
                    <a:lnTo>
                      <a:pt x="75" y="0"/>
                    </a:lnTo>
                    <a:close/>
                  </a:path>
                </a:pathLst>
              </a:custGeom>
              <a:solidFill>
                <a:srgbClr val="C97F0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8" name="Rectangle 72"/>
              <p:cNvSpPr>
                <a:spLocks noChangeArrowheads="1"/>
              </p:cNvSpPr>
              <p:nvPr/>
            </p:nvSpPr>
            <p:spPr bwMode="auto">
              <a:xfrm>
                <a:off x="8286750" y="6164263"/>
                <a:ext cx="754062" cy="73025"/>
              </a:xfrm>
              <a:prstGeom prst="rect">
                <a:avLst/>
              </a:prstGeom>
              <a:solidFill>
                <a:srgbClr val="B7B7B7"/>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9" name="Rectangle 73"/>
              <p:cNvSpPr>
                <a:spLocks noChangeArrowheads="1"/>
              </p:cNvSpPr>
              <p:nvPr/>
            </p:nvSpPr>
            <p:spPr bwMode="auto">
              <a:xfrm>
                <a:off x="8286750" y="6219826"/>
                <a:ext cx="754062" cy="17463"/>
              </a:xfrm>
              <a:prstGeom prst="rect">
                <a:avLst/>
              </a:prstGeom>
              <a:solidFill>
                <a:srgbClr val="8D919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0" name="Rectangle 74"/>
              <p:cNvSpPr>
                <a:spLocks noChangeArrowheads="1"/>
              </p:cNvSpPr>
              <p:nvPr/>
            </p:nvSpPr>
            <p:spPr bwMode="auto">
              <a:xfrm>
                <a:off x="8304213" y="6237288"/>
                <a:ext cx="36512" cy="147638"/>
              </a:xfrm>
              <a:prstGeom prst="rect">
                <a:avLst/>
              </a:prstGeom>
              <a:solidFill>
                <a:srgbClr val="8D919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1" name="Rectangle 75"/>
              <p:cNvSpPr>
                <a:spLocks noChangeArrowheads="1"/>
              </p:cNvSpPr>
              <p:nvPr/>
            </p:nvSpPr>
            <p:spPr bwMode="auto">
              <a:xfrm>
                <a:off x="8304213" y="6237288"/>
                <a:ext cx="36512" cy="36513"/>
              </a:xfrm>
              <a:prstGeom prst="rect">
                <a:avLst/>
              </a:prstGeom>
              <a:solidFill>
                <a:srgbClr val="707677"/>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2" name="Oval 76"/>
              <p:cNvSpPr>
                <a:spLocks noChangeArrowheads="1"/>
              </p:cNvSpPr>
              <p:nvPr/>
            </p:nvSpPr>
            <p:spPr bwMode="auto">
              <a:xfrm>
                <a:off x="8212138" y="6348413"/>
                <a:ext cx="203200" cy="184150"/>
              </a:xfrm>
              <a:prstGeom prst="ellipse">
                <a:avLst/>
              </a:prstGeom>
              <a:solidFill>
                <a:srgbClr val="B7B7B7"/>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3" name="Oval 77"/>
              <p:cNvSpPr>
                <a:spLocks noChangeArrowheads="1"/>
              </p:cNvSpPr>
              <p:nvPr/>
            </p:nvSpPr>
            <p:spPr bwMode="auto">
              <a:xfrm>
                <a:off x="8267700" y="6384926"/>
                <a:ext cx="111125" cy="111125"/>
              </a:xfrm>
              <a:prstGeom prst="ellipse">
                <a:avLst/>
              </a:prstGeom>
              <a:solidFill>
                <a:srgbClr val="8D919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4" name="Rectangle 78"/>
              <p:cNvSpPr>
                <a:spLocks noChangeArrowheads="1"/>
              </p:cNvSpPr>
              <p:nvPr/>
            </p:nvSpPr>
            <p:spPr bwMode="auto">
              <a:xfrm>
                <a:off x="8985250" y="6237288"/>
                <a:ext cx="36512" cy="147638"/>
              </a:xfrm>
              <a:prstGeom prst="rect">
                <a:avLst/>
              </a:prstGeom>
              <a:solidFill>
                <a:srgbClr val="8D919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5" name="Rectangle 79"/>
              <p:cNvSpPr>
                <a:spLocks noChangeArrowheads="1"/>
              </p:cNvSpPr>
              <p:nvPr/>
            </p:nvSpPr>
            <p:spPr bwMode="auto">
              <a:xfrm>
                <a:off x="8985250" y="6237288"/>
                <a:ext cx="36512" cy="36513"/>
              </a:xfrm>
              <a:prstGeom prst="rect">
                <a:avLst/>
              </a:prstGeom>
              <a:solidFill>
                <a:srgbClr val="707677"/>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6" name="Oval 80"/>
              <p:cNvSpPr>
                <a:spLocks noChangeArrowheads="1"/>
              </p:cNvSpPr>
              <p:nvPr/>
            </p:nvSpPr>
            <p:spPr bwMode="auto">
              <a:xfrm>
                <a:off x="8893175" y="6348413"/>
                <a:ext cx="203200" cy="184150"/>
              </a:xfrm>
              <a:prstGeom prst="ellipse">
                <a:avLst/>
              </a:prstGeom>
              <a:solidFill>
                <a:srgbClr val="B7B7B7"/>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7" name="Oval 81"/>
              <p:cNvSpPr>
                <a:spLocks noChangeArrowheads="1"/>
              </p:cNvSpPr>
              <p:nvPr/>
            </p:nvSpPr>
            <p:spPr bwMode="auto">
              <a:xfrm>
                <a:off x="8948738" y="6384926"/>
                <a:ext cx="111125" cy="111125"/>
              </a:xfrm>
              <a:prstGeom prst="ellipse">
                <a:avLst/>
              </a:prstGeom>
              <a:solidFill>
                <a:srgbClr val="8D919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8" name="Freeform 82"/>
              <p:cNvSpPr>
                <a:spLocks/>
              </p:cNvSpPr>
              <p:nvPr/>
            </p:nvSpPr>
            <p:spPr bwMode="auto">
              <a:xfrm>
                <a:off x="7531100" y="3441701"/>
                <a:ext cx="865187" cy="735013"/>
              </a:xfrm>
              <a:custGeom>
                <a:avLst/>
                <a:gdLst>
                  <a:gd name="T0" fmla="*/ 11 w 47"/>
                  <a:gd name="T1" fmla="*/ 40 h 40"/>
                  <a:gd name="T2" fmla="*/ 27 w 47"/>
                  <a:gd name="T3" fmla="*/ 28 h 40"/>
                  <a:gd name="T4" fmla="*/ 43 w 47"/>
                  <a:gd name="T5" fmla="*/ 12 h 40"/>
                  <a:gd name="T6" fmla="*/ 33 w 47"/>
                  <a:gd name="T7" fmla="*/ 0 h 40"/>
                  <a:gd name="T8" fmla="*/ 33 w 47"/>
                  <a:gd name="T9" fmla="*/ 0 h 40"/>
                  <a:gd name="T10" fmla="*/ 10 w 47"/>
                  <a:gd name="T11" fmla="*/ 20 h 40"/>
                  <a:gd name="T12" fmla="*/ 11 w 47"/>
                  <a:gd name="T13" fmla="*/ 40 h 40"/>
                </a:gdLst>
                <a:ahLst/>
                <a:cxnLst>
                  <a:cxn ang="0">
                    <a:pos x="T0" y="T1"/>
                  </a:cxn>
                  <a:cxn ang="0">
                    <a:pos x="T2" y="T3"/>
                  </a:cxn>
                  <a:cxn ang="0">
                    <a:pos x="T4" y="T5"/>
                  </a:cxn>
                  <a:cxn ang="0">
                    <a:pos x="T6" y="T7"/>
                  </a:cxn>
                  <a:cxn ang="0">
                    <a:pos x="T8" y="T9"/>
                  </a:cxn>
                  <a:cxn ang="0">
                    <a:pos x="T10" y="T11"/>
                  </a:cxn>
                  <a:cxn ang="0">
                    <a:pos x="T12" y="T13"/>
                  </a:cxn>
                </a:cxnLst>
                <a:rect l="0" t="0" r="r" b="b"/>
                <a:pathLst>
                  <a:path w="47" h="40">
                    <a:moveTo>
                      <a:pt x="11" y="40"/>
                    </a:moveTo>
                    <a:cubicBezTo>
                      <a:pt x="19" y="40"/>
                      <a:pt x="23" y="32"/>
                      <a:pt x="27" y="28"/>
                    </a:cubicBezTo>
                    <a:cubicBezTo>
                      <a:pt x="43" y="12"/>
                      <a:pt x="43" y="12"/>
                      <a:pt x="43" y="12"/>
                    </a:cubicBezTo>
                    <a:cubicBezTo>
                      <a:pt x="47" y="8"/>
                      <a:pt x="39" y="1"/>
                      <a:pt x="33" y="0"/>
                    </a:cubicBezTo>
                    <a:cubicBezTo>
                      <a:pt x="33" y="0"/>
                      <a:pt x="33" y="0"/>
                      <a:pt x="33" y="0"/>
                    </a:cubicBezTo>
                    <a:cubicBezTo>
                      <a:pt x="30" y="0"/>
                      <a:pt x="19" y="11"/>
                      <a:pt x="10" y="20"/>
                    </a:cubicBezTo>
                    <a:cubicBezTo>
                      <a:pt x="0" y="30"/>
                      <a:pt x="1" y="40"/>
                      <a:pt x="11" y="40"/>
                    </a:cubicBezTo>
                    <a:close/>
                  </a:path>
                </a:pathLst>
              </a:custGeom>
              <a:solidFill>
                <a:srgbClr val="53628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9" name="Freeform 83"/>
              <p:cNvSpPr>
                <a:spLocks/>
              </p:cNvSpPr>
              <p:nvPr/>
            </p:nvSpPr>
            <p:spPr bwMode="auto">
              <a:xfrm>
                <a:off x="7954963" y="3735388"/>
                <a:ext cx="1435100" cy="460375"/>
              </a:xfrm>
              <a:custGeom>
                <a:avLst/>
                <a:gdLst>
                  <a:gd name="T0" fmla="*/ 8 w 78"/>
                  <a:gd name="T1" fmla="*/ 0 h 25"/>
                  <a:gd name="T2" fmla="*/ 70 w 78"/>
                  <a:gd name="T3" fmla="*/ 0 h 25"/>
                  <a:gd name="T4" fmla="*/ 78 w 78"/>
                  <a:gd name="T5" fmla="*/ 9 h 25"/>
                  <a:gd name="T6" fmla="*/ 78 w 78"/>
                  <a:gd name="T7" fmla="*/ 16 h 25"/>
                  <a:gd name="T8" fmla="*/ 70 w 78"/>
                  <a:gd name="T9" fmla="*/ 25 h 25"/>
                  <a:gd name="T10" fmla="*/ 8 w 78"/>
                  <a:gd name="T11" fmla="*/ 25 h 25"/>
                  <a:gd name="T12" fmla="*/ 0 w 78"/>
                  <a:gd name="T13" fmla="*/ 16 h 25"/>
                  <a:gd name="T14" fmla="*/ 0 w 78"/>
                  <a:gd name="T15" fmla="*/ 9 h 25"/>
                  <a:gd name="T16" fmla="*/ 8 w 78"/>
                  <a:gd name="T17" fmla="*/ 0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8" h="25">
                    <a:moveTo>
                      <a:pt x="8" y="0"/>
                    </a:moveTo>
                    <a:cubicBezTo>
                      <a:pt x="70" y="0"/>
                      <a:pt x="70" y="0"/>
                      <a:pt x="70" y="0"/>
                    </a:cubicBezTo>
                    <a:cubicBezTo>
                      <a:pt x="74" y="0"/>
                      <a:pt x="78" y="4"/>
                      <a:pt x="78" y="9"/>
                    </a:cubicBezTo>
                    <a:cubicBezTo>
                      <a:pt x="78" y="16"/>
                      <a:pt x="78" y="16"/>
                      <a:pt x="78" y="16"/>
                    </a:cubicBezTo>
                    <a:cubicBezTo>
                      <a:pt x="78" y="21"/>
                      <a:pt x="74" y="25"/>
                      <a:pt x="70" y="25"/>
                    </a:cubicBezTo>
                    <a:cubicBezTo>
                      <a:pt x="8" y="25"/>
                      <a:pt x="8" y="25"/>
                      <a:pt x="8" y="25"/>
                    </a:cubicBezTo>
                    <a:cubicBezTo>
                      <a:pt x="4" y="25"/>
                      <a:pt x="0" y="21"/>
                      <a:pt x="0" y="16"/>
                    </a:cubicBezTo>
                    <a:cubicBezTo>
                      <a:pt x="0" y="9"/>
                      <a:pt x="0" y="9"/>
                      <a:pt x="0" y="9"/>
                    </a:cubicBezTo>
                    <a:cubicBezTo>
                      <a:pt x="0" y="4"/>
                      <a:pt x="4" y="0"/>
                      <a:pt x="8" y="0"/>
                    </a:cubicBezTo>
                    <a:close/>
                  </a:path>
                </a:pathLst>
              </a:custGeom>
              <a:solidFill>
                <a:srgbClr val="EEA920"/>
              </a:solidFill>
              <a:ln>
                <a:noFill/>
              </a:ln>
            </p:spPr>
            <p:txBody>
              <a:bodyPr vert="horz" wrap="square" lIns="91440" tIns="45720" rIns="91440" bIns="45720" numCol="1" anchor="t" anchorCtr="0" compatLnSpc="1">
                <a:prstTxWarp prst="textNoShape">
                  <a:avLst/>
                </a:prstTxWarp>
              </a:bodyPr>
              <a:lstStyle/>
              <a:p>
                <a:endParaRPr lang="en-US"/>
              </a:p>
            </p:txBody>
          </p:sp>
          <p:sp>
            <p:nvSpPr>
              <p:cNvPr id="110" name="Freeform 84"/>
              <p:cNvSpPr>
                <a:spLocks/>
              </p:cNvSpPr>
              <p:nvPr/>
            </p:nvSpPr>
            <p:spPr bwMode="auto">
              <a:xfrm>
                <a:off x="7954963" y="3735388"/>
                <a:ext cx="698500" cy="460375"/>
              </a:xfrm>
              <a:custGeom>
                <a:avLst/>
                <a:gdLst>
                  <a:gd name="T0" fmla="*/ 8 w 38"/>
                  <a:gd name="T1" fmla="*/ 0 h 25"/>
                  <a:gd name="T2" fmla="*/ 38 w 38"/>
                  <a:gd name="T3" fmla="*/ 0 h 25"/>
                  <a:gd name="T4" fmla="*/ 38 w 38"/>
                  <a:gd name="T5" fmla="*/ 25 h 25"/>
                  <a:gd name="T6" fmla="*/ 8 w 38"/>
                  <a:gd name="T7" fmla="*/ 25 h 25"/>
                  <a:gd name="T8" fmla="*/ 0 w 38"/>
                  <a:gd name="T9" fmla="*/ 16 h 25"/>
                  <a:gd name="T10" fmla="*/ 0 w 38"/>
                  <a:gd name="T11" fmla="*/ 9 h 25"/>
                  <a:gd name="T12" fmla="*/ 8 w 38"/>
                  <a:gd name="T13" fmla="*/ 0 h 25"/>
                </a:gdLst>
                <a:ahLst/>
                <a:cxnLst>
                  <a:cxn ang="0">
                    <a:pos x="T0" y="T1"/>
                  </a:cxn>
                  <a:cxn ang="0">
                    <a:pos x="T2" y="T3"/>
                  </a:cxn>
                  <a:cxn ang="0">
                    <a:pos x="T4" y="T5"/>
                  </a:cxn>
                  <a:cxn ang="0">
                    <a:pos x="T6" y="T7"/>
                  </a:cxn>
                  <a:cxn ang="0">
                    <a:pos x="T8" y="T9"/>
                  </a:cxn>
                  <a:cxn ang="0">
                    <a:pos x="T10" y="T11"/>
                  </a:cxn>
                  <a:cxn ang="0">
                    <a:pos x="T12" y="T13"/>
                  </a:cxn>
                </a:cxnLst>
                <a:rect l="0" t="0" r="r" b="b"/>
                <a:pathLst>
                  <a:path w="38" h="25">
                    <a:moveTo>
                      <a:pt x="8" y="0"/>
                    </a:moveTo>
                    <a:cubicBezTo>
                      <a:pt x="38" y="0"/>
                      <a:pt x="38" y="0"/>
                      <a:pt x="38" y="0"/>
                    </a:cubicBezTo>
                    <a:cubicBezTo>
                      <a:pt x="38" y="25"/>
                      <a:pt x="38" y="25"/>
                      <a:pt x="38" y="25"/>
                    </a:cubicBezTo>
                    <a:cubicBezTo>
                      <a:pt x="8" y="25"/>
                      <a:pt x="8" y="25"/>
                      <a:pt x="8" y="25"/>
                    </a:cubicBezTo>
                    <a:cubicBezTo>
                      <a:pt x="4" y="25"/>
                      <a:pt x="0" y="21"/>
                      <a:pt x="0" y="16"/>
                    </a:cubicBezTo>
                    <a:cubicBezTo>
                      <a:pt x="0" y="9"/>
                      <a:pt x="0" y="9"/>
                      <a:pt x="0" y="9"/>
                    </a:cubicBezTo>
                    <a:cubicBezTo>
                      <a:pt x="0" y="4"/>
                      <a:pt x="4" y="0"/>
                      <a:pt x="8" y="0"/>
                    </a:cubicBezTo>
                    <a:close/>
                  </a:path>
                </a:pathLst>
              </a:custGeom>
              <a:solidFill>
                <a:srgbClr val="EEA92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1" name="Freeform 85"/>
              <p:cNvSpPr>
                <a:spLocks/>
              </p:cNvSpPr>
              <p:nvPr/>
            </p:nvSpPr>
            <p:spPr bwMode="auto">
              <a:xfrm>
                <a:off x="7974013" y="4103688"/>
                <a:ext cx="1398587" cy="92075"/>
              </a:xfrm>
              <a:custGeom>
                <a:avLst/>
                <a:gdLst>
                  <a:gd name="T0" fmla="*/ 76 w 76"/>
                  <a:gd name="T1" fmla="*/ 0 h 5"/>
                  <a:gd name="T2" fmla="*/ 69 w 76"/>
                  <a:gd name="T3" fmla="*/ 5 h 5"/>
                  <a:gd name="T4" fmla="*/ 7 w 76"/>
                  <a:gd name="T5" fmla="*/ 5 h 5"/>
                  <a:gd name="T6" fmla="*/ 0 w 76"/>
                  <a:gd name="T7" fmla="*/ 0 h 5"/>
                  <a:gd name="T8" fmla="*/ 76 w 76"/>
                  <a:gd name="T9" fmla="*/ 0 h 5"/>
                </a:gdLst>
                <a:ahLst/>
                <a:cxnLst>
                  <a:cxn ang="0">
                    <a:pos x="T0" y="T1"/>
                  </a:cxn>
                  <a:cxn ang="0">
                    <a:pos x="T2" y="T3"/>
                  </a:cxn>
                  <a:cxn ang="0">
                    <a:pos x="T4" y="T5"/>
                  </a:cxn>
                  <a:cxn ang="0">
                    <a:pos x="T6" y="T7"/>
                  </a:cxn>
                  <a:cxn ang="0">
                    <a:pos x="T8" y="T9"/>
                  </a:cxn>
                </a:cxnLst>
                <a:rect l="0" t="0" r="r" b="b"/>
                <a:pathLst>
                  <a:path w="76" h="5">
                    <a:moveTo>
                      <a:pt x="76" y="0"/>
                    </a:moveTo>
                    <a:cubicBezTo>
                      <a:pt x="75" y="3"/>
                      <a:pt x="72" y="5"/>
                      <a:pt x="69" y="5"/>
                    </a:cubicBezTo>
                    <a:cubicBezTo>
                      <a:pt x="7" y="5"/>
                      <a:pt x="7" y="5"/>
                      <a:pt x="7" y="5"/>
                    </a:cubicBezTo>
                    <a:cubicBezTo>
                      <a:pt x="4" y="5"/>
                      <a:pt x="1" y="3"/>
                      <a:pt x="0" y="0"/>
                    </a:cubicBezTo>
                    <a:lnTo>
                      <a:pt x="76" y="0"/>
                    </a:lnTo>
                    <a:close/>
                  </a:path>
                </a:pathLst>
              </a:custGeom>
              <a:solidFill>
                <a:srgbClr val="C97F0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grpSp>
      <p:sp>
        <p:nvSpPr>
          <p:cNvPr id="116" name="TextBox 115"/>
          <p:cNvSpPr txBox="1"/>
          <p:nvPr userDrawn="1"/>
        </p:nvSpPr>
        <p:spPr>
          <a:xfrm>
            <a:off x="6149167" y="6498479"/>
            <a:ext cx="1521763" cy="323165"/>
          </a:xfrm>
          <a:prstGeom prst="rect">
            <a:avLst/>
          </a:prstGeom>
          <a:noFill/>
        </p:spPr>
        <p:txBody>
          <a:bodyPr wrap="none" lIns="146304" tIns="91440" rIns="146304" bIns="91440" rtlCol="0">
            <a:spAutoFit/>
          </a:bodyPr>
          <a:lstStyle/>
          <a:p>
            <a:pPr>
              <a:lnSpc>
                <a:spcPct val="90000"/>
              </a:lnSpc>
              <a:spcAft>
                <a:spcPts val="0"/>
              </a:spcAft>
            </a:pPr>
            <a:r>
              <a:rPr lang="en-US" sz="1000" dirty="0" smtClean="0">
                <a:gradFill>
                  <a:gsLst>
                    <a:gs pos="2917">
                      <a:schemeClr val="bg1"/>
                    </a:gs>
                    <a:gs pos="30000">
                      <a:schemeClr val="bg1"/>
                    </a:gs>
                  </a:gsLst>
                  <a:lin ang="5400000" scaled="0"/>
                </a:gradFill>
              </a:rPr>
              <a:t>http://dev.office.com/</a:t>
            </a:r>
          </a:p>
        </p:txBody>
      </p:sp>
      <p:sp>
        <p:nvSpPr>
          <p:cNvPr id="119" name="Date Placeholder 5"/>
          <p:cNvSpPr>
            <a:spLocks noGrp="1"/>
          </p:cNvSpPr>
          <p:nvPr>
            <p:ph type="dt" sz="half" idx="2"/>
          </p:nvPr>
        </p:nvSpPr>
        <p:spPr>
          <a:xfrm>
            <a:off x="4822654" y="6471920"/>
            <a:ext cx="2797175" cy="371475"/>
          </a:xfrm>
          <a:prstGeom prst="rect">
            <a:avLst/>
          </a:prstGeom>
        </p:spPr>
        <p:txBody>
          <a:bodyPr vert="horz" lIns="91440" tIns="45720" rIns="91440" bIns="45720" rtlCol="0" anchor="ctr"/>
          <a:lstStyle>
            <a:lvl1pPr marL="0" algn="l" defTabSz="932742" rtl="0" eaLnBrk="1" latinLnBrk="0" hangingPunct="1">
              <a:lnSpc>
                <a:spcPct val="90000"/>
              </a:lnSpc>
              <a:spcAft>
                <a:spcPts val="0"/>
              </a:spcAft>
              <a:defRPr lang="en-US" sz="1000" kern="1200" smtClean="0">
                <a:gradFill>
                  <a:gsLst>
                    <a:gs pos="2917">
                      <a:schemeClr val="bg1"/>
                    </a:gs>
                    <a:gs pos="30000">
                      <a:schemeClr val="bg1"/>
                    </a:gs>
                  </a:gsLst>
                  <a:lin ang="5400000" scaled="0"/>
                </a:gradFill>
                <a:latin typeface="+mn-lt"/>
                <a:ea typeface="+mn-ea"/>
                <a:cs typeface="+mn-cs"/>
              </a:defRPr>
            </a:lvl1pPr>
          </a:lstStyle>
          <a:p>
            <a:r>
              <a:rPr lang="en-US" smtClean="0"/>
              <a:t>Microsoft Confidential</a:t>
            </a:r>
            <a:endParaRPr lang="en-US" dirty="0"/>
          </a:p>
        </p:txBody>
      </p:sp>
      <p:pic>
        <p:nvPicPr>
          <p:cNvPr id="115" name="Picture 114"/>
          <p:cNvPicPr>
            <a:picLocks noChangeAspect="1"/>
          </p:cNvPicPr>
          <p:nvPr userDrawn="1"/>
        </p:nvPicPr>
        <p:blipFill>
          <a:blip r:embed="rId2"/>
          <a:stretch>
            <a:fillRect/>
          </a:stretch>
        </p:blipFill>
        <p:spPr>
          <a:xfrm>
            <a:off x="436564" y="6148991"/>
            <a:ext cx="1161288" cy="368611"/>
          </a:xfrm>
          <a:prstGeom prst="rect">
            <a:avLst/>
          </a:prstGeom>
        </p:spPr>
      </p:pic>
    </p:spTree>
    <p:extLst>
      <p:ext uri="{BB962C8B-B14F-4D97-AF65-F5344CB8AC3E}">
        <p14:creationId xmlns:p14="http://schemas.microsoft.com/office/powerpoint/2010/main" val="25882318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mp; 2-color Non-bullete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6" name="Text Placeholder 5"/>
          <p:cNvSpPr>
            <a:spLocks noGrp="1"/>
          </p:cNvSpPr>
          <p:nvPr>
            <p:ph type="body" sz="quarter" idx="10"/>
          </p:nvPr>
        </p:nvSpPr>
        <p:spPr>
          <a:xfrm>
            <a:off x="274638" y="1212850"/>
            <a:ext cx="11887200" cy="2025170"/>
          </a:xfrm>
        </p:spPr>
        <p:txBody>
          <a:bodyPr/>
          <a:lstStyle>
            <a:lvl1pPr marL="0" indent="0">
              <a:buNone/>
              <a:defRPr>
                <a:gradFill>
                  <a:gsLst>
                    <a:gs pos="1250">
                      <a:schemeClr val="tx2"/>
                    </a:gs>
                    <a:gs pos="99000">
                      <a:schemeClr val="tx2"/>
                    </a:gs>
                  </a:gsLst>
                  <a:lin ang="5400000" scaled="0"/>
                </a:gradFill>
              </a:defRPr>
            </a:lvl1pPr>
            <a:lvl2pPr marL="0" indent="0">
              <a:buFontTx/>
              <a:buNone/>
              <a:defRPr sz="2000"/>
            </a:lvl2pPr>
            <a:lvl3pPr marL="228600" indent="0">
              <a:buNone/>
              <a:defRPr/>
            </a:lvl3pPr>
            <a:lvl4pPr marL="457200" indent="0">
              <a:buNone/>
              <a:defRPr/>
            </a:lvl4pPr>
            <a:lvl5pPr marL="685800" indent="0">
              <a:buNone/>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3" name="TextBox 2"/>
          <p:cNvSpPr txBox="1"/>
          <p:nvPr userDrawn="1"/>
        </p:nvSpPr>
        <p:spPr>
          <a:xfrm>
            <a:off x="6149167" y="6498479"/>
            <a:ext cx="1521763" cy="323165"/>
          </a:xfrm>
          <a:prstGeom prst="rect">
            <a:avLst/>
          </a:prstGeom>
          <a:noFill/>
        </p:spPr>
        <p:txBody>
          <a:bodyPr wrap="none" lIns="146304" tIns="91440" rIns="146304" bIns="91440" rtlCol="0">
            <a:spAutoFit/>
          </a:bodyPr>
          <a:lstStyle/>
          <a:p>
            <a:pPr>
              <a:lnSpc>
                <a:spcPct val="90000"/>
              </a:lnSpc>
              <a:spcAft>
                <a:spcPts val="0"/>
              </a:spcAft>
            </a:pPr>
            <a:r>
              <a:rPr lang="en-US" sz="1000" dirty="0" smtClean="0">
                <a:gradFill>
                  <a:gsLst>
                    <a:gs pos="2917">
                      <a:schemeClr val="tx1"/>
                    </a:gs>
                    <a:gs pos="30000">
                      <a:schemeClr val="tx1"/>
                    </a:gs>
                  </a:gsLst>
                  <a:lin ang="5400000" scaled="0"/>
                </a:gradFill>
              </a:rPr>
              <a:t>http://dev.office.com/</a:t>
            </a:r>
          </a:p>
        </p:txBody>
      </p:sp>
      <p:sp>
        <p:nvSpPr>
          <p:cNvPr id="5" name="Footer Placeholder 4"/>
          <p:cNvSpPr>
            <a:spLocks noGrp="1"/>
          </p:cNvSpPr>
          <p:nvPr>
            <p:ph type="ftr" sz="quarter" idx="11"/>
          </p:nvPr>
        </p:nvSpPr>
        <p:spPr/>
        <p:txBody>
          <a:bodyPr/>
          <a:lstStyle/>
          <a:p>
            <a:pPr>
              <a:defRPr/>
            </a:pPr>
            <a:r>
              <a:rPr lang="en-US" sz="1400" smtClean="0">
                <a:gradFill>
                  <a:gsLst>
                    <a:gs pos="8367">
                      <a:srgbClr val="000000"/>
                    </a:gs>
                    <a:gs pos="31000">
                      <a:srgbClr val="000000"/>
                    </a:gs>
                  </a:gsLst>
                  <a:lin ang="5400000" scaled="0"/>
                </a:gradFill>
              </a:rPr>
              <a:t>&lt;</a:t>
            </a:r>
            <a:r>
              <a:rPr lang="en-US" sz="1400" smtClean="0">
                <a:solidFill>
                  <a:sysClr val="windowText" lastClr="000000"/>
                </a:solidFill>
                <a:latin typeface="Segoe UI Black" panose="020B0A02040204020203" pitchFamily="34" charset="0"/>
                <a:ea typeface="Segoe UI Black" panose="020B0A02040204020203" pitchFamily="34" charset="0"/>
                <a:cs typeface="Segoe UI Black" panose="020B0A02040204020203" pitchFamily="34" charset="0"/>
              </a:rPr>
              <a:t>#</a:t>
            </a:r>
            <a:r>
              <a:rPr lang="en-US" sz="1400" smtClean="0">
                <a:gradFill>
                  <a:gsLst>
                    <a:gs pos="8367">
                      <a:srgbClr val="000000"/>
                    </a:gs>
                    <a:gs pos="31000">
                      <a:srgbClr val="000000"/>
                    </a:gs>
                  </a:gsLst>
                  <a:lin ang="5400000" scaled="0"/>
                </a:gradFill>
              </a:rPr>
              <a:t>&gt;&lt;Section title goes here&gt;</a:t>
            </a:r>
          </a:p>
          <a:p>
            <a:endParaRPr lang="en-US" dirty="0"/>
          </a:p>
        </p:txBody>
      </p:sp>
      <p:sp>
        <p:nvSpPr>
          <p:cNvPr id="10" name="Date Placeholder 5"/>
          <p:cNvSpPr>
            <a:spLocks noGrp="1"/>
          </p:cNvSpPr>
          <p:nvPr>
            <p:ph type="dt" sz="half" idx="2"/>
          </p:nvPr>
        </p:nvSpPr>
        <p:spPr>
          <a:xfrm>
            <a:off x="4822654" y="6471920"/>
            <a:ext cx="2797175" cy="371475"/>
          </a:xfrm>
          <a:prstGeom prst="rect">
            <a:avLst/>
          </a:prstGeom>
        </p:spPr>
        <p:txBody>
          <a:bodyPr vert="horz" lIns="91440" tIns="45720" rIns="91440" bIns="45720" rtlCol="0" anchor="ctr"/>
          <a:lstStyle>
            <a:lvl1pPr marL="0" algn="l" defTabSz="932742" rtl="0" eaLnBrk="1" latinLnBrk="0" hangingPunct="1">
              <a:lnSpc>
                <a:spcPct val="90000"/>
              </a:lnSpc>
              <a:spcAft>
                <a:spcPts val="0"/>
              </a:spcAft>
              <a:defRPr lang="en-US" sz="1000" kern="1200" smtClean="0">
                <a:gradFill>
                  <a:gsLst>
                    <a:gs pos="2917">
                      <a:schemeClr val="tx1"/>
                    </a:gs>
                    <a:gs pos="30000">
                      <a:schemeClr val="tx1"/>
                    </a:gs>
                  </a:gsLst>
                  <a:lin ang="5400000" scaled="0"/>
                </a:gradFill>
                <a:latin typeface="+mn-lt"/>
                <a:ea typeface="+mn-ea"/>
                <a:cs typeface="+mn-cs"/>
              </a:defRPr>
            </a:lvl1pPr>
          </a:lstStyle>
          <a:p>
            <a:r>
              <a:rPr lang="en-US" smtClean="0"/>
              <a:t>Microsoft Confidential</a:t>
            </a:r>
            <a:endParaRPr lang="en-US" dirty="0"/>
          </a:p>
        </p:txBody>
      </p:sp>
      <p:pic>
        <p:nvPicPr>
          <p:cNvPr id="8" name="Picture 7"/>
          <p:cNvPicPr>
            <a:picLocks noChangeAspect="1"/>
          </p:cNvPicPr>
          <p:nvPr userDrawn="1"/>
        </p:nvPicPr>
        <p:blipFill>
          <a:blip r:embed="rId2"/>
          <a:stretch>
            <a:fillRect/>
          </a:stretch>
        </p:blipFill>
        <p:spPr>
          <a:xfrm>
            <a:off x="436564" y="6474800"/>
            <a:ext cx="704088" cy="222863"/>
          </a:xfrm>
          <a:prstGeom prst="rect">
            <a:avLst/>
          </a:prstGeom>
        </p:spPr>
      </p:pic>
    </p:spTree>
    <p:extLst>
      <p:ext uri="{BB962C8B-B14F-4D97-AF65-F5344CB8AC3E}">
        <p14:creationId xmlns:p14="http://schemas.microsoft.com/office/powerpoint/2010/main" val="20610562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mp; Non-bullete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6" name="Text Placeholder 5"/>
          <p:cNvSpPr>
            <a:spLocks noGrp="1"/>
          </p:cNvSpPr>
          <p:nvPr>
            <p:ph type="body" sz="quarter" idx="10"/>
          </p:nvPr>
        </p:nvSpPr>
        <p:spPr>
          <a:xfrm>
            <a:off x="274638" y="1212850"/>
            <a:ext cx="11887200" cy="2025170"/>
          </a:xfrm>
        </p:spPr>
        <p:txBody>
          <a:bodyPr/>
          <a:lstStyle>
            <a:lvl1pPr marL="0" indent="0">
              <a:buNone/>
              <a:defRPr>
                <a:gradFill>
                  <a:gsLst>
                    <a:gs pos="1250">
                      <a:schemeClr val="tx1"/>
                    </a:gs>
                    <a:gs pos="99000">
                      <a:schemeClr val="tx1"/>
                    </a:gs>
                  </a:gsLst>
                  <a:lin ang="5400000" scaled="0"/>
                </a:gradFill>
              </a:defRPr>
            </a:lvl1pPr>
            <a:lvl2pPr marL="0" indent="0">
              <a:buFontTx/>
              <a:buNone/>
              <a:defRPr sz="2000"/>
            </a:lvl2pPr>
            <a:lvl3pPr marL="228600" indent="0">
              <a:buNone/>
              <a:defRPr/>
            </a:lvl3pPr>
            <a:lvl4pPr marL="457200" indent="0">
              <a:buNone/>
              <a:defRPr/>
            </a:lvl4pPr>
            <a:lvl5pPr marL="685800" indent="0">
              <a:buNone/>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3" name="Footer Placeholder 2"/>
          <p:cNvSpPr>
            <a:spLocks noGrp="1"/>
          </p:cNvSpPr>
          <p:nvPr>
            <p:ph type="ftr" sz="quarter" idx="16"/>
          </p:nvPr>
        </p:nvSpPr>
        <p:spPr/>
        <p:txBody>
          <a:bodyPr/>
          <a:lstStyle/>
          <a:p>
            <a:pPr>
              <a:defRPr/>
            </a:pPr>
            <a:r>
              <a:rPr lang="en-US" sz="1400" smtClean="0">
                <a:gradFill>
                  <a:gsLst>
                    <a:gs pos="8367">
                      <a:srgbClr val="000000"/>
                    </a:gs>
                    <a:gs pos="31000">
                      <a:srgbClr val="000000"/>
                    </a:gs>
                  </a:gsLst>
                  <a:lin ang="5400000" scaled="0"/>
                </a:gradFill>
              </a:rPr>
              <a:t>&lt;</a:t>
            </a:r>
            <a:r>
              <a:rPr lang="en-US" sz="1400" smtClean="0">
                <a:solidFill>
                  <a:sysClr val="windowText" lastClr="000000"/>
                </a:solidFill>
                <a:latin typeface="Segoe UI Black" panose="020B0A02040204020203" pitchFamily="34" charset="0"/>
                <a:ea typeface="Segoe UI Black" panose="020B0A02040204020203" pitchFamily="34" charset="0"/>
                <a:cs typeface="Segoe UI Black" panose="020B0A02040204020203" pitchFamily="34" charset="0"/>
              </a:rPr>
              <a:t>#</a:t>
            </a:r>
            <a:r>
              <a:rPr lang="en-US" sz="1400" smtClean="0">
                <a:gradFill>
                  <a:gsLst>
                    <a:gs pos="8367">
                      <a:srgbClr val="000000"/>
                    </a:gs>
                    <a:gs pos="31000">
                      <a:srgbClr val="000000"/>
                    </a:gs>
                  </a:gsLst>
                  <a:lin ang="5400000" scaled="0"/>
                </a:gradFill>
              </a:rPr>
              <a:t>&gt;&lt;Section title goes here&gt;</a:t>
            </a:r>
          </a:p>
          <a:p>
            <a:endParaRPr lang="en-US" dirty="0"/>
          </a:p>
        </p:txBody>
      </p:sp>
      <p:sp>
        <p:nvSpPr>
          <p:cNvPr id="12" name="TextBox 11"/>
          <p:cNvSpPr txBox="1"/>
          <p:nvPr userDrawn="1"/>
        </p:nvSpPr>
        <p:spPr>
          <a:xfrm>
            <a:off x="6149167" y="6498479"/>
            <a:ext cx="1521763" cy="323165"/>
          </a:xfrm>
          <a:prstGeom prst="rect">
            <a:avLst/>
          </a:prstGeom>
          <a:noFill/>
        </p:spPr>
        <p:txBody>
          <a:bodyPr wrap="none" lIns="146304" tIns="91440" rIns="146304" bIns="91440" rtlCol="0">
            <a:spAutoFit/>
          </a:bodyPr>
          <a:lstStyle/>
          <a:p>
            <a:pPr>
              <a:lnSpc>
                <a:spcPct val="90000"/>
              </a:lnSpc>
              <a:spcAft>
                <a:spcPts val="0"/>
              </a:spcAft>
            </a:pPr>
            <a:r>
              <a:rPr lang="en-US" sz="1000" dirty="0" smtClean="0">
                <a:gradFill>
                  <a:gsLst>
                    <a:gs pos="2917">
                      <a:schemeClr val="tx1"/>
                    </a:gs>
                    <a:gs pos="30000">
                      <a:schemeClr val="tx1"/>
                    </a:gs>
                  </a:gsLst>
                  <a:lin ang="5400000" scaled="0"/>
                </a:gradFill>
              </a:rPr>
              <a:t>http://dev.office.com/</a:t>
            </a:r>
          </a:p>
        </p:txBody>
      </p:sp>
      <p:sp>
        <p:nvSpPr>
          <p:cNvPr id="10" name="Date Placeholder 5"/>
          <p:cNvSpPr>
            <a:spLocks noGrp="1"/>
          </p:cNvSpPr>
          <p:nvPr>
            <p:ph type="dt" sz="half" idx="2"/>
          </p:nvPr>
        </p:nvSpPr>
        <p:spPr>
          <a:xfrm>
            <a:off x="4822654" y="6471920"/>
            <a:ext cx="2797175" cy="371475"/>
          </a:xfrm>
          <a:prstGeom prst="rect">
            <a:avLst/>
          </a:prstGeom>
        </p:spPr>
        <p:txBody>
          <a:bodyPr vert="horz" lIns="91440" tIns="45720" rIns="91440" bIns="45720" rtlCol="0" anchor="ctr"/>
          <a:lstStyle>
            <a:lvl1pPr marL="0" algn="l" defTabSz="932742" rtl="0" eaLnBrk="1" latinLnBrk="0" hangingPunct="1">
              <a:lnSpc>
                <a:spcPct val="90000"/>
              </a:lnSpc>
              <a:spcAft>
                <a:spcPts val="0"/>
              </a:spcAft>
              <a:defRPr lang="en-US" sz="1000" kern="1200" smtClean="0">
                <a:gradFill>
                  <a:gsLst>
                    <a:gs pos="2917">
                      <a:schemeClr val="tx1"/>
                    </a:gs>
                    <a:gs pos="30000">
                      <a:schemeClr val="tx1"/>
                    </a:gs>
                  </a:gsLst>
                  <a:lin ang="5400000" scaled="0"/>
                </a:gradFill>
                <a:latin typeface="+mn-lt"/>
                <a:ea typeface="+mn-ea"/>
                <a:cs typeface="+mn-cs"/>
              </a:defRPr>
            </a:lvl1pPr>
          </a:lstStyle>
          <a:p>
            <a:r>
              <a:rPr lang="en-US" smtClean="0"/>
              <a:t>Microsoft Confidential</a:t>
            </a:r>
            <a:endParaRPr lang="en-US" dirty="0"/>
          </a:p>
        </p:txBody>
      </p:sp>
      <p:pic>
        <p:nvPicPr>
          <p:cNvPr id="8" name="Picture 7"/>
          <p:cNvPicPr>
            <a:picLocks noChangeAspect="1"/>
          </p:cNvPicPr>
          <p:nvPr userDrawn="1"/>
        </p:nvPicPr>
        <p:blipFill>
          <a:blip r:embed="rId2"/>
          <a:stretch>
            <a:fillRect/>
          </a:stretch>
        </p:blipFill>
        <p:spPr>
          <a:xfrm>
            <a:off x="436564" y="6474800"/>
            <a:ext cx="704088" cy="222863"/>
          </a:xfrm>
          <a:prstGeom prst="rect">
            <a:avLst/>
          </a:prstGeom>
        </p:spPr>
      </p:pic>
    </p:spTree>
    <p:extLst>
      <p:ext uri="{BB962C8B-B14F-4D97-AF65-F5344CB8AC3E}">
        <p14:creationId xmlns:p14="http://schemas.microsoft.com/office/powerpoint/2010/main" val="15313373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nd Content 1st level color text">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274638" y="1212850"/>
            <a:ext cx="11887200" cy="2092881"/>
          </a:xfrm>
        </p:spPr>
        <p:txBody>
          <a:bodyPr>
            <a:spAutoFit/>
          </a:bodyPr>
          <a:lstStyle>
            <a:lvl1pPr>
              <a:defRPr sz="4000">
                <a:gradFill>
                  <a:gsLst>
                    <a:gs pos="1250">
                      <a:schemeClr val="tx2"/>
                    </a:gs>
                    <a:gs pos="99000">
                      <a:schemeClr val="tx2"/>
                    </a:gs>
                  </a:gsLst>
                  <a:lin ang="5400000" scaled="0"/>
                </a:gradFill>
              </a:defRPr>
            </a:lvl1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6" name="Title 5"/>
          <p:cNvSpPr>
            <a:spLocks noGrp="1"/>
          </p:cNvSpPr>
          <p:nvPr>
            <p:ph type="title"/>
          </p:nvPr>
        </p:nvSpPr>
        <p:spPr/>
        <p:txBody>
          <a:bodyPr/>
          <a:lstStyle/>
          <a:p>
            <a:r>
              <a:rPr lang="en-US" smtClean="0"/>
              <a:t>Click to edit Master title style</a:t>
            </a:r>
            <a:endParaRPr lang="en-US"/>
          </a:p>
        </p:txBody>
      </p:sp>
      <p:sp>
        <p:nvSpPr>
          <p:cNvPr id="2" name="Footer Placeholder 1"/>
          <p:cNvSpPr>
            <a:spLocks noGrp="1"/>
          </p:cNvSpPr>
          <p:nvPr>
            <p:ph type="ftr" sz="quarter" idx="11"/>
          </p:nvPr>
        </p:nvSpPr>
        <p:spPr/>
        <p:txBody>
          <a:bodyPr/>
          <a:lstStyle/>
          <a:p>
            <a:pPr>
              <a:defRPr/>
            </a:pPr>
            <a:r>
              <a:rPr lang="en-US" sz="1400" smtClean="0">
                <a:gradFill>
                  <a:gsLst>
                    <a:gs pos="8367">
                      <a:srgbClr val="000000"/>
                    </a:gs>
                    <a:gs pos="31000">
                      <a:srgbClr val="000000"/>
                    </a:gs>
                  </a:gsLst>
                  <a:lin ang="5400000" scaled="0"/>
                </a:gradFill>
              </a:rPr>
              <a:t>&lt;</a:t>
            </a:r>
            <a:r>
              <a:rPr lang="en-US" sz="1400" smtClean="0">
                <a:solidFill>
                  <a:sysClr val="windowText" lastClr="000000"/>
                </a:solidFill>
                <a:latin typeface="Segoe UI Black" panose="020B0A02040204020203" pitchFamily="34" charset="0"/>
                <a:ea typeface="Segoe UI Black" panose="020B0A02040204020203" pitchFamily="34" charset="0"/>
                <a:cs typeface="Segoe UI Black" panose="020B0A02040204020203" pitchFamily="34" charset="0"/>
              </a:rPr>
              <a:t>#</a:t>
            </a:r>
            <a:r>
              <a:rPr lang="en-US" sz="1400" smtClean="0">
                <a:gradFill>
                  <a:gsLst>
                    <a:gs pos="8367">
                      <a:srgbClr val="000000"/>
                    </a:gs>
                    <a:gs pos="31000">
                      <a:srgbClr val="000000"/>
                    </a:gs>
                  </a:gsLst>
                  <a:lin ang="5400000" scaled="0"/>
                </a:gradFill>
              </a:rPr>
              <a:t>&gt;&lt;Section title goes here&gt;</a:t>
            </a:r>
          </a:p>
          <a:p>
            <a:endParaRPr lang="en-US" dirty="0"/>
          </a:p>
        </p:txBody>
      </p:sp>
      <p:sp>
        <p:nvSpPr>
          <p:cNvPr id="12" name="TextBox 11"/>
          <p:cNvSpPr txBox="1"/>
          <p:nvPr userDrawn="1"/>
        </p:nvSpPr>
        <p:spPr>
          <a:xfrm>
            <a:off x="6149167" y="6498479"/>
            <a:ext cx="1521763" cy="323165"/>
          </a:xfrm>
          <a:prstGeom prst="rect">
            <a:avLst/>
          </a:prstGeom>
          <a:noFill/>
        </p:spPr>
        <p:txBody>
          <a:bodyPr wrap="none" lIns="146304" tIns="91440" rIns="146304" bIns="91440" rtlCol="0">
            <a:spAutoFit/>
          </a:bodyPr>
          <a:lstStyle/>
          <a:p>
            <a:pPr>
              <a:lnSpc>
                <a:spcPct val="90000"/>
              </a:lnSpc>
              <a:spcAft>
                <a:spcPts val="0"/>
              </a:spcAft>
            </a:pPr>
            <a:r>
              <a:rPr lang="en-US" sz="1000" dirty="0" smtClean="0">
                <a:gradFill>
                  <a:gsLst>
                    <a:gs pos="2917">
                      <a:schemeClr val="tx1"/>
                    </a:gs>
                    <a:gs pos="30000">
                      <a:schemeClr val="tx1"/>
                    </a:gs>
                  </a:gsLst>
                  <a:lin ang="5400000" scaled="0"/>
                </a:gradFill>
              </a:rPr>
              <a:t>http://dev.office.com/</a:t>
            </a:r>
          </a:p>
        </p:txBody>
      </p:sp>
      <p:sp>
        <p:nvSpPr>
          <p:cNvPr id="10" name="Date Placeholder 5"/>
          <p:cNvSpPr>
            <a:spLocks noGrp="1"/>
          </p:cNvSpPr>
          <p:nvPr>
            <p:ph type="dt" sz="half" idx="2"/>
          </p:nvPr>
        </p:nvSpPr>
        <p:spPr>
          <a:xfrm>
            <a:off x="4822654" y="6471920"/>
            <a:ext cx="2797175" cy="371475"/>
          </a:xfrm>
          <a:prstGeom prst="rect">
            <a:avLst/>
          </a:prstGeom>
        </p:spPr>
        <p:txBody>
          <a:bodyPr vert="horz" lIns="91440" tIns="45720" rIns="91440" bIns="45720" rtlCol="0" anchor="ctr"/>
          <a:lstStyle>
            <a:lvl1pPr marL="0" algn="l" defTabSz="932742" rtl="0" eaLnBrk="1" latinLnBrk="0" hangingPunct="1">
              <a:lnSpc>
                <a:spcPct val="90000"/>
              </a:lnSpc>
              <a:spcAft>
                <a:spcPts val="0"/>
              </a:spcAft>
              <a:defRPr lang="en-US" sz="1000" kern="1200" smtClean="0">
                <a:gradFill>
                  <a:gsLst>
                    <a:gs pos="2917">
                      <a:schemeClr val="tx1"/>
                    </a:gs>
                    <a:gs pos="30000">
                      <a:schemeClr val="tx1"/>
                    </a:gs>
                  </a:gsLst>
                  <a:lin ang="5400000" scaled="0"/>
                </a:gradFill>
                <a:latin typeface="+mn-lt"/>
                <a:ea typeface="+mn-ea"/>
                <a:cs typeface="+mn-cs"/>
              </a:defRPr>
            </a:lvl1pPr>
          </a:lstStyle>
          <a:p>
            <a:r>
              <a:rPr lang="en-US" smtClean="0"/>
              <a:t>Microsoft Confidential</a:t>
            </a:r>
            <a:endParaRPr lang="en-US" dirty="0"/>
          </a:p>
        </p:txBody>
      </p:sp>
      <p:pic>
        <p:nvPicPr>
          <p:cNvPr id="9" name="Picture 8"/>
          <p:cNvPicPr>
            <a:picLocks noChangeAspect="1"/>
          </p:cNvPicPr>
          <p:nvPr userDrawn="1"/>
        </p:nvPicPr>
        <p:blipFill>
          <a:blip r:embed="rId2"/>
          <a:stretch>
            <a:fillRect/>
          </a:stretch>
        </p:blipFill>
        <p:spPr>
          <a:xfrm>
            <a:off x="436564" y="6474800"/>
            <a:ext cx="704088" cy="222863"/>
          </a:xfrm>
          <a:prstGeom prst="rect">
            <a:avLst/>
          </a:prstGeom>
        </p:spPr>
      </p:pic>
    </p:spTree>
    <p:extLst>
      <p:ext uri="{BB962C8B-B14F-4D97-AF65-F5344CB8AC3E}">
        <p14:creationId xmlns:p14="http://schemas.microsoft.com/office/powerpoint/2010/main" val="37324043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274638" y="1212850"/>
            <a:ext cx="11887200" cy="2092881"/>
          </a:xfrm>
        </p:spPr>
        <p:txBody>
          <a:bodyPr>
            <a:spAutoFit/>
          </a:bodyPr>
          <a:lstStyle>
            <a:lvl1pPr>
              <a:defRPr sz="4000"/>
            </a:lvl1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6" name="Title 5"/>
          <p:cNvSpPr>
            <a:spLocks noGrp="1"/>
          </p:cNvSpPr>
          <p:nvPr>
            <p:ph type="title"/>
          </p:nvPr>
        </p:nvSpPr>
        <p:spPr/>
        <p:txBody>
          <a:bodyPr/>
          <a:lstStyle/>
          <a:p>
            <a:r>
              <a:rPr lang="en-US" smtClean="0"/>
              <a:t>Click to edit Master title style</a:t>
            </a:r>
            <a:endParaRPr lang="en-US"/>
          </a:p>
        </p:txBody>
      </p:sp>
      <p:sp>
        <p:nvSpPr>
          <p:cNvPr id="2" name="Footer Placeholder 1"/>
          <p:cNvSpPr>
            <a:spLocks noGrp="1"/>
          </p:cNvSpPr>
          <p:nvPr>
            <p:ph type="ftr" sz="quarter" idx="11"/>
          </p:nvPr>
        </p:nvSpPr>
        <p:spPr/>
        <p:txBody>
          <a:bodyPr/>
          <a:lstStyle/>
          <a:p>
            <a:pPr>
              <a:defRPr/>
            </a:pPr>
            <a:r>
              <a:rPr lang="en-US" sz="1400" smtClean="0">
                <a:gradFill>
                  <a:gsLst>
                    <a:gs pos="8367">
                      <a:srgbClr val="000000"/>
                    </a:gs>
                    <a:gs pos="31000">
                      <a:srgbClr val="000000"/>
                    </a:gs>
                  </a:gsLst>
                  <a:lin ang="5400000" scaled="0"/>
                </a:gradFill>
              </a:rPr>
              <a:t>&lt;</a:t>
            </a:r>
            <a:r>
              <a:rPr lang="en-US" sz="1400" smtClean="0">
                <a:solidFill>
                  <a:sysClr val="windowText" lastClr="000000"/>
                </a:solidFill>
                <a:latin typeface="Segoe UI Black" panose="020B0A02040204020203" pitchFamily="34" charset="0"/>
                <a:ea typeface="Segoe UI Black" panose="020B0A02040204020203" pitchFamily="34" charset="0"/>
                <a:cs typeface="Segoe UI Black" panose="020B0A02040204020203" pitchFamily="34" charset="0"/>
              </a:rPr>
              <a:t>#</a:t>
            </a:r>
            <a:r>
              <a:rPr lang="en-US" sz="1400" smtClean="0">
                <a:gradFill>
                  <a:gsLst>
                    <a:gs pos="8367">
                      <a:srgbClr val="000000"/>
                    </a:gs>
                    <a:gs pos="31000">
                      <a:srgbClr val="000000"/>
                    </a:gs>
                  </a:gsLst>
                  <a:lin ang="5400000" scaled="0"/>
                </a:gradFill>
              </a:rPr>
              <a:t>&gt;&lt;Section title goes here&gt;</a:t>
            </a:r>
          </a:p>
          <a:p>
            <a:endParaRPr lang="en-US" dirty="0"/>
          </a:p>
        </p:txBody>
      </p:sp>
      <p:sp>
        <p:nvSpPr>
          <p:cNvPr id="12" name="TextBox 11"/>
          <p:cNvSpPr txBox="1"/>
          <p:nvPr userDrawn="1"/>
        </p:nvSpPr>
        <p:spPr>
          <a:xfrm>
            <a:off x="6149167" y="6498479"/>
            <a:ext cx="1521763" cy="323165"/>
          </a:xfrm>
          <a:prstGeom prst="rect">
            <a:avLst/>
          </a:prstGeom>
          <a:noFill/>
        </p:spPr>
        <p:txBody>
          <a:bodyPr wrap="none" lIns="146304" tIns="91440" rIns="146304" bIns="91440" rtlCol="0">
            <a:spAutoFit/>
          </a:bodyPr>
          <a:lstStyle/>
          <a:p>
            <a:pPr>
              <a:lnSpc>
                <a:spcPct val="90000"/>
              </a:lnSpc>
              <a:spcAft>
                <a:spcPts val="0"/>
              </a:spcAft>
            </a:pPr>
            <a:r>
              <a:rPr lang="en-US" sz="1000" dirty="0" smtClean="0">
                <a:gradFill>
                  <a:gsLst>
                    <a:gs pos="2917">
                      <a:schemeClr val="tx1"/>
                    </a:gs>
                    <a:gs pos="30000">
                      <a:schemeClr val="tx1"/>
                    </a:gs>
                  </a:gsLst>
                  <a:lin ang="5400000" scaled="0"/>
                </a:gradFill>
              </a:rPr>
              <a:t>http://dev.office.com/</a:t>
            </a:r>
          </a:p>
        </p:txBody>
      </p:sp>
      <p:sp>
        <p:nvSpPr>
          <p:cNvPr id="9" name="Date Placeholder 5"/>
          <p:cNvSpPr>
            <a:spLocks noGrp="1"/>
          </p:cNvSpPr>
          <p:nvPr>
            <p:ph type="dt" sz="half" idx="2"/>
          </p:nvPr>
        </p:nvSpPr>
        <p:spPr>
          <a:xfrm>
            <a:off x="4822654" y="6471920"/>
            <a:ext cx="2797175" cy="371475"/>
          </a:xfrm>
          <a:prstGeom prst="rect">
            <a:avLst/>
          </a:prstGeom>
        </p:spPr>
        <p:txBody>
          <a:bodyPr vert="horz" lIns="91440" tIns="45720" rIns="91440" bIns="45720" rtlCol="0" anchor="ctr"/>
          <a:lstStyle>
            <a:lvl1pPr marL="0" algn="l" defTabSz="932742" rtl="0" eaLnBrk="1" latinLnBrk="0" hangingPunct="1">
              <a:lnSpc>
                <a:spcPct val="90000"/>
              </a:lnSpc>
              <a:spcAft>
                <a:spcPts val="0"/>
              </a:spcAft>
              <a:defRPr lang="en-US" sz="1000" kern="1200" smtClean="0">
                <a:gradFill>
                  <a:gsLst>
                    <a:gs pos="2917">
                      <a:schemeClr val="tx1"/>
                    </a:gs>
                    <a:gs pos="30000">
                      <a:schemeClr val="tx1"/>
                    </a:gs>
                  </a:gsLst>
                  <a:lin ang="5400000" scaled="0"/>
                </a:gradFill>
                <a:latin typeface="+mn-lt"/>
                <a:ea typeface="+mn-ea"/>
                <a:cs typeface="+mn-cs"/>
              </a:defRPr>
            </a:lvl1pPr>
          </a:lstStyle>
          <a:p>
            <a:r>
              <a:rPr lang="en-US" smtClean="0"/>
              <a:t>Microsoft Confidential</a:t>
            </a:r>
            <a:endParaRPr lang="en-US" dirty="0"/>
          </a:p>
        </p:txBody>
      </p:sp>
      <p:pic>
        <p:nvPicPr>
          <p:cNvPr id="10" name="Picture 9"/>
          <p:cNvPicPr>
            <a:picLocks noChangeAspect="1"/>
          </p:cNvPicPr>
          <p:nvPr userDrawn="1"/>
        </p:nvPicPr>
        <p:blipFill>
          <a:blip r:embed="rId2"/>
          <a:stretch>
            <a:fillRect/>
          </a:stretch>
        </p:blipFill>
        <p:spPr>
          <a:xfrm>
            <a:off x="436564" y="6474800"/>
            <a:ext cx="704088" cy="222863"/>
          </a:xfrm>
          <a:prstGeom prst="rect">
            <a:avLst/>
          </a:prstGeom>
        </p:spPr>
      </p:pic>
    </p:spTree>
    <p:extLst>
      <p:ext uri="{BB962C8B-B14F-4D97-AF65-F5344CB8AC3E}">
        <p14:creationId xmlns:p14="http://schemas.microsoft.com/office/powerpoint/2010/main" val="17032684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wo Column 2-color Non-bullete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4" name="Text Placeholder 3"/>
          <p:cNvSpPr>
            <a:spLocks noGrp="1"/>
          </p:cNvSpPr>
          <p:nvPr>
            <p:ph type="body" sz="quarter" idx="10"/>
          </p:nvPr>
        </p:nvSpPr>
        <p:spPr>
          <a:xfrm>
            <a:off x="274639" y="1212849"/>
            <a:ext cx="5486399" cy="1914370"/>
          </a:xfrm>
        </p:spPr>
        <p:txBody>
          <a:bodyPr wrap="square">
            <a:spAutoFit/>
          </a:bodyPr>
          <a:lstStyle>
            <a:lvl1pPr marL="0" indent="0">
              <a:spcBef>
                <a:spcPts val="1224"/>
              </a:spcBef>
              <a:buClr>
                <a:schemeClr val="tx1"/>
              </a:buClr>
              <a:buFont typeface="Wingdings" pitchFamily="2" charset="2"/>
              <a:buNone/>
              <a:defRPr sz="3200">
                <a:gradFill>
                  <a:gsLst>
                    <a:gs pos="1250">
                      <a:schemeClr val="tx2"/>
                    </a:gs>
                    <a:gs pos="99000">
                      <a:schemeClr val="tx2"/>
                    </a:gs>
                  </a:gsLst>
                  <a:lin ang="5400000" scaled="0"/>
                </a:gradFill>
              </a:defRPr>
            </a:lvl1pPr>
            <a:lvl2pPr marL="0" indent="0">
              <a:buNone/>
              <a:defRPr sz="2000"/>
            </a:lvl2pPr>
            <a:lvl3pPr marL="231775" indent="0">
              <a:buNone/>
              <a:tabLst/>
              <a:defRPr sz="2000"/>
            </a:lvl3pPr>
            <a:lvl4pPr marL="460375" indent="0">
              <a:buNone/>
              <a:defRPr/>
            </a:lvl4pPr>
            <a:lvl5pPr marL="685800" indent="0">
              <a:buNone/>
              <a:tabLst/>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3"/>
          <p:cNvSpPr>
            <a:spLocks noGrp="1"/>
          </p:cNvSpPr>
          <p:nvPr>
            <p:ph type="body" sz="quarter" idx="11"/>
          </p:nvPr>
        </p:nvSpPr>
        <p:spPr>
          <a:xfrm>
            <a:off x="6675439" y="1212849"/>
            <a:ext cx="5486399" cy="1914370"/>
          </a:xfrm>
        </p:spPr>
        <p:txBody>
          <a:bodyPr wrap="square">
            <a:spAutoFit/>
          </a:bodyPr>
          <a:lstStyle>
            <a:lvl1pPr marL="0" indent="0">
              <a:spcBef>
                <a:spcPts val="1224"/>
              </a:spcBef>
              <a:buClr>
                <a:schemeClr val="tx1"/>
              </a:buClr>
              <a:buFont typeface="Wingdings" pitchFamily="2" charset="2"/>
              <a:buNone/>
              <a:defRPr sz="3200">
                <a:gradFill>
                  <a:gsLst>
                    <a:gs pos="1250">
                      <a:schemeClr val="tx2"/>
                    </a:gs>
                    <a:gs pos="99000">
                      <a:schemeClr val="tx2"/>
                    </a:gs>
                  </a:gsLst>
                  <a:lin ang="5400000" scaled="0"/>
                </a:gradFill>
              </a:defRPr>
            </a:lvl1pPr>
            <a:lvl2pPr marL="0" indent="0">
              <a:buNone/>
              <a:defRPr sz="2000"/>
            </a:lvl2pPr>
            <a:lvl3pPr marL="231775" indent="0">
              <a:buNone/>
              <a:tabLst/>
              <a:defRPr sz="2000"/>
            </a:lvl3pPr>
            <a:lvl4pPr marL="460375" indent="0">
              <a:buNone/>
              <a:defRPr/>
            </a:lvl4pPr>
            <a:lvl5pPr marL="685800" indent="0">
              <a:buNone/>
              <a:tabLst/>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3" name="Footer Placeholder 2"/>
          <p:cNvSpPr>
            <a:spLocks noGrp="1"/>
          </p:cNvSpPr>
          <p:nvPr>
            <p:ph type="ftr" sz="quarter" idx="12"/>
          </p:nvPr>
        </p:nvSpPr>
        <p:spPr/>
        <p:txBody>
          <a:bodyPr/>
          <a:lstStyle/>
          <a:p>
            <a:pPr>
              <a:defRPr/>
            </a:pPr>
            <a:r>
              <a:rPr lang="en-US" sz="1400" smtClean="0">
                <a:gradFill>
                  <a:gsLst>
                    <a:gs pos="8367">
                      <a:srgbClr val="000000"/>
                    </a:gs>
                    <a:gs pos="31000">
                      <a:srgbClr val="000000"/>
                    </a:gs>
                  </a:gsLst>
                  <a:lin ang="5400000" scaled="0"/>
                </a:gradFill>
              </a:rPr>
              <a:t>&lt;</a:t>
            </a:r>
            <a:r>
              <a:rPr lang="en-US" sz="1400" smtClean="0">
                <a:solidFill>
                  <a:sysClr val="windowText" lastClr="000000"/>
                </a:solidFill>
                <a:latin typeface="Segoe UI Black" panose="020B0A02040204020203" pitchFamily="34" charset="0"/>
                <a:ea typeface="Segoe UI Black" panose="020B0A02040204020203" pitchFamily="34" charset="0"/>
                <a:cs typeface="Segoe UI Black" panose="020B0A02040204020203" pitchFamily="34" charset="0"/>
              </a:rPr>
              <a:t>#</a:t>
            </a:r>
            <a:r>
              <a:rPr lang="en-US" sz="1400" smtClean="0">
                <a:gradFill>
                  <a:gsLst>
                    <a:gs pos="8367">
                      <a:srgbClr val="000000"/>
                    </a:gs>
                    <a:gs pos="31000">
                      <a:srgbClr val="000000"/>
                    </a:gs>
                  </a:gsLst>
                  <a:lin ang="5400000" scaled="0"/>
                </a:gradFill>
              </a:rPr>
              <a:t>&gt;&lt;Section title goes here&gt;</a:t>
            </a:r>
          </a:p>
          <a:p>
            <a:endParaRPr lang="en-US" dirty="0"/>
          </a:p>
        </p:txBody>
      </p:sp>
      <p:sp>
        <p:nvSpPr>
          <p:cNvPr id="12" name="TextBox 11"/>
          <p:cNvSpPr txBox="1"/>
          <p:nvPr userDrawn="1"/>
        </p:nvSpPr>
        <p:spPr>
          <a:xfrm>
            <a:off x="6149167" y="6498479"/>
            <a:ext cx="1521763" cy="323165"/>
          </a:xfrm>
          <a:prstGeom prst="rect">
            <a:avLst/>
          </a:prstGeom>
          <a:noFill/>
        </p:spPr>
        <p:txBody>
          <a:bodyPr wrap="none" lIns="146304" tIns="91440" rIns="146304" bIns="91440" rtlCol="0">
            <a:spAutoFit/>
          </a:bodyPr>
          <a:lstStyle/>
          <a:p>
            <a:pPr>
              <a:lnSpc>
                <a:spcPct val="90000"/>
              </a:lnSpc>
              <a:spcAft>
                <a:spcPts val="0"/>
              </a:spcAft>
            </a:pPr>
            <a:r>
              <a:rPr lang="en-US" sz="1000" dirty="0" smtClean="0">
                <a:gradFill>
                  <a:gsLst>
                    <a:gs pos="2917">
                      <a:schemeClr val="tx1"/>
                    </a:gs>
                    <a:gs pos="30000">
                      <a:schemeClr val="tx1"/>
                    </a:gs>
                  </a:gsLst>
                  <a:lin ang="5400000" scaled="0"/>
                </a:gradFill>
              </a:rPr>
              <a:t>http://dev.office.com/</a:t>
            </a:r>
          </a:p>
        </p:txBody>
      </p:sp>
      <p:sp>
        <p:nvSpPr>
          <p:cNvPr id="10" name="Date Placeholder 5"/>
          <p:cNvSpPr>
            <a:spLocks noGrp="1"/>
          </p:cNvSpPr>
          <p:nvPr>
            <p:ph type="dt" sz="half" idx="2"/>
          </p:nvPr>
        </p:nvSpPr>
        <p:spPr>
          <a:xfrm>
            <a:off x="4822654" y="6471920"/>
            <a:ext cx="2797175" cy="371475"/>
          </a:xfrm>
          <a:prstGeom prst="rect">
            <a:avLst/>
          </a:prstGeom>
        </p:spPr>
        <p:txBody>
          <a:bodyPr vert="horz" lIns="91440" tIns="45720" rIns="91440" bIns="45720" rtlCol="0" anchor="ctr"/>
          <a:lstStyle>
            <a:lvl1pPr marL="0" algn="l" defTabSz="932742" rtl="0" eaLnBrk="1" latinLnBrk="0" hangingPunct="1">
              <a:lnSpc>
                <a:spcPct val="90000"/>
              </a:lnSpc>
              <a:spcAft>
                <a:spcPts val="0"/>
              </a:spcAft>
              <a:defRPr lang="en-US" sz="1000" kern="1200" smtClean="0">
                <a:gradFill>
                  <a:gsLst>
                    <a:gs pos="2917">
                      <a:schemeClr val="tx1"/>
                    </a:gs>
                    <a:gs pos="30000">
                      <a:schemeClr val="tx1"/>
                    </a:gs>
                  </a:gsLst>
                  <a:lin ang="5400000" scaled="0"/>
                </a:gradFill>
                <a:latin typeface="+mn-lt"/>
                <a:ea typeface="+mn-ea"/>
                <a:cs typeface="+mn-cs"/>
              </a:defRPr>
            </a:lvl1pPr>
          </a:lstStyle>
          <a:p>
            <a:r>
              <a:rPr lang="en-US" smtClean="0"/>
              <a:t>Microsoft Confidential</a:t>
            </a:r>
            <a:endParaRPr lang="en-US" dirty="0"/>
          </a:p>
        </p:txBody>
      </p:sp>
      <p:pic>
        <p:nvPicPr>
          <p:cNvPr id="9" name="Picture 8"/>
          <p:cNvPicPr>
            <a:picLocks noChangeAspect="1"/>
          </p:cNvPicPr>
          <p:nvPr userDrawn="1"/>
        </p:nvPicPr>
        <p:blipFill>
          <a:blip r:embed="rId2"/>
          <a:stretch>
            <a:fillRect/>
          </a:stretch>
        </p:blipFill>
        <p:spPr>
          <a:xfrm>
            <a:off x="436564" y="6474800"/>
            <a:ext cx="704088" cy="222863"/>
          </a:xfrm>
          <a:prstGeom prst="rect">
            <a:avLst/>
          </a:prstGeom>
        </p:spPr>
      </p:pic>
    </p:spTree>
    <p:extLst>
      <p:ext uri="{BB962C8B-B14F-4D97-AF65-F5344CB8AC3E}">
        <p14:creationId xmlns:p14="http://schemas.microsoft.com/office/powerpoint/2010/main" val="39739778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wo Column Non-bullete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4" name="Text Placeholder 3"/>
          <p:cNvSpPr>
            <a:spLocks noGrp="1"/>
          </p:cNvSpPr>
          <p:nvPr>
            <p:ph type="body" sz="quarter" idx="10"/>
          </p:nvPr>
        </p:nvSpPr>
        <p:spPr>
          <a:xfrm>
            <a:off x="274639" y="1212849"/>
            <a:ext cx="5486399" cy="1914370"/>
          </a:xfrm>
        </p:spPr>
        <p:txBody>
          <a:bodyPr wrap="square">
            <a:spAutoFit/>
          </a:bodyPr>
          <a:lstStyle>
            <a:lvl1pPr marL="0" indent="0">
              <a:spcBef>
                <a:spcPts val="1224"/>
              </a:spcBef>
              <a:buClr>
                <a:schemeClr val="tx1"/>
              </a:buClr>
              <a:buFont typeface="Wingdings" pitchFamily="2" charset="2"/>
              <a:buNone/>
              <a:defRPr sz="3200"/>
            </a:lvl1pPr>
            <a:lvl2pPr marL="0" indent="0">
              <a:buNone/>
              <a:defRPr sz="2000"/>
            </a:lvl2pPr>
            <a:lvl3pPr marL="231775" indent="0">
              <a:buNone/>
              <a:tabLst/>
              <a:defRPr sz="2000"/>
            </a:lvl3pPr>
            <a:lvl4pPr marL="460375" indent="0">
              <a:buNone/>
              <a:defRPr/>
            </a:lvl4pPr>
            <a:lvl5pPr marL="685800" indent="0">
              <a:buNone/>
              <a:tabLst/>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3"/>
          <p:cNvSpPr>
            <a:spLocks noGrp="1"/>
          </p:cNvSpPr>
          <p:nvPr>
            <p:ph type="body" sz="quarter" idx="11"/>
          </p:nvPr>
        </p:nvSpPr>
        <p:spPr>
          <a:xfrm>
            <a:off x="6675439" y="1212849"/>
            <a:ext cx="5486399" cy="1914370"/>
          </a:xfrm>
        </p:spPr>
        <p:txBody>
          <a:bodyPr wrap="square">
            <a:spAutoFit/>
          </a:bodyPr>
          <a:lstStyle>
            <a:lvl1pPr marL="0" indent="0">
              <a:spcBef>
                <a:spcPts val="1224"/>
              </a:spcBef>
              <a:buClr>
                <a:schemeClr val="tx1"/>
              </a:buClr>
              <a:buFont typeface="Wingdings" pitchFamily="2" charset="2"/>
              <a:buNone/>
              <a:defRPr sz="3200"/>
            </a:lvl1pPr>
            <a:lvl2pPr marL="0" indent="0">
              <a:buNone/>
              <a:defRPr sz="2000"/>
            </a:lvl2pPr>
            <a:lvl3pPr marL="231775" indent="0">
              <a:buNone/>
              <a:tabLst/>
              <a:defRPr sz="2000"/>
            </a:lvl3pPr>
            <a:lvl4pPr marL="460375" indent="0">
              <a:buNone/>
              <a:defRPr/>
            </a:lvl4pPr>
            <a:lvl5pPr marL="685800" indent="0">
              <a:buNone/>
              <a:tabLst/>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3" name="Footer Placeholder 2"/>
          <p:cNvSpPr>
            <a:spLocks noGrp="1"/>
          </p:cNvSpPr>
          <p:nvPr>
            <p:ph type="ftr" sz="quarter" idx="12"/>
          </p:nvPr>
        </p:nvSpPr>
        <p:spPr/>
        <p:txBody>
          <a:bodyPr/>
          <a:lstStyle/>
          <a:p>
            <a:pPr>
              <a:defRPr/>
            </a:pPr>
            <a:r>
              <a:rPr lang="en-US" sz="1400" smtClean="0">
                <a:gradFill>
                  <a:gsLst>
                    <a:gs pos="8367">
                      <a:srgbClr val="000000"/>
                    </a:gs>
                    <a:gs pos="31000">
                      <a:srgbClr val="000000"/>
                    </a:gs>
                  </a:gsLst>
                  <a:lin ang="5400000" scaled="0"/>
                </a:gradFill>
              </a:rPr>
              <a:t>&lt;</a:t>
            </a:r>
            <a:r>
              <a:rPr lang="en-US" sz="1400" smtClean="0">
                <a:solidFill>
                  <a:sysClr val="windowText" lastClr="000000"/>
                </a:solidFill>
                <a:latin typeface="Segoe UI Black" panose="020B0A02040204020203" pitchFamily="34" charset="0"/>
                <a:ea typeface="Segoe UI Black" panose="020B0A02040204020203" pitchFamily="34" charset="0"/>
                <a:cs typeface="Segoe UI Black" panose="020B0A02040204020203" pitchFamily="34" charset="0"/>
              </a:rPr>
              <a:t>#</a:t>
            </a:r>
            <a:r>
              <a:rPr lang="en-US" sz="1400" smtClean="0">
                <a:gradFill>
                  <a:gsLst>
                    <a:gs pos="8367">
                      <a:srgbClr val="000000"/>
                    </a:gs>
                    <a:gs pos="31000">
                      <a:srgbClr val="000000"/>
                    </a:gs>
                  </a:gsLst>
                  <a:lin ang="5400000" scaled="0"/>
                </a:gradFill>
              </a:rPr>
              <a:t>&gt;&lt;Section title goes here&gt;</a:t>
            </a:r>
          </a:p>
          <a:p>
            <a:endParaRPr lang="en-US" dirty="0"/>
          </a:p>
        </p:txBody>
      </p:sp>
      <p:sp>
        <p:nvSpPr>
          <p:cNvPr id="12" name="TextBox 11"/>
          <p:cNvSpPr txBox="1"/>
          <p:nvPr userDrawn="1"/>
        </p:nvSpPr>
        <p:spPr>
          <a:xfrm>
            <a:off x="6149167" y="6498479"/>
            <a:ext cx="1521763" cy="323165"/>
          </a:xfrm>
          <a:prstGeom prst="rect">
            <a:avLst/>
          </a:prstGeom>
          <a:noFill/>
        </p:spPr>
        <p:txBody>
          <a:bodyPr wrap="none" lIns="146304" tIns="91440" rIns="146304" bIns="91440" rtlCol="0">
            <a:spAutoFit/>
          </a:bodyPr>
          <a:lstStyle/>
          <a:p>
            <a:pPr>
              <a:lnSpc>
                <a:spcPct val="90000"/>
              </a:lnSpc>
              <a:spcAft>
                <a:spcPts val="0"/>
              </a:spcAft>
            </a:pPr>
            <a:r>
              <a:rPr lang="en-US" sz="1000" dirty="0" smtClean="0">
                <a:gradFill>
                  <a:gsLst>
                    <a:gs pos="2917">
                      <a:schemeClr val="tx1"/>
                    </a:gs>
                    <a:gs pos="30000">
                      <a:schemeClr val="tx1"/>
                    </a:gs>
                  </a:gsLst>
                  <a:lin ang="5400000" scaled="0"/>
                </a:gradFill>
              </a:rPr>
              <a:t>http://dev.office.com/</a:t>
            </a:r>
          </a:p>
        </p:txBody>
      </p:sp>
      <p:sp>
        <p:nvSpPr>
          <p:cNvPr id="10" name="Date Placeholder 5"/>
          <p:cNvSpPr>
            <a:spLocks noGrp="1"/>
          </p:cNvSpPr>
          <p:nvPr>
            <p:ph type="dt" sz="half" idx="2"/>
          </p:nvPr>
        </p:nvSpPr>
        <p:spPr>
          <a:xfrm>
            <a:off x="4822654" y="6471920"/>
            <a:ext cx="2797175" cy="371475"/>
          </a:xfrm>
          <a:prstGeom prst="rect">
            <a:avLst/>
          </a:prstGeom>
        </p:spPr>
        <p:txBody>
          <a:bodyPr vert="horz" lIns="91440" tIns="45720" rIns="91440" bIns="45720" rtlCol="0" anchor="ctr"/>
          <a:lstStyle>
            <a:lvl1pPr marL="0" algn="l" defTabSz="932742" rtl="0" eaLnBrk="1" latinLnBrk="0" hangingPunct="1">
              <a:lnSpc>
                <a:spcPct val="90000"/>
              </a:lnSpc>
              <a:spcAft>
                <a:spcPts val="0"/>
              </a:spcAft>
              <a:defRPr lang="en-US" sz="1000" kern="1200" smtClean="0">
                <a:gradFill>
                  <a:gsLst>
                    <a:gs pos="2917">
                      <a:schemeClr val="tx1"/>
                    </a:gs>
                    <a:gs pos="30000">
                      <a:schemeClr val="tx1"/>
                    </a:gs>
                  </a:gsLst>
                  <a:lin ang="5400000" scaled="0"/>
                </a:gradFill>
                <a:latin typeface="+mn-lt"/>
                <a:ea typeface="+mn-ea"/>
                <a:cs typeface="+mn-cs"/>
              </a:defRPr>
            </a:lvl1pPr>
          </a:lstStyle>
          <a:p>
            <a:r>
              <a:rPr lang="en-US" smtClean="0"/>
              <a:t>Microsoft Confidential</a:t>
            </a:r>
            <a:endParaRPr lang="en-US" dirty="0"/>
          </a:p>
        </p:txBody>
      </p:sp>
      <p:pic>
        <p:nvPicPr>
          <p:cNvPr id="9" name="Picture 8"/>
          <p:cNvPicPr>
            <a:picLocks noChangeAspect="1"/>
          </p:cNvPicPr>
          <p:nvPr userDrawn="1"/>
        </p:nvPicPr>
        <p:blipFill>
          <a:blip r:embed="rId2"/>
          <a:stretch>
            <a:fillRect/>
          </a:stretch>
        </p:blipFill>
        <p:spPr>
          <a:xfrm>
            <a:off x="436564" y="6474800"/>
            <a:ext cx="704088" cy="222863"/>
          </a:xfrm>
          <a:prstGeom prst="rect">
            <a:avLst/>
          </a:prstGeom>
        </p:spPr>
      </p:pic>
    </p:spTree>
    <p:extLst>
      <p:ext uri="{BB962C8B-B14F-4D97-AF65-F5344CB8AC3E}">
        <p14:creationId xmlns:p14="http://schemas.microsoft.com/office/powerpoint/2010/main" val="3479599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wo Column Bullet text 1st level color">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4" name="Text Placeholder 3"/>
          <p:cNvSpPr>
            <a:spLocks noGrp="1"/>
          </p:cNvSpPr>
          <p:nvPr>
            <p:ph type="body" sz="quarter" idx="10"/>
          </p:nvPr>
        </p:nvSpPr>
        <p:spPr>
          <a:xfrm>
            <a:off x="274639" y="1212849"/>
            <a:ext cx="5486399" cy="2425279"/>
          </a:xfrm>
        </p:spPr>
        <p:txBody>
          <a:bodyPr wrap="square">
            <a:spAutoFit/>
          </a:bodyPr>
          <a:lstStyle>
            <a:lvl1pPr marL="287338" indent="-287338">
              <a:spcBef>
                <a:spcPts val="1224"/>
              </a:spcBef>
              <a:buClr>
                <a:schemeClr val="tx2"/>
              </a:buClr>
              <a:buFont typeface="Arial" pitchFamily="34" charset="0"/>
              <a:buChar char="•"/>
              <a:defRPr sz="3200">
                <a:gradFill>
                  <a:gsLst>
                    <a:gs pos="1250">
                      <a:schemeClr val="tx2"/>
                    </a:gs>
                    <a:gs pos="99000">
                      <a:schemeClr val="tx2"/>
                    </a:gs>
                  </a:gsLst>
                  <a:lin ang="5400000" scaled="0"/>
                </a:gradFill>
              </a:defRPr>
            </a:lvl1pPr>
            <a:lvl2pPr marL="531166" indent="-233195">
              <a:defRPr sz="2400"/>
            </a:lvl2pPr>
            <a:lvl3pPr marL="699585" indent="-168419">
              <a:tabLst/>
              <a:defRPr sz="2000"/>
            </a:lvl3pPr>
            <a:lvl4pPr marL="880958" indent="-181374">
              <a:defRPr/>
            </a:lvl4pPr>
            <a:lvl5pPr marL="1049377" indent="-168419">
              <a:tabLst/>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3"/>
          <p:cNvSpPr>
            <a:spLocks noGrp="1"/>
          </p:cNvSpPr>
          <p:nvPr>
            <p:ph type="body" sz="quarter" idx="11"/>
          </p:nvPr>
        </p:nvSpPr>
        <p:spPr>
          <a:xfrm>
            <a:off x="6675439" y="1212849"/>
            <a:ext cx="5486399" cy="2425279"/>
          </a:xfrm>
        </p:spPr>
        <p:txBody>
          <a:bodyPr wrap="square">
            <a:spAutoFit/>
          </a:bodyPr>
          <a:lstStyle>
            <a:lvl1pPr marL="287338" indent="-287338">
              <a:spcBef>
                <a:spcPts val="1224"/>
              </a:spcBef>
              <a:buClr>
                <a:schemeClr val="tx2"/>
              </a:buClr>
              <a:buFont typeface="Arial" pitchFamily="34" charset="0"/>
              <a:buChar char="•"/>
              <a:defRPr sz="3200">
                <a:gradFill>
                  <a:gsLst>
                    <a:gs pos="1250">
                      <a:schemeClr val="tx2"/>
                    </a:gs>
                    <a:gs pos="99000">
                      <a:schemeClr val="tx2"/>
                    </a:gs>
                  </a:gsLst>
                  <a:lin ang="5400000" scaled="0"/>
                </a:gradFill>
              </a:defRPr>
            </a:lvl1pPr>
            <a:lvl2pPr marL="531166" indent="-233195">
              <a:defRPr sz="2400"/>
            </a:lvl2pPr>
            <a:lvl3pPr marL="699585" indent="-168419">
              <a:tabLst/>
              <a:defRPr sz="2000"/>
            </a:lvl3pPr>
            <a:lvl4pPr marL="880958" indent="-181374">
              <a:defRPr/>
            </a:lvl4pPr>
            <a:lvl5pPr marL="1049377" indent="-168419">
              <a:tabLst/>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3" name="Footer Placeholder 2"/>
          <p:cNvSpPr>
            <a:spLocks noGrp="1"/>
          </p:cNvSpPr>
          <p:nvPr>
            <p:ph type="ftr" sz="quarter" idx="12"/>
          </p:nvPr>
        </p:nvSpPr>
        <p:spPr/>
        <p:txBody>
          <a:bodyPr/>
          <a:lstStyle/>
          <a:p>
            <a:pPr>
              <a:defRPr/>
            </a:pPr>
            <a:r>
              <a:rPr lang="en-US" sz="1400" smtClean="0">
                <a:gradFill>
                  <a:gsLst>
                    <a:gs pos="8367">
                      <a:srgbClr val="000000"/>
                    </a:gs>
                    <a:gs pos="31000">
                      <a:srgbClr val="000000"/>
                    </a:gs>
                  </a:gsLst>
                  <a:lin ang="5400000" scaled="0"/>
                </a:gradFill>
              </a:rPr>
              <a:t>&lt;</a:t>
            </a:r>
            <a:r>
              <a:rPr lang="en-US" sz="1400" smtClean="0">
                <a:solidFill>
                  <a:sysClr val="windowText" lastClr="000000"/>
                </a:solidFill>
                <a:latin typeface="Segoe UI Black" panose="020B0A02040204020203" pitchFamily="34" charset="0"/>
                <a:ea typeface="Segoe UI Black" panose="020B0A02040204020203" pitchFamily="34" charset="0"/>
                <a:cs typeface="Segoe UI Black" panose="020B0A02040204020203" pitchFamily="34" charset="0"/>
              </a:rPr>
              <a:t>#</a:t>
            </a:r>
            <a:r>
              <a:rPr lang="en-US" sz="1400" smtClean="0">
                <a:gradFill>
                  <a:gsLst>
                    <a:gs pos="8367">
                      <a:srgbClr val="000000"/>
                    </a:gs>
                    <a:gs pos="31000">
                      <a:srgbClr val="000000"/>
                    </a:gs>
                  </a:gsLst>
                  <a:lin ang="5400000" scaled="0"/>
                </a:gradFill>
              </a:rPr>
              <a:t>&gt;&lt;Section title goes here&gt;</a:t>
            </a:r>
          </a:p>
          <a:p>
            <a:endParaRPr lang="en-US" dirty="0"/>
          </a:p>
        </p:txBody>
      </p:sp>
      <p:sp>
        <p:nvSpPr>
          <p:cNvPr id="12" name="TextBox 11"/>
          <p:cNvSpPr txBox="1"/>
          <p:nvPr userDrawn="1"/>
        </p:nvSpPr>
        <p:spPr>
          <a:xfrm>
            <a:off x="6149167" y="6498479"/>
            <a:ext cx="1521763" cy="323165"/>
          </a:xfrm>
          <a:prstGeom prst="rect">
            <a:avLst/>
          </a:prstGeom>
          <a:noFill/>
        </p:spPr>
        <p:txBody>
          <a:bodyPr wrap="none" lIns="146304" tIns="91440" rIns="146304" bIns="91440" rtlCol="0">
            <a:spAutoFit/>
          </a:bodyPr>
          <a:lstStyle/>
          <a:p>
            <a:pPr>
              <a:lnSpc>
                <a:spcPct val="90000"/>
              </a:lnSpc>
              <a:spcAft>
                <a:spcPts val="0"/>
              </a:spcAft>
            </a:pPr>
            <a:r>
              <a:rPr lang="en-US" sz="1000" dirty="0" smtClean="0">
                <a:gradFill>
                  <a:gsLst>
                    <a:gs pos="2917">
                      <a:schemeClr val="tx1"/>
                    </a:gs>
                    <a:gs pos="30000">
                      <a:schemeClr val="tx1"/>
                    </a:gs>
                  </a:gsLst>
                  <a:lin ang="5400000" scaled="0"/>
                </a:gradFill>
              </a:rPr>
              <a:t>http://dev.office.com/</a:t>
            </a:r>
          </a:p>
        </p:txBody>
      </p:sp>
      <p:sp>
        <p:nvSpPr>
          <p:cNvPr id="10" name="Date Placeholder 5"/>
          <p:cNvSpPr>
            <a:spLocks noGrp="1"/>
          </p:cNvSpPr>
          <p:nvPr>
            <p:ph type="dt" sz="half" idx="2"/>
          </p:nvPr>
        </p:nvSpPr>
        <p:spPr>
          <a:xfrm>
            <a:off x="4822654" y="6471920"/>
            <a:ext cx="2797175" cy="371475"/>
          </a:xfrm>
          <a:prstGeom prst="rect">
            <a:avLst/>
          </a:prstGeom>
        </p:spPr>
        <p:txBody>
          <a:bodyPr vert="horz" lIns="91440" tIns="45720" rIns="91440" bIns="45720" rtlCol="0" anchor="ctr"/>
          <a:lstStyle>
            <a:lvl1pPr marL="0" algn="l" defTabSz="932742" rtl="0" eaLnBrk="1" latinLnBrk="0" hangingPunct="1">
              <a:lnSpc>
                <a:spcPct val="90000"/>
              </a:lnSpc>
              <a:spcAft>
                <a:spcPts val="0"/>
              </a:spcAft>
              <a:defRPr lang="en-US" sz="1000" kern="1200" smtClean="0">
                <a:gradFill>
                  <a:gsLst>
                    <a:gs pos="2917">
                      <a:schemeClr val="tx1"/>
                    </a:gs>
                    <a:gs pos="30000">
                      <a:schemeClr val="tx1"/>
                    </a:gs>
                  </a:gsLst>
                  <a:lin ang="5400000" scaled="0"/>
                </a:gradFill>
                <a:latin typeface="+mn-lt"/>
                <a:ea typeface="+mn-ea"/>
                <a:cs typeface="+mn-cs"/>
              </a:defRPr>
            </a:lvl1pPr>
          </a:lstStyle>
          <a:p>
            <a:r>
              <a:rPr lang="en-US" smtClean="0"/>
              <a:t>Microsoft Confidential</a:t>
            </a:r>
            <a:endParaRPr lang="en-US" dirty="0"/>
          </a:p>
        </p:txBody>
      </p:sp>
      <p:pic>
        <p:nvPicPr>
          <p:cNvPr id="9" name="Picture 8"/>
          <p:cNvPicPr>
            <a:picLocks noChangeAspect="1"/>
          </p:cNvPicPr>
          <p:nvPr userDrawn="1"/>
        </p:nvPicPr>
        <p:blipFill>
          <a:blip r:embed="rId2"/>
          <a:stretch>
            <a:fillRect/>
          </a:stretch>
        </p:blipFill>
        <p:spPr>
          <a:xfrm>
            <a:off x="436564" y="6474800"/>
            <a:ext cx="704088" cy="222863"/>
          </a:xfrm>
          <a:prstGeom prst="rect">
            <a:avLst/>
          </a:prstGeom>
        </p:spPr>
      </p:pic>
    </p:spTree>
    <p:extLst>
      <p:ext uri="{BB962C8B-B14F-4D97-AF65-F5344CB8AC3E}">
        <p14:creationId xmlns:p14="http://schemas.microsoft.com/office/powerpoint/2010/main" val="11605684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wo Column Bullet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4" name="Text Placeholder 3"/>
          <p:cNvSpPr>
            <a:spLocks noGrp="1"/>
          </p:cNvSpPr>
          <p:nvPr>
            <p:ph type="body" sz="quarter" idx="10"/>
          </p:nvPr>
        </p:nvSpPr>
        <p:spPr>
          <a:xfrm>
            <a:off x="274639" y="1212849"/>
            <a:ext cx="5486399" cy="2425279"/>
          </a:xfrm>
        </p:spPr>
        <p:txBody>
          <a:bodyPr wrap="square">
            <a:spAutoFit/>
          </a:bodyPr>
          <a:lstStyle>
            <a:lvl1pPr marL="287338" indent="-287338">
              <a:spcBef>
                <a:spcPts val="1224"/>
              </a:spcBef>
              <a:buClr>
                <a:schemeClr val="tx1"/>
              </a:buClr>
              <a:buFont typeface="Arial" pitchFamily="34" charset="0"/>
              <a:buChar char="•"/>
              <a:defRPr sz="3200"/>
            </a:lvl1pPr>
            <a:lvl2pPr marL="531166" indent="-233195">
              <a:defRPr sz="2400"/>
            </a:lvl2pPr>
            <a:lvl3pPr marL="699585" indent="-168419">
              <a:tabLst/>
              <a:defRPr sz="2000"/>
            </a:lvl3pPr>
            <a:lvl4pPr marL="880958" indent="-181374">
              <a:defRPr/>
            </a:lvl4pPr>
            <a:lvl5pPr marL="1049377" indent="-168419">
              <a:tabLst/>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3"/>
          <p:cNvSpPr>
            <a:spLocks noGrp="1"/>
          </p:cNvSpPr>
          <p:nvPr>
            <p:ph type="body" sz="quarter" idx="11"/>
          </p:nvPr>
        </p:nvSpPr>
        <p:spPr>
          <a:xfrm>
            <a:off x="6675439" y="1212849"/>
            <a:ext cx="5486399" cy="2425279"/>
          </a:xfrm>
        </p:spPr>
        <p:txBody>
          <a:bodyPr wrap="square">
            <a:spAutoFit/>
          </a:bodyPr>
          <a:lstStyle>
            <a:lvl1pPr marL="287338" indent="-287338">
              <a:spcBef>
                <a:spcPts val="1224"/>
              </a:spcBef>
              <a:buClr>
                <a:schemeClr val="tx1"/>
              </a:buClr>
              <a:buFont typeface="Arial" pitchFamily="34" charset="0"/>
              <a:buChar char="•"/>
              <a:defRPr sz="3200"/>
            </a:lvl1pPr>
            <a:lvl2pPr marL="531166" indent="-233195">
              <a:defRPr sz="2400"/>
            </a:lvl2pPr>
            <a:lvl3pPr marL="699585" indent="-168419">
              <a:tabLst/>
              <a:defRPr sz="2000"/>
            </a:lvl3pPr>
            <a:lvl4pPr marL="880958" indent="-181374">
              <a:defRPr/>
            </a:lvl4pPr>
            <a:lvl5pPr marL="1049377" indent="-168419">
              <a:tabLst/>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3" name="Footer Placeholder 2"/>
          <p:cNvSpPr>
            <a:spLocks noGrp="1"/>
          </p:cNvSpPr>
          <p:nvPr>
            <p:ph type="ftr" sz="quarter" idx="12"/>
          </p:nvPr>
        </p:nvSpPr>
        <p:spPr/>
        <p:txBody>
          <a:bodyPr/>
          <a:lstStyle/>
          <a:p>
            <a:pPr>
              <a:defRPr/>
            </a:pPr>
            <a:r>
              <a:rPr lang="en-US" sz="1400" smtClean="0">
                <a:gradFill>
                  <a:gsLst>
                    <a:gs pos="8367">
                      <a:srgbClr val="000000"/>
                    </a:gs>
                    <a:gs pos="31000">
                      <a:srgbClr val="000000"/>
                    </a:gs>
                  </a:gsLst>
                  <a:lin ang="5400000" scaled="0"/>
                </a:gradFill>
              </a:rPr>
              <a:t>&lt;</a:t>
            </a:r>
            <a:r>
              <a:rPr lang="en-US" sz="1400" smtClean="0">
                <a:solidFill>
                  <a:sysClr val="windowText" lastClr="000000"/>
                </a:solidFill>
                <a:latin typeface="Segoe UI Black" panose="020B0A02040204020203" pitchFamily="34" charset="0"/>
                <a:ea typeface="Segoe UI Black" panose="020B0A02040204020203" pitchFamily="34" charset="0"/>
                <a:cs typeface="Segoe UI Black" panose="020B0A02040204020203" pitchFamily="34" charset="0"/>
              </a:rPr>
              <a:t>#</a:t>
            </a:r>
            <a:r>
              <a:rPr lang="en-US" sz="1400" smtClean="0">
                <a:gradFill>
                  <a:gsLst>
                    <a:gs pos="8367">
                      <a:srgbClr val="000000"/>
                    </a:gs>
                    <a:gs pos="31000">
                      <a:srgbClr val="000000"/>
                    </a:gs>
                  </a:gsLst>
                  <a:lin ang="5400000" scaled="0"/>
                </a:gradFill>
              </a:rPr>
              <a:t>&gt;&lt;Section title goes here&gt;</a:t>
            </a:r>
          </a:p>
          <a:p>
            <a:endParaRPr lang="en-US" dirty="0"/>
          </a:p>
        </p:txBody>
      </p:sp>
      <p:sp>
        <p:nvSpPr>
          <p:cNvPr id="12" name="TextBox 11"/>
          <p:cNvSpPr txBox="1"/>
          <p:nvPr userDrawn="1"/>
        </p:nvSpPr>
        <p:spPr>
          <a:xfrm>
            <a:off x="6149167" y="6498479"/>
            <a:ext cx="1521763" cy="323165"/>
          </a:xfrm>
          <a:prstGeom prst="rect">
            <a:avLst/>
          </a:prstGeom>
          <a:noFill/>
        </p:spPr>
        <p:txBody>
          <a:bodyPr wrap="none" lIns="146304" tIns="91440" rIns="146304" bIns="91440" rtlCol="0">
            <a:spAutoFit/>
          </a:bodyPr>
          <a:lstStyle/>
          <a:p>
            <a:pPr>
              <a:lnSpc>
                <a:spcPct val="90000"/>
              </a:lnSpc>
              <a:spcAft>
                <a:spcPts val="0"/>
              </a:spcAft>
            </a:pPr>
            <a:r>
              <a:rPr lang="en-US" sz="1000" dirty="0" smtClean="0">
                <a:gradFill>
                  <a:gsLst>
                    <a:gs pos="2917">
                      <a:schemeClr val="tx1"/>
                    </a:gs>
                    <a:gs pos="30000">
                      <a:schemeClr val="tx1"/>
                    </a:gs>
                  </a:gsLst>
                  <a:lin ang="5400000" scaled="0"/>
                </a:gradFill>
              </a:rPr>
              <a:t>http://dev.office.com/</a:t>
            </a:r>
          </a:p>
        </p:txBody>
      </p:sp>
      <p:sp>
        <p:nvSpPr>
          <p:cNvPr id="10" name="Date Placeholder 5"/>
          <p:cNvSpPr>
            <a:spLocks noGrp="1"/>
          </p:cNvSpPr>
          <p:nvPr>
            <p:ph type="dt" sz="half" idx="2"/>
          </p:nvPr>
        </p:nvSpPr>
        <p:spPr>
          <a:xfrm>
            <a:off x="4822654" y="6471920"/>
            <a:ext cx="2797175" cy="371475"/>
          </a:xfrm>
          <a:prstGeom prst="rect">
            <a:avLst/>
          </a:prstGeom>
        </p:spPr>
        <p:txBody>
          <a:bodyPr vert="horz" lIns="91440" tIns="45720" rIns="91440" bIns="45720" rtlCol="0" anchor="ctr"/>
          <a:lstStyle>
            <a:lvl1pPr marL="0" algn="l" defTabSz="932742" rtl="0" eaLnBrk="1" latinLnBrk="0" hangingPunct="1">
              <a:lnSpc>
                <a:spcPct val="90000"/>
              </a:lnSpc>
              <a:spcAft>
                <a:spcPts val="0"/>
              </a:spcAft>
              <a:defRPr lang="en-US" sz="1000" kern="1200" smtClean="0">
                <a:gradFill>
                  <a:gsLst>
                    <a:gs pos="2917">
                      <a:schemeClr val="tx1"/>
                    </a:gs>
                    <a:gs pos="30000">
                      <a:schemeClr val="tx1"/>
                    </a:gs>
                  </a:gsLst>
                  <a:lin ang="5400000" scaled="0"/>
                </a:gradFill>
                <a:latin typeface="+mn-lt"/>
                <a:ea typeface="+mn-ea"/>
                <a:cs typeface="+mn-cs"/>
              </a:defRPr>
            </a:lvl1pPr>
          </a:lstStyle>
          <a:p>
            <a:r>
              <a:rPr lang="en-US" smtClean="0"/>
              <a:t>Microsoft Confidential</a:t>
            </a:r>
            <a:endParaRPr lang="en-US" dirty="0"/>
          </a:p>
        </p:txBody>
      </p:sp>
      <p:pic>
        <p:nvPicPr>
          <p:cNvPr id="9" name="Picture 8"/>
          <p:cNvPicPr>
            <a:picLocks noChangeAspect="1"/>
          </p:cNvPicPr>
          <p:nvPr userDrawn="1"/>
        </p:nvPicPr>
        <p:blipFill>
          <a:blip r:embed="rId2"/>
          <a:stretch>
            <a:fillRect/>
          </a:stretch>
        </p:blipFill>
        <p:spPr>
          <a:xfrm>
            <a:off x="436564" y="6474800"/>
            <a:ext cx="704088" cy="222863"/>
          </a:xfrm>
          <a:prstGeom prst="rect">
            <a:avLst/>
          </a:prstGeom>
        </p:spPr>
      </p:pic>
    </p:spTree>
    <p:extLst>
      <p:ext uri="{BB962C8B-B14F-4D97-AF65-F5344CB8AC3E}">
        <p14:creationId xmlns:p14="http://schemas.microsoft.com/office/powerpoint/2010/main" val="41799467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Footer Placeholder 2"/>
          <p:cNvSpPr>
            <a:spLocks noGrp="1"/>
          </p:cNvSpPr>
          <p:nvPr>
            <p:ph type="ftr" sz="quarter" idx="10"/>
          </p:nvPr>
        </p:nvSpPr>
        <p:spPr/>
        <p:txBody>
          <a:bodyPr/>
          <a:lstStyle/>
          <a:p>
            <a:pPr>
              <a:defRPr/>
            </a:pPr>
            <a:r>
              <a:rPr lang="en-US" sz="1400" smtClean="0">
                <a:gradFill>
                  <a:gsLst>
                    <a:gs pos="8367">
                      <a:srgbClr val="000000"/>
                    </a:gs>
                    <a:gs pos="31000">
                      <a:srgbClr val="000000"/>
                    </a:gs>
                  </a:gsLst>
                  <a:lin ang="5400000" scaled="0"/>
                </a:gradFill>
              </a:rPr>
              <a:t>&lt;</a:t>
            </a:r>
            <a:r>
              <a:rPr lang="en-US" sz="1400" smtClean="0">
                <a:solidFill>
                  <a:sysClr val="windowText" lastClr="000000"/>
                </a:solidFill>
                <a:latin typeface="Segoe UI Black" panose="020B0A02040204020203" pitchFamily="34" charset="0"/>
                <a:ea typeface="Segoe UI Black" panose="020B0A02040204020203" pitchFamily="34" charset="0"/>
                <a:cs typeface="Segoe UI Black" panose="020B0A02040204020203" pitchFamily="34" charset="0"/>
              </a:rPr>
              <a:t>#</a:t>
            </a:r>
            <a:r>
              <a:rPr lang="en-US" sz="1400" smtClean="0">
                <a:gradFill>
                  <a:gsLst>
                    <a:gs pos="8367">
                      <a:srgbClr val="000000"/>
                    </a:gs>
                    <a:gs pos="31000">
                      <a:srgbClr val="000000"/>
                    </a:gs>
                  </a:gsLst>
                  <a:lin ang="5400000" scaled="0"/>
                </a:gradFill>
              </a:rPr>
              <a:t>&gt;&lt;Section title goes here&gt;</a:t>
            </a:r>
          </a:p>
          <a:p>
            <a:endParaRPr lang="en-US" dirty="0"/>
          </a:p>
        </p:txBody>
      </p:sp>
      <p:sp>
        <p:nvSpPr>
          <p:cNvPr id="9" name="TextBox 8"/>
          <p:cNvSpPr txBox="1"/>
          <p:nvPr userDrawn="1"/>
        </p:nvSpPr>
        <p:spPr>
          <a:xfrm>
            <a:off x="6149167" y="6498479"/>
            <a:ext cx="1521763" cy="323165"/>
          </a:xfrm>
          <a:prstGeom prst="rect">
            <a:avLst/>
          </a:prstGeom>
          <a:noFill/>
        </p:spPr>
        <p:txBody>
          <a:bodyPr wrap="none" lIns="146304" tIns="91440" rIns="146304" bIns="91440" rtlCol="0">
            <a:spAutoFit/>
          </a:bodyPr>
          <a:lstStyle/>
          <a:p>
            <a:pPr>
              <a:lnSpc>
                <a:spcPct val="90000"/>
              </a:lnSpc>
              <a:spcAft>
                <a:spcPts val="0"/>
              </a:spcAft>
            </a:pPr>
            <a:r>
              <a:rPr lang="en-US" sz="1000" dirty="0" smtClean="0">
                <a:gradFill>
                  <a:gsLst>
                    <a:gs pos="2917">
                      <a:schemeClr val="tx1"/>
                    </a:gs>
                    <a:gs pos="30000">
                      <a:schemeClr val="tx1"/>
                    </a:gs>
                  </a:gsLst>
                  <a:lin ang="5400000" scaled="0"/>
                </a:gradFill>
              </a:rPr>
              <a:t>http://dev.office.com/</a:t>
            </a:r>
          </a:p>
        </p:txBody>
      </p:sp>
      <p:sp>
        <p:nvSpPr>
          <p:cNvPr id="11" name="Date Placeholder 5"/>
          <p:cNvSpPr>
            <a:spLocks noGrp="1"/>
          </p:cNvSpPr>
          <p:nvPr>
            <p:ph type="dt" sz="half" idx="2"/>
          </p:nvPr>
        </p:nvSpPr>
        <p:spPr>
          <a:xfrm>
            <a:off x="4822654" y="6471920"/>
            <a:ext cx="2797175" cy="371475"/>
          </a:xfrm>
          <a:prstGeom prst="rect">
            <a:avLst/>
          </a:prstGeom>
        </p:spPr>
        <p:txBody>
          <a:bodyPr vert="horz" lIns="91440" tIns="45720" rIns="91440" bIns="45720" rtlCol="0" anchor="ctr"/>
          <a:lstStyle>
            <a:lvl1pPr marL="0" algn="l" defTabSz="932742" rtl="0" eaLnBrk="1" latinLnBrk="0" hangingPunct="1">
              <a:lnSpc>
                <a:spcPct val="90000"/>
              </a:lnSpc>
              <a:spcAft>
                <a:spcPts val="0"/>
              </a:spcAft>
              <a:defRPr lang="en-US" sz="1000" kern="1200" smtClean="0">
                <a:gradFill>
                  <a:gsLst>
                    <a:gs pos="2917">
                      <a:schemeClr val="tx1"/>
                    </a:gs>
                    <a:gs pos="30000">
                      <a:schemeClr val="tx1"/>
                    </a:gs>
                  </a:gsLst>
                  <a:lin ang="5400000" scaled="0"/>
                </a:gradFill>
                <a:latin typeface="+mn-lt"/>
                <a:ea typeface="+mn-ea"/>
                <a:cs typeface="+mn-cs"/>
              </a:defRPr>
            </a:lvl1pPr>
          </a:lstStyle>
          <a:p>
            <a:r>
              <a:rPr lang="en-US" smtClean="0"/>
              <a:t>Microsoft Confidential</a:t>
            </a:r>
            <a:endParaRPr lang="en-US" dirty="0"/>
          </a:p>
        </p:txBody>
      </p:sp>
      <p:pic>
        <p:nvPicPr>
          <p:cNvPr id="7" name="Picture 6"/>
          <p:cNvPicPr>
            <a:picLocks noChangeAspect="1"/>
          </p:cNvPicPr>
          <p:nvPr userDrawn="1"/>
        </p:nvPicPr>
        <p:blipFill>
          <a:blip r:embed="rId2"/>
          <a:stretch>
            <a:fillRect/>
          </a:stretch>
        </p:blipFill>
        <p:spPr>
          <a:xfrm>
            <a:off x="436564" y="6474800"/>
            <a:ext cx="704088" cy="222863"/>
          </a:xfrm>
          <a:prstGeom prst="rect">
            <a:avLst/>
          </a:prstGeom>
        </p:spPr>
      </p:pic>
    </p:spTree>
    <p:extLst>
      <p:ext uri="{BB962C8B-B14F-4D97-AF65-F5344CB8AC3E}">
        <p14:creationId xmlns:p14="http://schemas.microsoft.com/office/powerpoint/2010/main" val="21893355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Demo slide Light Orange">
    <p:bg>
      <p:bgPr>
        <a:solidFill>
          <a:schemeClr val="accent3"/>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74639" y="1209973"/>
            <a:ext cx="10056812" cy="1181862"/>
          </a:xfrm>
          <a:noFill/>
        </p:spPr>
        <p:txBody>
          <a:bodyPr tIns="91440" bIns="91440" anchor="t" anchorCtr="0">
            <a:spAutoFit/>
          </a:bodyPr>
          <a:lstStyle>
            <a:lvl1pPr>
              <a:defRPr sz="7200" spc="-100" baseline="0">
                <a:gradFill>
                  <a:gsLst>
                    <a:gs pos="5389">
                      <a:srgbClr val="262626"/>
                    </a:gs>
                    <a:gs pos="48000">
                      <a:srgbClr val="262626"/>
                    </a:gs>
                  </a:gsLst>
                  <a:lin ang="5400000" scaled="0"/>
                </a:gradFill>
              </a:defRPr>
            </a:lvl1pPr>
          </a:lstStyle>
          <a:p>
            <a:r>
              <a:rPr lang="en-US" dirty="0" smtClean="0"/>
              <a:t>Demo title</a:t>
            </a:r>
            <a:endParaRPr lang="en-US" dirty="0"/>
          </a:p>
        </p:txBody>
      </p:sp>
      <p:sp>
        <p:nvSpPr>
          <p:cNvPr id="5" name="Text Placeholder 4"/>
          <p:cNvSpPr>
            <a:spLocks noGrp="1"/>
          </p:cNvSpPr>
          <p:nvPr>
            <p:ph type="body" sz="quarter" idx="12" hasCustomPrompt="1"/>
          </p:nvPr>
        </p:nvSpPr>
        <p:spPr>
          <a:xfrm>
            <a:off x="274638" y="3954463"/>
            <a:ext cx="10058401" cy="738664"/>
          </a:xfrm>
          <a:noFill/>
        </p:spPr>
        <p:txBody>
          <a:bodyPr lIns="182880" tIns="146304" rIns="182880" bIns="146304">
            <a:spAutoFit/>
          </a:bodyPr>
          <a:lstStyle>
            <a:lvl1pPr marL="0" indent="0">
              <a:spcBef>
                <a:spcPts val="0"/>
              </a:spcBef>
              <a:buNone/>
              <a:defRPr sz="3200" spc="0" baseline="0">
                <a:gradFill>
                  <a:gsLst>
                    <a:gs pos="0">
                      <a:srgbClr val="262626"/>
                    </a:gs>
                    <a:gs pos="26000">
                      <a:srgbClr val="262626"/>
                    </a:gs>
                  </a:gsLst>
                  <a:lin ang="5400000" scaled="0"/>
                </a:gradFill>
                <a:latin typeface="+mj-lt"/>
              </a:defRPr>
            </a:lvl1pPr>
          </a:lstStyle>
          <a:p>
            <a:pPr lvl="0"/>
            <a:r>
              <a:rPr lang="en-US" dirty="0" smtClean="0"/>
              <a:t>Speaker Name</a:t>
            </a:r>
          </a:p>
        </p:txBody>
      </p:sp>
      <p:sp>
        <p:nvSpPr>
          <p:cNvPr id="11" name="TextBox 10"/>
          <p:cNvSpPr txBox="1"/>
          <p:nvPr userDrawn="1"/>
        </p:nvSpPr>
        <p:spPr>
          <a:xfrm>
            <a:off x="6149167" y="6498479"/>
            <a:ext cx="1521763" cy="323165"/>
          </a:xfrm>
          <a:prstGeom prst="rect">
            <a:avLst/>
          </a:prstGeom>
          <a:noFill/>
        </p:spPr>
        <p:txBody>
          <a:bodyPr wrap="none" lIns="146304" tIns="91440" rIns="146304" bIns="91440" rtlCol="0">
            <a:spAutoFit/>
          </a:bodyPr>
          <a:lstStyle/>
          <a:p>
            <a:pPr>
              <a:lnSpc>
                <a:spcPct val="90000"/>
              </a:lnSpc>
              <a:spcAft>
                <a:spcPts val="0"/>
              </a:spcAft>
            </a:pPr>
            <a:r>
              <a:rPr lang="en-US" sz="1000" dirty="0" smtClean="0">
                <a:gradFill>
                  <a:gsLst>
                    <a:gs pos="2917">
                      <a:schemeClr val="tx1"/>
                    </a:gs>
                    <a:gs pos="30000">
                      <a:schemeClr val="tx1"/>
                    </a:gs>
                  </a:gsLst>
                  <a:lin ang="5400000" scaled="0"/>
                </a:gradFill>
              </a:rPr>
              <a:t>http://dev.office.com/</a:t>
            </a:r>
          </a:p>
        </p:txBody>
      </p:sp>
      <p:sp>
        <p:nvSpPr>
          <p:cNvPr id="8" name="Date Placeholder 5"/>
          <p:cNvSpPr>
            <a:spLocks noGrp="1"/>
          </p:cNvSpPr>
          <p:nvPr>
            <p:ph type="dt" sz="half" idx="2"/>
          </p:nvPr>
        </p:nvSpPr>
        <p:spPr>
          <a:xfrm>
            <a:off x="4822654" y="6471920"/>
            <a:ext cx="2797175" cy="371475"/>
          </a:xfrm>
          <a:prstGeom prst="rect">
            <a:avLst/>
          </a:prstGeom>
        </p:spPr>
        <p:txBody>
          <a:bodyPr vert="horz" lIns="91440" tIns="45720" rIns="91440" bIns="45720" rtlCol="0" anchor="ctr"/>
          <a:lstStyle>
            <a:lvl1pPr marL="0" algn="l" defTabSz="932742" rtl="0" eaLnBrk="1" latinLnBrk="0" hangingPunct="1">
              <a:lnSpc>
                <a:spcPct val="90000"/>
              </a:lnSpc>
              <a:spcAft>
                <a:spcPts val="0"/>
              </a:spcAft>
              <a:defRPr lang="en-US" sz="1000" kern="1200" smtClean="0">
                <a:gradFill>
                  <a:gsLst>
                    <a:gs pos="2917">
                      <a:schemeClr val="tx1"/>
                    </a:gs>
                    <a:gs pos="30000">
                      <a:schemeClr val="tx1"/>
                    </a:gs>
                  </a:gsLst>
                  <a:lin ang="5400000" scaled="0"/>
                </a:gradFill>
                <a:latin typeface="+mn-lt"/>
                <a:ea typeface="+mn-ea"/>
                <a:cs typeface="+mn-cs"/>
              </a:defRPr>
            </a:lvl1pPr>
          </a:lstStyle>
          <a:p>
            <a:r>
              <a:rPr lang="en-US" smtClean="0"/>
              <a:t>Microsoft Confidential</a:t>
            </a:r>
            <a:endParaRPr lang="en-US" dirty="0"/>
          </a:p>
        </p:txBody>
      </p:sp>
      <p:pic>
        <p:nvPicPr>
          <p:cNvPr id="7" name="Picture 6"/>
          <p:cNvPicPr>
            <a:picLocks noChangeAspect="1"/>
          </p:cNvPicPr>
          <p:nvPr userDrawn="1"/>
        </p:nvPicPr>
        <p:blipFill>
          <a:blip r:embed="rId2"/>
          <a:stretch>
            <a:fillRect/>
          </a:stretch>
        </p:blipFill>
        <p:spPr>
          <a:xfrm>
            <a:off x="436564" y="6474800"/>
            <a:ext cx="704088" cy="222863"/>
          </a:xfrm>
          <a:prstGeom prst="rect">
            <a:avLst/>
          </a:prstGeom>
        </p:spPr>
      </p:pic>
    </p:spTree>
    <p:extLst>
      <p:ext uri="{BB962C8B-B14F-4D97-AF65-F5344CB8AC3E}">
        <p14:creationId xmlns:p14="http://schemas.microsoft.com/office/powerpoint/2010/main" val="1744694604"/>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Demo slide Red">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74639" y="1209973"/>
            <a:ext cx="10056812" cy="1181862"/>
          </a:xfrm>
          <a:noFill/>
        </p:spPr>
        <p:txBody>
          <a:bodyPr tIns="91440" bIns="91440" anchor="t" anchorCtr="0">
            <a:spAutoFit/>
          </a:bodyPr>
          <a:lstStyle>
            <a:lvl1pPr>
              <a:defRPr sz="7200" spc="-100" baseline="0">
                <a:gradFill>
                  <a:gsLst>
                    <a:gs pos="0">
                      <a:schemeClr val="tx1"/>
                    </a:gs>
                    <a:gs pos="100000">
                      <a:schemeClr val="tx1"/>
                    </a:gs>
                  </a:gsLst>
                  <a:lin ang="5400000" scaled="0"/>
                </a:gradFill>
              </a:defRPr>
            </a:lvl1pPr>
          </a:lstStyle>
          <a:p>
            <a:r>
              <a:rPr lang="en-US" dirty="0" smtClean="0"/>
              <a:t>Demo title</a:t>
            </a:r>
            <a:endParaRPr lang="en-US" dirty="0"/>
          </a:p>
        </p:txBody>
      </p:sp>
      <p:sp>
        <p:nvSpPr>
          <p:cNvPr id="5" name="Text Placeholder 4"/>
          <p:cNvSpPr>
            <a:spLocks noGrp="1"/>
          </p:cNvSpPr>
          <p:nvPr>
            <p:ph type="body" sz="quarter" idx="12" hasCustomPrompt="1"/>
          </p:nvPr>
        </p:nvSpPr>
        <p:spPr>
          <a:xfrm>
            <a:off x="274638" y="3954463"/>
            <a:ext cx="10058401" cy="738664"/>
          </a:xfrm>
          <a:noFill/>
        </p:spPr>
        <p:txBody>
          <a:bodyPr lIns="182880" tIns="146304" rIns="182880" bIns="146304">
            <a:spAutoFit/>
          </a:bodyPr>
          <a:lstStyle>
            <a:lvl1pPr marL="0" indent="0">
              <a:spcBef>
                <a:spcPts val="0"/>
              </a:spcBef>
              <a:buNone/>
              <a:defRPr sz="3200" spc="0" baseline="0">
                <a:gradFill>
                  <a:gsLst>
                    <a:gs pos="0">
                      <a:schemeClr val="tx1"/>
                    </a:gs>
                    <a:gs pos="100000">
                      <a:schemeClr val="tx1"/>
                    </a:gs>
                  </a:gsLst>
                  <a:lin ang="5400000" scaled="0"/>
                </a:gradFill>
                <a:latin typeface="+mj-lt"/>
              </a:defRPr>
            </a:lvl1pPr>
          </a:lstStyle>
          <a:p>
            <a:pPr lvl="0"/>
            <a:r>
              <a:rPr lang="en-US" dirty="0" smtClean="0"/>
              <a:t>Speaker Name</a:t>
            </a:r>
          </a:p>
        </p:txBody>
      </p:sp>
      <p:sp>
        <p:nvSpPr>
          <p:cNvPr id="11" name="TextBox 10"/>
          <p:cNvSpPr txBox="1"/>
          <p:nvPr userDrawn="1"/>
        </p:nvSpPr>
        <p:spPr>
          <a:xfrm>
            <a:off x="6149167" y="6498479"/>
            <a:ext cx="1521763" cy="323165"/>
          </a:xfrm>
          <a:prstGeom prst="rect">
            <a:avLst/>
          </a:prstGeom>
          <a:noFill/>
        </p:spPr>
        <p:txBody>
          <a:bodyPr wrap="none" lIns="146304" tIns="91440" rIns="146304" bIns="91440" rtlCol="0">
            <a:spAutoFit/>
          </a:bodyPr>
          <a:lstStyle/>
          <a:p>
            <a:pPr>
              <a:lnSpc>
                <a:spcPct val="90000"/>
              </a:lnSpc>
              <a:spcAft>
                <a:spcPts val="0"/>
              </a:spcAft>
            </a:pPr>
            <a:r>
              <a:rPr lang="en-US" sz="1000" dirty="0" smtClean="0">
                <a:gradFill>
                  <a:gsLst>
                    <a:gs pos="2917">
                      <a:schemeClr val="tx1"/>
                    </a:gs>
                    <a:gs pos="30000">
                      <a:schemeClr val="tx1"/>
                    </a:gs>
                  </a:gsLst>
                  <a:lin ang="5400000" scaled="0"/>
                </a:gradFill>
              </a:rPr>
              <a:t>http://dev.office.com/</a:t>
            </a:r>
          </a:p>
        </p:txBody>
      </p:sp>
      <p:sp>
        <p:nvSpPr>
          <p:cNvPr id="8" name="Date Placeholder 5"/>
          <p:cNvSpPr>
            <a:spLocks noGrp="1"/>
          </p:cNvSpPr>
          <p:nvPr>
            <p:ph type="dt" sz="half" idx="2"/>
          </p:nvPr>
        </p:nvSpPr>
        <p:spPr>
          <a:xfrm>
            <a:off x="4822654" y="6471920"/>
            <a:ext cx="2797175" cy="371475"/>
          </a:xfrm>
          <a:prstGeom prst="rect">
            <a:avLst/>
          </a:prstGeom>
        </p:spPr>
        <p:txBody>
          <a:bodyPr vert="horz" lIns="91440" tIns="45720" rIns="91440" bIns="45720" rtlCol="0" anchor="ctr"/>
          <a:lstStyle>
            <a:lvl1pPr marL="0" algn="l" defTabSz="932742" rtl="0" eaLnBrk="1" latinLnBrk="0" hangingPunct="1">
              <a:lnSpc>
                <a:spcPct val="90000"/>
              </a:lnSpc>
              <a:spcAft>
                <a:spcPts val="0"/>
              </a:spcAft>
              <a:defRPr lang="en-US" sz="1000" kern="1200" smtClean="0">
                <a:gradFill>
                  <a:gsLst>
                    <a:gs pos="2917">
                      <a:schemeClr val="tx1"/>
                    </a:gs>
                    <a:gs pos="30000">
                      <a:schemeClr val="tx1"/>
                    </a:gs>
                  </a:gsLst>
                  <a:lin ang="5400000" scaled="0"/>
                </a:gradFill>
                <a:latin typeface="+mn-lt"/>
                <a:ea typeface="+mn-ea"/>
                <a:cs typeface="+mn-cs"/>
              </a:defRPr>
            </a:lvl1pPr>
          </a:lstStyle>
          <a:p>
            <a:r>
              <a:rPr lang="en-US" smtClean="0"/>
              <a:t>Microsoft Confidential</a:t>
            </a:r>
            <a:endParaRPr lang="en-US" dirty="0"/>
          </a:p>
        </p:txBody>
      </p:sp>
      <p:pic>
        <p:nvPicPr>
          <p:cNvPr id="7" name="Picture 6"/>
          <p:cNvPicPr>
            <a:picLocks noChangeAspect="1"/>
          </p:cNvPicPr>
          <p:nvPr userDrawn="1"/>
        </p:nvPicPr>
        <p:blipFill>
          <a:blip r:embed="rId2">
            <a:lum bright="100000"/>
          </a:blip>
          <a:stretch>
            <a:fillRect/>
          </a:stretch>
        </p:blipFill>
        <p:spPr>
          <a:xfrm>
            <a:off x="436564" y="6474800"/>
            <a:ext cx="704088" cy="222863"/>
          </a:xfrm>
          <a:prstGeom prst="rect">
            <a:avLst/>
          </a:prstGeom>
        </p:spPr>
      </p:pic>
    </p:spTree>
    <p:extLst>
      <p:ext uri="{BB962C8B-B14F-4D97-AF65-F5344CB8AC3E}">
        <p14:creationId xmlns:p14="http://schemas.microsoft.com/office/powerpoint/2010/main" val="3897602530"/>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Demo slide Green">
    <p:bg>
      <p:bgPr>
        <a:solidFill>
          <a:schemeClr val="accent4"/>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74639" y="1209973"/>
            <a:ext cx="10056812" cy="1181862"/>
          </a:xfrm>
          <a:noFill/>
        </p:spPr>
        <p:txBody>
          <a:bodyPr tIns="91440" bIns="91440" anchor="t" anchorCtr="0">
            <a:spAutoFit/>
          </a:bodyPr>
          <a:lstStyle>
            <a:lvl1pPr>
              <a:defRPr sz="7200" spc="-100" baseline="0">
                <a:gradFill>
                  <a:gsLst>
                    <a:gs pos="0">
                      <a:schemeClr val="tx1"/>
                    </a:gs>
                    <a:gs pos="100000">
                      <a:schemeClr val="tx1"/>
                    </a:gs>
                  </a:gsLst>
                  <a:lin ang="5400000" scaled="0"/>
                </a:gradFill>
              </a:defRPr>
            </a:lvl1pPr>
          </a:lstStyle>
          <a:p>
            <a:r>
              <a:rPr lang="en-US" dirty="0" smtClean="0"/>
              <a:t>Demo title</a:t>
            </a:r>
            <a:endParaRPr lang="en-US" dirty="0"/>
          </a:p>
        </p:txBody>
      </p:sp>
      <p:sp>
        <p:nvSpPr>
          <p:cNvPr id="5" name="Text Placeholder 4"/>
          <p:cNvSpPr>
            <a:spLocks noGrp="1"/>
          </p:cNvSpPr>
          <p:nvPr>
            <p:ph type="body" sz="quarter" idx="12" hasCustomPrompt="1"/>
          </p:nvPr>
        </p:nvSpPr>
        <p:spPr>
          <a:xfrm>
            <a:off x="274638" y="3954463"/>
            <a:ext cx="10058401" cy="738664"/>
          </a:xfrm>
          <a:noFill/>
        </p:spPr>
        <p:txBody>
          <a:bodyPr lIns="182880" tIns="146304" rIns="182880" bIns="146304">
            <a:spAutoFit/>
          </a:bodyPr>
          <a:lstStyle>
            <a:lvl1pPr marL="0" indent="0">
              <a:spcBef>
                <a:spcPts val="0"/>
              </a:spcBef>
              <a:buNone/>
              <a:defRPr sz="3200" spc="0" baseline="0">
                <a:gradFill>
                  <a:gsLst>
                    <a:gs pos="0">
                      <a:schemeClr val="tx1"/>
                    </a:gs>
                    <a:gs pos="100000">
                      <a:schemeClr val="tx1"/>
                    </a:gs>
                  </a:gsLst>
                  <a:lin ang="5400000" scaled="0"/>
                </a:gradFill>
                <a:latin typeface="+mj-lt"/>
              </a:defRPr>
            </a:lvl1pPr>
          </a:lstStyle>
          <a:p>
            <a:pPr lvl="0"/>
            <a:r>
              <a:rPr lang="en-US" dirty="0" smtClean="0"/>
              <a:t>Speaker Name</a:t>
            </a:r>
          </a:p>
        </p:txBody>
      </p:sp>
      <p:sp>
        <p:nvSpPr>
          <p:cNvPr id="11" name="TextBox 10"/>
          <p:cNvSpPr txBox="1"/>
          <p:nvPr userDrawn="1"/>
        </p:nvSpPr>
        <p:spPr>
          <a:xfrm>
            <a:off x="6149167" y="6498479"/>
            <a:ext cx="1521763" cy="323165"/>
          </a:xfrm>
          <a:prstGeom prst="rect">
            <a:avLst/>
          </a:prstGeom>
          <a:noFill/>
        </p:spPr>
        <p:txBody>
          <a:bodyPr wrap="none" lIns="146304" tIns="91440" rIns="146304" bIns="91440" rtlCol="0">
            <a:spAutoFit/>
          </a:bodyPr>
          <a:lstStyle/>
          <a:p>
            <a:pPr>
              <a:lnSpc>
                <a:spcPct val="90000"/>
              </a:lnSpc>
              <a:spcAft>
                <a:spcPts val="0"/>
              </a:spcAft>
            </a:pPr>
            <a:r>
              <a:rPr lang="en-US" sz="1000" dirty="0" smtClean="0">
                <a:gradFill>
                  <a:gsLst>
                    <a:gs pos="2917">
                      <a:schemeClr val="tx1"/>
                    </a:gs>
                    <a:gs pos="30000">
                      <a:schemeClr val="tx1"/>
                    </a:gs>
                  </a:gsLst>
                  <a:lin ang="5400000" scaled="0"/>
                </a:gradFill>
              </a:rPr>
              <a:t>http://dev.office.com/</a:t>
            </a:r>
          </a:p>
        </p:txBody>
      </p:sp>
      <p:sp>
        <p:nvSpPr>
          <p:cNvPr id="8" name="Date Placeholder 5"/>
          <p:cNvSpPr>
            <a:spLocks noGrp="1"/>
          </p:cNvSpPr>
          <p:nvPr>
            <p:ph type="dt" sz="half" idx="2"/>
          </p:nvPr>
        </p:nvSpPr>
        <p:spPr>
          <a:xfrm>
            <a:off x="4822654" y="6471920"/>
            <a:ext cx="2797175" cy="371475"/>
          </a:xfrm>
          <a:prstGeom prst="rect">
            <a:avLst/>
          </a:prstGeom>
        </p:spPr>
        <p:txBody>
          <a:bodyPr vert="horz" lIns="91440" tIns="45720" rIns="91440" bIns="45720" rtlCol="0" anchor="ctr"/>
          <a:lstStyle>
            <a:lvl1pPr marL="0" algn="l" defTabSz="932742" rtl="0" eaLnBrk="1" latinLnBrk="0" hangingPunct="1">
              <a:lnSpc>
                <a:spcPct val="90000"/>
              </a:lnSpc>
              <a:spcAft>
                <a:spcPts val="0"/>
              </a:spcAft>
              <a:defRPr lang="en-US" sz="1000" kern="1200" smtClean="0">
                <a:gradFill>
                  <a:gsLst>
                    <a:gs pos="2917">
                      <a:schemeClr val="tx1"/>
                    </a:gs>
                    <a:gs pos="30000">
                      <a:schemeClr val="tx1"/>
                    </a:gs>
                  </a:gsLst>
                  <a:lin ang="5400000" scaled="0"/>
                </a:gradFill>
                <a:latin typeface="+mn-lt"/>
                <a:ea typeface="+mn-ea"/>
                <a:cs typeface="+mn-cs"/>
              </a:defRPr>
            </a:lvl1pPr>
          </a:lstStyle>
          <a:p>
            <a:r>
              <a:rPr lang="en-US" smtClean="0"/>
              <a:t>Microsoft Confidential</a:t>
            </a:r>
            <a:endParaRPr lang="en-US" dirty="0"/>
          </a:p>
        </p:txBody>
      </p:sp>
      <p:pic>
        <p:nvPicPr>
          <p:cNvPr id="7" name="Picture 6"/>
          <p:cNvPicPr>
            <a:picLocks noChangeAspect="1"/>
          </p:cNvPicPr>
          <p:nvPr userDrawn="1"/>
        </p:nvPicPr>
        <p:blipFill>
          <a:blip r:embed="rId2">
            <a:lum bright="100000"/>
          </a:blip>
          <a:stretch>
            <a:fillRect/>
          </a:stretch>
        </p:blipFill>
        <p:spPr>
          <a:xfrm>
            <a:off x="436564" y="6474800"/>
            <a:ext cx="704088" cy="222863"/>
          </a:xfrm>
          <a:prstGeom prst="rect">
            <a:avLst/>
          </a:prstGeom>
        </p:spPr>
      </p:pic>
    </p:spTree>
    <p:extLst>
      <p:ext uri="{BB962C8B-B14F-4D97-AF65-F5344CB8AC3E}">
        <p14:creationId xmlns:p14="http://schemas.microsoft.com/office/powerpoint/2010/main" val="1927070906"/>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Demo slide Medium Blue">
    <p:bg>
      <p:bgPr>
        <a:solidFill>
          <a:schemeClr val="accent2"/>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74639" y="1209973"/>
            <a:ext cx="10056812" cy="1181862"/>
          </a:xfrm>
          <a:noFill/>
        </p:spPr>
        <p:txBody>
          <a:bodyPr tIns="91440" bIns="91440" anchor="t" anchorCtr="0">
            <a:spAutoFit/>
          </a:bodyPr>
          <a:lstStyle>
            <a:lvl1pPr>
              <a:defRPr sz="7200" spc="-100" baseline="0">
                <a:gradFill>
                  <a:gsLst>
                    <a:gs pos="0">
                      <a:schemeClr val="tx1"/>
                    </a:gs>
                    <a:gs pos="100000">
                      <a:schemeClr val="tx1"/>
                    </a:gs>
                  </a:gsLst>
                  <a:lin ang="5400000" scaled="0"/>
                </a:gradFill>
              </a:defRPr>
            </a:lvl1pPr>
          </a:lstStyle>
          <a:p>
            <a:r>
              <a:rPr lang="en-US" dirty="0" smtClean="0"/>
              <a:t>Demo title</a:t>
            </a:r>
            <a:endParaRPr lang="en-US" dirty="0"/>
          </a:p>
        </p:txBody>
      </p:sp>
      <p:sp>
        <p:nvSpPr>
          <p:cNvPr id="5" name="Text Placeholder 4"/>
          <p:cNvSpPr>
            <a:spLocks noGrp="1"/>
          </p:cNvSpPr>
          <p:nvPr>
            <p:ph type="body" sz="quarter" idx="12" hasCustomPrompt="1"/>
          </p:nvPr>
        </p:nvSpPr>
        <p:spPr>
          <a:xfrm>
            <a:off x="274638" y="3954463"/>
            <a:ext cx="10058401" cy="738664"/>
          </a:xfrm>
          <a:noFill/>
        </p:spPr>
        <p:txBody>
          <a:bodyPr lIns="182880" tIns="146304" rIns="182880" bIns="146304">
            <a:spAutoFit/>
          </a:bodyPr>
          <a:lstStyle>
            <a:lvl1pPr marL="0" indent="0">
              <a:spcBef>
                <a:spcPts val="0"/>
              </a:spcBef>
              <a:buNone/>
              <a:defRPr sz="3200" spc="0" baseline="0">
                <a:gradFill>
                  <a:gsLst>
                    <a:gs pos="0">
                      <a:schemeClr val="tx1"/>
                    </a:gs>
                    <a:gs pos="100000">
                      <a:schemeClr val="tx1"/>
                    </a:gs>
                  </a:gsLst>
                  <a:lin ang="5400000" scaled="0"/>
                </a:gradFill>
                <a:latin typeface="+mj-lt"/>
              </a:defRPr>
            </a:lvl1pPr>
          </a:lstStyle>
          <a:p>
            <a:pPr lvl="0"/>
            <a:r>
              <a:rPr lang="en-US" dirty="0" smtClean="0"/>
              <a:t>Speaker Name</a:t>
            </a:r>
          </a:p>
        </p:txBody>
      </p:sp>
      <p:sp>
        <p:nvSpPr>
          <p:cNvPr id="11" name="TextBox 10"/>
          <p:cNvSpPr txBox="1"/>
          <p:nvPr userDrawn="1"/>
        </p:nvSpPr>
        <p:spPr>
          <a:xfrm>
            <a:off x="6149167" y="6498479"/>
            <a:ext cx="1521763" cy="323165"/>
          </a:xfrm>
          <a:prstGeom prst="rect">
            <a:avLst/>
          </a:prstGeom>
          <a:noFill/>
        </p:spPr>
        <p:txBody>
          <a:bodyPr wrap="none" lIns="146304" tIns="91440" rIns="146304" bIns="91440" rtlCol="0">
            <a:spAutoFit/>
          </a:bodyPr>
          <a:lstStyle/>
          <a:p>
            <a:pPr>
              <a:lnSpc>
                <a:spcPct val="90000"/>
              </a:lnSpc>
              <a:spcAft>
                <a:spcPts val="0"/>
              </a:spcAft>
            </a:pPr>
            <a:r>
              <a:rPr lang="en-US" sz="1000" dirty="0" smtClean="0">
                <a:gradFill>
                  <a:gsLst>
                    <a:gs pos="2917">
                      <a:schemeClr val="tx1"/>
                    </a:gs>
                    <a:gs pos="30000">
                      <a:schemeClr val="tx1"/>
                    </a:gs>
                  </a:gsLst>
                  <a:lin ang="5400000" scaled="0"/>
                </a:gradFill>
              </a:rPr>
              <a:t>http://dev.office.com/</a:t>
            </a:r>
          </a:p>
        </p:txBody>
      </p:sp>
      <p:sp>
        <p:nvSpPr>
          <p:cNvPr id="8" name="Date Placeholder 5"/>
          <p:cNvSpPr>
            <a:spLocks noGrp="1"/>
          </p:cNvSpPr>
          <p:nvPr>
            <p:ph type="dt" sz="half" idx="2"/>
          </p:nvPr>
        </p:nvSpPr>
        <p:spPr>
          <a:xfrm>
            <a:off x="4822654" y="6471920"/>
            <a:ext cx="2797175" cy="371475"/>
          </a:xfrm>
          <a:prstGeom prst="rect">
            <a:avLst/>
          </a:prstGeom>
        </p:spPr>
        <p:txBody>
          <a:bodyPr vert="horz" lIns="91440" tIns="45720" rIns="91440" bIns="45720" rtlCol="0" anchor="ctr"/>
          <a:lstStyle>
            <a:lvl1pPr marL="0" algn="l" defTabSz="932742" rtl="0" eaLnBrk="1" latinLnBrk="0" hangingPunct="1">
              <a:lnSpc>
                <a:spcPct val="90000"/>
              </a:lnSpc>
              <a:spcAft>
                <a:spcPts val="0"/>
              </a:spcAft>
              <a:defRPr lang="en-US" sz="1000" kern="1200" smtClean="0">
                <a:gradFill>
                  <a:gsLst>
                    <a:gs pos="2917">
                      <a:schemeClr val="tx1"/>
                    </a:gs>
                    <a:gs pos="30000">
                      <a:schemeClr val="tx1"/>
                    </a:gs>
                  </a:gsLst>
                  <a:lin ang="5400000" scaled="0"/>
                </a:gradFill>
                <a:latin typeface="+mn-lt"/>
                <a:ea typeface="+mn-ea"/>
                <a:cs typeface="+mn-cs"/>
              </a:defRPr>
            </a:lvl1pPr>
          </a:lstStyle>
          <a:p>
            <a:r>
              <a:rPr lang="en-US" smtClean="0"/>
              <a:t>Microsoft Confidential</a:t>
            </a:r>
            <a:endParaRPr lang="en-US" dirty="0"/>
          </a:p>
        </p:txBody>
      </p:sp>
      <p:pic>
        <p:nvPicPr>
          <p:cNvPr id="7" name="Picture 6"/>
          <p:cNvPicPr>
            <a:picLocks noChangeAspect="1"/>
          </p:cNvPicPr>
          <p:nvPr userDrawn="1"/>
        </p:nvPicPr>
        <p:blipFill>
          <a:blip r:embed="rId2">
            <a:lum bright="100000"/>
          </a:blip>
          <a:stretch>
            <a:fillRect/>
          </a:stretch>
        </p:blipFill>
        <p:spPr>
          <a:xfrm>
            <a:off x="436564" y="6474800"/>
            <a:ext cx="704088" cy="222863"/>
          </a:xfrm>
          <a:prstGeom prst="rect">
            <a:avLst/>
          </a:prstGeom>
        </p:spPr>
      </p:pic>
    </p:spTree>
    <p:extLst>
      <p:ext uri="{BB962C8B-B14F-4D97-AF65-F5344CB8AC3E}">
        <p14:creationId xmlns:p14="http://schemas.microsoft.com/office/powerpoint/2010/main" val="1461544635"/>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Demo slide Blue">
    <p:bg>
      <p:bgPr>
        <a:solidFill>
          <a:schemeClr val="accent5"/>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74639" y="1209973"/>
            <a:ext cx="10056812" cy="1181862"/>
          </a:xfrm>
          <a:noFill/>
        </p:spPr>
        <p:txBody>
          <a:bodyPr tIns="91440" bIns="91440" anchor="t" anchorCtr="0">
            <a:spAutoFit/>
          </a:bodyPr>
          <a:lstStyle>
            <a:lvl1pPr>
              <a:defRPr sz="7200" spc="-100" baseline="0">
                <a:gradFill>
                  <a:gsLst>
                    <a:gs pos="0">
                      <a:schemeClr val="tx1"/>
                    </a:gs>
                    <a:gs pos="100000">
                      <a:schemeClr val="tx1"/>
                    </a:gs>
                  </a:gsLst>
                  <a:lin ang="5400000" scaled="0"/>
                </a:gradFill>
              </a:defRPr>
            </a:lvl1pPr>
          </a:lstStyle>
          <a:p>
            <a:r>
              <a:rPr lang="en-US" dirty="0" smtClean="0"/>
              <a:t>Demo title</a:t>
            </a:r>
            <a:endParaRPr lang="en-US" dirty="0"/>
          </a:p>
        </p:txBody>
      </p:sp>
      <p:sp>
        <p:nvSpPr>
          <p:cNvPr id="5" name="Text Placeholder 4"/>
          <p:cNvSpPr>
            <a:spLocks noGrp="1"/>
          </p:cNvSpPr>
          <p:nvPr>
            <p:ph type="body" sz="quarter" idx="12" hasCustomPrompt="1"/>
          </p:nvPr>
        </p:nvSpPr>
        <p:spPr>
          <a:xfrm>
            <a:off x="274638" y="3954463"/>
            <a:ext cx="10058401" cy="738664"/>
          </a:xfrm>
          <a:noFill/>
        </p:spPr>
        <p:txBody>
          <a:bodyPr lIns="182880" tIns="146304" rIns="182880" bIns="146304">
            <a:spAutoFit/>
          </a:bodyPr>
          <a:lstStyle>
            <a:lvl1pPr marL="0" indent="0">
              <a:spcBef>
                <a:spcPts val="0"/>
              </a:spcBef>
              <a:buNone/>
              <a:defRPr sz="3200" spc="0" baseline="0">
                <a:gradFill>
                  <a:gsLst>
                    <a:gs pos="0">
                      <a:schemeClr val="tx1"/>
                    </a:gs>
                    <a:gs pos="100000">
                      <a:schemeClr val="tx1"/>
                    </a:gs>
                  </a:gsLst>
                  <a:lin ang="5400000" scaled="0"/>
                </a:gradFill>
                <a:latin typeface="+mj-lt"/>
              </a:defRPr>
            </a:lvl1pPr>
          </a:lstStyle>
          <a:p>
            <a:pPr lvl="0"/>
            <a:r>
              <a:rPr lang="en-US" dirty="0" smtClean="0"/>
              <a:t>Speaker Name</a:t>
            </a:r>
          </a:p>
        </p:txBody>
      </p:sp>
      <p:sp>
        <p:nvSpPr>
          <p:cNvPr id="11" name="TextBox 10"/>
          <p:cNvSpPr txBox="1"/>
          <p:nvPr userDrawn="1"/>
        </p:nvSpPr>
        <p:spPr>
          <a:xfrm>
            <a:off x="6149167" y="6498479"/>
            <a:ext cx="1521763" cy="323165"/>
          </a:xfrm>
          <a:prstGeom prst="rect">
            <a:avLst/>
          </a:prstGeom>
          <a:noFill/>
        </p:spPr>
        <p:txBody>
          <a:bodyPr wrap="none" lIns="146304" tIns="91440" rIns="146304" bIns="91440" rtlCol="0">
            <a:spAutoFit/>
          </a:bodyPr>
          <a:lstStyle/>
          <a:p>
            <a:pPr>
              <a:lnSpc>
                <a:spcPct val="90000"/>
              </a:lnSpc>
              <a:spcAft>
                <a:spcPts val="0"/>
              </a:spcAft>
            </a:pPr>
            <a:r>
              <a:rPr lang="en-US" sz="1000" dirty="0" smtClean="0">
                <a:gradFill>
                  <a:gsLst>
                    <a:gs pos="2917">
                      <a:schemeClr val="tx1"/>
                    </a:gs>
                    <a:gs pos="30000">
                      <a:schemeClr val="tx1"/>
                    </a:gs>
                  </a:gsLst>
                  <a:lin ang="5400000" scaled="0"/>
                </a:gradFill>
              </a:rPr>
              <a:t>http://dev.office.com/</a:t>
            </a:r>
          </a:p>
        </p:txBody>
      </p:sp>
      <p:sp>
        <p:nvSpPr>
          <p:cNvPr id="8" name="Date Placeholder 5"/>
          <p:cNvSpPr>
            <a:spLocks noGrp="1"/>
          </p:cNvSpPr>
          <p:nvPr>
            <p:ph type="dt" sz="half" idx="2"/>
          </p:nvPr>
        </p:nvSpPr>
        <p:spPr>
          <a:xfrm>
            <a:off x="4822654" y="6471920"/>
            <a:ext cx="2797175" cy="371475"/>
          </a:xfrm>
          <a:prstGeom prst="rect">
            <a:avLst/>
          </a:prstGeom>
        </p:spPr>
        <p:txBody>
          <a:bodyPr vert="horz" lIns="91440" tIns="45720" rIns="91440" bIns="45720" rtlCol="0" anchor="ctr"/>
          <a:lstStyle>
            <a:lvl1pPr marL="0" algn="l" defTabSz="932742" rtl="0" eaLnBrk="1" latinLnBrk="0" hangingPunct="1">
              <a:lnSpc>
                <a:spcPct val="90000"/>
              </a:lnSpc>
              <a:spcAft>
                <a:spcPts val="0"/>
              </a:spcAft>
              <a:defRPr lang="en-US" sz="1000" kern="1200" smtClean="0">
                <a:gradFill>
                  <a:gsLst>
                    <a:gs pos="2917">
                      <a:schemeClr val="tx1"/>
                    </a:gs>
                    <a:gs pos="30000">
                      <a:schemeClr val="tx1"/>
                    </a:gs>
                  </a:gsLst>
                  <a:lin ang="5400000" scaled="0"/>
                </a:gradFill>
                <a:latin typeface="+mn-lt"/>
                <a:ea typeface="+mn-ea"/>
                <a:cs typeface="+mn-cs"/>
              </a:defRPr>
            </a:lvl1pPr>
          </a:lstStyle>
          <a:p>
            <a:r>
              <a:rPr lang="en-US" smtClean="0"/>
              <a:t>Microsoft Confidential</a:t>
            </a:r>
            <a:endParaRPr lang="en-US" dirty="0"/>
          </a:p>
        </p:txBody>
      </p:sp>
      <p:pic>
        <p:nvPicPr>
          <p:cNvPr id="7" name="Picture 6"/>
          <p:cNvPicPr>
            <a:picLocks noChangeAspect="1"/>
          </p:cNvPicPr>
          <p:nvPr userDrawn="1"/>
        </p:nvPicPr>
        <p:blipFill>
          <a:blip r:embed="rId2">
            <a:lum bright="100000"/>
          </a:blip>
          <a:stretch>
            <a:fillRect/>
          </a:stretch>
        </p:blipFill>
        <p:spPr>
          <a:xfrm>
            <a:off x="436564" y="6474800"/>
            <a:ext cx="704088" cy="222863"/>
          </a:xfrm>
          <a:prstGeom prst="rect">
            <a:avLst/>
          </a:prstGeom>
        </p:spPr>
      </p:pic>
    </p:spTree>
    <p:extLst>
      <p:ext uri="{BB962C8B-B14F-4D97-AF65-F5344CB8AC3E}">
        <p14:creationId xmlns:p14="http://schemas.microsoft.com/office/powerpoint/2010/main" val="2187840863"/>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1_Demo slide Blue">
    <p:bg>
      <p:bgPr>
        <a:solidFill>
          <a:schemeClr val="accent6"/>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74639" y="1209973"/>
            <a:ext cx="10056812" cy="1181862"/>
          </a:xfrm>
          <a:noFill/>
        </p:spPr>
        <p:txBody>
          <a:bodyPr tIns="91440" bIns="91440" anchor="t" anchorCtr="0">
            <a:spAutoFit/>
          </a:bodyPr>
          <a:lstStyle>
            <a:lvl1pPr>
              <a:defRPr sz="7200" spc="-100" baseline="0">
                <a:gradFill>
                  <a:gsLst>
                    <a:gs pos="0">
                      <a:schemeClr val="tx1"/>
                    </a:gs>
                    <a:gs pos="100000">
                      <a:schemeClr val="tx1"/>
                    </a:gs>
                  </a:gsLst>
                  <a:lin ang="5400000" scaled="0"/>
                </a:gradFill>
              </a:defRPr>
            </a:lvl1pPr>
          </a:lstStyle>
          <a:p>
            <a:r>
              <a:rPr lang="en-US" dirty="0" smtClean="0"/>
              <a:t>Demo title</a:t>
            </a:r>
            <a:endParaRPr lang="en-US" dirty="0"/>
          </a:p>
        </p:txBody>
      </p:sp>
      <p:sp>
        <p:nvSpPr>
          <p:cNvPr id="5" name="Text Placeholder 4"/>
          <p:cNvSpPr>
            <a:spLocks noGrp="1"/>
          </p:cNvSpPr>
          <p:nvPr>
            <p:ph type="body" sz="quarter" idx="12" hasCustomPrompt="1"/>
          </p:nvPr>
        </p:nvSpPr>
        <p:spPr>
          <a:xfrm>
            <a:off x="274638" y="3954463"/>
            <a:ext cx="10058401" cy="738664"/>
          </a:xfrm>
          <a:noFill/>
        </p:spPr>
        <p:txBody>
          <a:bodyPr lIns="182880" tIns="146304" rIns="182880" bIns="146304">
            <a:spAutoFit/>
          </a:bodyPr>
          <a:lstStyle>
            <a:lvl1pPr marL="0" indent="0">
              <a:spcBef>
                <a:spcPts val="0"/>
              </a:spcBef>
              <a:buNone/>
              <a:defRPr sz="3200" spc="0" baseline="0">
                <a:gradFill>
                  <a:gsLst>
                    <a:gs pos="0">
                      <a:schemeClr val="tx1"/>
                    </a:gs>
                    <a:gs pos="100000">
                      <a:schemeClr val="tx1"/>
                    </a:gs>
                  </a:gsLst>
                  <a:lin ang="5400000" scaled="0"/>
                </a:gradFill>
                <a:latin typeface="+mj-lt"/>
              </a:defRPr>
            </a:lvl1pPr>
          </a:lstStyle>
          <a:p>
            <a:pPr lvl="0"/>
            <a:r>
              <a:rPr lang="en-US" dirty="0" smtClean="0"/>
              <a:t>Speaker Name</a:t>
            </a:r>
          </a:p>
        </p:txBody>
      </p:sp>
      <p:sp>
        <p:nvSpPr>
          <p:cNvPr id="11" name="TextBox 10"/>
          <p:cNvSpPr txBox="1"/>
          <p:nvPr userDrawn="1"/>
        </p:nvSpPr>
        <p:spPr>
          <a:xfrm>
            <a:off x="6149167" y="6498479"/>
            <a:ext cx="1521763" cy="323165"/>
          </a:xfrm>
          <a:prstGeom prst="rect">
            <a:avLst/>
          </a:prstGeom>
          <a:noFill/>
        </p:spPr>
        <p:txBody>
          <a:bodyPr wrap="none" lIns="146304" tIns="91440" rIns="146304" bIns="91440" rtlCol="0">
            <a:spAutoFit/>
          </a:bodyPr>
          <a:lstStyle/>
          <a:p>
            <a:pPr>
              <a:lnSpc>
                <a:spcPct val="90000"/>
              </a:lnSpc>
              <a:spcAft>
                <a:spcPts val="0"/>
              </a:spcAft>
            </a:pPr>
            <a:r>
              <a:rPr lang="en-US" sz="1000" dirty="0" smtClean="0">
                <a:gradFill>
                  <a:gsLst>
                    <a:gs pos="2917">
                      <a:schemeClr val="tx1"/>
                    </a:gs>
                    <a:gs pos="30000">
                      <a:schemeClr val="tx1"/>
                    </a:gs>
                  </a:gsLst>
                  <a:lin ang="5400000" scaled="0"/>
                </a:gradFill>
              </a:rPr>
              <a:t>http://dev.office.com/</a:t>
            </a:r>
          </a:p>
        </p:txBody>
      </p:sp>
      <p:sp>
        <p:nvSpPr>
          <p:cNvPr id="8" name="Date Placeholder 5"/>
          <p:cNvSpPr>
            <a:spLocks noGrp="1"/>
          </p:cNvSpPr>
          <p:nvPr>
            <p:ph type="dt" sz="half" idx="2"/>
          </p:nvPr>
        </p:nvSpPr>
        <p:spPr>
          <a:xfrm>
            <a:off x="4822654" y="6471920"/>
            <a:ext cx="2797175" cy="371475"/>
          </a:xfrm>
          <a:prstGeom prst="rect">
            <a:avLst/>
          </a:prstGeom>
        </p:spPr>
        <p:txBody>
          <a:bodyPr vert="horz" lIns="91440" tIns="45720" rIns="91440" bIns="45720" rtlCol="0" anchor="ctr"/>
          <a:lstStyle>
            <a:lvl1pPr marL="0" algn="l" defTabSz="932742" rtl="0" eaLnBrk="1" latinLnBrk="0" hangingPunct="1">
              <a:lnSpc>
                <a:spcPct val="90000"/>
              </a:lnSpc>
              <a:spcAft>
                <a:spcPts val="0"/>
              </a:spcAft>
              <a:defRPr lang="en-US" sz="1000" kern="1200" smtClean="0">
                <a:gradFill>
                  <a:gsLst>
                    <a:gs pos="2917">
                      <a:schemeClr val="tx1"/>
                    </a:gs>
                    <a:gs pos="30000">
                      <a:schemeClr val="tx1"/>
                    </a:gs>
                  </a:gsLst>
                  <a:lin ang="5400000" scaled="0"/>
                </a:gradFill>
                <a:latin typeface="+mn-lt"/>
                <a:ea typeface="+mn-ea"/>
                <a:cs typeface="+mn-cs"/>
              </a:defRPr>
            </a:lvl1pPr>
          </a:lstStyle>
          <a:p>
            <a:r>
              <a:rPr lang="en-US" smtClean="0"/>
              <a:t>Microsoft Confidential</a:t>
            </a:r>
            <a:endParaRPr lang="en-US" dirty="0"/>
          </a:p>
        </p:txBody>
      </p:sp>
      <p:pic>
        <p:nvPicPr>
          <p:cNvPr id="7" name="Picture 6"/>
          <p:cNvPicPr>
            <a:picLocks noChangeAspect="1"/>
          </p:cNvPicPr>
          <p:nvPr userDrawn="1"/>
        </p:nvPicPr>
        <p:blipFill>
          <a:blip r:embed="rId2">
            <a:lum bright="100000"/>
          </a:blip>
          <a:stretch>
            <a:fillRect/>
          </a:stretch>
        </p:blipFill>
        <p:spPr>
          <a:xfrm>
            <a:off x="436564" y="6474800"/>
            <a:ext cx="704088" cy="222863"/>
          </a:xfrm>
          <a:prstGeom prst="rect">
            <a:avLst/>
          </a:prstGeom>
        </p:spPr>
      </p:pic>
    </p:spTree>
    <p:extLst>
      <p:ext uri="{BB962C8B-B14F-4D97-AF65-F5344CB8AC3E}">
        <p14:creationId xmlns:p14="http://schemas.microsoft.com/office/powerpoint/2010/main" val="2813872678"/>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Video slide">
    <p:bg>
      <p:bgPr>
        <a:solidFill>
          <a:schemeClr val="accent6"/>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74639" y="1209973"/>
            <a:ext cx="10056812" cy="1181862"/>
          </a:xfrm>
          <a:noFill/>
        </p:spPr>
        <p:txBody>
          <a:bodyPr tIns="91440" bIns="91440" anchor="t" anchorCtr="0">
            <a:spAutoFit/>
          </a:bodyPr>
          <a:lstStyle>
            <a:lvl1pPr>
              <a:defRPr lang="en-US" sz="7200" b="0" kern="1200" cap="none" spc="-100" baseline="0" dirty="0">
                <a:ln w="3175">
                  <a:noFill/>
                </a:ln>
                <a:gradFill>
                  <a:gsLst>
                    <a:gs pos="0">
                      <a:schemeClr val="tx1"/>
                    </a:gs>
                    <a:gs pos="100000">
                      <a:schemeClr val="tx1"/>
                    </a:gs>
                  </a:gsLst>
                  <a:lin ang="5400000" scaled="0"/>
                </a:gradFill>
                <a:effectLst/>
                <a:latin typeface="+mj-lt"/>
                <a:ea typeface="+mn-ea"/>
                <a:cs typeface="Segoe UI" pitchFamily="34" charset="0"/>
              </a:defRPr>
            </a:lvl1pPr>
          </a:lstStyle>
          <a:p>
            <a:r>
              <a:rPr lang="en-US" dirty="0" smtClean="0"/>
              <a:t>Video title</a:t>
            </a:r>
            <a:endParaRPr lang="en-US" dirty="0"/>
          </a:p>
        </p:txBody>
      </p:sp>
      <p:sp>
        <p:nvSpPr>
          <p:cNvPr id="9" name="TextBox 8"/>
          <p:cNvSpPr txBox="1"/>
          <p:nvPr userDrawn="1"/>
        </p:nvSpPr>
        <p:spPr>
          <a:xfrm>
            <a:off x="6149167" y="6498479"/>
            <a:ext cx="1521763" cy="323165"/>
          </a:xfrm>
          <a:prstGeom prst="rect">
            <a:avLst/>
          </a:prstGeom>
          <a:noFill/>
        </p:spPr>
        <p:txBody>
          <a:bodyPr wrap="none" lIns="146304" tIns="91440" rIns="146304" bIns="91440" rtlCol="0">
            <a:spAutoFit/>
          </a:bodyPr>
          <a:lstStyle/>
          <a:p>
            <a:pPr>
              <a:lnSpc>
                <a:spcPct val="90000"/>
              </a:lnSpc>
              <a:spcAft>
                <a:spcPts val="0"/>
              </a:spcAft>
            </a:pPr>
            <a:r>
              <a:rPr lang="en-US" sz="1000" dirty="0" smtClean="0">
                <a:gradFill>
                  <a:gsLst>
                    <a:gs pos="2917">
                      <a:schemeClr val="tx1"/>
                    </a:gs>
                    <a:gs pos="30000">
                      <a:schemeClr val="tx1"/>
                    </a:gs>
                  </a:gsLst>
                  <a:lin ang="5400000" scaled="0"/>
                </a:gradFill>
              </a:rPr>
              <a:t>http://dev.office.com/</a:t>
            </a:r>
          </a:p>
        </p:txBody>
      </p:sp>
      <p:sp>
        <p:nvSpPr>
          <p:cNvPr id="7" name="Date Placeholder 5"/>
          <p:cNvSpPr>
            <a:spLocks noGrp="1"/>
          </p:cNvSpPr>
          <p:nvPr>
            <p:ph type="dt" sz="half" idx="2"/>
          </p:nvPr>
        </p:nvSpPr>
        <p:spPr>
          <a:xfrm>
            <a:off x="4822654" y="6471920"/>
            <a:ext cx="2797175" cy="371475"/>
          </a:xfrm>
          <a:prstGeom prst="rect">
            <a:avLst/>
          </a:prstGeom>
        </p:spPr>
        <p:txBody>
          <a:bodyPr vert="horz" lIns="91440" tIns="45720" rIns="91440" bIns="45720" rtlCol="0" anchor="ctr"/>
          <a:lstStyle>
            <a:lvl1pPr marL="0" algn="l" defTabSz="932742" rtl="0" eaLnBrk="1" latinLnBrk="0" hangingPunct="1">
              <a:lnSpc>
                <a:spcPct val="90000"/>
              </a:lnSpc>
              <a:spcAft>
                <a:spcPts val="0"/>
              </a:spcAft>
              <a:defRPr lang="en-US" sz="1000" kern="1200" smtClean="0">
                <a:gradFill>
                  <a:gsLst>
                    <a:gs pos="2917">
                      <a:schemeClr val="tx1"/>
                    </a:gs>
                    <a:gs pos="30000">
                      <a:schemeClr val="tx1"/>
                    </a:gs>
                  </a:gsLst>
                  <a:lin ang="5400000" scaled="0"/>
                </a:gradFill>
                <a:latin typeface="+mn-lt"/>
                <a:ea typeface="+mn-ea"/>
                <a:cs typeface="+mn-cs"/>
              </a:defRPr>
            </a:lvl1pPr>
          </a:lstStyle>
          <a:p>
            <a:r>
              <a:rPr lang="en-US" smtClean="0"/>
              <a:t>Microsoft Confidential</a:t>
            </a:r>
            <a:endParaRPr lang="en-US" dirty="0"/>
          </a:p>
        </p:txBody>
      </p:sp>
      <p:pic>
        <p:nvPicPr>
          <p:cNvPr id="6" name="Picture 5"/>
          <p:cNvPicPr>
            <a:picLocks noChangeAspect="1"/>
          </p:cNvPicPr>
          <p:nvPr userDrawn="1"/>
        </p:nvPicPr>
        <p:blipFill>
          <a:blip r:embed="rId2">
            <a:lum bright="100000"/>
          </a:blip>
          <a:stretch>
            <a:fillRect/>
          </a:stretch>
        </p:blipFill>
        <p:spPr>
          <a:xfrm>
            <a:off x="436564" y="6474800"/>
            <a:ext cx="704088" cy="222863"/>
          </a:xfrm>
          <a:prstGeom prst="rect">
            <a:avLst/>
          </a:prstGeom>
        </p:spPr>
      </p:pic>
    </p:spTree>
    <p:extLst>
      <p:ext uri="{BB962C8B-B14F-4D97-AF65-F5344CB8AC3E}">
        <p14:creationId xmlns:p14="http://schemas.microsoft.com/office/powerpoint/2010/main" val="2025825992"/>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Yellow Half and Half Layout">
    <p:spTree>
      <p:nvGrpSpPr>
        <p:cNvPr id="1" name=""/>
        <p:cNvGrpSpPr/>
        <p:nvPr/>
      </p:nvGrpSpPr>
      <p:grpSpPr>
        <a:xfrm>
          <a:off x="0" y="0"/>
          <a:ext cx="0" cy="0"/>
          <a:chOff x="0" y="0"/>
          <a:chExt cx="0" cy="0"/>
        </a:xfrm>
      </p:grpSpPr>
      <p:sp>
        <p:nvSpPr>
          <p:cNvPr id="3" name="Rectangle 2"/>
          <p:cNvSpPr/>
          <p:nvPr userDrawn="1"/>
        </p:nvSpPr>
        <p:spPr bwMode="auto">
          <a:xfrm>
            <a:off x="0" y="0"/>
            <a:ext cx="6244936" cy="6994525"/>
          </a:xfrm>
          <a:prstGeom prst="rect">
            <a:avLst/>
          </a:prstGeom>
          <a:solidFill>
            <a:schemeClr val="accent3"/>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sp>
        <p:nvSpPr>
          <p:cNvPr id="7" name="Text Placeholder 6"/>
          <p:cNvSpPr>
            <a:spLocks noGrp="1"/>
          </p:cNvSpPr>
          <p:nvPr>
            <p:ph type="body" sz="quarter" idx="10"/>
          </p:nvPr>
        </p:nvSpPr>
        <p:spPr>
          <a:xfrm>
            <a:off x="246063" y="2241533"/>
            <a:ext cx="5514975" cy="2511457"/>
          </a:xfrm>
        </p:spPr>
        <p:txBody>
          <a:bodyPr/>
          <a:lstStyle>
            <a:lvl1pPr>
              <a:defRPr sz="4000"/>
            </a:lvl1pPr>
            <a:lvl2pPr marL="342900" marR="0" indent="0" algn="l" defTabSz="932742" rtl="0" eaLnBrk="1" fontAlgn="auto" latinLnBrk="0" hangingPunct="1">
              <a:lnSpc>
                <a:spcPct val="90000"/>
              </a:lnSpc>
              <a:spcBef>
                <a:spcPct val="20000"/>
              </a:spcBef>
              <a:spcAft>
                <a:spcPts val="0"/>
              </a:spcAft>
              <a:buClrTx/>
              <a:buSzPct val="90000"/>
              <a:buFont typeface="Arial" pitchFamily="34" charset="0"/>
              <a:buNone/>
              <a:tabLst/>
              <a:defRPr sz="2400"/>
            </a:lvl2pPr>
            <a:lvl3pPr marL="571500" indent="0">
              <a:buNone/>
              <a:defRPr sz="2000"/>
            </a:lvl3pPr>
            <a:lvl4pPr>
              <a:defRPr sz="1600"/>
            </a:lvl4pPr>
            <a:lvl5pPr>
              <a:defRPr sz="1600"/>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
        <p:nvSpPr>
          <p:cNvPr id="9" name="Text Placeholder 6"/>
          <p:cNvSpPr>
            <a:spLocks noGrp="1"/>
          </p:cNvSpPr>
          <p:nvPr>
            <p:ph type="body" sz="quarter" idx="11"/>
          </p:nvPr>
        </p:nvSpPr>
        <p:spPr>
          <a:xfrm>
            <a:off x="6675439" y="2241533"/>
            <a:ext cx="5486400" cy="2511457"/>
          </a:xfrm>
        </p:spPr>
        <p:txBody>
          <a:bodyPr/>
          <a:lstStyle>
            <a:lvl1pPr>
              <a:defRPr sz="4000"/>
            </a:lvl1pPr>
            <a:lvl2pPr marL="342900" marR="0" indent="0" algn="l" defTabSz="932742" rtl="0" eaLnBrk="1" fontAlgn="auto" latinLnBrk="0" hangingPunct="1">
              <a:lnSpc>
                <a:spcPct val="90000"/>
              </a:lnSpc>
              <a:spcBef>
                <a:spcPct val="20000"/>
              </a:spcBef>
              <a:spcAft>
                <a:spcPts val="0"/>
              </a:spcAft>
              <a:buClrTx/>
              <a:buSzPct val="90000"/>
              <a:buFont typeface="Arial" pitchFamily="34" charset="0"/>
              <a:buNone/>
              <a:tabLst/>
              <a:defRPr sz="2400"/>
            </a:lvl2pPr>
            <a:lvl3pPr marL="571500" indent="0">
              <a:buNone/>
              <a:defRPr sz="2000"/>
            </a:lvl3pPr>
            <a:lvl4pPr>
              <a:defRPr sz="1600"/>
            </a:lvl4pPr>
            <a:lvl5pPr>
              <a:defRPr sz="1600"/>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
        <p:nvSpPr>
          <p:cNvPr id="2" name="Footer Placeholder 1"/>
          <p:cNvSpPr>
            <a:spLocks noGrp="1"/>
          </p:cNvSpPr>
          <p:nvPr>
            <p:ph type="ftr" sz="quarter" idx="12"/>
          </p:nvPr>
        </p:nvSpPr>
        <p:spPr/>
        <p:txBody>
          <a:bodyPr/>
          <a:lstStyle/>
          <a:p>
            <a:pPr>
              <a:defRPr/>
            </a:pPr>
            <a:r>
              <a:rPr lang="en-US" sz="1400" smtClean="0">
                <a:gradFill>
                  <a:gsLst>
                    <a:gs pos="8367">
                      <a:srgbClr val="000000"/>
                    </a:gs>
                    <a:gs pos="31000">
                      <a:srgbClr val="000000"/>
                    </a:gs>
                  </a:gsLst>
                  <a:lin ang="5400000" scaled="0"/>
                </a:gradFill>
              </a:rPr>
              <a:t>&lt;</a:t>
            </a:r>
            <a:r>
              <a:rPr lang="en-US" sz="1400" smtClean="0">
                <a:solidFill>
                  <a:sysClr val="windowText" lastClr="000000"/>
                </a:solidFill>
                <a:latin typeface="Segoe UI Black" panose="020B0A02040204020203" pitchFamily="34" charset="0"/>
                <a:ea typeface="Segoe UI Black" panose="020B0A02040204020203" pitchFamily="34" charset="0"/>
                <a:cs typeface="Segoe UI Black" panose="020B0A02040204020203" pitchFamily="34" charset="0"/>
              </a:rPr>
              <a:t>#</a:t>
            </a:r>
            <a:r>
              <a:rPr lang="en-US" sz="1400" smtClean="0">
                <a:gradFill>
                  <a:gsLst>
                    <a:gs pos="8367">
                      <a:srgbClr val="000000"/>
                    </a:gs>
                    <a:gs pos="31000">
                      <a:srgbClr val="000000"/>
                    </a:gs>
                  </a:gsLst>
                  <a:lin ang="5400000" scaled="0"/>
                </a:gradFill>
              </a:rPr>
              <a:t>&gt;&lt;Section title goes here&gt;</a:t>
            </a:r>
          </a:p>
          <a:p>
            <a:endParaRPr lang="en-US" dirty="0"/>
          </a:p>
        </p:txBody>
      </p:sp>
      <p:sp>
        <p:nvSpPr>
          <p:cNvPr id="10" name="TextBox 9"/>
          <p:cNvSpPr txBox="1"/>
          <p:nvPr userDrawn="1"/>
        </p:nvSpPr>
        <p:spPr>
          <a:xfrm>
            <a:off x="6149167" y="6498479"/>
            <a:ext cx="1521763" cy="323165"/>
          </a:xfrm>
          <a:prstGeom prst="rect">
            <a:avLst/>
          </a:prstGeom>
          <a:noFill/>
        </p:spPr>
        <p:txBody>
          <a:bodyPr wrap="none" lIns="146304" tIns="91440" rIns="146304" bIns="91440" rtlCol="0">
            <a:spAutoFit/>
          </a:bodyPr>
          <a:lstStyle/>
          <a:p>
            <a:pPr>
              <a:lnSpc>
                <a:spcPct val="90000"/>
              </a:lnSpc>
              <a:spcAft>
                <a:spcPts val="0"/>
              </a:spcAft>
            </a:pPr>
            <a:r>
              <a:rPr lang="en-US" sz="1000" dirty="0" smtClean="0">
                <a:gradFill>
                  <a:gsLst>
                    <a:gs pos="2917">
                      <a:schemeClr val="tx1"/>
                    </a:gs>
                    <a:gs pos="30000">
                      <a:schemeClr val="tx1"/>
                    </a:gs>
                  </a:gsLst>
                  <a:lin ang="5400000" scaled="0"/>
                </a:gradFill>
              </a:rPr>
              <a:t>http://dev.office.com/</a:t>
            </a:r>
          </a:p>
        </p:txBody>
      </p:sp>
      <p:sp>
        <p:nvSpPr>
          <p:cNvPr id="12" name="Date Placeholder 5"/>
          <p:cNvSpPr>
            <a:spLocks noGrp="1"/>
          </p:cNvSpPr>
          <p:nvPr>
            <p:ph type="dt" sz="half" idx="2"/>
          </p:nvPr>
        </p:nvSpPr>
        <p:spPr>
          <a:xfrm>
            <a:off x="4822654" y="6471920"/>
            <a:ext cx="2797175" cy="371475"/>
          </a:xfrm>
          <a:prstGeom prst="rect">
            <a:avLst/>
          </a:prstGeom>
        </p:spPr>
        <p:txBody>
          <a:bodyPr vert="horz" lIns="91440" tIns="45720" rIns="91440" bIns="45720" rtlCol="0" anchor="ctr"/>
          <a:lstStyle>
            <a:lvl1pPr marL="0" algn="l" defTabSz="932742" rtl="0" eaLnBrk="1" latinLnBrk="0" hangingPunct="1">
              <a:lnSpc>
                <a:spcPct val="90000"/>
              </a:lnSpc>
              <a:spcAft>
                <a:spcPts val="0"/>
              </a:spcAft>
              <a:defRPr lang="en-US" sz="1000" kern="1200" smtClean="0">
                <a:gradFill>
                  <a:gsLst>
                    <a:gs pos="2917">
                      <a:schemeClr val="tx1"/>
                    </a:gs>
                    <a:gs pos="30000">
                      <a:schemeClr val="tx1"/>
                    </a:gs>
                  </a:gsLst>
                  <a:lin ang="5400000" scaled="0"/>
                </a:gradFill>
                <a:latin typeface="+mn-lt"/>
                <a:ea typeface="+mn-ea"/>
                <a:cs typeface="+mn-cs"/>
              </a:defRPr>
            </a:lvl1pPr>
          </a:lstStyle>
          <a:p>
            <a:r>
              <a:rPr lang="en-US" smtClean="0"/>
              <a:t>Microsoft Confidential</a:t>
            </a:r>
            <a:endParaRPr lang="en-US" dirty="0"/>
          </a:p>
        </p:txBody>
      </p:sp>
      <p:pic>
        <p:nvPicPr>
          <p:cNvPr id="11" name="Picture 10"/>
          <p:cNvPicPr>
            <a:picLocks noChangeAspect="1"/>
          </p:cNvPicPr>
          <p:nvPr userDrawn="1"/>
        </p:nvPicPr>
        <p:blipFill>
          <a:blip r:embed="rId2"/>
          <a:stretch>
            <a:fillRect/>
          </a:stretch>
        </p:blipFill>
        <p:spPr>
          <a:xfrm>
            <a:off x="436564" y="6474800"/>
            <a:ext cx="704088" cy="222863"/>
          </a:xfrm>
          <a:prstGeom prst="rect">
            <a:avLst/>
          </a:prstGeom>
        </p:spPr>
      </p:pic>
    </p:spTree>
    <p:extLst>
      <p:ext uri="{BB962C8B-B14F-4D97-AF65-F5344CB8AC3E}">
        <p14:creationId xmlns:p14="http://schemas.microsoft.com/office/powerpoint/2010/main" val="20485798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Orange Half and Half Layout">
    <p:bg>
      <p:bgPr>
        <a:solidFill>
          <a:srgbClr val="FFFFFF"/>
        </a:solidFill>
        <a:effectLst/>
      </p:bgPr>
    </p:bg>
    <p:spTree>
      <p:nvGrpSpPr>
        <p:cNvPr id="1" name=""/>
        <p:cNvGrpSpPr/>
        <p:nvPr/>
      </p:nvGrpSpPr>
      <p:grpSpPr>
        <a:xfrm>
          <a:off x="0" y="0"/>
          <a:ext cx="0" cy="0"/>
          <a:chOff x="0" y="0"/>
          <a:chExt cx="0" cy="0"/>
        </a:xfrm>
      </p:grpSpPr>
      <p:sp>
        <p:nvSpPr>
          <p:cNvPr id="3" name="Rectangle 2"/>
          <p:cNvSpPr/>
          <p:nvPr userDrawn="1"/>
        </p:nvSpPr>
        <p:spPr bwMode="auto">
          <a:xfrm>
            <a:off x="-1" y="0"/>
            <a:ext cx="6245352" cy="6994525"/>
          </a:xfrm>
          <a:prstGeom prst="rect">
            <a:avLst/>
          </a:prstGeom>
          <a:solidFill>
            <a:schemeClr val="accent1"/>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sp>
        <p:nvSpPr>
          <p:cNvPr id="5" name="Text Placeholder 6"/>
          <p:cNvSpPr>
            <a:spLocks noGrp="1"/>
          </p:cNvSpPr>
          <p:nvPr>
            <p:ph type="body" sz="quarter" idx="10"/>
          </p:nvPr>
        </p:nvSpPr>
        <p:spPr>
          <a:xfrm>
            <a:off x="246063" y="2241533"/>
            <a:ext cx="5514975" cy="2511457"/>
          </a:xfrm>
        </p:spPr>
        <p:txBody>
          <a:bodyPr/>
          <a:lstStyle>
            <a:lvl1pPr>
              <a:defRPr sz="4000">
                <a:gradFill>
                  <a:gsLst>
                    <a:gs pos="93305">
                      <a:srgbClr val="FFFFFF"/>
                    </a:gs>
                    <a:gs pos="83000">
                      <a:srgbClr val="FFFFFF"/>
                    </a:gs>
                  </a:gsLst>
                  <a:lin ang="5400000" scaled="0"/>
                </a:gradFill>
              </a:defRPr>
            </a:lvl1pPr>
            <a:lvl2pPr marL="342900" marR="0" indent="0" algn="l" defTabSz="932742" rtl="0" eaLnBrk="1" fontAlgn="auto" latinLnBrk="0" hangingPunct="1">
              <a:lnSpc>
                <a:spcPct val="90000"/>
              </a:lnSpc>
              <a:spcBef>
                <a:spcPct val="20000"/>
              </a:spcBef>
              <a:spcAft>
                <a:spcPts val="0"/>
              </a:spcAft>
              <a:buClrTx/>
              <a:buSzPct val="90000"/>
              <a:buFont typeface="Arial" pitchFamily="34" charset="0"/>
              <a:buNone/>
              <a:tabLst/>
              <a:defRPr sz="2400">
                <a:gradFill>
                  <a:gsLst>
                    <a:gs pos="93305">
                      <a:srgbClr val="FFFFFF"/>
                    </a:gs>
                    <a:gs pos="83000">
                      <a:srgbClr val="FFFFFF"/>
                    </a:gs>
                  </a:gsLst>
                  <a:lin ang="5400000" scaled="0"/>
                </a:gradFill>
              </a:defRPr>
            </a:lvl2pPr>
            <a:lvl3pPr marL="571500" indent="0">
              <a:buNone/>
              <a:defRPr sz="2000"/>
            </a:lvl3pPr>
            <a:lvl4pPr>
              <a:defRPr sz="1600"/>
            </a:lvl4pPr>
            <a:lvl5pPr>
              <a:defRPr sz="1600"/>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
        <p:nvSpPr>
          <p:cNvPr id="6" name="Text Placeholder 6"/>
          <p:cNvSpPr>
            <a:spLocks noGrp="1"/>
          </p:cNvSpPr>
          <p:nvPr>
            <p:ph type="body" sz="quarter" idx="11"/>
          </p:nvPr>
        </p:nvSpPr>
        <p:spPr>
          <a:xfrm>
            <a:off x="6675439" y="2241533"/>
            <a:ext cx="5486400" cy="2511457"/>
          </a:xfrm>
        </p:spPr>
        <p:txBody>
          <a:bodyPr/>
          <a:lstStyle>
            <a:lvl1pPr>
              <a:defRPr sz="4000"/>
            </a:lvl1pPr>
            <a:lvl2pPr marL="342900" marR="0" indent="0" algn="l" defTabSz="932742" rtl="0" eaLnBrk="1" fontAlgn="auto" latinLnBrk="0" hangingPunct="1">
              <a:lnSpc>
                <a:spcPct val="90000"/>
              </a:lnSpc>
              <a:spcBef>
                <a:spcPct val="20000"/>
              </a:spcBef>
              <a:spcAft>
                <a:spcPts val="0"/>
              </a:spcAft>
              <a:buClrTx/>
              <a:buSzPct val="90000"/>
              <a:buFont typeface="Arial" pitchFamily="34" charset="0"/>
              <a:buNone/>
              <a:tabLst/>
              <a:defRPr sz="2400"/>
            </a:lvl2pPr>
            <a:lvl3pPr marL="571500" indent="0">
              <a:buNone/>
              <a:defRPr sz="2000"/>
            </a:lvl3pPr>
            <a:lvl4pPr>
              <a:defRPr sz="1600"/>
            </a:lvl4pPr>
            <a:lvl5pPr>
              <a:defRPr sz="1600"/>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
        <p:nvSpPr>
          <p:cNvPr id="2" name="Footer Placeholder 1"/>
          <p:cNvSpPr>
            <a:spLocks noGrp="1"/>
          </p:cNvSpPr>
          <p:nvPr>
            <p:ph type="ftr" sz="quarter" idx="12"/>
          </p:nvPr>
        </p:nvSpPr>
        <p:spPr/>
        <p:txBody>
          <a:bodyPr/>
          <a:lstStyle/>
          <a:p>
            <a:pPr>
              <a:defRPr/>
            </a:pPr>
            <a:r>
              <a:rPr lang="en-US" sz="1400" smtClean="0">
                <a:gradFill>
                  <a:gsLst>
                    <a:gs pos="8367">
                      <a:srgbClr val="000000"/>
                    </a:gs>
                    <a:gs pos="31000">
                      <a:srgbClr val="000000"/>
                    </a:gs>
                  </a:gsLst>
                  <a:lin ang="5400000" scaled="0"/>
                </a:gradFill>
              </a:rPr>
              <a:t>&lt;</a:t>
            </a:r>
            <a:r>
              <a:rPr lang="en-US" sz="1400" smtClean="0">
                <a:solidFill>
                  <a:sysClr val="windowText" lastClr="000000"/>
                </a:solidFill>
                <a:latin typeface="Segoe UI Black" panose="020B0A02040204020203" pitchFamily="34" charset="0"/>
                <a:ea typeface="Segoe UI Black" panose="020B0A02040204020203" pitchFamily="34" charset="0"/>
                <a:cs typeface="Segoe UI Black" panose="020B0A02040204020203" pitchFamily="34" charset="0"/>
              </a:rPr>
              <a:t>#</a:t>
            </a:r>
            <a:r>
              <a:rPr lang="en-US" sz="1400" smtClean="0">
                <a:gradFill>
                  <a:gsLst>
                    <a:gs pos="8367">
                      <a:srgbClr val="000000"/>
                    </a:gs>
                    <a:gs pos="31000">
                      <a:srgbClr val="000000"/>
                    </a:gs>
                  </a:gsLst>
                  <a:lin ang="5400000" scaled="0"/>
                </a:gradFill>
              </a:rPr>
              <a:t>&gt;&lt;Section title goes here&gt;</a:t>
            </a:r>
          </a:p>
          <a:p>
            <a:endParaRPr lang="en-US" dirty="0"/>
          </a:p>
        </p:txBody>
      </p:sp>
      <p:sp>
        <p:nvSpPr>
          <p:cNvPr id="9" name="TextBox 8"/>
          <p:cNvSpPr txBox="1"/>
          <p:nvPr userDrawn="1"/>
        </p:nvSpPr>
        <p:spPr>
          <a:xfrm>
            <a:off x="6149167" y="6498479"/>
            <a:ext cx="1521763" cy="323165"/>
          </a:xfrm>
          <a:prstGeom prst="rect">
            <a:avLst/>
          </a:prstGeom>
          <a:noFill/>
        </p:spPr>
        <p:txBody>
          <a:bodyPr wrap="none" lIns="146304" tIns="91440" rIns="146304" bIns="91440" rtlCol="0">
            <a:spAutoFit/>
          </a:bodyPr>
          <a:lstStyle/>
          <a:p>
            <a:pPr>
              <a:lnSpc>
                <a:spcPct val="90000"/>
              </a:lnSpc>
              <a:spcAft>
                <a:spcPts val="0"/>
              </a:spcAft>
            </a:pPr>
            <a:r>
              <a:rPr lang="en-US" sz="1000" dirty="0" smtClean="0">
                <a:gradFill>
                  <a:gsLst>
                    <a:gs pos="2917">
                      <a:schemeClr val="bg1"/>
                    </a:gs>
                    <a:gs pos="30000">
                      <a:schemeClr val="bg1"/>
                    </a:gs>
                  </a:gsLst>
                  <a:lin ang="5400000" scaled="0"/>
                </a:gradFill>
              </a:rPr>
              <a:t>http://dev.office.com/</a:t>
            </a:r>
          </a:p>
        </p:txBody>
      </p:sp>
      <p:sp>
        <p:nvSpPr>
          <p:cNvPr id="11" name="Date Placeholder 5"/>
          <p:cNvSpPr>
            <a:spLocks noGrp="1"/>
          </p:cNvSpPr>
          <p:nvPr>
            <p:ph type="dt" sz="half" idx="2"/>
          </p:nvPr>
        </p:nvSpPr>
        <p:spPr>
          <a:xfrm>
            <a:off x="4822654" y="6471920"/>
            <a:ext cx="2797175" cy="371475"/>
          </a:xfrm>
          <a:prstGeom prst="rect">
            <a:avLst/>
          </a:prstGeom>
        </p:spPr>
        <p:txBody>
          <a:bodyPr vert="horz" lIns="91440" tIns="45720" rIns="91440" bIns="45720" rtlCol="0" anchor="ctr"/>
          <a:lstStyle>
            <a:lvl1pPr marL="0" algn="l" defTabSz="932742" rtl="0" eaLnBrk="1" latinLnBrk="0" hangingPunct="1">
              <a:lnSpc>
                <a:spcPct val="90000"/>
              </a:lnSpc>
              <a:spcAft>
                <a:spcPts val="0"/>
              </a:spcAft>
              <a:defRPr lang="en-US" sz="1000" kern="1200" smtClean="0">
                <a:gradFill>
                  <a:gsLst>
                    <a:gs pos="2917">
                      <a:schemeClr val="tx1"/>
                    </a:gs>
                    <a:gs pos="30000">
                      <a:schemeClr val="tx1"/>
                    </a:gs>
                  </a:gsLst>
                  <a:lin ang="5400000" scaled="0"/>
                </a:gradFill>
                <a:latin typeface="+mn-lt"/>
                <a:ea typeface="+mn-ea"/>
                <a:cs typeface="+mn-cs"/>
              </a:defRPr>
            </a:lvl1pPr>
          </a:lstStyle>
          <a:p>
            <a:r>
              <a:rPr lang="en-US" smtClean="0"/>
              <a:t>Microsoft Confidential</a:t>
            </a:r>
            <a:endParaRPr lang="en-US" dirty="0"/>
          </a:p>
        </p:txBody>
      </p:sp>
      <p:pic>
        <p:nvPicPr>
          <p:cNvPr id="10" name="Picture 9"/>
          <p:cNvPicPr>
            <a:picLocks noChangeAspect="1"/>
          </p:cNvPicPr>
          <p:nvPr userDrawn="1"/>
        </p:nvPicPr>
        <p:blipFill>
          <a:blip r:embed="rId2">
            <a:lum bright="100000"/>
          </a:blip>
          <a:stretch>
            <a:fillRect/>
          </a:stretch>
        </p:blipFill>
        <p:spPr>
          <a:xfrm>
            <a:off x="436564" y="6474800"/>
            <a:ext cx="704088" cy="222863"/>
          </a:xfrm>
          <a:prstGeom prst="rect">
            <a:avLst/>
          </a:prstGeom>
        </p:spPr>
      </p:pic>
    </p:spTree>
    <p:extLst>
      <p:ext uri="{BB962C8B-B14F-4D97-AF65-F5344CB8AC3E}">
        <p14:creationId xmlns:p14="http://schemas.microsoft.com/office/powerpoint/2010/main" val="3559524793"/>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Blue Half and Half Layout">
    <p:bg>
      <p:bgPr>
        <a:solidFill>
          <a:srgbClr val="FFFFFF"/>
        </a:solidFill>
        <a:effectLst/>
      </p:bgPr>
    </p:bg>
    <p:spTree>
      <p:nvGrpSpPr>
        <p:cNvPr id="1" name=""/>
        <p:cNvGrpSpPr/>
        <p:nvPr/>
      </p:nvGrpSpPr>
      <p:grpSpPr>
        <a:xfrm>
          <a:off x="0" y="0"/>
          <a:ext cx="0" cy="0"/>
          <a:chOff x="0" y="0"/>
          <a:chExt cx="0" cy="0"/>
        </a:xfrm>
      </p:grpSpPr>
      <p:sp>
        <p:nvSpPr>
          <p:cNvPr id="3" name="Rectangle 2"/>
          <p:cNvSpPr/>
          <p:nvPr userDrawn="1"/>
        </p:nvSpPr>
        <p:spPr bwMode="auto">
          <a:xfrm>
            <a:off x="0" y="0"/>
            <a:ext cx="6245352" cy="6994525"/>
          </a:xfrm>
          <a:prstGeom prst="rect">
            <a:avLst/>
          </a:prstGeom>
          <a:solidFill>
            <a:schemeClr val="accent5"/>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sp>
        <p:nvSpPr>
          <p:cNvPr id="5" name="Text Placeholder 6"/>
          <p:cNvSpPr>
            <a:spLocks noGrp="1"/>
          </p:cNvSpPr>
          <p:nvPr>
            <p:ph type="body" sz="quarter" idx="10"/>
          </p:nvPr>
        </p:nvSpPr>
        <p:spPr>
          <a:xfrm>
            <a:off x="246063" y="2241533"/>
            <a:ext cx="5514975" cy="2511457"/>
          </a:xfrm>
        </p:spPr>
        <p:txBody>
          <a:bodyPr/>
          <a:lstStyle>
            <a:lvl1pPr>
              <a:defRPr sz="4000">
                <a:gradFill>
                  <a:gsLst>
                    <a:gs pos="93305">
                      <a:srgbClr val="FFFFFF"/>
                    </a:gs>
                    <a:gs pos="83000">
                      <a:srgbClr val="FFFFFF"/>
                    </a:gs>
                  </a:gsLst>
                  <a:lin ang="5400000" scaled="0"/>
                </a:gradFill>
              </a:defRPr>
            </a:lvl1pPr>
            <a:lvl2pPr marL="342900" marR="0" indent="0" algn="l" defTabSz="932742" rtl="0" eaLnBrk="1" fontAlgn="auto" latinLnBrk="0" hangingPunct="1">
              <a:lnSpc>
                <a:spcPct val="90000"/>
              </a:lnSpc>
              <a:spcBef>
                <a:spcPct val="20000"/>
              </a:spcBef>
              <a:spcAft>
                <a:spcPts val="0"/>
              </a:spcAft>
              <a:buClrTx/>
              <a:buSzPct val="90000"/>
              <a:buFont typeface="Arial" pitchFamily="34" charset="0"/>
              <a:buNone/>
              <a:tabLst/>
              <a:defRPr sz="2400">
                <a:gradFill>
                  <a:gsLst>
                    <a:gs pos="93305">
                      <a:srgbClr val="FFFFFF"/>
                    </a:gs>
                    <a:gs pos="83000">
                      <a:srgbClr val="FFFFFF"/>
                    </a:gs>
                  </a:gsLst>
                  <a:lin ang="5400000" scaled="0"/>
                </a:gradFill>
              </a:defRPr>
            </a:lvl2pPr>
            <a:lvl3pPr marL="571500" indent="0">
              <a:buNone/>
              <a:defRPr sz="2000"/>
            </a:lvl3pPr>
            <a:lvl4pPr>
              <a:defRPr sz="1600"/>
            </a:lvl4pPr>
            <a:lvl5pPr>
              <a:defRPr sz="1600"/>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
        <p:nvSpPr>
          <p:cNvPr id="6" name="Text Placeholder 6"/>
          <p:cNvSpPr>
            <a:spLocks noGrp="1"/>
          </p:cNvSpPr>
          <p:nvPr>
            <p:ph type="body" sz="quarter" idx="11"/>
          </p:nvPr>
        </p:nvSpPr>
        <p:spPr>
          <a:xfrm>
            <a:off x="6675439" y="2241533"/>
            <a:ext cx="5486400" cy="2511457"/>
          </a:xfrm>
        </p:spPr>
        <p:txBody>
          <a:bodyPr/>
          <a:lstStyle>
            <a:lvl1pPr>
              <a:defRPr sz="4000"/>
            </a:lvl1pPr>
            <a:lvl2pPr marL="342900" marR="0" indent="0" algn="l" defTabSz="932742" rtl="0" eaLnBrk="1" fontAlgn="auto" latinLnBrk="0" hangingPunct="1">
              <a:lnSpc>
                <a:spcPct val="90000"/>
              </a:lnSpc>
              <a:spcBef>
                <a:spcPct val="20000"/>
              </a:spcBef>
              <a:spcAft>
                <a:spcPts val="0"/>
              </a:spcAft>
              <a:buClrTx/>
              <a:buSzPct val="90000"/>
              <a:buFont typeface="Arial" pitchFamily="34" charset="0"/>
              <a:buNone/>
              <a:tabLst/>
              <a:defRPr sz="2400"/>
            </a:lvl2pPr>
            <a:lvl3pPr marL="571500" indent="0">
              <a:buNone/>
              <a:defRPr sz="2000"/>
            </a:lvl3pPr>
            <a:lvl4pPr>
              <a:defRPr sz="1600"/>
            </a:lvl4pPr>
            <a:lvl5pPr>
              <a:defRPr sz="1600"/>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
        <p:nvSpPr>
          <p:cNvPr id="2" name="Footer Placeholder 1"/>
          <p:cNvSpPr>
            <a:spLocks noGrp="1"/>
          </p:cNvSpPr>
          <p:nvPr>
            <p:ph type="ftr" sz="quarter" idx="12"/>
          </p:nvPr>
        </p:nvSpPr>
        <p:spPr/>
        <p:txBody>
          <a:bodyPr/>
          <a:lstStyle/>
          <a:p>
            <a:pPr>
              <a:defRPr/>
            </a:pPr>
            <a:r>
              <a:rPr lang="en-US" sz="1400" smtClean="0">
                <a:gradFill>
                  <a:gsLst>
                    <a:gs pos="8367">
                      <a:srgbClr val="000000"/>
                    </a:gs>
                    <a:gs pos="31000">
                      <a:srgbClr val="000000"/>
                    </a:gs>
                  </a:gsLst>
                  <a:lin ang="5400000" scaled="0"/>
                </a:gradFill>
              </a:rPr>
              <a:t>&lt;</a:t>
            </a:r>
            <a:r>
              <a:rPr lang="en-US" sz="1400" smtClean="0">
                <a:solidFill>
                  <a:sysClr val="windowText" lastClr="000000"/>
                </a:solidFill>
                <a:latin typeface="Segoe UI Black" panose="020B0A02040204020203" pitchFamily="34" charset="0"/>
                <a:ea typeface="Segoe UI Black" panose="020B0A02040204020203" pitchFamily="34" charset="0"/>
                <a:cs typeface="Segoe UI Black" panose="020B0A02040204020203" pitchFamily="34" charset="0"/>
              </a:rPr>
              <a:t>#</a:t>
            </a:r>
            <a:r>
              <a:rPr lang="en-US" sz="1400" smtClean="0">
                <a:gradFill>
                  <a:gsLst>
                    <a:gs pos="8367">
                      <a:srgbClr val="000000"/>
                    </a:gs>
                    <a:gs pos="31000">
                      <a:srgbClr val="000000"/>
                    </a:gs>
                  </a:gsLst>
                  <a:lin ang="5400000" scaled="0"/>
                </a:gradFill>
              </a:rPr>
              <a:t>&gt;&lt;Section title goes here&gt;</a:t>
            </a:r>
          </a:p>
          <a:p>
            <a:endParaRPr lang="en-US" dirty="0"/>
          </a:p>
        </p:txBody>
      </p:sp>
      <p:sp>
        <p:nvSpPr>
          <p:cNvPr id="9" name="TextBox 8"/>
          <p:cNvSpPr txBox="1"/>
          <p:nvPr userDrawn="1"/>
        </p:nvSpPr>
        <p:spPr>
          <a:xfrm>
            <a:off x="6149167" y="6498479"/>
            <a:ext cx="1521763" cy="323165"/>
          </a:xfrm>
          <a:prstGeom prst="rect">
            <a:avLst/>
          </a:prstGeom>
          <a:noFill/>
        </p:spPr>
        <p:txBody>
          <a:bodyPr wrap="none" lIns="146304" tIns="91440" rIns="146304" bIns="91440" rtlCol="0">
            <a:spAutoFit/>
          </a:bodyPr>
          <a:lstStyle/>
          <a:p>
            <a:pPr>
              <a:lnSpc>
                <a:spcPct val="90000"/>
              </a:lnSpc>
              <a:spcAft>
                <a:spcPts val="0"/>
              </a:spcAft>
            </a:pPr>
            <a:r>
              <a:rPr lang="en-US" sz="1000" dirty="0" smtClean="0">
                <a:gradFill>
                  <a:gsLst>
                    <a:gs pos="2917">
                      <a:schemeClr val="bg1"/>
                    </a:gs>
                    <a:gs pos="30000">
                      <a:schemeClr val="bg1"/>
                    </a:gs>
                  </a:gsLst>
                  <a:lin ang="5400000" scaled="0"/>
                </a:gradFill>
              </a:rPr>
              <a:t>http://dev.office.com/</a:t>
            </a:r>
          </a:p>
        </p:txBody>
      </p:sp>
      <p:sp>
        <p:nvSpPr>
          <p:cNvPr id="11" name="Date Placeholder 5"/>
          <p:cNvSpPr>
            <a:spLocks noGrp="1"/>
          </p:cNvSpPr>
          <p:nvPr>
            <p:ph type="dt" sz="half" idx="2"/>
          </p:nvPr>
        </p:nvSpPr>
        <p:spPr>
          <a:xfrm>
            <a:off x="4822654" y="6471920"/>
            <a:ext cx="2797175" cy="371475"/>
          </a:xfrm>
          <a:prstGeom prst="rect">
            <a:avLst/>
          </a:prstGeom>
        </p:spPr>
        <p:txBody>
          <a:bodyPr vert="horz" lIns="91440" tIns="45720" rIns="91440" bIns="45720" rtlCol="0" anchor="ctr"/>
          <a:lstStyle>
            <a:lvl1pPr marL="0" algn="l" defTabSz="932742" rtl="0" eaLnBrk="1" latinLnBrk="0" hangingPunct="1">
              <a:lnSpc>
                <a:spcPct val="90000"/>
              </a:lnSpc>
              <a:spcAft>
                <a:spcPts val="0"/>
              </a:spcAft>
              <a:defRPr lang="en-US" sz="1000" kern="1200" smtClean="0">
                <a:gradFill>
                  <a:gsLst>
                    <a:gs pos="2917">
                      <a:schemeClr val="tx1"/>
                    </a:gs>
                    <a:gs pos="30000">
                      <a:schemeClr val="tx1"/>
                    </a:gs>
                  </a:gsLst>
                  <a:lin ang="5400000" scaled="0"/>
                </a:gradFill>
                <a:latin typeface="+mn-lt"/>
                <a:ea typeface="+mn-ea"/>
                <a:cs typeface="+mn-cs"/>
              </a:defRPr>
            </a:lvl1pPr>
          </a:lstStyle>
          <a:p>
            <a:r>
              <a:rPr lang="en-US" smtClean="0"/>
              <a:t>Microsoft Confidential</a:t>
            </a:r>
            <a:endParaRPr lang="en-US" dirty="0"/>
          </a:p>
        </p:txBody>
      </p:sp>
      <p:pic>
        <p:nvPicPr>
          <p:cNvPr id="10" name="Picture 9"/>
          <p:cNvPicPr>
            <a:picLocks noChangeAspect="1"/>
          </p:cNvPicPr>
          <p:nvPr userDrawn="1"/>
        </p:nvPicPr>
        <p:blipFill>
          <a:blip r:embed="rId2">
            <a:lum bright="100000"/>
          </a:blip>
          <a:stretch>
            <a:fillRect/>
          </a:stretch>
        </p:blipFill>
        <p:spPr>
          <a:xfrm>
            <a:off x="436564" y="6474800"/>
            <a:ext cx="704088" cy="222863"/>
          </a:xfrm>
          <a:prstGeom prst="rect">
            <a:avLst/>
          </a:prstGeom>
        </p:spPr>
      </p:pic>
    </p:spTree>
    <p:extLst>
      <p:ext uri="{BB962C8B-B14F-4D97-AF65-F5344CB8AC3E}">
        <p14:creationId xmlns:p14="http://schemas.microsoft.com/office/powerpoint/2010/main" val="1214122472"/>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Light Blue Half and Half Layout">
    <p:bg>
      <p:bgPr>
        <a:solidFill>
          <a:srgbClr val="FFFFFF"/>
        </a:solidFill>
        <a:effectLst/>
      </p:bgPr>
    </p:bg>
    <p:spTree>
      <p:nvGrpSpPr>
        <p:cNvPr id="1" name=""/>
        <p:cNvGrpSpPr/>
        <p:nvPr/>
      </p:nvGrpSpPr>
      <p:grpSpPr>
        <a:xfrm>
          <a:off x="0" y="0"/>
          <a:ext cx="0" cy="0"/>
          <a:chOff x="0" y="0"/>
          <a:chExt cx="0" cy="0"/>
        </a:xfrm>
      </p:grpSpPr>
      <p:sp>
        <p:nvSpPr>
          <p:cNvPr id="3" name="Rectangle 2"/>
          <p:cNvSpPr/>
          <p:nvPr userDrawn="1"/>
        </p:nvSpPr>
        <p:spPr bwMode="auto">
          <a:xfrm>
            <a:off x="0" y="0"/>
            <a:ext cx="6245352" cy="6994525"/>
          </a:xfrm>
          <a:prstGeom prst="rect">
            <a:avLst/>
          </a:prstGeom>
          <a:solidFill>
            <a:schemeClr val="accent2"/>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sp>
        <p:nvSpPr>
          <p:cNvPr id="5" name="Text Placeholder 6"/>
          <p:cNvSpPr>
            <a:spLocks noGrp="1"/>
          </p:cNvSpPr>
          <p:nvPr>
            <p:ph type="body" sz="quarter" idx="10"/>
          </p:nvPr>
        </p:nvSpPr>
        <p:spPr>
          <a:xfrm>
            <a:off x="246063" y="2241533"/>
            <a:ext cx="5514975" cy="2511457"/>
          </a:xfrm>
        </p:spPr>
        <p:txBody>
          <a:bodyPr/>
          <a:lstStyle>
            <a:lvl1pPr>
              <a:defRPr sz="4000">
                <a:gradFill>
                  <a:gsLst>
                    <a:gs pos="93305">
                      <a:srgbClr val="FFFFFF"/>
                    </a:gs>
                    <a:gs pos="83000">
                      <a:srgbClr val="FFFFFF"/>
                    </a:gs>
                  </a:gsLst>
                  <a:lin ang="5400000" scaled="0"/>
                </a:gradFill>
              </a:defRPr>
            </a:lvl1pPr>
            <a:lvl2pPr marL="342900" marR="0" indent="0" algn="l" defTabSz="932742" rtl="0" eaLnBrk="1" fontAlgn="auto" latinLnBrk="0" hangingPunct="1">
              <a:lnSpc>
                <a:spcPct val="90000"/>
              </a:lnSpc>
              <a:spcBef>
                <a:spcPct val="20000"/>
              </a:spcBef>
              <a:spcAft>
                <a:spcPts val="0"/>
              </a:spcAft>
              <a:buClrTx/>
              <a:buSzPct val="90000"/>
              <a:buFont typeface="Arial" pitchFamily="34" charset="0"/>
              <a:buNone/>
              <a:tabLst/>
              <a:defRPr sz="2400">
                <a:gradFill>
                  <a:gsLst>
                    <a:gs pos="93305">
                      <a:srgbClr val="FFFFFF"/>
                    </a:gs>
                    <a:gs pos="83000">
                      <a:srgbClr val="FFFFFF"/>
                    </a:gs>
                  </a:gsLst>
                  <a:lin ang="5400000" scaled="0"/>
                </a:gradFill>
              </a:defRPr>
            </a:lvl2pPr>
            <a:lvl3pPr marL="571500" indent="0">
              <a:buNone/>
              <a:defRPr sz="2000"/>
            </a:lvl3pPr>
            <a:lvl4pPr>
              <a:defRPr sz="1600"/>
            </a:lvl4pPr>
            <a:lvl5pPr>
              <a:defRPr sz="1600"/>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
        <p:nvSpPr>
          <p:cNvPr id="6" name="Text Placeholder 6"/>
          <p:cNvSpPr>
            <a:spLocks noGrp="1"/>
          </p:cNvSpPr>
          <p:nvPr>
            <p:ph type="body" sz="quarter" idx="11"/>
          </p:nvPr>
        </p:nvSpPr>
        <p:spPr>
          <a:xfrm>
            <a:off x="6675439" y="2241533"/>
            <a:ext cx="5486400" cy="2511457"/>
          </a:xfrm>
        </p:spPr>
        <p:txBody>
          <a:bodyPr/>
          <a:lstStyle>
            <a:lvl1pPr>
              <a:defRPr sz="4000"/>
            </a:lvl1pPr>
            <a:lvl2pPr marL="342900" marR="0" indent="0" algn="l" defTabSz="932742" rtl="0" eaLnBrk="1" fontAlgn="auto" latinLnBrk="0" hangingPunct="1">
              <a:lnSpc>
                <a:spcPct val="90000"/>
              </a:lnSpc>
              <a:spcBef>
                <a:spcPct val="20000"/>
              </a:spcBef>
              <a:spcAft>
                <a:spcPts val="0"/>
              </a:spcAft>
              <a:buClrTx/>
              <a:buSzPct val="90000"/>
              <a:buFont typeface="Arial" pitchFamily="34" charset="0"/>
              <a:buNone/>
              <a:tabLst/>
              <a:defRPr sz="2400"/>
            </a:lvl2pPr>
            <a:lvl3pPr marL="571500" indent="0">
              <a:buNone/>
              <a:defRPr sz="2000"/>
            </a:lvl3pPr>
            <a:lvl4pPr>
              <a:defRPr sz="1600"/>
            </a:lvl4pPr>
            <a:lvl5pPr>
              <a:defRPr sz="1600"/>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
        <p:nvSpPr>
          <p:cNvPr id="2" name="Footer Placeholder 1"/>
          <p:cNvSpPr>
            <a:spLocks noGrp="1"/>
          </p:cNvSpPr>
          <p:nvPr>
            <p:ph type="ftr" sz="quarter" idx="12"/>
          </p:nvPr>
        </p:nvSpPr>
        <p:spPr/>
        <p:txBody>
          <a:bodyPr/>
          <a:lstStyle/>
          <a:p>
            <a:pPr>
              <a:defRPr/>
            </a:pPr>
            <a:r>
              <a:rPr lang="en-US" sz="1400" smtClean="0">
                <a:gradFill>
                  <a:gsLst>
                    <a:gs pos="8367">
                      <a:srgbClr val="000000"/>
                    </a:gs>
                    <a:gs pos="31000">
                      <a:srgbClr val="000000"/>
                    </a:gs>
                  </a:gsLst>
                  <a:lin ang="5400000" scaled="0"/>
                </a:gradFill>
              </a:rPr>
              <a:t>&lt;</a:t>
            </a:r>
            <a:r>
              <a:rPr lang="en-US" sz="1400" smtClean="0">
                <a:solidFill>
                  <a:sysClr val="windowText" lastClr="000000"/>
                </a:solidFill>
                <a:latin typeface="Segoe UI Black" panose="020B0A02040204020203" pitchFamily="34" charset="0"/>
                <a:ea typeface="Segoe UI Black" panose="020B0A02040204020203" pitchFamily="34" charset="0"/>
                <a:cs typeface="Segoe UI Black" panose="020B0A02040204020203" pitchFamily="34" charset="0"/>
              </a:rPr>
              <a:t>#</a:t>
            </a:r>
            <a:r>
              <a:rPr lang="en-US" sz="1400" smtClean="0">
                <a:gradFill>
                  <a:gsLst>
                    <a:gs pos="8367">
                      <a:srgbClr val="000000"/>
                    </a:gs>
                    <a:gs pos="31000">
                      <a:srgbClr val="000000"/>
                    </a:gs>
                  </a:gsLst>
                  <a:lin ang="5400000" scaled="0"/>
                </a:gradFill>
              </a:rPr>
              <a:t>&gt;&lt;Section title goes here&gt;</a:t>
            </a:r>
          </a:p>
          <a:p>
            <a:endParaRPr lang="en-US" dirty="0"/>
          </a:p>
        </p:txBody>
      </p:sp>
      <p:sp>
        <p:nvSpPr>
          <p:cNvPr id="9" name="TextBox 8"/>
          <p:cNvSpPr txBox="1"/>
          <p:nvPr userDrawn="1"/>
        </p:nvSpPr>
        <p:spPr>
          <a:xfrm>
            <a:off x="6149167" y="6498479"/>
            <a:ext cx="1521763" cy="323165"/>
          </a:xfrm>
          <a:prstGeom prst="rect">
            <a:avLst/>
          </a:prstGeom>
          <a:noFill/>
        </p:spPr>
        <p:txBody>
          <a:bodyPr wrap="none" lIns="146304" tIns="91440" rIns="146304" bIns="91440" rtlCol="0">
            <a:spAutoFit/>
          </a:bodyPr>
          <a:lstStyle/>
          <a:p>
            <a:pPr>
              <a:lnSpc>
                <a:spcPct val="90000"/>
              </a:lnSpc>
              <a:spcAft>
                <a:spcPts val="0"/>
              </a:spcAft>
            </a:pPr>
            <a:r>
              <a:rPr lang="en-US" sz="1000" dirty="0" smtClean="0">
                <a:gradFill>
                  <a:gsLst>
                    <a:gs pos="2917">
                      <a:schemeClr val="bg1"/>
                    </a:gs>
                    <a:gs pos="30000">
                      <a:schemeClr val="bg1"/>
                    </a:gs>
                  </a:gsLst>
                  <a:lin ang="5400000" scaled="0"/>
                </a:gradFill>
              </a:rPr>
              <a:t>http://dev.office.com/</a:t>
            </a:r>
          </a:p>
        </p:txBody>
      </p:sp>
      <p:sp>
        <p:nvSpPr>
          <p:cNvPr id="11" name="Date Placeholder 5"/>
          <p:cNvSpPr>
            <a:spLocks noGrp="1"/>
          </p:cNvSpPr>
          <p:nvPr>
            <p:ph type="dt" sz="half" idx="2"/>
          </p:nvPr>
        </p:nvSpPr>
        <p:spPr>
          <a:xfrm>
            <a:off x="4822654" y="6471920"/>
            <a:ext cx="2797175" cy="371475"/>
          </a:xfrm>
          <a:prstGeom prst="rect">
            <a:avLst/>
          </a:prstGeom>
        </p:spPr>
        <p:txBody>
          <a:bodyPr vert="horz" lIns="91440" tIns="45720" rIns="91440" bIns="45720" rtlCol="0" anchor="ctr"/>
          <a:lstStyle>
            <a:lvl1pPr marL="0" algn="l" defTabSz="932742" rtl="0" eaLnBrk="1" latinLnBrk="0" hangingPunct="1">
              <a:lnSpc>
                <a:spcPct val="90000"/>
              </a:lnSpc>
              <a:spcAft>
                <a:spcPts val="0"/>
              </a:spcAft>
              <a:defRPr lang="en-US" sz="1000" kern="1200" smtClean="0">
                <a:gradFill>
                  <a:gsLst>
                    <a:gs pos="2917">
                      <a:schemeClr val="tx1"/>
                    </a:gs>
                    <a:gs pos="30000">
                      <a:schemeClr val="tx1"/>
                    </a:gs>
                  </a:gsLst>
                  <a:lin ang="5400000" scaled="0"/>
                </a:gradFill>
                <a:latin typeface="+mn-lt"/>
                <a:ea typeface="+mn-ea"/>
                <a:cs typeface="+mn-cs"/>
              </a:defRPr>
            </a:lvl1pPr>
          </a:lstStyle>
          <a:p>
            <a:r>
              <a:rPr lang="en-US" smtClean="0"/>
              <a:t>Microsoft Confidential</a:t>
            </a:r>
            <a:endParaRPr lang="en-US" dirty="0"/>
          </a:p>
        </p:txBody>
      </p:sp>
      <p:pic>
        <p:nvPicPr>
          <p:cNvPr id="10" name="Picture 9"/>
          <p:cNvPicPr>
            <a:picLocks noChangeAspect="1"/>
          </p:cNvPicPr>
          <p:nvPr userDrawn="1"/>
        </p:nvPicPr>
        <p:blipFill>
          <a:blip r:embed="rId2">
            <a:lum bright="100000"/>
          </a:blip>
          <a:stretch>
            <a:fillRect/>
          </a:stretch>
        </p:blipFill>
        <p:spPr>
          <a:xfrm>
            <a:off x="436564" y="6474800"/>
            <a:ext cx="704088" cy="222863"/>
          </a:xfrm>
          <a:prstGeom prst="rect">
            <a:avLst/>
          </a:prstGeom>
        </p:spPr>
      </p:pic>
    </p:spTree>
    <p:extLst>
      <p:ext uri="{BB962C8B-B14F-4D97-AF65-F5344CB8AC3E}">
        <p14:creationId xmlns:p14="http://schemas.microsoft.com/office/powerpoint/2010/main" val="1946800015"/>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Purple Half and Half Layout">
    <p:bg>
      <p:bgPr>
        <a:solidFill>
          <a:srgbClr val="FFFFFF"/>
        </a:solidFill>
        <a:effectLst/>
      </p:bgPr>
    </p:bg>
    <p:spTree>
      <p:nvGrpSpPr>
        <p:cNvPr id="1" name=""/>
        <p:cNvGrpSpPr/>
        <p:nvPr/>
      </p:nvGrpSpPr>
      <p:grpSpPr>
        <a:xfrm>
          <a:off x="0" y="0"/>
          <a:ext cx="0" cy="0"/>
          <a:chOff x="0" y="0"/>
          <a:chExt cx="0" cy="0"/>
        </a:xfrm>
      </p:grpSpPr>
      <p:sp>
        <p:nvSpPr>
          <p:cNvPr id="3" name="Rectangle 2"/>
          <p:cNvSpPr/>
          <p:nvPr userDrawn="1"/>
        </p:nvSpPr>
        <p:spPr bwMode="auto">
          <a:xfrm>
            <a:off x="0" y="0"/>
            <a:ext cx="6245352" cy="6994525"/>
          </a:xfrm>
          <a:prstGeom prst="rect">
            <a:avLst/>
          </a:prstGeom>
          <a:solidFill>
            <a:schemeClr val="accent6"/>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sp>
        <p:nvSpPr>
          <p:cNvPr id="5" name="Text Placeholder 6"/>
          <p:cNvSpPr>
            <a:spLocks noGrp="1"/>
          </p:cNvSpPr>
          <p:nvPr>
            <p:ph type="body" sz="quarter" idx="10"/>
          </p:nvPr>
        </p:nvSpPr>
        <p:spPr>
          <a:xfrm>
            <a:off x="246063" y="2241533"/>
            <a:ext cx="5514975" cy="2511457"/>
          </a:xfrm>
        </p:spPr>
        <p:txBody>
          <a:bodyPr/>
          <a:lstStyle>
            <a:lvl1pPr>
              <a:defRPr sz="4000">
                <a:gradFill>
                  <a:gsLst>
                    <a:gs pos="93305">
                      <a:srgbClr val="FFFFFF"/>
                    </a:gs>
                    <a:gs pos="83000">
                      <a:srgbClr val="FFFFFF"/>
                    </a:gs>
                  </a:gsLst>
                  <a:lin ang="5400000" scaled="0"/>
                </a:gradFill>
              </a:defRPr>
            </a:lvl1pPr>
            <a:lvl2pPr marL="342900" marR="0" indent="0" algn="l" defTabSz="932742" rtl="0" eaLnBrk="1" fontAlgn="auto" latinLnBrk="0" hangingPunct="1">
              <a:lnSpc>
                <a:spcPct val="90000"/>
              </a:lnSpc>
              <a:spcBef>
                <a:spcPct val="20000"/>
              </a:spcBef>
              <a:spcAft>
                <a:spcPts val="0"/>
              </a:spcAft>
              <a:buClrTx/>
              <a:buSzPct val="90000"/>
              <a:buFont typeface="Arial" pitchFamily="34" charset="0"/>
              <a:buNone/>
              <a:tabLst/>
              <a:defRPr sz="2400">
                <a:gradFill>
                  <a:gsLst>
                    <a:gs pos="93305">
                      <a:srgbClr val="FFFFFF"/>
                    </a:gs>
                    <a:gs pos="83000">
                      <a:srgbClr val="FFFFFF"/>
                    </a:gs>
                  </a:gsLst>
                  <a:lin ang="5400000" scaled="0"/>
                </a:gradFill>
              </a:defRPr>
            </a:lvl2pPr>
            <a:lvl3pPr marL="571500" indent="0">
              <a:buNone/>
              <a:defRPr sz="2000"/>
            </a:lvl3pPr>
            <a:lvl4pPr>
              <a:defRPr sz="1600"/>
            </a:lvl4pPr>
            <a:lvl5pPr>
              <a:defRPr sz="1600"/>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
        <p:nvSpPr>
          <p:cNvPr id="6" name="Text Placeholder 6"/>
          <p:cNvSpPr>
            <a:spLocks noGrp="1"/>
          </p:cNvSpPr>
          <p:nvPr>
            <p:ph type="body" sz="quarter" idx="11"/>
          </p:nvPr>
        </p:nvSpPr>
        <p:spPr>
          <a:xfrm>
            <a:off x="6675439" y="2241533"/>
            <a:ext cx="5486400" cy="2511457"/>
          </a:xfrm>
        </p:spPr>
        <p:txBody>
          <a:bodyPr/>
          <a:lstStyle>
            <a:lvl1pPr>
              <a:defRPr sz="4000"/>
            </a:lvl1pPr>
            <a:lvl2pPr marL="342900" marR="0" indent="0" algn="l" defTabSz="932742" rtl="0" eaLnBrk="1" fontAlgn="auto" latinLnBrk="0" hangingPunct="1">
              <a:lnSpc>
                <a:spcPct val="90000"/>
              </a:lnSpc>
              <a:spcBef>
                <a:spcPct val="20000"/>
              </a:spcBef>
              <a:spcAft>
                <a:spcPts val="0"/>
              </a:spcAft>
              <a:buClrTx/>
              <a:buSzPct val="90000"/>
              <a:buFont typeface="Arial" pitchFamily="34" charset="0"/>
              <a:buNone/>
              <a:tabLst/>
              <a:defRPr sz="2400"/>
            </a:lvl2pPr>
            <a:lvl3pPr marL="571500" indent="0">
              <a:buNone/>
              <a:defRPr sz="2000"/>
            </a:lvl3pPr>
            <a:lvl4pPr>
              <a:defRPr sz="1600"/>
            </a:lvl4pPr>
            <a:lvl5pPr>
              <a:defRPr sz="1600"/>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
        <p:nvSpPr>
          <p:cNvPr id="2" name="Footer Placeholder 1"/>
          <p:cNvSpPr>
            <a:spLocks noGrp="1"/>
          </p:cNvSpPr>
          <p:nvPr>
            <p:ph type="ftr" sz="quarter" idx="12"/>
          </p:nvPr>
        </p:nvSpPr>
        <p:spPr/>
        <p:txBody>
          <a:bodyPr/>
          <a:lstStyle/>
          <a:p>
            <a:pPr>
              <a:defRPr/>
            </a:pPr>
            <a:r>
              <a:rPr lang="en-US" sz="1400" smtClean="0">
                <a:gradFill>
                  <a:gsLst>
                    <a:gs pos="8367">
                      <a:srgbClr val="000000"/>
                    </a:gs>
                    <a:gs pos="31000">
                      <a:srgbClr val="000000"/>
                    </a:gs>
                  </a:gsLst>
                  <a:lin ang="5400000" scaled="0"/>
                </a:gradFill>
              </a:rPr>
              <a:t>&lt;</a:t>
            </a:r>
            <a:r>
              <a:rPr lang="en-US" sz="1400" smtClean="0">
                <a:solidFill>
                  <a:sysClr val="windowText" lastClr="000000"/>
                </a:solidFill>
                <a:latin typeface="Segoe UI Black" panose="020B0A02040204020203" pitchFamily="34" charset="0"/>
                <a:ea typeface="Segoe UI Black" panose="020B0A02040204020203" pitchFamily="34" charset="0"/>
                <a:cs typeface="Segoe UI Black" panose="020B0A02040204020203" pitchFamily="34" charset="0"/>
              </a:rPr>
              <a:t>#</a:t>
            </a:r>
            <a:r>
              <a:rPr lang="en-US" sz="1400" smtClean="0">
                <a:gradFill>
                  <a:gsLst>
                    <a:gs pos="8367">
                      <a:srgbClr val="000000"/>
                    </a:gs>
                    <a:gs pos="31000">
                      <a:srgbClr val="000000"/>
                    </a:gs>
                  </a:gsLst>
                  <a:lin ang="5400000" scaled="0"/>
                </a:gradFill>
              </a:rPr>
              <a:t>&gt;&lt;Section title goes here&gt;</a:t>
            </a:r>
          </a:p>
          <a:p>
            <a:endParaRPr lang="en-US" dirty="0"/>
          </a:p>
        </p:txBody>
      </p:sp>
      <p:sp>
        <p:nvSpPr>
          <p:cNvPr id="9" name="TextBox 8"/>
          <p:cNvSpPr txBox="1"/>
          <p:nvPr userDrawn="1"/>
        </p:nvSpPr>
        <p:spPr>
          <a:xfrm>
            <a:off x="6149167" y="6498479"/>
            <a:ext cx="1521763" cy="323165"/>
          </a:xfrm>
          <a:prstGeom prst="rect">
            <a:avLst/>
          </a:prstGeom>
          <a:noFill/>
        </p:spPr>
        <p:txBody>
          <a:bodyPr wrap="none" lIns="146304" tIns="91440" rIns="146304" bIns="91440" rtlCol="0">
            <a:spAutoFit/>
          </a:bodyPr>
          <a:lstStyle/>
          <a:p>
            <a:pPr>
              <a:lnSpc>
                <a:spcPct val="90000"/>
              </a:lnSpc>
              <a:spcAft>
                <a:spcPts val="0"/>
              </a:spcAft>
            </a:pPr>
            <a:r>
              <a:rPr lang="en-US" sz="1000" dirty="0" smtClean="0">
                <a:gradFill>
                  <a:gsLst>
                    <a:gs pos="2917">
                      <a:schemeClr val="bg1"/>
                    </a:gs>
                    <a:gs pos="30000">
                      <a:schemeClr val="bg1"/>
                    </a:gs>
                  </a:gsLst>
                  <a:lin ang="5400000" scaled="0"/>
                </a:gradFill>
              </a:rPr>
              <a:t>http://dev.office.com/</a:t>
            </a:r>
          </a:p>
        </p:txBody>
      </p:sp>
      <p:sp>
        <p:nvSpPr>
          <p:cNvPr id="11" name="Date Placeholder 5"/>
          <p:cNvSpPr>
            <a:spLocks noGrp="1"/>
          </p:cNvSpPr>
          <p:nvPr>
            <p:ph type="dt" sz="half" idx="2"/>
          </p:nvPr>
        </p:nvSpPr>
        <p:spPr>
          <a:xfrm>
            <a:off x="4822654" y="6471920"/>
            <a:ext cx="2797175" cy="371475"/>
          </a:xfrm>
          <a:prstGeom prst="rect">
            <a:avLst/>
          </a:prstGeom>
        </p:spPr>
        <p:txBody>
          <a:bodyPr vert="horz" lIns="91440" tIns="45720" rIns="91440" bIns="45720" rtlCol="0" anchor="ctr"/>
          <a:lstStyle>
            <a:lvl1pPr marL="0" algn="l" defTabSz="932742" rtl="0" eaLnBrk="1" latinLnBrk="0" hangingPunct="1">
              <a:lnSpc>
                <a:spcPct val="90000"/>
              </a:lnSpc>
              <a:spcAft>
                <a:spcPts val="0"/>
              </a:spcAft>
              <a:defRPr lang="en-US" sz="1000" kern="1200" smtClean="0">
                <a:gradFill>
                  <a:gsLst>
                    <a:gs pos="2917">
                      <a:schemeClr val="tx1"/>
                    </a:gs>
                    <a:gs pos="30000">
                      <a:schemeClr val="tx1"/>
                    </a:gs>
                  </a:gsLst>
                  <a:lin ang="5400000" scaled="0"/>
                </a:gradFill>
                <a:latin typeface="+mn-lt"/>
                <a:ea typeface="+mn-ea"/>
                <a:cs typeface="+mn-cs"/>
              </a:defRPr>
            </a:lvl1pPr>
          </a:lstStyle>
          <a:p>
            <a:r>
              <a:rPr lang="en-US" smtClean="0"/>
              <a:t>Microsoft Confidential</a:t>
            </a:r>
            <a:endParaRPr lang="en-US" dirty="0"/>
          </a:p>
        </p:txBody>
      </p:sp>
      <p:pic>
        <p:nvPicPr>
          <p:cNvPr id="10" name="Picture 9"/>
          <p:cNvPicPr>
            <a:picLocks noChangeAspect="1"/>
          </p:cNvPicPr>
          <p:nvPr userDrawn="1"/>
        </p:nvPicPr>
        <p:blipFill>
          <a:blip r:embed="rId2">
            <a:lum bright="100000"/>
          </a:blip>
          <a:stretch>
            <a:fillRect/>
          </a:stretch>
        </p:blipFill>
        <p:spPr>
          <a:xfrm>
            <a:off x="436564" y="6474800"/>
            <a:ext cx="704088" cy="222863"/>
          </a:xfrm>
          <a:prstGeom prst="rect">
            <a:avLst/>
          </a:prstGeom>
        </p:spPr>
      </p:pic>
    </p:spTree>
    <p:extLst>
      <p:ext uri="{BB962C8B-B14F-4D97-AF65-F5344CB8AC3E}">
        <p14:creationId xmlns:p14="http://schemas.microsoft.com/office/powerpoint/2010/main" val="2388995397"/>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Green Half and Half Layout">
    <p:bg>
      <p:bgPr>
        <a:solidFill>
          <a:srgbClr val="FFFFFF"/>
        </a:solidFill>
        <a:effectLst/>
      </p:bgPr>
    </p:bg>
    <p:spTree>
      <p:nvGrpSpPr>
        <p:cNvPr id="1" name=""/>
        <p:cNvGrpSpPr/>
        <p:nvPr/>
      </p:nvGrpSpPr>
      <p:grpSpPr>
        <a:xfrm>
          <a:off x="0" y="0"/>
          <a:ext cx="0" cy="0"/>
          <a:chOff x="0" y="0"/>
          <a:chExt cx="0" cy="0"/>
        </a:xfrm>
      </p:grpSpPr>
      <p:sp>
        <p:nvSpPr>
          <p:cNvPr id="3" name="Rectangle 2"/>
          <p:cNvSpPr/>
          <p:nvPr userDrawn="1"/>
        </p:nvSpPr>
        <p:spPr bwMode="auto">
          <a:xfrm>
            <a:off x="0" y="0"/>
            <a:ext cx="6245352" cy="6994525"/>
          </a:xfrm>
          <a:prstGeom prst="rect">
            <a:avLst/>
          </a:prstGeom>
          <a:solidFill>
            <a:schemeClr val="accent4"/>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sp>
        <p:nvSpPr>
          <p:cNvPr id="5" name="Text Placeholder 6"/>
          <p:cNvSpPr>
            <a:spLocks noGrp="1"/>
          </p:cNvSpPr>
          <p:nvPr>
            <p:ph type="body" sz="quarter" idx="10"/>
          </p:nvPr>
        </p:nvSpPr>
        <p:spPr>
          <a:xfrm>
            <a:off x="246063" y="2241533"/>
            <a:ext cx="5514975" cy="2511457"/>
          </a:xfrm>
        </p:spPr>
        <p:txBody>
          <a:bodyPr/>
          <a:lstStyle>
            <a:lvl1pPr>
              <a:defRPr sz="4000">
                <a:gradFill>
                  <a:gsLst>
                    <a:gs pos="93305">
                      <a:srgbClr val="FFFFFF"/>
                    </a:gs>
                    <a:gs pos="83000">
                      <a:srgbClr val="FFFFFF"/>
                    </a:gs>
                  </a:gsLst>
                  <a:lin ang="5400000" scaled="0"/>
                </a:gradFill>
              </a:defRPr>
            </a:lvl1pPr>
            <a:lvl2pPr marL="342900" marR="0" indent="0" algn="l" defTabSz="932742" rtl="0" eaLnBrk="1" fontAlgn="auto" latinLnBrk="0" hangingPunct="1">
              <a:lnSpc>
                <a:spcPct val="90000"/>
              </a:lnSpc>
              <a:spcBef>
                <a:spcPct val="20000"/>
              </a:spcBef>
              <a:spcAft>
                <a:spcPts val="0"/>
              </a:spcAft>
              <a:buClrTx/>
              <a:buSzPct val="90000"/>
              <a:buFont typeface="Arial" pitchFamily="34" charset="0"/>
              <a:buNone/>
              <a:tabLst/>
              <a:defRPr sz="2400">
                <a:gradFill>
                  <a:gsLst>
                    <a:gs pos="93305">
                      <a:srgbClr val="FFFFFF"/>
                    </a:gs>
                    <a:gs pos="83000">
                      <a:srgbClr val="FFFFFF"/>
                    </a:gs>
                  </a:gsLst>
                  <a:lin ang="5400000" scaled="0"/>
                </a:gradFill>
              </a:defRPr>
            </a:lvl2pPr>
            <a:lvl3pPr marL="571500" indent="0">
              <a:buNone/>
              <a:defRPr sz="2000"/>
            </a:lvl3pPr>
            <a:lvl4pPr>
              <a:defRPr sz="1600"/>
            </a:lvl4pPr>
            <a:lvl5pPr>
              <a:defRPr sz="1600"/>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
        <p:nvSpPr>
          <p:cNvPr id="6" name="Text Placeholder 6"/>
          <p:cNvSpPr>
            <a:spLocks noGrp="1"/>
          </p:cNvSpPr>
          <p:nvPr>
            <p:ph type="body" sz="quarter" idx="11"/>
          </p:nvPr>
        </p:nvSpPr>
        <p:spPr>
          <a:xfrm>
            <a:off x="6675439" y="2241533"/>
            <a:ext cx="5486400" cy="2511457"/>
          </a:xfrm>
        </p:spPr>
        <p:txBody>
          <a:bodyPr/>
          <a:lstStyle>
            <a:lvl1pPr>
              <a:defRPr sz="4000"/>
            </a:lvl1pPr>
            <a:lvl2pPr marL="342900" marR="0" indent="0" algn="l" defTabSz="932742" rtl="0" eaLnBrk="1" fontAlgn="auto" latinLnBrk="0" hangingPunct="1">
              <a:lnSpc>
                <a:spcPct val="90000"/>
              </a:lnSpc>
              <a:spcBef>
                <a:spcPct val="20000"/>
              </a:spcBef>
              <a:spcAft>
                <a:spcPts val="0"/>
              </a:spcAft>
              <a:buClrTx/>
              <a:buSzPct val="90000"/>
              <a:buFont typeface="Arial" pitchFamily="34" charset="0"/>
              <a:buNone/>
              <a:tabLst/>
              <a:defRPr sz="2400"/>
            </a:lvl2pPr>
            <a:lvl3pPr marL="571500" indent="0">
              <a:buNone/>
              <a:defRPr sz="2000"/>
            </a:lvl3pPr>
            <a:lvl4pPr>
              <a:defRPr sz="1600"/>
            </a:lvl4pPr>
            <a:lvl5pPr>
              <a:defRPr sz="1600"/>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
        <p:nvSpPr>
          <p:cNvPr id="2" name="Footer Placeholder 1"/>
          <p:cNvSpPr>
            <a:spLocks noGrp="1"/>
          </p:cNvSpPr>
          <p:nvPr>
            <p:ph type="ftr" sz="quarter" idx="12"/>
          </p:nvPr>
        </p:nvSpPr>
        <p:spPr/>
        <p:txBody>
          <a:bodyPr/>
          <a:lstStyle/>
          <a:p>
            <a:pPr>
              <a:defRPr/>
            </a:pPr>
            <a:r>
              <a:rPr lang="en-US" sz="1400" smtClean="0">
                <a:gradFill>
                  <a:gsLst>
                    <a:gs pos="8367">
                      <a:srgbClr val="000000"/>
                    </a:gs>
                    <a:gs pos="31000">
                      <a:srgbClr val="000000"/>
                    </a:gs>
                  </a:gsLst>
                  <a:lin ang="5400000" scaled="0"/>
                </a:gradFill>
              </a:rPr>
              <a:t>&lt;</a:t>
            </a:r>
            <a:r>
              <a:rPr lang="en-US" sz="1400" smtClean="0">
                <a:solidFill>
                  <a:sysClr val="windowText" lastClr="000000"/>
                </a:solidFill>
                <a:latin typeface="Segoe UI Black" panose="020B0A02040204020203" pitchFamily="34" charset="0"/>
                <a:ea typeface="Segoe UI Black" panose="020B0A02040204020203" pitchFamily="34" charset="0"/>
                <a:cs typeface="Segoe UI Black" panose="020B0A02040204020203" pitchFamily="34" charset="0"/>
              </a:rPr>
              <a:t>#</a:t>
            </a:r>
            <a:r>
              <a:rPr lang="en-US" sz="1400" smtClean="0">
                <a:gradFill>
                  <a:gsLst>
                    <a:gs pos="8367">
                      <a:srgbClr val="000000"/>
                    </a:gs>
                    <a:gs pos="31000">
                      <a:srgbClr val="000000"/>
                    </a:gs>
                  </a:gsLst>
                  <a:lin ang="5400000" scaled="0"/>
                </a:gradFill>
              </a:rPr>
              <a:t>&gt;&lt;Section title goes here&gt;</a:t>
            </a:r>
          </a:p>
          <a:p>
            <a:endParaRPr lang="en-US" dirty="0"/>
          </a:p>
        </p:txBody>
      </p:sp>
      <p:sp>
        <p:nvSpPr>
          <p:cNvPr id="9" name="TextBox 8"/>
          <p:cNvSpPr txBox="1"/>
          <p:nvPr userDrawn="1"/>
        </p:nvSpPr>
        <p:spPr>
          <a:xfrm>
            <a:off x="6149167" y="6498479"/>
            <a:ext cx="1521763" cy="323165"/>
          </a:xfrm>
          <a:prstGeom prst="rect">
            <a:avLst/>
          </a:prstGeom>
          <a:noFill/>
        </p:spPr>
        <p:txBody>
          <a:bodyPr wrap="none" lIns="146304" tIns="91440" rIns="146304" bIns="91440" rtlCol="0">
            <a:spAutoFit/>
          </a:bodyPr>
          <a:lstStyle/>
          <a:p>
            <a:pPr>
              <a:lnSpc>
                <a:spcPct val="90000"/>
              </a:lnSpc>
              <a:spcAft>
                <a:spcPts val="0"/>
              </a:spcAft>
            </a:pPr>
            <a:r>
              <a:rPr lang="en-US" sz="1000" dirty="0" smtClean="0">
                <a:gradFill>
                  <a:gsLst>
                    <a:gs pos="2917">
                      <a:schemeClr val="bg1"/>
                    </a:gs>
                    <a:gs pos="30000">
                      <a:schemeClr val="bg1"/>
                    </a:gs>
                  </a:gsLst>
                  <a:lin ang="5400000" scaled="0"/>
                </a:gradFill>
              </a:rPr>
              <a:t>http://dev.office.com/</a:t>
            </a:r>
          </a:p>
        </p:txBody>
      </p:sp>
      <p:sp>
        <p:nvSpPr>
          <p:cNvPr id="11" name="Date Placeholder 5"/>
          <p:cNvSpPr>
            <a:spLocks noGrp="1"/>
          </p:cNvSpPr>
          <p:nvPr>
            <p:ph type="dt" sz="half" idx="2"/>
          </p:nvPr>
        </p:nvSpPr>
        <p:spPr>
          <a:xfrm>
            <a:off x="4822654" y="6471920"/>
            <a:ext cx="2797175" cy="371475"/>
          </a:xfrm>
          <a:prstGeom prst="rect">
            <a:avLst/>
          </a:prstGeom>
        </p:spPr>
        <p:txBody>
          <a:bodyPr vert="horz" lIns="91440" tIns="45720" rIns="91440" bIns="45720" rtlCol="0" anchor="ctr"/>
          <a:lstStyle>
            <a:lvl1pPr marL="0" algn="l" defTabSz="932742" rtl="0" eaLnBrk="1" latinLnBrk="0" hangingPunct="1">
              <a:lnSpc>
                <a:spcPct val="90000"/>
              </a:lnSpc>
              <a:spcAft>
                <a:spcPts val="0"/>
              </a:spcAft>
              <a:defRPr lang="en-US" sz="1000" kern="1200" smtClean="0">
                <a:gradFill>
                  <a:gsLst>
                    <a:gs pos="2917">
                      <a:schemeClr val="tx1"/>
                    </a:gs>
                    <a:gs pos="30000">
                      <a:schemeClr val="tx1"/>
                    </a:gs>
                  </a:gsLst>
                  <a:lin ang="5400000" scaled="0"/>
                </a:gradFill>
                <a:latin typeface="+mn-lt"/>
                <a:ea typeface="+mn-ea"/>
                <a:cs typeface="+mn-cs"/>
              </a:defRPr>
            </a:lvl1pPr>
          </a:lstStyle>
          <a:p>
            <a:r>
              <a:rPr lang="en-US" smtClean="0"/>
              <a:t>Microsoft Confidential</a:t>
            </a:r>
            <a:endParaRPr lang="en-US" dirty="0"/>
          </a:p>
        </p:txBody>
      </p:sp>
      <p:pic>
        <p:nvPicPr>
          <p:cNvPr id="10" name="Picture 9"/>
          <p:cNvPicPr>
            <a:picLocks noChangeAspect="1"/>
          </p:cNvPicPr>
          <p:nvPr userDrawn="1"/>
        </p:nvPicPr>
        <p:blipFill>
          <a:blip r:embed="rId2">
            <a:lum bright="100000"/>
          </a:blip>
          <a:stretch>
            <a:fillRect/>
          </a:stretch>
        </p:blipFill>
        <p:spPr>
          <a:xfrm>
            <a:off x="436564" y="6474800"/>
            <a:ext cx="704088" cy="222863"/>
          </a:xfrm>
          <a:prstGeom prst="rect">
            <a:avLst/>
          </a:prstGeom>
        </p:spPr>
      </p:pic>
    </p:spTree>
    <p:extLst>
      <p:ext uri="{BB962C8B-B14F-4D97-AF65-F5344CB8AC3E}">
        <p14:creationId xmlns:p14="http://schemas.microsoft.com/office/powerpoint/2010/main" val="453225716"/>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Numbered Section Title Accent Color 1">
    <p:bg>
      <p:bgPr>
        <a:solidFill>
          <a:schemeClr val="accent3"/>
        </a:solidFill>
        <a:effectLst/>
      </p:bgPr>
    </p:bg>
    <p:spTree>
      <p:nvGrpSpPr>
        <p:cNvPr id="1" name=""/>
        <p:cNvGrpSpPr/>
        <p:nvPr/>
      </p:nvGrpSpPr>
      <p:grpSpPr>
        <a:xfrm>
          <a:off x="0" y="0"/>
          <a:ext cx="0" cy="0"/>
          <a:chOff x="0" y="0"/>
          <a:chExt cx="0" cy="0"/>
        </a:xfrm>
      </p:grpSpPr>
      <p:sp>
        <p:nvSpPr>
          <p:cNvPr id="10" name="Text Placeholder 9"/>
          <p:cNvSpPr>
            <a:spLocks noGrp="1"/>
          </p:cNvSpPr>
          <p:nvPr>
            <p:ph type="body" sz="quarter" idx="11" hasCustomPrompt="1"/>
          </p:nvPr>
        </p:nvSpPr>
        <p:spPr>
          <a:xfrm>
            <a:off x="2103438" y="2353883"/>
            <a:ext cx="5938838" cy="738664"/>
          </a:xfrm>
        </p:spPr>
        <p:txBody>
          <a:bodyPr anchor="ctr" anchorCtr="0"/>
          <a:lstStyle>
            <a:lvl1pPr marL="0" indent="0">
              <a:buNone/>
              <a:defRPr>
                <a:gradFill>
                  <a:gsLst>
                    <a:gs pos="99163">
                      <a:schemeClr val="tx1"/>
                    </a:gs>
                    <a:gs pos="95397">
                      <a:schemeClr val="tx1"/>
                    </a:gs>
                  </a:gsLst>
                  <a:lin ang="5400000" scaled="0"/>
                </a:gradFill>
              </a:defRPr>
            </a:lvl1pPr>
          </a:lstStyle>
          <a:p>
            <a:pPr lvl="0"/>
            <a:r>
              <a:rPr lang="en-US" dirty="0" smtClean="0"/>
              <a:t>Section title</a:t>
            </a:r>
            <a:endParaRPr lang="en-US" dirty="0"/>
          </a:p>
        </p:txBody>
      </p:sp>
      <p:sp>
        <p:nvSpPr>
          <p:cNvPr id="14" name="Text Placeholder 13"/>
          <p:cNvSpPr>
            <a:spLocks noGrp="1"/>
          </p:cNvSpPr>
          <p:nvPr>
            <p:ph type="body" sz="quarter" idx="12" hasCustomPrompt="1"/>
          </p:nvPr>
        </p:nvSpPr>
        <p:spPr>
          <a:xfrm>
            <a:off x="242888" y="1211263"/>
            <a:ext cx="1860550" cy="3023905"/>
          </a:xfrm>
        </p:spPr>
        <p:txBody>
          <a:bodyPr/>
          <a:lstStyle>
            <a:lvl1pPr marL="0" indent="0">
              <a:buNone/>
              <a:defRPr sz="20500">
                <a:gradFill>
                  <a:gsLst>
                    <a:gs pos="97490">
                      <a:schemeClr val="accent3">
                        <a:lumMod val="75000"/>
                      </a:schemeClr>
                    </a:gs>
                    <a:gs pos="88285">
                      <a:schemeClr val="accent3">
                        <a:lumMod val="75000"/>
                      </a:schemeClr>
                    </a:gs>
                  </a:gsLst>
                  <a:lin ang="5400000" scaled="0"/>
                </a:gradFill>
                <a:latin typeface="Segoe UI Black" panose="020B0A02040204020203" pitchFamily="34" charset="0"/>
                <a:ea typeface="Segoe UI Black" panose="020B0A02040204020203" pitchFamily="34" charset="0"/>
                <a:cs typeface="Segoe UI Black" panose="020B0A02040204020203" pitchFamily="34" charset="0"/>
              </a:defRPr>
            </a:lvl1pPr>
          </a:lstStyle>
          <a:p>
            <a:pPr lvl="0"/>
            <a:r>
              <a:rPr lang="en-US" dirty="0" smtClean="0"/>
              <a:t>#</a:t>
            </a:r>
            <a:endParaRPr lang="en-US" dirty="0"/>
          </a:p>
        </p:txBody>
      </p:sp>
      <p:sp>
        <p:nvSpPr>
          <p:cNvPr id="79" name="TextBox 78"/>
          <p:cNvSpPr txBox="1"/>
          <p:nvPr userDrawn="1"/>
        </p:nvSpPr>
        <p:spPr>
          <a:xfrm>
            <a:off x="6149167" y="6498479"/>
            <a:ext cx="1521763" cy="323165"/>
          </a:xfrm>
          <a:prstGeom prst="rect">
            <a:avLst/>
          </a:prstGeom>
          <a:noFill/>
        </p:spPr>
        <p:txBody>
          <a:bodyPr wrap="none" lIns="146304" tIns="91440" rIns="146304" bIns="91440" rtlCol="0">
            <a:spAutoFit/>
          </a:bodyPr>
          <a:lstStyle/>
          <a:p>
            <a:pPr>
              <a:lnSpc>
                <a:spcPct val="90000"/>
              </a:lnSpc>
              <a:spcAft>
                <a:spcPts val="0"/>
              </a:spcAft>
            </a:pPr>
            <a:r>
              <a:rPr lang="en-US" sz="1000" dirty="0" smtClean="0">
                <a:gradFill>
                  <a:gsLst>
                    <a:gs pos="2917">
                      <a:schemeClr val="tx1"/>
                    </a:gs>
                    <a:gs pos="30000">
                      <a:schemeClr val="tx1"/>
                    </a:gs>
                  </a:gsLst>
                  <a:lin ang="5400000" scaled="0"/>
                </a:gradFill>
              </a:rPr>
              <a:t>http://dev.office.com/</a:t>
            </a:r>
          </a:p>
        </p:txBody>
      </p:sp>
      <p:sp>
        <p:nvSpPr>
          <p:cNvPr id="75" name="Date Placeholder 5"/>
          <p:cNvSpPr>
            <a:spLocks noGrp="1"/>
          </p:cNvSpPr>
          <p:nvPr>
            <p:ph type="dt" sz="half" idx="2"/>
          </p:nvPr>
        </p:nvSpPr>
        <p:spPr>
          <a:xfrm>
            <a:off x="4822654" y="6471920"/>
            <a:ext cx="2797175" cy="371475"/>
          </a:xfrm>
          <a:prstGeom prst="rect">
            <a:avLst/>
          </a:prstGeom>
        </p:spPr>
        <p:txBody>
          <a:bodyPr vert="horz" lIns="91440" tIns="45720" rIns="91440" bIns="45720" rtlCol="0" anchor="ctr"/>
          <a:lstStyle>
            <a:lvl1pPr marL="0" algn="l" defTabSz="932742" rtl="0" eaLnBrk="1" latinLnBrk="0" hangingPunct="1">
              <a:lnSpc>
                <a:spcPct val="90000"/>
              </a:lnSpc>
              <a:spcAft>
                <a:spcPts val="0"/>
              </a:spcAft>
              <a:defRPr lang="en-US" sz="1000" kern="1200" smtClean="0">
                <a:gradFill>
                  <a:gsLst>
                    <a:gs pos="2917">
                      <a:schemeClr val="tx1"/>
                    </a:gs>
                    <a:gs pos="30000">
                      <a:schemeClr val="tx1"/>
                    </a:gs>
                  </a:gsLst>
                  <a:lin ang="5400000" scaled="0"/>
                </a:gradFill>
                <a:latin typeface="+mn-lt"/>
                <a:ea typeface="+mn-ea"/>
                <a:cs typeface="+mn-cs"/>
              </a:defRPr>
            </a:lvl1pPr>
          </a:lstStyle>
          <a:p>
            <a:r>
              <a:rPr lang="en-US" smtClean="0"/>
              <a:t>Microsoft Confidential</a:t>
            </a:r>
            <a:endParaRPr lang="en-US" dirty="0"/>
          </a:p>
        </p:txBody>
      </p:sp>
      <p:pic>
        <p:nvPicPr>
          <p:cNvPr id="76" name="Picture 75"/>
          <p:cNvPicPr>
            <a:picLocks noChangeAspect="1"/>
          </p:cNvPicPr>
          <p:nvPr userDrawn="1"/>
        </p:nvPicPr>
        <p:blipFill>
          <a:blip r:embed="rId2"/>
          <a:stretch>
            <a:fillRect/>
          </a:stretch>
        </p:blipFill>
        <p:spPr>
          <a:xfrm>
            <a:off x="6645047" y="3726250"/>
            <a:ext cx="5334228" cy="2788849"/>
          </a:xfrm>
          <a:prstGeom prst="rect">
            <a:avLst/>
          </a:prstGeom>
        </p:spPr>
      </p:pic>
      <p:pic>
        <p:nvPicPr>
          <p:cNvPr id="8" name="Picture 7"/>
          <p:cNvPicPr>
            <a:picLocks noChangeAspect="1"/>
          </p:cNvPicPr>
          <p:nvPr userDrawn="1"/>
        </p:nvPicPr>
        <p:blipFill>
          <a:blip r:embed="rId3"/>
          <a:stretch>
            <a:fillRect/>
          </a:stretch>
        </p:blipFill>
        <p:spPr>
          <a:xfrm>
            <a:off x="436564" y="6474800"/>
            <a:ext cx="704088" cy="222863"/>
          </a:xfrm>
          <a:prstGeom prst="rect">
            <a:avLst/>
          </a:prstGeom>
        </p:spPr>
      </p:pic>
    </p:spTree>
    <p:extLst>
      <p:ext uri="{BB962C8B-B14F-4D97-AF65-F5344CB8AC3E}">
        <p14:creationId xmlns:p14="http://schemas.microsoft.com/office/powerpoint/2010/main" val="1361201336"/>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Numbered Section Title Accent Color 2">
    <p:bg>
      <p:bgPr>
        <a:solidFill>
          <a:schemeClr val="accent1"/>
        </a:solidFill>
        <a:effectLst/>
      </p:bgPr>
    </p:bg>
    <p:spTree>
      <p:nvGrpSpPr>
        <p:cNvPr id="1" name=""/>
        <p:cNvGrpSpPr/>
        <p:nvPr/>
      </p:nvGrpSpPr>
      <p:grpSpPr>
        <a:xfrm>
          <a:off x="0" y="0"/>
          <a:ext cx="0" cy="0"/>
          <a:chOff x="0" y="0"/>
          <a:chExt cx="0" cy="0"/>
        </a:xfrm>
      </p:grpSpPr>
      <p:sp>
        <p:nvSpPr>
          <p:cNvPr id="10" name="Text Placeholder 9"/>
          <p:cNvSpPr>
            <a:spLocks noGrp="1"/>
          </p:cNvSpPr>
          <p:nvPr>
            <p:ph type="body" sz="quarter" idx="11" hasCustomPrompt="1"/>
          </p:nvPr>
        </p:nvSpPr>
        <p:spPr>
          <a:xfrm>
            <a:off x="2103438" y="2353883"/>
            <a:ext cx="5938838" cy="738664"/>
          </a:xfrm>
        </p:spPr>
        <p:txBody>
          <a:bodyPr anchor="ctr" anchorCtr="0"/>
          <a:lstStyle>
            <a:lvl1pPr marL="0" indent="0">
              <a:buNone/>
              <a:defRPr>
                <a:gradFill>
                  <a:gsLst>
                    <a:gs pos="97908">
                      <a:schemeClr val="tx1"/>
                    </a:gs>
                    <a:gs pos="89000">
                      <a:schemeClr val="tx1"/>
                    </a:gs>
                  </a:gsLst>
                  <a:lin ang="5400000" scaled="0"/>
                </a:gradFill>
              </a:defRPr>
            </a:lvl1pPr>
          </a:lstStyle>
          <a:p>
            <a:pPr lvl="0"/>
            <a:r>
              <a:rPr lang="en-US" dirty="0" smtClean="0"/>
              <a:t>Section title</a:t>
            </a:r>
            <a:endParaRPr lang="en-US" dirty="0"/>
          </a:p>
        </p:txBody>
      </p:sp>
      <p:sp>
        <p:nvSpPr>
          <p:cNvPr id="14" name="Text Placeholder 13"/>
          <p:cNvSpPr>
            <a:spLocks noGrp="1"/>
          </p:cNvSpPr>
          <p:nvPr>
            <p:ph type="body" sz="quarter" idx="12" hasCustomPrompt="1"/>
          </p:nvPr>
        </p:nvSpPr>
        <p:spPr>
          <a:xfrm>
            <a:off x="242888" y="1211263"/>
            <a:ext cx="1860550" cy="3023905"/>
          </a:xfrm>
        </p:spPr>
        <p:txBody>
          <a:bodyPr/>
          <a:lstStyle>
            <a:lvl1pPr marL="0" indent="0">
              <a:buNone/>
              <a:defRPr sz="20500">
                <a:gradFill>
                  <a:gsLst>
                    <a:gs pos="97071">
                      <a:schemeClr val="bg2">
                        <a:lumMod val="75000"/>
                      </a:schemeClr>
                    </a:gs>
                    <a:gs pos="92515">
                      <a:schemeClr val="bg2">
                        <a:lumMod val="75000"/>
                      </a:schemeClr>
                    </a:gs>
                  </a:gsLst>
                  <a:lin ang="5400000" scaled="0"/>
                </a:gradFill>
                <a:latin typeface="Segoe UI Black" panose="020B0A02040204020203" pitchFamily="34" charset="0"/>
                <a:ea typeface="Segoe UI Black" panose="020B0A02040204020203" pitchFamily="34" charset="0"/>
                <a:cs typeface="Segoe UI Black" panose="020B0A02040204020203" pitchFamily="34" charset="0"/>
              </a:defRPr>
            </a:lvl1pPr>
          </a:lstStyle>
          <a:p>
            <a:pPr lvl="0"/>
            <a:r>
              <a:rPr lang="en-US" dirty="0" smtClean="0"/>
              <a:t>#</a:t>
            </a:r>
            <a:endParaRPr lang="en-US" dirty="0"/>
          </a:p>
        </p:txBody>
      </p:sp>
      <p:sp>
        <p:nvSpPr>
          <p:cNvPr id="11" name="TextBox 10"/>
          <p:cNvSpPr txBox="1"/>
          <p:nvPr userDrawn="1"/>
        </p:nvSpPr>
        <p:spPr>
          <a:xfrm>
            <a:off x="6149167" y="6498479"/>
            <a:ext cx="1521763" cy="323165"/>
          </a:xfrm>
          <a:prstGeom prst="rect">
            <a:avLst/>
          </a:prstGeom>
          <a:noFill/>
        </p:spPr>
        <p:txBody>
          <a:bodyPr wrap="none" lIns="146304" tIns="91440" rIns="146304" bIns="91440" rtlCol="0">
            <a:spAutoFit/>
          </a:bodyPr>
          <a:lstStyle/>
          <a:p>
            <a:pPr>
              <a:lnSpc>
                <a:spcPct val="90000"/>
              </a:lnSpc>
              <a:spcAft>
                <a:spcPts val="0"/>
              </a:spcAft>
            </a:pPr>
            <a:r>
              <a:rPr lang="en-US" sz="1000" dirty="0" smtClean="0">
                <a:gradFill>
                  <a:gsLst>
                    <a:gs pos="2917">
                      <a:schemeClr val="tx1"/>
                    </a:gs>
                    <a:gs pos="30000">
                      <a:schemeClr val="tx1"/>
                    </a:gs>
                  </a:gsLst>
                  <a:lin ang="5400000" scaled="0"/>
                </a:gradFill>
              </a:rPr>
              <a:t>http://dev.office.com/</a:t>
            </a:r>
          </a:p>
        </p:txBody>
      </p:sp>
      <p:sp>
        <p:nvSpPr>
          <p:cNvPr id="8" name="Date Placeholder 5"/>
          <p:cNvSpPr>
            <a:spLocks noGrp="1"/>
          </p:cNvSpPr>
          <p:nvPr>
            <p:ph type="dt" sz="half" idx="2"/>
          </p:nvPr>
        </p:nvSpPr>
        <p:spPr>
          <a:xfrm>
            <a:off x="4822654" y="6471920"/>
            <a:ext cx="2797175" cy="371475"/>
          </a:xfrm>
          <a:prstGeom prst="rect">
            <a:avLst/>
          </a:prstGeom>
        </p:spPr>
        <p:txBody>
          <a:bodyPr vert="horz" lIns="91440" tIns="45720" rIns="91440" bIns="45720" rtlCol="0" anchor="ctr"/>
          <a:lstStyle>
            <a:lvl1pPr marL="0" algn="l" defTabSz="932742" rtl="0" eaLnBrk="1" latinLnBrk="0" hangingPunct="1">
              <a:lnSpc>
                <a:spcPct val="90000"/>
              </a:lnSpc>
              <a:spcAft>
                <a:spcPts val="0"/>
              </a:spcAft>
              <a:defRPr lang="en-US" sz="1000" kern="1200" smtClean="0">
                <a:gradFill>
                  <a:gsLst>
                    <a:gs pos="2917">
                      <a:schemeClr val="tx1"/>
                    </a:gs>
                    <a:gs pos="30000">
                      <a:schemeClr val="tx1"/>
                    </a:gs>
                  </a:gsLst>
                  <a:lin ang="5400000" scaled="0"/>
                </a:gradFill>
                <a:latin typeface="+mn-lt"/>
                <a:ea typeface="+mn-ea"/>
                <a:cs typeface="+mn-cs"/>
              </a:defRPr>
            </a:lvl1pPr>
          </a:lstStyle>
          <a:p>
            <a:r>
              <a:rPr lang="en-US" smtClean="0"/>
              <a:t>Microsoft Confidential</a:t>
            </a:r>
            <a:endParaRPr lang="en-US" dirty="0"/>
          </a:p>
        </p:txBody>
      </p:sp>
      <p:pic>
        <p:nvPicPr>
          <p:cNvPr id="7" name="Picture 6"/>
          <p:cNvPicPr>
            <a:picLocks noChangeAspect="1"/>
          </p:cNvPicPr>
          <p:nvPr userDrawn="1"/>
        </p:nvPicPr>
        <p:blipFill>
          <a:blip r:embed="rId2">
            <a:lum bright="100000"/>
          </a:blip>
          <a:stretch>
            <a:fillRect/>
          </a:stretch>
        </p:blipFill>
        <p:spPr>
          <a:xfrm>
            <a:off x="436564" y="6474800"/>
            <a:ext cx="704088" cy="222863"/>
          </a:xfrm>
          <a:prstGeom prst="rect">
            <a:avLst/>
          </a:prstGeom>
        </p:spPr>
      </p:pic>
    </p:spTree>
    <p:extLst>
      <p:ext uri="{BB962C8B-B14F-4D97-AF65-F5344CB8AC3E}">
        <p14:creationId xmlns:p14="http://schemas.microsoft.com/office/powerpoint/2010/main" val="3412568012"/>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Numbered Section Title Accent Color 3">
    <p:bg>
      <p:bgPr>
        <a:solidFill>
          <a:schemeClr val="accent5"/>
        </a:solidFill>
        <a:effectLst/>
      </p:bgPr>
    </p:bg>
    <p:spTree>
      <p:nvGrpSpPr>
        <p:cNvPr id="1" name=""/>
        <p:cNvGrpSpPr/>
        <p:nvPr/>
      </p:nvGrpSpPr>
      <p:grpSpPr>
        <a:xfrm>
          <a:off x="0" y="0"/>
          <a:ext cx="0" cy="0"/>
          <a:chOff x="0" y="0"/>
          <a:chExt cx="0" cy="0"/>
        </a:xfrm>
      </p:grpSpPr>
      <p:sp>
        <p:nvSpPr>
          <p:cNvPr id="10" name="Text Placeholder 9"/>
          <p:cNvSpPr>
            <a:spLocks noGrp="1"/>
          </p:cNvSpPr>
          <p:nvPr>
            <p:ph type="body" sz="quarter" idx="11" hasCustomPrompt="1"/>
          </p:nvPr>
        </p:nvSpPr>
        <p:spPr>
          <a:xfrm>
            <a:off x="2103438" y="2353883"/>
            <a:ext cx="5938838" cy="738664"/>
          </a:xfrm>
        </p:spPr>
        <p:txBody>
          <a:bodyPr anchor="ctr" anchorCtr="0"/>
          <a:lstStyle>
            <a:lvl1pPr marL="0" indent="0">
              <a:buNone/>
              <a:defRPr>
                <a:gradFill>
                  <a:gsLst>
                    <a:gs pos="97908">
                      <a:schemeClr val="tx1"/>
                    </a:gs>
                    <a:gs pos="89000">
                      <a:schemeClr val="tx1"/>
                    </a:gs>
                  </a:gsLst>
                  <a:lin ang="5400000" scaled="0"/>
                </a:gradFill>
              </a:defRPr>
            </a:lvl1pPr>
          </a:lstStyle>
          <a:p>
            <a:pPr lvl="0"/>
            <a:r>
              <a:rPr lang="en-US" dirty="0" smtClean="0"/>
              <a:t>Section title</a:t>
            </a:r>
            <a:endParaRPr lang="en-US" dirty="0"/>
          </a:p>
        </p:txBody>
      </p:sp>
      <p:sp>
        <p:nvSpPr>
          <p:cNvPr id="14" name="Text Placeholder 13"/>
          <p:cNvSpPr>
            <a:spLocks noGrp="1"/>
          </p:cNvSpPr>
          <p:nvPr>
            <p:ph type="body" sz="quarter" idx="12" hasCustomPrompt="1"/>
          </p:nvPr>
        </p:nvSpPr>
        <p:spPr>
          <a:xfrm>
            <a:off x="242888" y="1211263"/>
            <a:ext cx="1860550" cy="3023905"/>
          </a:xfrm>
        </p:spPr>
        <p:txBody>
          <a:bodyPr/>
          <a:lstStyle>
            <a:lvl1pPr marL="0" indent="0">
              <a:buNone/>
              <a:defRPr sz="20500">
                <a:gradFill>
                  <a:gsLst>
                    <a:gs pos="94979">
                      <a:schemeClr val="accent5">
                        <a:lumMod val="50000"/>
                      </a:schemeClr>
                    </a:gs>
                    <a:gs pos="77000">
                      <a:schemeClr val="accent5">
                        <a:lumMod val="50000"/>
                      </a:schemeClr>
                    </a:gs>
                  </a:gsLst>
                  <a:lin ang="5400000" scaled="0"/>
                </a:gradFill>
                <a:latin typeface="Segoe UI Black" panose="020B0A02040204020203" pitchFamily="34" charset="0"/>
                <a:ea typeface="Segoe UI Black" panose="020B0A02040204020203" pitchFamily="34" charset="0"/>
                <a:cs typeface="Segoe UI Black" panose="020B0A02040204020203" pitchFamily="34" charset="0"/>
              </a:defRPr>
            </a:lvl1pPr>
          </a:lstStyle>
          <a:p>
            <a:pPr lvl="0"/>
            <a:r>
              <a:rPr lang="en-US" dirty="0" smtClean="0"/>
              <a:t>#</a:t>
            </a:r>
            <a:endParaRPr lang="en-US" dirty="0"/>
          </a:p>
        </p:txBody>
      </p:sp>
      <p:sp>
        <p:nvSpPr>
          <p:cNvPr id="11" name="TextBox 10"/>
          <p:cNvSpPr txBox="1"/>
          <p:nvPr userDrawn="1"/>
        </p:nvSpPr>
        <p:spPr>
          <a:xfrm>
            <a:off x="6149167" y="6498479"/>
            <a:ext cx="1521763" cy="323165"/>
          </a:xfrm>
          <a:prstGeom prst="rect">
            <a:avLst/>
          </a:prstGeom>
          <a:noFill/>
        </p:spPr>
        <p:txBody>
          <a:bodyPr wrap="none" lIns="146304" tIns="91440" rIns="146304" bIns="91440" rtlCol="0">
            <a:spAutoFit/>
          </a:bodyPr>
          <a:lstStyle/>
          <a:p>
            <a:pPr>
              <a:lnSpc>
                <a:spcPct val="90000"/>
              </a:lnSpc>
              <a:spcAft>
                <a:spcPts val="0"/>
              </a:spcAft>
            </a:pPr>
            <a:r>
              <a:rPr lang="en-US" sz="1000" dirty="0" smtClean="0">
                <a:gradFill>
                  <a:gsLst>
                    <a:gs pos="2917">
                      <a:schemeClr val="tx1"/>
                    </a:gs>
                    <a:gs pos="30000">
                      <a:schemeClr val="tx1"/>
                    </a:gs>
                  </a:gsLst>
                  <a:lin ang="5400000" scaled="0"/>
                </a:gradFill>
              </a:rPr>
              <a:t>http://dev.office.com/</a:t>
            </a:r>
          </a:p>
        </p:txBody>
      </p:sp>
      <p:sp>
        <p:nvSpPr>
          <p:cNvPr id="8" name="Date Placeholder 5"/>
          <p:cNvSpPr>
            <a:spLocks noGrp="1"/>
          </p:cNvSpPr>
          <p:nvPr>
            <p:ph type="dt" sz="half" idx="2"/>
          </p:nvPr>
        </p:nvSpPr>
        <p:spPr>
          <a:xfrm>
            <a:off x="4822654" y="6471920"/>
            <a:ext cx="2797175" cy="371475"/>
          </a:xfrm>
          <a:prstGeom prst="rect">
            <a:avLst/>
          </a:prstGeom>
        </p:spPr>
        <p:txBody>
          <a:bodyPr vert="horz" lIns="91440" tIns="45720" rIns="91440" bIns="45720" rtlCol="0" anchor="ctr"/>
          <a:lstStyle>
            <a:lvl1pPr marL="0" algn="l" defTabSz="932742" rtl="0" eaLnBrk="1" latinLnBrk="0" hangingPunct="1">
              <a:lnSpc>
                <a:spcPct val="90000"/>
              </a:lnSpc>
              <a:spcAft>
                <a:spcPts val="0"/>
              </a:spcAft>
              <a:defRPr lang="en-US" sz="1000" kern="1200" smtClean="0">
                <a:gradFill>
                  <a:gsLst>
                    <a:gs pos="2917">
                      <a:schemeClr val="tx1"/>
                    </a:gs>
                    <a:gs pos="30000">
                      <a:schemeClr val="tx1"/>
                    </a:gs>
                  </a:gsLst>
                  <a:lin ang="5400000" scaled="0"/>
                </a:gradFill>
                <a:latin typeface="+mn-lt"/>
                <a:ea typeface="+mn-ea"/>
                <a:cs typeface="+mn-cs"/>
              </a:defRPr>
            </a:lvl1pPr>
          </a:lstStyle>
          <a:p>
            <a:r>
              <a:rPr lang="en-US" smtClean="0"/>
              <a:t>Microsoft Confidential</a:t>
            </a:r>
            <a:endParaRPr lang="en-US" dirty="0"/>
          </a:p>
        </p:txBody>
      </p:sp>
      <p:pic>
        <p:nvPicPr>
          <p:cNvPr id="7" name="Picture 6"/>
          <p:cNvPicPr>
            <a:picLocks noChangeAspect="1"/>
          </p:cNvPicPr>
          <p:nvPr userDrawn="1"/>
        </p:nvPicPr>
        <p:blipFill>
          <a:blip r:embed="rId2">
            <a:lum bright="100000"/>
          </a:blip>
          <a:stretch>
            <a:fillRect/>
          </a:stretch>
        </p:blipFill>
        <p:spPr>
          <a:xfrm>
            <a:off x="436564" y="6474800"/>
            <a:ext cx="704088" cy="222863"/>
          </a:xfrm>
          <a:prstGeom prst="rect">
            <a:avLst/>
          </a:prstGeom>
        </p:spPr>
      </p:pic>
    </p:spTree>
    <p:extLst>
      <p:ext uri="{BB962C8B-B14F-4D97-AF65-F5344CB8AC3E}">
        <p14:creationId xmlns:p14="http://schemas.microsoft.com/office/powerpoint/2010/main" val="3206773153"/>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Numbered Section Title Accent Color 4">
    <p:bg>
      <p:bgPr>
        <a:solidFill>
          <a:schemeClr val="accent2"/>
        </a:solidFill>
        <a:effectLst/>
      </p:bgPr>
    </p:bg>
    <p:spTree>
      <p:nvGrpSpPr>
        <p:cNvPr id="1" name=""/>
        <p:cNvGrpSpPr/>
        <p:nvPr/>
      </p:nvGrpSpPr>
      <p:grpSpPr>
        <a:xfrm>
          <a:off x="0" y="0"/>
          <a:ext cx="0" cy="0"/>
          <a:chOff x="0" y="0"/>
          <a:chExt cx="0" cy="0"/>
        </a:xfrm>
      </p:grpSpPr>
      <p:sp>
        <p:nvSpPr>
          <p:cNvPr id="10" name="Text Placeholder 9"/>
          <p:cNvSpPr>
            <a:spLocks noGrp="1"/>
          </p:cNvSpPr>
          <p:nvPr>
            <p:ph type="body" sz="quarter" idx="11" hasCustomPrompt="1"/>
          </p:nvPr>
        </p:nvSpPr>
        <p:spPr>
          <a:xfrm>
            <a:off x="2103438" y="2353883"/>
            <a:ext cx="5938838" cy="738664"/>
          </a:xfrm>
        </p:spPr>
        <p:txBody>
          <a:bodyPr anchor="ctr" anchorCtr="0"/>
          <a:lstStyle>
            <a:lvl1pPr marL="0" indent="0">
              <a:buNone/>
              <a:defRPr>
                <a:gradFill>
                  <a:gsLst>
                    <a:gs pos="97908">
                      <a:schemeClr val="tx1"/>
                    </a:gs>
                    <a:gs pos="89000">
                      <a:schemeClr val="tx1"/>
                    </a:gs>
                  </a:gsLst>
                  <a:lin ang="5400000" scaled="0"/>
                </a:gradFill>
              </a:defRPr>
            </a:lvl1pPr>
          </a:lstStyle>
          <a:p>
            <a:pPr lvl="0"/>
            <a:r>
              <a:rPr lang="en-US" dirty="0" smtClean="0"/>
              <a:t>Section title</a:t>
            </a:r>
            <a:endParaRPr lang="en-US" dirty="0"/>
          </a:p>
        </p:txBody>
      </p:sp>
      <p:sp>
        <p:nvSpPr>
          <p:cNvPr id="14" name="Text Placeholder 13"/>
          <p:cNvSpPr>
            <a:spLocks noGrp="1"/>
          </p:cNvSpPr>
          <p:nvPr>
            <p:ph type="body" sz="quarter" idx="12" hasCustomPrompt="1"/>
          </p:nvPr>
        </p:nvSpPr>
        <p:spPr>
          <a:xfrm>
            <a:off x="242888" y="1211263"/>
            <a:ext cx="1860550" cy="3023905"/>
          </a:xfrm>
        </p:spPr>
        <p:txBody>
          <a:bodyPr/>
          <a:lstStyle>
            <a:lvl1pPr marL="0" indent="0">
              <a:buNone/>
              <a:defRPr sz="20500">
                <a:gradFill>
                  <a:gsLst>
                    <a:gs pos="99582">
                      <a:schemeClr val="accent2">
                        <a:lumMod val="75000"/>
                      </a:schemeClr>
                    </a:gs>
                    <a:gs pos="84000">
                      <a:schemeClr val="accent2">
                        <a:lumMod val="75000"/>
                      </a:schemeClr>
                    </a:gs>
                  </a:gsLst>
                  <a:lin ang="5400000" scaled="0"/>
                </a:gradFill>
                <a:latin typeface="Segoe UI Black" panose="020B0A02040204020203" pitchFamily="34" charset="0"/>
                <a:ea typeface="Segoe UI Black" panose="020B0A02040204020203" pitchFamily="34" charset="0"/>
                <a:cs typeface="Segoe UI Black" panose="020B0A02040204020203" pitchFamily="34" charset="0"/>
              </a:defRPr>
            </a:lvl1pPr>
          </a:lstStyle>
          <a:p>
            <a:pPr lvl="0"/>
            <a:r>
              <a:rPr lang="en-US" dirty="0" smtClean="0"/>
              <a:t>#</a:t>
            </a:r>
            <a:endParaRPr lang="en-US" dirty="0"/>
          </a:p>
        </p:txBody>
      </p:sp>
      <p:sp>
        <p:nvSpPr>
          <p:cNvPr id="12" name="TextBox 11"/>
          <p:cNvSpPr txBox="1"/>
          <p:nvPr userDrawn="1"/>
        </p:nvSpPr>
        <p:spPr>
          <a:xfrm>
            <a:off x="6149167" y="6498479"/>
            <a:ext cx="1521763" cy="323165"/>
          </a:xfrm>
          <a:prstGeom prst="rect">
            <a:avLst/>
          </a:prstGeom>
          <a:noFill/>
        </p:spPr>
        <p:txBody>
          <a:bodyPr wrap="none" lIns="146304" tIns="91440" rIns="146304" bIns="91440" rtlCol="0">
            <a:spAutoFit/>
          </a:bodyPr>
          <a:lstStyle/>
          <a:p>
            <a:pPr>
              <a:lnSpc>
                <a:spcPct val="90000"/>
              </a:lnSpc>
              <a:spcAft>
                <a:spcPts val="0"/>
              </a:spcAft>
            </a:pPr>
            <a:r>
              <a:rPr lang="en-US" sz="1000" dirty="0" smtClean="0">
                <a:gradFill>
                  <a:gsLst>
                    <a:gs pos="2917">
                      <a:schemeClr val="tx1"/>
                    </a:gs>
                    <a:gs pos="30000">
                      <a:schemeClr val="tx1"/>
                    </a:gs>
                  </a:gsLst>
                  <a:lin ang="5400000" scaled="0"/>
                </a:gradFill>
              </a:rPr>
              <a:t>http://dev.office.com/</a:t>
            </a:r>
          </a:p>
        </p:txBody>
      </p:sp>
      <p:sp>
        <p:nvSpPr>
          <p:cNvPr id="9" name="Date Placeholder 5"/>
          <p:cNvSpPr>
            <a:spLocks noGrp="1"/>
          </p:cNvSpPr>
          <p:nvPr>
            <p:ph type="dt" sz="half" idx="2"/>
          </p:nvPr>
        </p:nvSpPr>
        <p:spPr>
          <a:xfrm>
            <a:off x="4822654" y="6471920"/>
            <a:ext cx="2797175" cy="371475"/>
          </a:xfrm>
          <a:prstGeom prst="rect">
            <a:avLst/>
          </a:prstGeom>
        </p:spPr>
        <p:txBody>
          <a:bodyPr vert="horz" lIns="91440" tIns="45720" rIns="91440" bIns="45720" rtlCol="0" anchor="ctr"/>
          <a:lstStyle>
            <a:lvl1pPr marL="0" algn="l" defTabSz="932742" rtl="0" eaLnBrk="1" latinLnBrk="0" hangingPunct="1">
              <a:lnSpc>
                <a:spcPct val="90000"/>
              </a:lnSpc>
              <a:spcAft>
                <a:spcPts val="0"/>
              </a:spcAft>
              <a:defRPr lang="en-US" sz="1000" kern="1200" smtClean="0">
                <a:gradFill>
                  <a:gsLst>
                    <a:gs pos="2917">
                      <a:schemeClr val="tx1"/>
                    </a:gs>
                    <a:gs pos="30000">
                      <a:schemeClr val="tx1"/>
                    </a:gs>
                  </a:gsLst>
                  <a:lin ang="5400000" scaled="0"/>
                </a:gradFill>
                <a:latin typeface="+mn-lt"/>
                <a:ea typeface="+mn-ea"/>
                <a:cs typeface="+mn-cs"/>
              </a:defRPr>
            </a:lvl1pPr>
          </a:lstStyle>
          <a:p>
            <a:r>
              <a:rPr lang="en-US" smtClean="0"/>
              <a:t>Microsoft Confidential</a:t>
            </a:r>
            <a:endParaRPr lang="en-US" dirty="0"/>
          </a:p>
        </p:txBody>
      </p:sp>
      <p:pic>
        <p:nvPicPr>
          <p:cNvPr id="7" name="Picture 6"/>
          <p:cNvPicPr>
            <a:picLocks noChangeAspect="1"/>
          </p:cNvPicPr>
          <p:nvPr userDrawn="1"/>
        </p:nvPicPr>
        <p:blipFill>
          <a:blip r:embed="rId2">
            <a:lum bright="100000"/>
          </a:blip>
          <a:stretch>
            <a:fillRect/>
          </a:stretch>
        </p:blipFill>
        <p:spPr>
          <a:xfrm>
            <a:off x="436564" y="6474800"/>
            <a:ext cx="704088" cy="222863"/>
          </a:xfrm>
          <a:prstGeom prst="rect">
            <a:avLst/>
          </a:prstGeom>
        </p:spPr>
      </p:pic>
    </p:spTree>
    <p:extLst>
      <p:ext uri="{BB962C8B-B14F-4D97-AF65-F5344CB8AC3E}">
        <p14:creationId xmlns:p14="http://schemas.microsoft.com/office/powerpoint/2010/main" val="1993644348"/>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Numbered Section Title Accent Color 5">
    <p:bg>
      <p:bgPr>
        <a:solidFill>
          <a:schemeClr val="accent6"/>
        </a:solidFill>
        <a:effectLst/>
      </p:bgPr>
    </p:bg>
    <p:spTree>
      <p:nvGrpSpPr>
        <p:cNvPr id="1" name=""/>
        <p:cNvGrpSpPr/>
        <p:nvPr/>
      </p:nvGrpSpPr>
      <p:grpSpPr>
        <a:xfrm>
          <a:off x="0" y="0"/>
          <a:ext cx="0" cy="0"/>
          <a:chOff x="0" y="0"/>
          <a:chExt cx="0" cy="0"/>
        </a:xfrm>
      </p:grpSpPr>
      <p:sp>
        <p:nvSpPr>
          <p:cNvPr id="10" name="Text Placeholder 9"/>
          <p:cNvSpPr>
            <a:spLocks noGrp="1"/>
          </p:cNvSpPr>
          <p:nvPr>
            <p:ph type="body" sz="quarter" idx="11" hasCustomPrompt="1"/>
          </p:nvPr>
        </p:nvSpPr>
        <p:spPr>
          <a:xfrm>
            <a:off x="2103438" y="2353883"/>
            <a:ext cx="5938838" cy="738664"/>
          </a:xfrm>
        </p:spPr>
        <p:txBody>
          <a:bodyPr anchor="ctr" anchorCtr="0"/>
          <a:lstStyle>
            <a:lvl1pPr marL="0" indent="0">
              <a:buNone/>
              <a:defRPr>
                <a:gradFill>
                  <a:gsLst>
                    <a:gs pos="97908">
                      <a:schemeClr val="tx1"/>
                    </a:gs>
                    <a:gs pos="89000">
                      <a:schemeClr val="tx1"/>
                    </a:gs>
                  </a:gsLst>
                  <a:lin ang="5400000" scaled="0"/>
                </a:gradFill>
              </a:defRPr>
            </a:lvl1pPr>
          </a:lstStyle>
          <a:p>
            <a:pPr lvl="0"/>
            <a:r>
              <a:rPr lang="en-US" dirty="0" smtClean="0"/>
              <a:t>Section title</a:t>
            </a:r>
            <a:endParaRPr lang="en-US" dirty="0"/>
          </a:p>
        </p:txBody>
      </p:sp>
      <p:sp>
        <p:nvSpPr>
          <p:cNvPr id="14" name="Text Placeholder 13"/>
          <p:cNvSpPr>
            <a:spLocks noGrp="1"/>
          </p:cNvSpPr>
          <p:nvPr>
            <p:ph type="body" sz="quarter" idx="12" hasCustomPrompt="1"/>
          </p:nvPr>
        </p:nvSpPr>
        <p:spPr>
          <a:xfrm>
            <a:off x="242888" y="1211263"/>
            <a:ext cx="1860550" cy="3023905"/>
          </a:xfrm>
        </p:spPr>
        <p:txBody>
          <a:bodyPr/>
          <a:lstStyle>
            <a:lvl1pPr marL="0" indent="0">
              <a:buNone/>
              <a:defRPr sz="20500">
                <a:gradFill>
                  <a:gsLst>
                    <a:gs pos="88285">
                      <a:schemeClr val="accent6">
                        <a:lumMod val="75000"/>
                      </a:schemeClr>
                    </a:gs>
                    <a:gs pos="66000">
                      <a:schemeClr val="accent6">
                        <a:lumMod val="75000"/>
                      </a:schemeClr>
                    </a:gs>
                  </a:gsLst>
                  <a:lin ang="5400000" scaled="0"/>
                </a:gradFill>
                <a:latin typeface="Segoe UI Black" panose="020B0A02040204020203" pitchFamily="34" charset="0"/>
                <a:ea typeface="Segoe UI Black" panose="020B0A02040204020203" pitchFamily="34" charset="0"/>
                <a:cs typeface="Segoe UI Black" panose="020B0A02040204020203" pitchFamily="34" charset="0"/>
              </a:defRPr>
            </a:lvl1pPr>
          </a:lstStyle>
          <a:p>
            <a:pPr lvl="0"/>
            <a:r>
              <a:rPr lang="en-US" dirty="0" smtClean="0"/>
              <a:t>#</a:t>
            </a:r>
            <a:endParaRPr lang="en-US" dirty="0"/>
          </a:p>
        </p:txBody>
      </p:sp>
      <p:sp>
        <p:nvSpPr>
          <p:cNvPr id="63" name="TextBox 62"/>
          <p:cNvSpPr txBox="1"/>
          <p:nvPr userDrawn="1"/>
        </p:nvSpPr>
        <p:spPr>
          <a:xfrm>
            <a:off x="6149167" y="6498479"/>
            <a:ext cx="1521763" cy="323165"/>
          </a:xfrm>
          <a:prstGeom prst="rect">
            <a:avLst/>
          </a:prstGeom>
          <a:noFill/>
        </p:spPr>
        <p:txBody>
          <a:bodyPr wrap="none" lIns="146304" tIns="91440" rIns="146304" bIns="91440" rtlCol="0">
            <a:spAutoFit/>
          </a:bodyPr>
          <a:lstStyle/>
          <a:p>
            <a:pPr>
              <a:lnSpc>
                <a:spcPct val="90000"/>
              </a:lnSpc>
              <a:spcAft>
                <a:spcPts val="0"/>
              </a:spcAft>
            </a:pPr>
            <a:r>
              <a:rPr lang="en-US" sz="1000" dirty="0" smtClean="0">
                <a:gradFill>
                  <a:gsLst>
                    <a:gs pos="2917">
                      <a:schemeClr val="tx1"/>
                    </a:gs>
                    <a:gs pos="30000">
                      <a:schemeClr val="tx1"/>
                    </a:gs>
                  </a:gsLst>
                  <a:lin ang="5400000" scaled="0"/>
                </a:gradFill>
              </a:rPr>
              <a:t>http://dev.office.com/</a:t>
            </a:r>
          </a:p>
        </p:txBody>
      </p:sp>
      <p:sp>
        <p:nvSpPr>
          <p:cNvPr id="59" name="Date Placeholder 5"/>
          <p:cNvSpPr>
            <a:spLocks noGrp="1"/>
          </p:cNvSpPr>
          <p:nvPr>
            <p:ph type="dt" sz="half" idx="2"/>
          </p:nvPr>
        </p:nvSpPr>
        <p:spPr>
          <a:xfrm>
            <a:off x="4822654" y="6471920"/>
            <a:ext cx="2797175" cy="371475"/>
          </a:xfrm>
          <a:prstGeom prst="rect">
            <a:avLst/>
          </a:prstGeom>
        </p:spPr>
        <p:txBody>
          <a:bodyPr vert="horz" lIns="91440" tIns="45720" rIns="91440" bIns="45720" rtlCol="0" anchor="ctr"/>
          <a:lstStyle>
            <a:lvl1pPr marL="0" algn="l" defTabSz="932742" rtl="0" eaLnBrk="1" latinLnBrk="0" hangingPunct="1">
              <a:lnSpc>
                <a:spcPct val="90000"/>
              </a:lnSpc>
              <a:spcAft>
                <a:spcPts val="0"/>
              </a:spcAft>
              <a:defRPr lang="en-US" sz="1000" kern="1200" smtClean="0">
                <a:gradFill>
                  <a:gsLst>
                    <a:gs pos="2917">
                      <a:schemeClr val="tx1"/>
                    </a:gs>
                    <a:gs pos="30000">
                      <a:schemeClr val="tx1"/>
                    </a:gs>
                  </a:gsLst>
                  <a:lin ang="5400000" scaled="0"/>
                </a:gradFill>
                <a:latin typeface="+mn-lt"/>
                <a:ea typeface="+mn-ea"/>
                <a:cs typeface="+mn-cs"/>
              </a:defRPr>
            </a:lvl1pPr>
          </a:lstStyle>
          <a:p>
            <a:r>
              <a:rPr lang="en-US" smtClean="0"/>
              <a:t>Microsoft Confidential</a:t>
            </a:r>
            <a:endParaRPr lang="en-US" dirty="0"/>
          </a:p>
        </p:txBody>
      </p:sp>
      <p:pic>
        <p:nvPicPr>
          <p:cNvPr id="7" name="Picture 6"/>
          <p:cNvPicPr>
            <a:picLocks noChangeAspect="1"/>
          </p:cNvPicPr>
          <p:nvPr userDrawn="1"/>
        </p:nvPicPr>
        <p:blipFill>
          <a:blip r:embed="rId2">
            <a:lum bright="100000"/>
          </a:blip>
          <a:stretch>
            <a:fillRect/>
          </a:stretch>
        </p:blipFill>
        <p:spPr>
          <a:xfrm>
            <a:off x="436564" y="6474800"/>
            <a:ext cx="704088" cy="222863"/>
          </a:xfrm>
          <a:prstGeom prst="rect">
            <a:avLst/>
          </a:prstGeom>
        </p:spPr>
      </p:pic>
    </p:spTree>
    <p:extLst>
      <p:ext uri="{BB962C8B-B14F-4D97-AF65-F5344CB8AC3E}">
        <p14:creationId xmlns:p14="http://schemas.microsoft.com/office/powerpoint/2010/main" val="3754194431"/>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Numbered Section Title Accent Color 6">
    <p:bg>
      <p:bgPr>
        <a:solidFill>
          <a:schemeClr val="accent4"/>
        </a:solidFill>
        <a:effectLst/>
      </p:bgPr>
    </p:bg>
    <p:spTree>
      <p:nvGrpSpPr>
        <p:cNvPr id="1" name=""/>
        <p:cNvGrpSpPr/>
        <p:nvPr/>
      </p:nvGrpSpPr>
      <p:grpSpPr>
        <a:xfrm>
          <a:off x="0" y="0"/>
          <a:ext cx="0" cy="0"/>
          <a:chOff x="0" y="0"/>
          <a:chExt cx="0" cy="0"/>
        </a:xfrm>
      </p:grpSpPr>
      <p:sp>
        <p:nvSpPr>
          <p:cNvPr id="10" name="Text Placeholder 9"/>
          <p:cNvSpPr>
            <a:spLocks noGrp="1"/>
          </p:cNvSpPr>
          <p:nvPr>
            <p:ph type="body" sz="quarter" idx="11" hasCustomPrompt="1"/>
          </p:nvPr>
        </p:nvSpPr>
        <p:spPr>
          <a:xfrm>
            <a:off x="2103438" y="2353883"/>
            <a:ext cx="5938838" cy="738664"/>
          </a:xfrm>
        </p:spPr>
        <p:txBody>
          <a:bodyPr anchor="ctr" anchorCtr="0"/>
          <a:lstStyle>
            <a:lvl1pPr marL="0" indent="0">
              <a:buNone/>
              <a:defRPr>
                <a:gradFill>
                  <a:gsLst>
                    <a:gs pos="97908">
                      <a:schemeClr val="tx1"/>
                    </a:gs>
                    <a:gs pos="89000">
                      <a:schemeClr val="tx1"/>
                    </a:gs>
                  </a:gsLst>
                  <a:lin ang="5400000" scaled="0"/>
                </a:gradFill>
              </a:defRPr>
            </a:lvl1pPr>
          </a:lstStyle>
          <a:p>
            <a:pPr lvl="0"/>
            <a:r>
              <a:rPr lang="en-US" dirty="0" smtClean="0"/>
              <a:t>Section title</a:t>
            </a:r>
            <a:endParaRPr lang="en-US" dirty="0"/>
          </a:p>
        </p:txBody>
      </p:sp>
      <p:sp>
        <p:nvSpPr>
          <p:cNvPr id="14" name="Text Placeholder 13"/>
          <p:cNvSpPr>
            <a:spLocks noGrp="1"/>
          </p:cNvSpPr>
          <p:nvPr>
            <p:ph type="body" sz="quarter" idx="12" hasCustomPrompt="1"/>
          </p:nvPr>
        </p:nvSpPr>
        <p:spPr>
          <a:xfrm>
            <a:off x="242888" y="1211263"/>
            <a:ext cx="1860550" cy="3023905"/>
          </a:xfrm>
        </p:spPr>
        <p:txBody>
          <a:bodyPr/>
          <a:lstStyle>
            <a:lvl1pPr marL="0" indent="0">
              <a:buNone/>
              <a:defRPr sz="20500">
                <a:gradFill>
                  <a:gsLst>
                    <a:gs pos="96234">
                      <a:schemeClr val="accent4">
                        <a:lumMod val="75000"/>
                      </a:schemeClr>
                    </a:gs>
                    <a:gs pos="88285">
                      <a:schemeClr val="accent4">
                        <a:lumMod val="75000"/>
                      </a:schemeClr>
                    </a:gs>
                  </a:gsLst>
                  <a:lin ang="5400000" scaled="0"/>
                </a:gradFill>
                <a:latin typeface="Segoe UI Black" panose="020B0A02040204020203" pitchFamily="34" charset="0"/>
                <a:ea typeface="Segoe UI Black" panose="020B0A02040204020203" pitchFamily="34" charset="0"/>
                <a:cs typeface="Segoe UI Black" panose="020B0A02040204020203" pitchFamily="34" charset="0"/>
              </a:defRPr>
            </a:lvl1pPr>
          </a:lstStyle>
          <a:p>
            <a:pPr lvl="0"/>
            <a:r>
              <a:rPr lang="en-US" dirty="0" smtClean="0"/>
              <a:t>#</a:t>
            </a:r>
            <a:endParaRPr lang="en-US" dirty="0"/>
          </a:p>
        </p:txBody>
      </p:sp>
      <p:grpSp>
        <p:nvGrpSpPr>
          <p:cNvPr id="6" name="Group 5"/>
          <p:cNvGrpSpPr/>
          <p:nvPr userDrawn="1"/>
        </p:nvGrpSpPr>
        <p:grpSpPr>
          <a:xfrm>
            <a:off x="6508747" y="3784600"/>
            <a:ext cx="5470527" cy="2735264"/>
            <a:chOff x="4664075" y="3040063"/>
            <a:chExt cx="7315200" cy="3657601"/>
          </a:xfrm>
        </p:grpSpPr>
        <p:grpSp>
          <p:nvGrpSpPr>
            <p:cNvPr id="7" name="Group 6"/>
            <p:cNvGrpSpPr/>
            <p:nvPr/>
          </p:nvGrpSpPr>
          <p:grpSpPr>
            <a:xfrm>
              <a:off x="7318375" y="3040063"/>
              <a:ext cx="4660900" cy="3657601"/>
              <a:chOff x="7318375" y="3040063"/>
              <a:chExt cx="4660900" cy="3657601"/>
            </a:xfrm>
          </p:grpSpPr>
          <p:sp>
            <p:nvSpPr>
              <p:cNvPr id="13" name="AutoShape 3"/>
              <p:cNvSpPr>
                <a:spLocks noChangeAspect="1" noChangeArrowheads="1" noTextEdit="1"/>
              </p:cNvSpPr>
              <p:nvPr/>
            </p:nvSpPr>
            <p:spPr bwMode="auto">
              <a:xfrm flipH="1">
                <a:off x="10056812" y="3040063"/>
                <a:ext cx="1922463" cy="3657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FFFFFF"/>
                  </a:solidFill>
                </a:endParaRPr>
              </a:p>
            </p:txBody>
          </p:sp>
          <p:sp>
            <p:nvSpPr>
              <p:cNvPr id="15" name="Freeform 5"/>
              <p:cNvSpPr>
                <a:spLocks/>
              </p:cNvSpPr>
              <p:nvPr/>
            </p:nvSpPr>
            <p:spPr bwMode="auto">
              <a:xfrm flipH="1">
                <a:off x="11198224" y="3043238"/>
                <a:ext cx="468313" cy="314325"/>
              </a:xfrm>
              <a:custGeom>
                <a:avLst/>
                <a:gdLst>
                  <a:gd name="T0" fmla="*/ 141 w 141"/>
                  <a:gd name="T1" fmla="*/ 95 h 95"/>
                  <a:gd name="T2" fmla="*/ 141 w 141"/>
                  <a:gd name="T3" fmla="*/ 65 h 95"/>
                  <a:gd name="T4" fmla="*/ 76 w 141"/>
                  <a:gd name="T5" fmla="*/ 0 h 95"/>
                  <a:gd name="T6" fmla="*/ 64 w 141"/>
                  <a:gd name="T7" fmla="*/ 0 h 95"/>
                  <a:gd name="T8" fmla="*/ 0 w 141"/>
                  <a:gd name="T9" fmla="*/ 65 h 95"/>
                  <a:gd name="T10" fmla="*/ 0 w 141"/>
                  <a:gd name="T11" fmla="*/ 95 h 95"/>
                  <a:gd name="T12" fmla="*/ 141 w 141"/>
                  <a:gd name="T13" fmla="*/ 95 h 95"/>
                </a:gdLst>
                <a:ahLst/>
                <a:cxnLst>
                  <a:cxn ang="0">
                    <a:pos x="T0" y="T1"/>
                  </a:cxn>
                  <a:cxn ang="0">
                    <a:pos x="T2" y="T3"/>
                  </a:cxn>
                  <a:cxn ang="0">
                    <a:pos x="T4" y="T5"/>
                  </a:cxn>
                  <a:cxn ang="0">
                    <a:pos x="T6" y="T7"/>
                  </a:cxn>
                  <a:cxn ang="0">
                    <a:pos x="T8" y="T9"/>
                  </a:cxn>
                  <a:cxn ang="0">
                    <a:pos x="T10" y="T11"/>
                  </a:cxn>
                  <a:cxn ang="0">
                    <a:pos x="T12" y="T13"/>
                  </a:cxn>
                </a:cxnLst>
                <a:rect l="0" t="0" r="r" b="b"/>
                <a:pathLst>
                  <a:path w="141" h="95">
                    <a:moveTo>
                      <a:pt x="141" y="95"/>
                    </a:moveTo>
                    <a:cubicBezTo>
                      <a:pt x="141" y="65"/>
                      <a:pt x="141" y="65"/>
                      <a:pt x="141" y="65"/>
                    </a:cubicBezTo>
                    <a:cubicBezTo>
                      <a:pt x="141" y="29"/>
                      <a:pt x="112" y="0"/>
                      <a:pt x="76" y="0"/>
                    </a:cubicBezTo>
                    <a:cubicBezTo>
                      <a:pt x="64" y="0"/>
                      <a:pt x="64" y="0"/>
                      <a:pt x="64" y="0"/>
                    </a:cubicBezTo>
                    <a:cubicBezTo>
                      <a:pt x="29" y="0"/>
                      <a:pt x="0" y="29"/>
                      <a:pt x="0" y="65"/>
                    </a:cubicBezTo>
                    <a:cubicBezTo>
                      <a:pt x="0" y="95"/>
                      <a:pt x="0" y="95"/>
                      <a:pt x="0" y="95"/>
                    </a:cubicBezTo>
                    <a:lnTo>
                      <a:pt x="141" y="9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FFFFFF"/>
                  </a:solidFill>
                </a:endParaRPr>
              </a:p>
            </p:txBody>
          </p:sp>
          <p:sp>
            <p:nvSpPr>
              <p:cNvPr id="17" name="Freeform 6"/>
              <p:cNvSpPr>
                <a:spLocks/>
              </p:cNvSpPr>
              <p:nvPr/>
            </p:nvSpPr>
            <p:spPr bwMode="auto">
              <a:xfrm flipH="1">
                <a:off x="11149012" y="3427413"/>
                <a:ext cx="571500" cy="119063"/>
              </a:xfrm>
              <a:custGeom>
                <a:avLst/>
                <a:gdLst>
                  <a:gd name="T0" fmla="*/ 0 w 172"/>
                  <a:gd name="T1" fmla="*/ 27 h 36"/>
                  <a:gd name="T2" fmla="*/ 9 w 172"/>
                  <a:gd name="T3" fmla="*/ 36 h 36"/>
                  <a:gd name="T4" fmla="*/ 164 w 172"/>
                  <a:gd name="T5" fmla="*/ 36 h 36"/>
                  <a:gd name="T6" fmla="*/ 172 w 172"/>
                  <a:gd name="T7" fmla="*/ 27 h 36"/>
                  <a:gd name="T8" fmla="*/ 172 w 172"/>
                  <a:gd name="T9" fmla="*/ 8 h 36"/>
                  <a:gd name="T10" fmla="*/ 164 w 172"/>
                  <a:gd name="T11" fmla="*/ 0 h 36"/>
                  <a:gd name="T12" fmla="*/ 9 w 172"/>
                  <a:gd name="T13" fmla="*/ 0 h 36"/>
                  <a:gd name="T14" fmla="*/ 0 w 172"/>
                  <a:gd name="T15" fmla="*/ 8 h 36"/>
                  <a:gd name="T16" fmla="*/ 0 w 172"/>
                  <a:gd name="T17" fmla="*/ 27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72" h="36">
                    <a:moveTo>
                      <a:pt x="0" y="27"/>
                    </a:moveTo>
                    <a:cubicBezTo>
                      <a:pt x="0" y="32"/>
                      <a:pt x="4" y="36"/>
                      <a:pt x="9" y="36"/>
                    </a:cubicBezTo>
                    <a:cubicBezTo>
                      <a:pt x="164" y="36"/>
                      <a:pt x="164" y="36"/>
                      <a:pt x="164" y="36"/>
                    </a:cubicBezTo>
                    <a:cubicBezTo>
                      <a:pt x="169" y="36"/>
                      <a:pt x="172" y="32"/>
                      <a:pt x="172" y="27"/>
                    </a:cubicBezTo>
                    <a:cubicBezTo>
                      <a:pt x="172" y="8"/>
                      <a:pt x="172" y="8"/>
                      <a:pt x="172" y="8"/>
                    </a:cubicBezTo>
                    <a:cubicBezTo>
                      <a:pt x="172" y="3"/>
                      <a:pt x="169" y="0"/>
                      <a:pt x="164" y="0"/>
                    </a:cubicBezTo>
                    <a:cubicBezTo>
                      <a:pt x="9" y="0"/>
                      <a:pt x="9" y="0"/>
                      <a:pt x="9" y="0"/>
                    </a:cubicBezTo>
                    <a:cubicBezTo>
                      <a:pt x="4" y="0"/>
                      <a:pt x="0" y="3"/>
                      <a:pt x="0" y="8"/>
                    </a:cubicBezTo>
                    <a:lnTo>
                      <a:pt x="0" y="27"/>
                    </a:lnTo>
                    <a:close/>
                  </a:path>
                </a:pathLst>
              </a:custGeom>
              <a:solidFill>
                <a:srgbClr val="C3986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FFFFFF"/>
                  </a:solidFill>
                </a:endParaRPr>
              </a:p>
            </p:txBody>
          </p:sp>
          <p:sp>
            <p:nvSpPr>
              <p:cNvPr id="18" name="Rectangle 7"/>
              <p:cNvSpPr>
                <a:spLocks noChangeArrowheads="1"/>
              </p:cNvSpPr>
              <p:nvPr/>
            </p:nvSpPr>
            <p:spPr bwMode="auto">
              <a:xfrm flipH="1">
                <a:off x="11118850" y="4994276"/>
                <a:ext cx="628650" cy="206375"/>
              </a:xfrm>
              <a:prstGeom prst="rect">
                <a:avLst/>
              </a:prstGeom>
              <a:solidFill>
                <a:schemeClr val="accent3">
                  <a:lumMod val="50000"/>
                </a:schemeClr>
              </a:solidFill>
              <a:ln>
                <a:noFill/>
              </a:ln>
            </p:spPr>
            <p:txBody>
              <a:bodyPr vert="horz" wrap="square" lIns="91440" tIns="45720" rIns="91440" bIns="45720" numCol="1" anchor="t" anchorCtr="0" compatLnSpc="1">
                <a:prstTxWarp prst="textNoShape">
                  <a:avLst/>
                </a:prstTxWarp>
              </a:bodyPr>
              <a:lstStyle/>
              <a:p>
                <a:endParaRPr lang="en-US">
                  <a:solidFill>
                    <a:srgbClr val="FFFFFF"/>
                  </a:solidFill>
                </a:endParaRPr>
              </a:p>
            </p:txBody>
          </p:sp>
          <p:sp>
            <p:nvSpPr>
              <p:cNvPr id="19" name="Rectangle 8"/>
              <p:cNvSpPr>
                <a:spLocks noChangeArrowheads="1"/>
              </p:cNvSpPr>
              <p:nvPr/>
            </p:nvSpPr>
            <p:spPr bwMode="auto">
              <a:xfrm flipH="1">
                <a:off x="11118849" y="4994276"/>
                <a:ext cx="163513" cy="1527175"/>
              </a:xfrm>
              <a:prstGeom prst="rect">
                <a:avLst/>
              </a:prstGeom>
              <a:solidFill>
                <a:schemeClr val="accent3">
                  <a:lumMod val="50000"/>
                </a:schemeClr>
              </a:solidFill>
              <a:ln>
                <a:noFill/>
              </a:ln>
            </p:spPr>
            <p:txBody>
              <a:bodyPr vert="horz" wrap="square" lIns="91440" tIns="45720" rIns="91440" bIns="45720" numCol="1" anchor="t" anchorCtr="0" compatLnSpc="1">
                <a:prstTxWarp prst="textNoShape">
                  <a:avLst/>
                </a:prstTxWarp>
              </a:bodyPr>
              <a:lstStyle/>
              <a:p>
                <a:endParaRPr lang="en-US">
                  <a:solidFill>
                    <a:srgbClr val="FFFFFF"/>
                  </a:solidFill>
                </a:endParaRPr>
              </a:p>
            </p:txBody>
          </p:sp>
          <p:sp>
            <p:nvSpPr>
              <p:cNvPr id="20" name="Freeform 9"/>
              <p:cNvSpPr>
                <a:spLocks/>
              </p:cNvSpPr>
              <p:nvPr/>
            </p:nvSpPr>
            <p:spPr bwMode="auto">
              <a:xfrm flipH="1">
                <a:off x="10906124" y="6502401"/>
                <a:ext cx="376238" cy="195263"/>
              </a:xfrm>
              <a:custGeom>
                <a:avLst/>
                <a:gdLst>
                  <a:gd name="T0" fmla="*/ 49 w 113"/>
                  <a:gd name="T1" fmla="*/ 0 h 59"/>
                  <a:gd name="T2" fmla="*/ 113 w 113"/>
                  <a:gd name="T3" fmla="*/ 59 h 59"/>
                  <a:gd name="T4" fmla="*/ 49 w 113"/>
                  <a:gd name="T5" fmla="*/ 59 h 59"/>
                  <a:gd name="T6" fmla="*/ 0 w 113"/>
                  <a:gd name="T7" fmla="*/ 59 h 59"/>
                  <a:gd name="T8" fmla="*/ 0 w 113"/>
                  <a:gd name="T9" fmla="*/ 0 h 59"/>
                  <a:gd name="T10" fmla="*/ 49 w 113"/>
                  <a:gd name="T11" fmla="*/ 0 h 59"/>
                </a:gdLst>
                <a:ahLst/>
                <a:cxnLst>
                  <a:cxn ang="0">
                    <a:pos x="T0" y="T1"/>
                  </a:cxn>
                  <a:cxn ang="0">
                    <a:pos x="T2" y="T3"/>
                  </a:cxn>
                  <a:cxn ang="0">
                    <a:pos x="T4" y="T5"/>
                  </a:cxn>
                  <a:cxn ang="0">
                    <a:pos x="T6" y="T7"/>
                  </a:cxn>
                  <a:cxn ang="0">
                    <a:pos x="T8" y="T9"/>
                  </a:cxn>
                  <a:cxn ang="0">
                    <a:pos x="T10" y="T11"/>
                  </a:cxn>
                </a:cxnLst>
                <a:rect l="0" t="0" r="r" b="b"/>
                <a:pathLst>
                  <a:path w="113" h="59">
                    <a:moveTo>
                      <a:pt x="49" y="0"/>
                    </a:moveTo>
                    <a:cubicBezTo>
                      <a:pt x="83" y="0"/>
                      <a:pt x="110" y="26"/>
                      <a:pt x="113" y="59"/>
                    </a:cubicBezTo>
                    <a:cubicBezTo>
                      <a:pt x="49" y="59"/>
                      <a:pt x="49" y="59"/>
                      <a:pt x="49" y="59"/>
                    </a:cubicBezTo>
                    <a:cubicBezTo>
                      <a:pt x="0" y="59"/>
                      <a:pt x="0" y="59"/>
                      <a:pt x="0" y="59"/>
                    </a:cubicBezTo>
                    <a:cubicBezTo>
                      <a:pt x="0" y="0"/>
                      <a:pt x="0" y="0"/>
                      <a:pt x="0" y="0"/>
                    </a:cubicBezTo>
                    <a:lnTo>
                      <a:pt x="49" y="0"/>
                    </a:lnTo>
                    <a:close/>
                  </a:path>
                </a:pathLst>
              </a:custGeom>
              <a:solidFill>
                <a:srgbClr val="563F2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FFFFFF"/>
                  </a:solidFill>
                </a:endParaRPr>
              </a:p>
            </p:txBody>
          </p:sp>
          <p:sp>
            <p:nvSpPr>
              <p:cNvPr id="21" name="Rectangle 10"/>
              <p:cNvSpPr>
                <a:spLocks noChangeArrowheads="1"/>
              </p:cNvSpPr>
              <p:nvPr/>
            </p:nvSpPr>
            <p:spPr bwMode="auto">
              <a:xfrm flipH="1">
                <a:off x="11583987" y="4994276"/>
                <a:ext cx="163513" cy="1527175"/>
              </a:xfrm>
              <a:prstGeom prst="rect">
                <a:avLst/>
              </a:prstGeom>
              <a:solidFill>
                <a:schemeClr val="accent3">
                  <a:lumMod val="50000"/>
                </a:schemeClr>
              </a:solidFill>
              <a:ln>
                <a:noFill/>
              </a:ln>
            </p:spPr>
            <p:txBody>
              <a:bodyPr vert="horz" wrap="square" lIns="91440" tIns="45720" rIns="91440" bIns="45720" numCol="1" anchor="t" anchorCtr="0" compatLnSpc="1">
                <a:prstTxWarp prst="textNoShape">
                  <a:avLst/>
                </a:prstTxWarp>
              </a:bodyPr>
              <a:lstStyle/>
              <a:p>
                <a:endParaRPr lang="en-US">
                  <a:solidFill>
                    <a:srgbClr val="FFFFFF"/>
                  </a:solidFill>
                </a:endParaRPr>
              </a:p>
            </p:txBody>
          </p:sp>
          <p:sp>
            <p:nvSpPr>
              <p:cNvPr id="22" name="Freeform 11"/>
              <p:cNvSpPr>
                <a:spLocks/>
              </p:cNvSpPr>
              <p:nvPr/>
            </p:nvSpPr>
            <p:spPr bwMode="auto">
              <a:xfrm flipH="1">
                <a:off x="11371262" y="6502401"/>
                <a:ext cx="376238" cy="195263"/>
              </a:xfrm>
              <a:custGeom>
                <a:avLst/>
                <a:gdLst>
                  <a:gd name="T0" fmla="*/ 49 w 113"/>
                  <a:gd name="T1" fmla="*/ 0 h 59"/>
                  <a:gd name="T2" fmla="*/ 113 w 113"/>
                  <a:gd name="T3" fmla="*/ 59 h 59"/>
                  <a:gd name="T4" fmla="*/ 49 w 113"/>
                  <a:gd name="T5" fmla="*/ 59 h 59"/>
                  <a:gd name="T6" fmla="*/ 0 w 113"/>
                  <a:gd name="T7" fmla="*/ 59 h 59"/>
                  <a:gd name="T8" fmla="*/ 0 w 113"/>
                  <a:gd name="T9" fmla="*/ 0 h 59"/>
                  <a:gd name="T10" fmla="*/ 49 w 113"/>
                  <a:gd name="T11" fmla="*/ 0 h 59"/>
                </a:gdLst>
                <a:ahLst/>
                <a:cxnLst>
                  <a:cxn ang="0">
                    <a:pos x="T0" y="T1"/>
                  </a:cxn>
                  <a:cxn ang="0">
                    <a:pos x="T2" y="T3"/>
                  </a:cxn>
                  <a:cxn ang="0">
                    <a:pos x="T4" y="T5"/>
                  </a:cxn>
                  <a:cxn ang="0">
                    <a:pos x="T6" y="T7"/>
                  </a:cxn>
                  <a:cxn ang="0">
                    <a:pos x="T8" y="T9"/>
                  </a:cxn>
                  <a:cxn ang="0">
                    <a:pos x="T10" y="T11"/>
                  </a:cxn>
                </a:cxnLst>
                <a:rect l="0" t="0" r="r" b="b"/>
                <a:pathLst>
                  <a:path w="113" h="59">
                    <a:moveTo>
                      <a:pt x="49" y="0"/>
                    </a:moveTo>
                    <a:cubicBezTo>
                      <a:pt x="82" y="0"/>
                      <a:pt x="110" y="26"/>
                      <a:pt x="113" y="59"/>
                    </a:cubicBezTo>
                    <a:cubicBezTo>
                      <a:pt x="49" y="59"/>
                      <a:pt x="49" y="59"/>
                      <a:pt x="49" y="59"/>
                    </a:cubicBezTo>
                    <a:cubicBezTo>
                      <a:pt x="0" y="59"/>
                      <a:pt x="0" y="59"/>
                      <a:pt x="0" y="59"/>
                    </a:cubicBezTo>
                    <a:cubicBezTo>
                      <a:pt x="0" y="0"/>
                      <a:pt x="0" y="0"/>
                      <a:pt x="0" y="0"/>
                    </a:cubicBezTo>
                    <a:lnTo>
                      <a:pt x="49" y="0"/>
                    </a:lnTo>
                    <a:close/>
                  </a:path>
                </a:pathLst>
              </a:custGeom>
              <a:solidFill>
                <a:srgbClr val="563F2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FFFFFF"/>
                  </a:solidFill>
                </a:endParaRPr>
              </a:p>
            </p:txBody>
          </p:sp>
          <p:sp>
            <p:nvSpPr>
              <p:cNvPr id="23" name="Freeform 12"/>
              <p:cNvSpPr>
                <a:spLocks/>
              </p:cNvSpPr>
              <p:nvPr/>
            </p:nvSpPr>
            <p:spPr bwMode="auto">
              <a:xfrm flipH="1">
                <a:off x="10890250" y="3868738"/>
                <a:ext cx="1085850" cy="1125538"/>
              </a:xfrm>
              <a:custGeom>
                <a:avLst/>
                <a:gdLst>
                  <a:gd name="T0" fmla="*/ 69 w 327"/>
                  <a:gd name="T1" fmla="*/ 0 h 340"/>
                  <a:gd name="T2" fmla="*/ 258 w 327"/>
                  <a:gd name="T3" fmla="*/ 0 h 340"/>
                  <a:gd name="T4" fmla="*/ 327 w 327"/>
                  <a:gd name="T5" fmla="*/ 70 h 340"/>
                  <a:gd name="T6" fmla="*/ 327 w 327"/>
                  <a:gd name="T7" fmla="*/ 128 h 340"/>
                  <a:gd name="T8" fmla="*/ 258 w 327"/>
                  <a:gd name="T9" fmla="*/ 128 h 340"/>
                  <a:gd name="T10" fmla="*/ 258 w 327"/>
                  <a:gd name="T11" fmla="*/ 340 h 340"/>
                  <a:gd name="T12" fmla="*/ 69 w 327"/>
                  <a:gd name="T13" fmla="*/ 340 h 340"/>
                  <a:gd name="T14" fmla="*/ 69 w 327"/>
                  <a:gd name="T15" fmla="*/ 128 h 340"/>
                  <a:gd name="T16" fmla="*/ 0 w 327"/>
                  <a:gd name="T17" fmla="*/ 128 h 340"/>
                  <a:gd name="T18" fmla="*/ 0 w 327"/>
                  <a:gd name="T19" fmla="*/ 70 h 340"/>
                  <a:gd name="T20" fmla="*/ 69 w 327"/>
                  <a:gd name="T21" fmla="*/ 0 h 3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27" h="340">
                    <a:moveTo>
                      <a:pt x="69" y="0"/>
                    </a:moveTo>
                    <a:cubicBezTo>
                      <a:pt x="258" y="0"/>
                      <a:pt x="258" y="0"/>
                      <a:pt x="258" y="0"/>
                    </a:cubicBezTo>
                    <a:cubicBezTo>
                      <a:pt x="296" y="0"/>
                      <a:pt x="327" y="32"/>
                      <a:pt x="327" y="70"/>
                    </a:cubicBezTo>
                    <a:cubicBezTo>
                      <a:pt x="327" y="128"/>
                      <a:pt x="327" y="128"/>
                      <a:pt x="327" y="128"/>
                    </a:cubicBezTo>
                    <a:cubicBezTo>
                      <a:pt x="258" y="128"/>
                      <a:pt x="258" y="128"/>
                      <a:pt x="258" y="128"/>
                    </a:cubicBezTo>
                    <a:cubicBezTo>
                      <a:pt x="258" y="340"/>
                      <a:pt x="258" y="340"/>
                      <a:pt x="258" y="340"/>
                    </a:cubicBezTo>
                    <a:cubicBezTo>
                      <a:pt x="69" y="340"/>
                      <a:pt x="69" y="340"/>
                      <a:pt x="69" y="340"/>
                    </a:cubicBezTo>
                    <a:cubicBezTo>
                      <a:pt x="69" y="128"/>
                      <a:pt x="69" y="128"/>
                      <a:pt x="69" y="128"/>
                    </a:cubicBezTo>
                    <a:cubicBezTo>
                      <a:pt x="0" y="128"/>
                      <a:pt x="0" y="128"/>
                      <a:pt x="0" y="128"/>
                    </a:cubicBezTo>
                    <a:cubicBezTo>
                      <a:pt x="0" y="70"/>
                      <a:pt x="0" y="70"/>
                      <a:pt x="0" y="70"/>
                    </a:cubicBezTo>
                    <a:cubicBezTo>
                      <a:pt x="0" y="32"/>
                      <a:pt x="31" y="0"/>
                      <a:pt x="69" y="0"/>
                    </a:cubicBezTo>
                    <a:close/>
                  </a:path>
                </a:pathLst>
              </a:custGeom>
              <a:solidFill>
                <a:srgbClr val="50505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FFFFFF"/>
                  </a:solidFill>
                </a:endParaRPr>
              </a:p>
            </p:txBody>
          </p:sp>
          <p:sp>
            <p:nvSpPr>
              <p:cNvPr id="24" name="Freeform 13"/>
              <p:cNvSpPr>
                <a:spLocks/>
              </p:cNvSpPr>
              <p:nvPr/>
            </p:nvSpPr>
            <p:spPr bwMode="auto">
              <a:xfrm flipH="1">
                <a:off x="10701337" y="4292601"/>
                <a:ext cx="387350" cy="579438"/>
              </a:xfrm>
              <a:custGeom>
                <a:avLst/>
                <a:gdLst>
                  <a:gd name="T0" fmla="*/ 44 w 117"/>
                  <a:gd name="T1" fmla="*/ 175 h 175"/>
                  <a:gd name="T2" fmla="*/ 117 w 117"/>
                  <a:gd name="T3" fmla="*/ 175 h 175"/>
                  <a:gd name="T4" fmla="*/ 117 w 117"/>
                  <a:gd name="T5" fmla="*/ 119 h 175"/>
                  <a:gd name="T6" fmla="*/ 51 w 117"/>
                  <a:gd name="T7" fmla="*/ 119 h 175"/>
                  <a:gd name="T8" fmla="*/ 51 w 117"/>
                  <a:gd name="T9" fmla="*/ 0 h 175"/>
                  <a:gd name="T10" fmla="*/ 0 w 117"/>
                  <a:gd name="T11" fmla="*/ 0 h 175"/>
                  <a:gd name="T12" fmla="*/ 0 w 117"/>
                  <a:gd name="T13" fmla="*/ 131 h 175"/>
                  <a:gd name="T14" fmla="*/ 44 w 117"/>
                  <a:gd name="T15" fmla="*/ 175 h 17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7" h="175">
                    <a:moveTo>
                      <a:pt x="44" y="175"/>
                    </a:moveTo>
                    <a:cubicBezTo>
                      <a:pt x="117" y="175"/>
                      <a:pt x="117" y="175"/>
                      <a:pt x="117" y="175"/>
                    </a:cubicBezTo>
                    <a:cubicBezTo>
                      <a:pt x="117" y="119"/>
                      <a:pt x="117" y="119"/>
                      <a:pt x="117" y="119"/>
                    </a:cubicBezTo>
                    <a:cubicBezTo>
                      <a:pt x="51" y="119"/>
                      <a:pt x="51" y="119"/>
                      <a:pt x="51" y="119"/>
                    </a:cubicBezTo>
                    <a:cubicBezTo>
                      <a:pt x="51" y="0"/>
                      <a:pt x="51" y="0"/>
                      <a:pt x="51" y="0"/>
                    </a:cubicBezTo>
                    <a:cubicBezTo>
                      <a:pt x="0" y="0"/>
                      <a:pt x="0" y="0"/>
                      <a:pt x="0" y="0"/>
                    </a:cubicBezTo>
                    <a:cubicBezTo>
                      <a:pt x="0" y="131"/>
                      <a:pt x="0" y="131"/>
                      <a:pt x="0" y="131"/>
                    </a:cubicBezTo>
                    <a:cubicBezTo>
                      <a:pt x="0" y="155"/>
                      <a:pt x="20" y="175"/>
                      <a:pt x="44" y="175"/>
                    </a:cubicBezTo>
                    <a:close/>
                  </a:path>
                </a:pathLst>
              </a:custGeom>
              <a:solidFill>
                <a:srgbClr val="E0BB8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FFFFFF"/>
                  </a:solidFill>
                </a:endParaRPr>
              </a:p>
            </p:txBody>
          </p:sp>
          <p:sp>
            <p:nvSpPr>
              <p:cNvPr id="25" name="Rectangle 14"/>
              <p:cNvSpPr>
                <a:spLocks noChangeArrowheads="1"/>
              </p:cNvSpPr>
              <p:nvPr/>
            </p:nvSpPr>
            <p:spPr bwMode="auto">
              <a:xfrm flipH="1">
                <a:off x="11776074" y="4292601"/>
                <a:ext cx="169863" cy="1003300"/>
              </a:xfrm>
              <a:prstGeom prst="rect">
                <a:avLst/>
              </a:prstGeom>
              <a:solidFill>
                <a:srgbClr val="E0BB8D"/>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FFFFFF"/>
                  </a:solidFill>
                </a:endParaRPr>
              </a:p>
            </p:txBody>
          </p:sp>
          <p:sp>
            <p:nvSpPr>
              <p:cNvPr id="26" name="Freeform 15"/>
              <p:cNvSpPr>
                <a:spLocks/>
              </p:cNvSpPr>
              <p:nvPr/>
            </p:nvSpPr>
            <p:spPr bwMode="auto">
              <a:xfrm flipH="1">
                <a:off x="11776074" y="5124451"/>
                <a:ext cx="169863" cy="338138"/>
              </a:xfrm>
              <a:custGeom>
                <a:avLst/>
                <a:gdLst>
                  <a:gd name="T0" fmla="*/ 51 w 51"/>
                  <a:gd name="T1" fmla="*/ 0 h 102"/>
                  <a:gd name="T2" fmla="*/ 51 w 51"/>
                  <a:gd name="T3" fmla="*/ 102 h 102"/>
                  <a:gd name="T4" fmla="*/ 0 w 51"/>
                  <a:gd name="T5" fmla="*/ 51 h 102"/>
                  <a:gd name="T6" fmla="*/ 51 w 51"/>
                  <a:gd name="T7" fmla="*/ 0 h 102"/>
                </a:gdLst>
                <a:ahLst/>
                <a:cxnLst>
                  <a:cxn ang="0">
                    <a:pos x="T0" y="T1"/>
                  </a:cxn>
                  <a:cxn ang="0">
                    <a:pos x="T2" y="T3"/>
                  </a:cxn>
                  <a:cxn ang="0">
                    <a:pos x="T4" y="T5"/>
                  </a:cxn>
                  <a:cxn ang="0">
                    <a:pos x="T6" y="T7"/>
                  </a:cxn>
                </a:cxnLst>
                <a:rect l="0" t="0" r="r" b="b"/>
                <a:pathLst>
                  <a:path w="51" h="102">
                    <a:moveTo>
                      <a:pt x="51" y="0"/>
                    </a:moveTo>
                    <a:cubicBezTo>
                      <a:pt x="51" y="102"/>
                      <a:pt x="51" y="102"/>
                      <a:pt x="51" y="102"/>
                    </a:cubicBezTo>
                    <a:cubicBezTo>
                      <a:pt x="22" y="102"/>
                      <a:pt x="0" y="79"/>
                      <a:pt x="0" y="51"/>
                    </a:cubicBezTo>
                    <a:cubicBezTo>
                      <a:pt x="0" y="23"/>
                      <a:pt x="22" y="0"/>
                      <a:pt x="51" y="0"/>
                    </a:cubicBezTo>
                    <a:close/>
                  </a:path>
                </a:pathLst>
              </a:custGeom>
              <a:solidFill>
                <a:srgbClr val="E0BB8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FFFFFF"/>
                  </a:solidFill>
                </a:endParaRPr>
              </a:p>
            </p:txBody>
          </p:sp>
          <p:sp>
            <p:nvSpPr>
              <p:cNvPr id="27" name="Freeform 16"/>
              <p:cNvSpPr>
                <a:spLocks/>
              </p:cNvSpPr>
              <p:nvPr/>
            </p:nvSpPr>
            <p:spPr bwMode="auto">
              <a:xfrm flipH="1">
                <a:off x="10531474" y="4700588"/>
                <a:ext cx="341313" cy="171450"/>
              </a:xfrm>
              <a:custGeom>
                <a:avLst/>
                <a:gdLst>
                  <a:gd name="T0" fmla="*/ 0 w 103"/>
                  <a:gd name="T1" fmla="*/ 0 h 52"/>
                  <a:gd name="T2" fmla="*/ 103 w 103"/>
                  <a:gd name="T3" fmla="*/ 0 h 52"/>
                  <a:gd name="T4" fmla="*/ 52 w 103"/>
                  <a:gd name="T5" fmla="*/ 52 h 52"/>
                  <a:gd name="T6" fmla="*/ 0 w 103"/>
                  <a:gd name="T7" fmla="*/ 0 h 52"/>
                </a:gdLst>
                <a:ahLst/>
                <a:cxnLst>
                  <a:cxn ang="0">
                    <a:pos x="T0" y="T1"/>
                  </a:cxn>
                  <a:cxn ang="0">
                    <a:pos x="T2" y="T3"/>
                  </a:cxn>
                  <a:cxn ang="0">
                    <a:pos x="T4" y="T5"/>
                  </a:cxn>
                  <a:cxn ang="0">
                    <a:pos x="T6" y="T7"/>
                  </a:cxn>
                </a:cxnLst>
                <a:rect l="0" t="0" r="r" b="b"/>
                <a:pathLst>
                  <a:path w="103" h="52">
                    <a:moveTo>
                      <a:pt x="0" y="0"/>
                    </a:moveTo>
                    <a:cubicBezTo>
                      <a:pt x="103" y="0"/>
                      <a:pt x="103" y="0"/>
                      <a:pt x="103" y="0"/>
                    </a:cubicBezTo>
                    <a:cubicBezTo>
                      <a:pt x="103" y="29"/>
                      <a:pt x="80" y="52"/>
                      <a:pt x="52" y="52"/>
                    </a:cubicBezTo>
                    <a:cubicBezTo>
                      <a:pt x="23" y="52"/>
                      <a:pt x="0" y="29"/>
                      <a:pt x="0" y="0"/>
                    </a:cubicBezTo>
                    <a:close/>
                  </a:path>
                </a:pathLst>
              </a:custGeom>
              <a:solidFill>
                <a:srgbClr val="E0BB8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FFFFFF"/>
                  </a:solidFill>
                </a:endParaRPr>
              </a:p>
            </p:txBody>
          </p:sp>
          <p:sp>
            <p:nvSpPr>
              <p:cNvPr id="28" name="Rectangle 17"/>
              <p:cNvSpPr>
                <a:spLocks noChangeArrowheads="1"/>
              </p:cNvSpPr>
              <p:nvPr/>
            </p:nvSpPr>
            <p:spPr bwMode="auto">
              <a:xfrm flipH="1">
                <a:off x="11776074" y="5084763"/>
                <a:ext cx="173038" cy="88900"/>
              </a:xfrm>
              <a:prstGeom prst="rect">
                <a:avLst/>
              </a:prstGeom>
              <a:solidFill>
                <a:srgbClr val="E81123"/>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FFFFFF"/>
                  </a:solidFill>
                </a:endParaRPr>
              </a:p>
            </p:txBody>
          </p:sp>
          <p:sp>
            <p:nvSpPr>
              <p:cNvPr id="29" name="Rectangle 18"/>
              <p:cNvSpPr>
                <a:spLocks noChangeArrowheads="1"/>
              </p:cNvSpPr>
              <p:nvPr/>
            </p:nvSpPr>
            <p:spPr bwMode="auto">
              <a:xfrm flipH="1">
                <a:off x="10266362" y="4624388"/>
                <a:ext cx="746125" cy="76200"/>
              </a:xfrm>
              <a:prstGeom prst="rect">
                <a:avLst/>
              </a:prstGeom>
              <a:solidFill>
                <a:srgbClr val="50505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FFFFFF"/>
                  </a:solidFill>
                </a:endParaRPr>
              </a:p>
            </p:txBody>
          </p:sp>
          <p:sp>
            <p:nvSpPr>
              <p:cNvPr id="30" name="Freeform 19"/>
              <p:cNvSpPr>
                <a:spLocks/>
              </p:cNvSpPr>
              <p:nvPr/>
            </p:nvSpPr>
            <p:spPr bwMode="auto">
              <a:xfrm flipH="1">
                <a:off x="10059987" y="4246563"/>
                <a:ext cx="779463" cy="377825"/>
              </a:xfrm>
              <a:custGeom>
                <a:avLst/>
                <a:gdLst>
                  <a:gd name="T0" fmla="*/ 127 w 491"/>
                  <a:gd name="T1" fmla="*/ 0 h 238"/>
                  <a:gd name="T2" fmla="*/ 491 w 491"/>
                  <a:gd name="T3" fmla="*/ 0 h 238"/>
                  <a:gd name="T4" fmla="*/ 361 w 491"/>
                  <a:gd name="T5" fmla="*/ 238 h 238"/>
                  <a:gd name="T6" fmla="*/ 0 w 491"/>
                  <a:gd name="T7" fmla="*/ 238 h 238"/>
                  <a:gd name="T8" fmla="*/ 127 w 491"/>
                  <a:gd name="T9" fmla="*/ 0 h 238"/>
                </a:gdLst>
                <a:ahLst/>
                <a:cxnLst>
                  <a:cxn ang="0">
                    <a:pos x="T0" y="T1"/>
                  </a:cxn>
                  <a:cxn ang="0">
                    <a:pos x="T2" y="T3"/>
                  </a:cxn>
                  <a:cxn ang="0">
                    <a:pos x="T4" y="T5"/>
                  </a:cxn>
                  <a:cxn ang="0">
                    <a:pos x="T6" y="T7"/>
                  </a:cxn>
                  <a:cxn ang="0">
                    <a:pos x="T8" y="T9"/>
                  </a:cxn>
                </a:cxnLst>
                <a:rect l="0" t="0" r="r" b="b"/>
                <a:pathLst>
                  <a:path w="491" h="238">
                    <a:moveTo>
                      <a:pt x="127" y="0"/>
                    </a:moveTo>
                    <a:lnTo>
                      <a:pt x="491" y="0"/>
                    </a:lnTo>
                    <a:lnTo>
                      <a:pt x="361" y="238"/>
                    </a:lnTo>
                    <a:lnTo>
                      <a:pt x="0" y="238"/>
                    </a:lnTo>
                    <a:lnTo>
                      <a:pt x="127" y="0"/>
                    </a:lnTo>
                    <a:close/>
                  </a:path>
                </a:pathLst>
              </a:custGeom>
              <a:solidFill>
                <a:schemeClr val="tx1">
                  <a:lumMod val="50000"/>
                </a:schemeClr>
              </a:solidFill>
              <a:ln>
                <a:noFill/>
              </a:ln>
            </p:spPr>
            <p:txBody>
              <a:bodyPr vert="horz" wrap="square" lIns="91440" tIns="45720" rIns="91440" bIns="45720" numCol="1" anchor="t" anchorCtr="0" compatLnSpc="1">
                <a:prstTxWarp prst="textNoShape">
                  <a:avLst/>
                </a:prstTxWarp>
              </a:bodyPr>
              <a:lstStyle/>
              <a:p>
                <a:endParaRPr lang="en-US">
                  <a:solidFill>
                    <a:srgbClr val="FFFFFF"/>
                  </a:solidFill>
                </a:endParaRPr>
              </a:p>
            </p:txBody>
          </p:sp>
          <p:sp>
            <p:nvSpPr>
              <p:cNvPr id="31" name="Rectangle 20"/>
              <p:cNvSpPr>
                <a:spLocks noChangeArrowheads="1"/>
              </p:cNvSpPr>
              <p:nvPr/>
            </p:nvSpPr>
            <p:spPr bwMode="auto">
              <a:xfrm flipH="1">
                <a:off x="10839449" y="4624388"/>
                <a:ext cx="173038" cy="76200"/>
              </a:xfrm>
              <a:prstGeom prst="rect">
                <a:avLst/>
              </a:prstGeom>
              <a:solidFill>
                <a:srgbClr val="969696"/>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FFFFFF"/>
                  </a:solidFill>
                </a:endParaRPr>
              </a:p>
            </p:txBody>
          </p:sp>
          <p:sp>
            <p:nvSpPr>
              <p:cNvPr id="32" name="Freeform 21"/>
              <p:cNvSpPr>
                <a:spLocks/>
              </p:cNvSpPr>
              <p:nvPr/>
            </p:nvSpPr>
            <p:spPr bwMode="auto">
              <a:xfrm flipH="1">
                <a:off x="11334750" y="3640138"/>
                <a:ext cx="200025" cy="327025"/>
              </a:xfrm>
              <a:custGeom>
                <a:avLst/>
                <a:gdLst>
                  <a:gd name="T0" fmla="*/ 63 w 126"/>
                  <a:gd name="T1" fmla="*/ 206 h 206"/>
                  <a:gd name="T2" fmla="*/ 126 w 126"/>
                  <a:gd name="T3" fmla="*/ 144 h 206"/>
                  <a:gd name="T4" fmla="*/ 126 w 126"/>
                  <a:gd name="T5" fmla="*/ 0 h 206"/>
                  <a:gd name="T6" fmla="*/ 0 w 126"/>
                  <a:gd name="T7" fmla="*/ 0 h 206"/>
                  <a:gd name="T8" fmla="*/ 0 w 126"/>
                  <a:gd name="T9" fmla="*/ 144 h 206"/>
                  <a:gd name="T10" fmla="*/ 63 w 126"/>
                  <a:gd name="T11" fmla="*/ 206 h 206"/>
                </a:gdLst>
                <a:ahLst/>
                <a:cxnLst>
                  <a:cxn ang="0">
                    <a:pos x="T0" y="T1"/>
                  </a:cxn>
                  <a:cxn ang="0">
                    <a:pos x="T2" y="T3"/>
                  </a:cxn>
                  <a:cxn ang="0">
                    <a:pos x="T4" y="T5"/>
                  </a:cxn>
                  <a:cxn ang="0">
                    <a:pos x="T6" y="T7"/>
                  </a:cxn>
                  <a:cxn ang="0">
                    <a:pos x="T8" y="T9"/>
                  </a:cxn>
                  <a:cxn ang="0">
                    <a:pos x="T10" y="T11"/>
                  </a:cxn>
                </a:cxnLst>
                <a:rect l="0" t="0" r="r" b="b"/>
                <a:pathLst>
                  <a:path w="126" h="206">
                    <a:moveTo>
                      <a:pt x="63" y="206"/>
                    </a:moveTo>
                    <a:lnTo>
                      <a:pt x="126" y="144"/>
                    </a:lnTo>
                    <a:lnTo>
                      <a:pt x="126" y="0"/>
                    </a:lnTo>
                    <a:lnTo>
                      <a:pt x="0" y="0"/>
                    </a:lnTo>
                    <a:lnTo>
                      <a:pt x="0" y="144"/>
                    </a:lnTo>
                    <a:lnTo>
                      <a:pt x="63" y="206"/>
                    </a:lnTo>
                    <a:close/>
                  </a:path>
                </a:pathLst>
              </a:custGeom>
              <a:solidFill>
                <a:srgbClr val="E0BB8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FFFFFF"/>
                  </a:solidFill>
                </a:endParaRPr>
              </a:p>
            </p:txBody>
          </p:sp>
          <p:sp>
            <p:nvSpPr>
              <p:cNvPr id="33" name="Freeform 22"/>
              <p:cNvSpPr>
                <a:spLocks/>
              </p:cNvSpPr>
              <p:nvPr/>
            </p:nvSpPr>
            <p:spPr bwMode="auto">
              <a:xfrm flipH="1">
                <a:off x="11334750" y="3640138"/>
                <a:ext cx="200025" cy="171450"/>
              </a:xfrm>
              <a:custGeom>
                <a:avLst/>
                <a:gdLst>
                  <a:gd name="T0" fmla="*/ 60 w 60"/>
                  <a:gd name="T1" fmla="*/ 48 h 52"/>
                  <a:gd name="T2" fmla="*/ 31 w 60"/>
                  <a:gd name="T3" fmla="*/ 52 h 52"/>
                  <a:gd name="T4" fmla="*/ 0 w 60"/>
                  <a:gd name="T5" fmla="*/ 48 h 52"/>
                  <a:gd name="T6" fmla="*/ 0 w 60"/>
                  <a:gd name="T7" fmla="*/ 0 h 52"/>
                  <a:gd name="T8" fmla="*/ 60 w 60"/>
                  <a:gd name="T9" fmla="*/ 0 h 52"/>
                  <a:gd name="T10" fmla="*/ 60 w 60"/>
                  <a:gd name="T11" fmla="*/ 48 h 52"/>
                </a:gdLst>
                <a:ahLst/>
                <a:cxnLst>
                  <a:cxn ang="0">
                    <a:pos x="T0" y="T1"/>
                  </a:cxn>
                  <a:cxn ang="0">
                    <a:pos x="T2" y="T3"/>
                  </a:cxn>
                  <a:cxn ang="0">
                    <a:pos x="T4" y="T5"/>
                  </a:cxn>
                  <a:cxn ang="0">
                    <a:pos x="T6" y="T7"/>
                  </a:cxn>
                  <a:cxn ang="0">
                    <a:pos x="T8" y="T9"/>
                  </a:cxn>
                  <a:cxn ang="0">
                    <a:pos x="T10" y="T11"/>
                  </a:cxn>
                </a:cxnLst>
                <a:rect l="0" t="0" r="r" b="b"/>
                <a:pathLst>
                  <a:path w="60" h="52">
                    <a:moveTo>
                      <a:pt x="60" y="48"/>
                    </a:moveTo>
                    <a:cubicBezTo>
                      <a:pt x="51" y="51"/>
                      <a:pt x="41" y="52"/>
                      <a:pt x="31" y="52"/>
                    </a:cubicBezTo>
                    <a:cubicBezTo>
                      <a:pt x="20" y="52"/>
                      <a:pt x="10" y="51"/>
                      <a:pt x="0" y="48"/>
                    </a:cubicBezTo>
                    <a:cubicBezTo>
                      <a:pt x="0" y="0"/>
                      <a:pt x="0" y="0"/>
                      <a:pt x="0" y="0"/>
                    </a:cubicBezTo>
                    <a:cubicBezTo>
                      <a:pt x="60" y="0"/>
                      <a:pt x="60" y="0"/>
                      <a:pt x="60" y="0"/>
                    </a:cubicBezTo>
                    <a:lnTo>
                      <a:pt x="60" y="48"/>
                    </a:lnTo>
                    <a:close/>
                  </a:path>
                </a:pathLst>
              </a:custGeom>
              <a:solidFill>
                <a:srgbClr val="C3986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FFFFFF"/>
                  </a:solidFill>
                </a:endParaRPr>
              </a:p>
            </p:txBody>
          </p:sp>
          <p:sp>
            <p:nvSpPr>
              <p:cNvPr id="34" name="Freeform 23"/>
              <p:cNvSpPr>
                <a:spLocks/>
              </p:cNvSpPr>
              <p:nvPr/>
            </p:nvSpPr>
            <p:spPr bwMode="auto">
              <a:xfrm flipH="1">
                <a:off x="11198224" y="3332163"/>
                <a:ext cx="468313" cy="442913"/>
              </a:xfrm>
              <a:custGeom>
                <a:avLst/>
                <a:gdLst>
                  <a:gd name="T0" fmla="*/ 141 w 141"/>
                  <a:gd name="T1" fmla="*/ 0 h 134"/>
                  <a:gd name="T2" fmla="*/ 141 w 141"/>
                  <a:gd name="T3" fmla="*/ 110 h 134"/>
                  <a:gd name="T4" fmla="*/ 140 w 141"/>
                  <a:gd name="T5" fmla="*/ 110 h 134"/>
                  <a:gd name="T6" fmla="*/ 71 w 141"/>
                  <a:gd name="T7" fmla="*/ 134 h 134"/>
                  <a:gd name="T8" fmla="*/ 0 w 141"/>
                  <a:gd name="T9" fmla="*/ 110 h 134"/>
                  <a:gd name="T10" fmla="*/ 0 w 141"/>
                  <a:gd name="T11" fmla="*/ 0 h 134"/>
                  <a:gd name="T12" fmla="*/ 141 w 141"/>
                  <a:gd name="T13" fmla="*/ 0 h 134"/>
                </a:gdLst>
                <a:ahLst/>
                <a:cxnLst>
                  <a:cxn ang="0">
                    <a:pos x="T0" y="T1"/>
                  </a:cxn>
                  <a:cxn ang="0">
                    <a:pos x="T2" y="T3"/>
                  </a:cxn>
                  <a:cxn ang="0">
                    <a:pos x="T4" y="T5"/>
                  </a:cxn>
                  <a:cxn ang="0">
                    <a:pos x="T6" y="T7"/>
                  </a:cxn>
                  <a:cxn ang="0">
                    <a:pos x="T8" y="T9"/>
                  </a:cxn>
                  <a:cxn ang="0">
                    <a:pos x="T10" y="T11"/>
                  </a:cxn>
                  <a:cxn ang="0">
                    <a:pos x="T12" y="T13"/>
                  </a:cxn>
                </a:cxnLst>
                <a:rect l="0" t="0" r="r" b="b"/>
                <a:pathLst>
                  <a:path w="141" h="134">
                    <a:moveTo>
                      <a:pt x="141" y="0"/>
                    </a:moveTo>
                    <a:cubicBezTo>
                      <a:pt x="141" y="110"/>
                      <a:pt x="141" y="110"/>
                      <a:pt x="141" y="110"/>
                    </a:cubicBezTo>
                    <a:cubicBezTo>
                      <a:pt x="140" y="110"/>
                      <a:pt x="140" y="110"/>
                      <a:pt x="140" y="110"/>
                    </a:cubicBezTo>
                    <a:cubicBezTo>
                      <a:pt x="121" y="125"/>
                      <a:pt x="97" y="134"/>
                      <a:pt x="71" y="134"/>
                    </a:cubicBezTo>
                    <a:cubicBezTo>
                      <a:pt x="45" y="134"/>
                      <a:pt x="19" y="125"/>
                      <a:pt x="0" y="110"/>
                    </a:cubicBezTo>
                    <a:cubicBezTo>
                      <a:pt x="0" y="0"/>
                      <a:pt x="0" y="0"/>
                      <a:pt x="0" y="0"/>
                    </a:cubicBezTo>
                    <a:lnTo>
                      <a:pt x="141" y="0"/>
                    </a:lnTo>
                    <a:close/>
                  </a:path>
                </a:pathLst>
              </a:custGeom>
              <a:solidFill>
                <a:srgbClr val="E0BB8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FFFFFF"/>
                  </a:solidFill>
                </a:endParaRPr>
              </a:p>
            </p:txBody>
          </p:sp>
          <p:sp>
            <p:nvSpPr>
              <p:cNvPr id="35" name="Rectangle 24"/>
              <p:cNvSpPr>
                <a:spLocks noChangeArrowheads="1"/>
              </p:cNvSpPr>
              <p:nvPr/>
            </p:nvSpPr>
            <p:spPr bwMode="auto">
              <a:xfrm flipH="1">
                <a:off x="11776074" y="4292601"/>
                <a:ext cx="169863" cy="49213"/>
              </a:xfrm>
              <a:prstGeom prst="rect">
                <a:avLst/>
              </a:prstGeom>
              <a:solidFill>
                <a:srgbClr val="C3986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FFFFFF"/>
                  </a:solidFill>
                </a:endParaRPr>
              </a:p>
            </p:txBody>
          </p:sp>
          <p:sp>
            <p:nvSpPr>
              <p:cNvPr id="36" name="Rectangle 25"/>
              <p:cNvSpPr>
                <a:spLocks noChangeArrowheads="1"/>
              </p:cNvSpPr>
              <p:nvPr/>
            </p:nvSpPr>
            <p:spPr bwMode="auto">
              <a:xfrm flipH="1">
                <a:off x="10920412" y="4292601"/>
                <a:ext cx="168275" cy="49213"/>
              </a:xfrm>
              <a:prstGeom prst="rect">
                <a:avLst/>
              </a:prstGeom>
              <a:solidFill>
                <a:srgbClr val="C3986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FFFFFF"/>
                  </a:solidFill>
                </a:endParaRPr>
              </a:p>
            </p:txBody>
          </p:sp>
          <p:sp>
            <p:nvSpPr>
              <p:cNvPr id="37" name="Rectangle 26"/>
              <p:cNvSpPr>
                <a:spLocks noChangeArrowheads="1"/>
              </p:cNvSpPr>
              <p:nvPr/>
            </p:nvSpPr>
            <p:spPr bwMode="auto">
              <a:xfrm flipH="1">
                <a:off x="11198224" y="3302001"/>
                <a:ext cx="36513" cy="24447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FFFFFF"/>
                  </a:solidFill>
                </a:endParaRPr>
              </a:p>
            </p:txBody>
          </p:sp>
          <p:sp>
            <p:nvSpPr>
              <p:cNvPr id="38" name="Rectangle 27"/>
              <p:cNvSpPr>
                <a:spLocks noChangeArrowheads="1"/>
              </p:cNvSpPr>
              <p:nvPr/>
            </p:nvSpPr>
            <p:spPr bwMode="auto">
              <a:xfrm flipH="1">
                <a:off x="11630024" y="3302001"/>
                <a:ext cx="36513" cy="24447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FFFFFF"/>
                  </a:solidFill>
                </a:endParaRPr>
              </a:p>
            </p:txBody>
          </p:sp>
          <p:sp>
            <p:nvSpPr>
              <p:cNvPr id="39" name="Oval 28"/>
              <p:cNvSpPr>
                <a:spLocks noChangeArrowheads="1"/>
              </p:cNvSpPr>
              <p:nvPr/>
            </p:nvSpPr>
            <p:spPr bwMode="auto">
              <a:xfrm flipH="1">
                <a:off x="11541124" y="3467101"/>
                <a:ext cx="36513" cy="36513"/>
              </a:xfrm>
              <a:prstGeom prst="ellipse">
                <a:avLst/>
              </a:prstGeom>
              <a:solidFill>
                <a:srgbClr val="50505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FFFFFF"/>
                  </a:solidFill>
                </a:endParaRPr>
              </a:p>
            </p:txBody>
          </p:sp>
          <p:sp>
            <p:nvSpPr>
              <p:cNvPr id="40" name="Oval 29"/>
              <p:cNvSpPr>
                <a:spLocks noChangeArrowheads="1"/>
              </p:cNvSpPr>
              <p:nvPr/>
            </p:nvSpPr>
            <p:spPr bwMode="auto">
              <a:xfrm flipH="1">
                <a:off x="11288712" y="3467101"/>
                <a:ext cx="36513" cy="36513"/>
              </a:xfrm>
              <a:prstGeom prst="ellipse">
                <a:avLst/>
              </a:prstGeom>
              <a:solidFill>
                <a:srgbClr val="50505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FFFFFF"/>
                  </a:solidFill>
                </a:endParaRPr>
              </a:p>
            </p:txBody>
          </p:sp>
          <p:sp>
            <p:nvSpPr>
              <p:cNvPr id="41" name="Freeform 30"/>
              <p:cNvSpPr>
                <a:spLocks/>
              </p:cNvSpPr>
              <p:nvPr/>
            </p:nvSpPr>
            <p:spPr bwMode="auto">
              <a:xfrm flipH="1">
                <a:off x="11401425" y="3573463"/>
                <a:ext cx="63500" cy="30163"/>
              </a:xfrm>
              <a:custGeom>
                <a:avLst/>
                <a:gdLst>
                  <a:gd name="T0" fmla="*/ 9 w 19"/>
                  <a:gd name="T1" fmla="*/ 9 h 9"/>
                  <a:gd name="T2" fmla="*/ 19 w 19"/>
                  <a:gd name="T3" fmla="*/ 0 h 9"/>
                  <a:gd name="T4" fmla="*/ 0 w 19"/>
                  <a:gd name="T5" fmla="*/ 0 h 9"/>
                  <a:gd name="T6" fmla="*/ 9 w 19"/>
                  <a:gd name="T7" fmla="*/ 9 h 9"/>
                </a:gdLst>
                <a:ahLst/>
                <a:cxnLst>
                  <a:cxn ang="0">
                    <a:pos x="T0" y="T1"/>
                  </a:cxn>
                  <a:cxn ang="0">
                    <a:pos x="T2" y="T3"/>
                  </a:cxn>
                  <a:cxn ang="0">
                    <a:pos x="T4" y="T5"/>
                  </a:cxn>
                  <a:cxn ang="0">
                    <a:pos x="T6" y="T7"/>
                  </a:cxn>
                </a:cxnLst>
                <a:rect l="0" t="0" r="r" b="b"/>
                <a:pathLst>
                  <a:path w="19" h="9">
                    <a:moveTo>
                      <a:pt x="9" y="9"/>
                    </a:moveTo>
                    <a:cubicBezTo>
                      <a:pt x="15" y="9"/>
                      <a:pt x="19" y="5"/>
                      <a:pt x="19" y="0"/>
                    </a:cubicBezTo>
                    <a:cubicBezTo>
                      <a:pt x="0" y="0"/>
                      <a:pt x="0" y="0"/>
                      <a:pt x="0" y="0"/>
                    </a:cubicBezTo>
                    <a:cubicBezTo>
                      <a:pt x="0" y="5"/>
                      <a:pt x="4" y="9"/>
                      <a:pt x="9" y="9"/>
                    </a:cubicBezTo>
                    <a:close/>
                  </a:path>
                </a:pathLst>
              </a:custGeom>
              <a:solidFill>
                <a:srgbClr val="C3986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FFFFFF"/>
                  </a:solidFill>
                </a:endParaRPr>
              </a:p>
            </p:txBody>
          </p:sp>
          <p:sp>
            <p:nvSpPr>
              <p:cNvPr id="42" name="Freeform 31"/>
              <p:cNvSpPr>
                <a:spLocks/>
              </p:cNvSpPr>
              <p:nvPr/>
            </p:nvSpPr>
            <p:spPr bwMode="auto">
              <a:xfrm flipH="1">
                <a:off x="11364912" y="3679826"/>
                <a:ext cx="136525" cy="39688"/>
              </a:xfrm>
              <a:custGeom>
                <a:avLst/>
                <a:gdLst>
                  <a:gd name="T0" fmla="*/ 41 w 41"/>
                  <a:gd name="T1" fmla="*/ 6 h 12"/>
                  <a:gd name="T2" fmla="*/ 36 w 41"/>
                  <a:gd name="T3" fmla="*/ 12 h 12"/>
                  <a:gd name="T4" fmla="*/ 5 w 41"/>
                  <a:gd name="T5" fmla="*/ 12 h 12"/>
                  <a:gd name="T6" fmla="*/ 0 w 41"/>
                  <a:gd name="T7" fmla="*/ 6 h 12"/>
                  <a:gd name="T8" fmla="*/ 0 w 41"/>
                  <a:gd name="T9" fmla="*/ 6 h 12"/>
                  <a:gd name="T10" fmla="*/ 5 w 41"/>
                  <a:gd name="T11" fmla="*/ 0 h 12"/>
                  <a:gd name="T12" fmla="*/ 36 w 41"/>
                  <a:gd name="T13" fmla="*/ 0 h 12"/>
                  <a:gd name="T14" fmla="*/ 41 w 41"/>
                  <a:gd name="T15" fmla="*/ 6 h 1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 h="12">
                    <a:moveTo>
                      <a:pt x="41" y="6"/>
                    </a:moveTo>
                    <a:cubicBezTo>
                      <a:pt x="41" y="9"/>
                      <a:pt x="39" y="12"/>
                      <a:pt x="36" y="12"/>
                    </a:cubicBezTo>
                    <a:cubicBezTo>
                      <a:pt x="5" y="12"/>
                      <a:pt x="5" y="12"/>
                      <a:pt x="5" y="12"/>
                    </a:cubicBezTo>
                    <a:cubicBezTo>
                      <a:pt x="2" y="12"/>
                      <a:pt x="0" y="9"/>
                      <a:pt x="0" y="6"/>
                    </a:cubicBezTo>
                    <a:cubicBezTo>
                      <a:pt x="0" y="6"/>
                      <a:pt x="0" y="6"/>
                      <a:pt x="0" y="6"/>
                    </a:cubicBezTo>
                    <a:cubicBezTo>
                      <a:pt x="0" y="3"/>
                      <a:pt x="2" y="0"/>
                      <a:pt x="5" y="0"/>
                    </a:cubicBezTo>
                    <a:cubicBezTo>
                      <a:pt x="36" y="0"/>
                      <a:pt x="36" y="0"/>
                      <a:pt x="36" y="0"/>
                    </a:cubicBezTo>
                    <a:cubicBezTo>
                      <a:pt x="39" y="0"/>
                      <a:pt x="41" y="3"/>
                      <a:pt x="41" y="6"/>
                    </a:cubicBezTo>
                    <a:close/>
                  </a:path>
                </a:pathLst>
              </a:custGeom>
              <a:solidFill>
                <a:srgbClr val="C3986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FFFFFF"/>
                  </a:solidFill>
                </a:endParaRPr>
              </a:p>
            </p:txBody>
          </p:sp>
          <p:sp>
            <p:nvSpPr>
              <p:cNvPr id="43" name="Freeform 32"/>
              <p:cNvSpPr>
                <a:spLocks noEditPoints="1"/>
              </p:cNvSpPr>
              <p:nvPr/>
            </p:nvSpPr>
            <p:spPr bwMode="auto">
              <a:xfrm flipH="1">
                <a:off x="11304587" y="3603626"/>
                <a:ext cx="255588" cy="228600"/>
              </a:xfrm>
              <a:custGeom>
                <a:avLst/>
                <a:gdLst>
                  <a:gd name="T0" fmla="*/ 38 w 77"/>
                  <a:gd name="T1" fmla="*/ 0 h 69"/>
                  <a:gd name="T2" fmla="*/ 0 w 77"/>
                  <a:gd name="T3" fmla="*/ 39 h 69"/>
                  <a:gd name="T4" fmla="*/ 0 w 77"/>
                  <a:gd name="T5" fmla="*/ 60 h 69"/>
                  <a:gd name="T6" fmla="*/ 0 w 77"/>
                  <a:gd name="T7" fmla="*/ 63 h 69"/>
                  <a:gd name="T8" fmla="*/ 39 w 77"/>
                  <a:gd name="T9" fmla="*/ 69 h 69"/>
                  <a:gd name="T10" fmla="*/ 77 w 77"/>
                  <a:gd name="T11" fmla="*/ 63 h 69"/>
                  <a:gd name="T12" fmla="*/ 77 w 77"/>
                  <a:gd name="T13" fmla="*/ 60 h 69"/>
                  <a:gd name="T14" fmla="*/ 77 w 77"/>
                  <a:gd name="T15" fmla="*/ 39 h 69"/>
                  <a:gd name="T16" fmla="*/ 38 w 77"/>
                  <a:gd name="T17" fmla="*/ 0 h 69"/>
                  <a:gd name="T18" fmla="*/ 61 w 77"/>
                  <a:gd name="T19" fmla="*/ 45 h 69"/>
                  <a:gd name="T20" fmla="*/ 45 w 77"/>
                  <a:gd name="T21" fmla="*/ 48 h 69"/>
                  <a:gd name="T22" fmla="*/ 45 w 77"/>
                  <a:gd name="T23" fmla="*/ 35 h 69"/>
                  <a:gd name="T24" fmla="*/ 32 w 77"/>
                  <a:gd name="T25" fmla="*/ 35 h 69"/>
                  <a:gd name="T26" fmla="*/ 32 w 77"/>
                  <a:gd name="T27" fmla="*/ 48 h 69"/>
                  <a:gd name="T28" fmla="*/ 15 w 77"/>
                  <a:gd name="T29" fmla="*/ 45 h 69"/>
                  <a:gd name="T30" fmla="*/ 15 w 77"/>
                  <a:gd name="T31" fmla="*/ 37 h 69"/>
                  <a:gd name="T32" fmla="*/ 38 w 77"/>
                  <a:gd name="T33" fmla="*/ 24 h 69"/>
                  <a:gd name="T34" fmla="*/ 62 w 77"/>
                  <a:gd name="T35" fmla="*/ 37 h 69"/>
                  <a:gd name="T36" fmla="*/ 61 w 77"/>
                  <a:gd name="T37" fmla="*/ 45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77" h="69">
                    <a:moveTo>
                      <a:pt x="38" y="0"/>
                    </a:moveTo>
                    <a:cubicBezTo>
                      <a:pt x="17" y="0"/>
                      <a:pt x="0" y="18"/>
                      <a:pt x="0" y="39"/>
                    </a:cubicBezTo>
                    <a:cubicBezTo>
                      <a:pt x="0" y="60"/>
                      <a:pt x="0" y="60"/>
                      <a:pt x="0" y="60"/>
                    </a:cubicBezTo>
                    <a:cubicBezTo>
                      <a:pt x="0" y="61"/>
                      <a:pt x="0" y="62"/>
                      <a:pt x="0" y="63"/>
                    </a:cubicBezTo>
                    <a:cubicBezTo>
                      <a:pt x="13" y="67"/>
                      <a:pt x="25" y="69"/>
                      <a:pt x="39" y="69"/>
                    </a:cubicBezTo>
                    <a:cubicBezTo>
                      <a:pt x="52" y="69"/>
                      <a:pt x="65" y="67"/>
                      <a:pt x="77" y="63"/>
                    </a:cubicBezTo>
                    <a:cubicBezTo>
                      <a:pt x="77" y="62"/>
                      <a:pt x="77" y="61"/>
                      <a:pt x="77" y="60"/>
                    </a:cubicBezTo>
                    <a:cubicBezTo>
                      <a:pt x="77" y="39"/>
                      <a:pt x="77" y="39"/>
                      <a:pt x="77" y="39"/>
                    </a:cubicBezTo>
                    <a:cubicBezTo>
                      <a:pt x="77" y="18"/>
                      <a:pt x="60" y="0"/>
                      <a:pt x="38" y="0"/>
                    </a:cubicBezTo>
                    <a:close/>
                    <a:moveTo>
                      <a:pt x="61" y="45"/>
                    </a:moveTo>
                    <a:cubicBezTo>
                      <a:pt x="56" y="46"/>
                      <a:pt x="50" y="47"/>
                      <a:pt x="45" y="48"/>
                    </a:cubicBezTo>
                    <a:cubicBezTo>
                      <a:pt x="45" y="35"/>
                      <a:pt x="45" y="35"/>
                      <a:pt x="45" y="35"/>
                    </a:cubicBezTo>
                    <a:cubicBezTo>
                      <a:pt x="32" y="35"/>
                      <a:pt x="32" y="35"/>
                      <a:pt x="32" y="35"/>
                    </a:cubicBezTo>
                    <a:cubicBezTo>
                      <a:pt x="32" y="48"/>
                      <a:pt x="32" y="48"/>
                      <a:pt x="32" y="48"/>
                    </a:cubicBezTo>
                    <a:cubicBezTo>
                      <a:pt x="27" y="47"/>
                      <a:pt x="21" y="46"/>
                      <a:pt x="15" y="45"/>
                    </a:cubicBezTo>
                    <a:cubicBezTo>
                      <a:pt x="15" y="44"/>
                      <a:pt x="15" y="37"/>
                      <a:pt x="15" y="37"/>
                    </a:cubicBezTo>
                    <a:cubicBezTo>
                      <a:pt x="15" y="24"/>
                      <a:pt x="26" y="24"/>
                      <a:pt x="38" y="24"/>
                    </a:cubicBezTo>
                    <a:cubicBezTo>
                      <a:pt x="51" y="24"/>
                      <a:pt x="62" y="24"/>
                      <a:pt x="62" y="37"/>
                    </a:cubicBezTo>
                    <a:cubicBezTo>
                      <a:pt x="62" y="37"/>
                      <a:pt x="61" y="44"/>
                      <a:pt x="61" y="45"/>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FFFFFF"/>
                  </a:solidFill>
                </a:endParaRPr>
              </a:p>
            </p:txBody>
          </p:sp>
          <p:sp>
            <p:nvSpPr>
              <p:cNvPr id="44" name="Rectangle 43"/>
              <p:cNvSpPr/>
              <p:nvPr/>
            </p:nvSpPr>
            <p:spPr bwMode="auto">
              <a:xfrm flipH="1">
                <a:off x="7318375" y="4336256"/>
                <a:ext cx="502444" cy="138113"/>
              </a:xfrm>
              <a:prstGeom prst="rect">
                <a:avLst/>
              </a:prstGeom>
              <a:solidFill>
                <a:schemeClr val="tx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err="1" smtClean="0">
                  <a:gradFill>
                    <a:gsLst>
                      <a:gs pos="0">
                        <a:srgbClr val="FFFFFF"/>
                      </a:gs>
                      <a:gs pos="100000">
                        <a:srgbClr val="FFFFFF"/>
                      </a:gs>
                    </a:gsLst>
                    <a:lin ang="5400000" scaled="0"/>
                  </a:gradFill>
                  <a:ea typeface="Segoe UI" pitchFamily="34" charset="0"/>
                  <a:cs typeface="Segoe UI" pitchFamily="34" charset="0"/>
                </a:endParaRPr>
              </a:p>
            </p:txBody>
          </p:sp>
        </p:grpSp>
        <p:grpSp>
          <p:nvGrpSpPr>
            <p:cNvPr id="8" name="Group 7"/>
            <p:cNvGrpSpPr/>
            <p:nvPr/>
          </p:nvGrpSpPr>
          <p:grpSpPr>
            <a:xfrm>
              <a:off x="4664075" y="4286961"/>
              <a:ext cx="5793411" cy="2392930"/>
              <a:chOff x="4664075" y="4286961"/>
              <a:chExt cx="5793411" cy="2392930"/>
            </a:xfrm>
          </p:grpSpPr>
          <p:pic>
            <p:nvPicPr>
              <p:cNvPr id="9" name="Picture 8"/>
              <p:cNvPicPr>
                <a:picLocks noChangeAspect="1"/>
              </p:cNvPicPr>
              <p:nvPr/>
            </p:nvPicPr>
            <p:blipFill>
              <a:blip r:embed="rId2"/>
              <a:stretch>
                <a:fillRect/>
              </a:stretch>
            </p:blipFill>
            <p:spPr>
              <a:xfrm flipH="1">
                <a:off x="4664075" y="4286961"/>
                <a:ext cx="5793411" cy="2392930"/>
              </a:xfrm>
              <a:prstGeom prst="rect">
                <a:avLst/>
              </a:prstGeom>
            </p:spPr>
          </p:pic>
          <p:pic>
            <p:nvPicPr>
              <p:cNvPr id="11" name="Picture 10"/>
              <p:cNvPicPr>
                <a:picLocks noChangeAspect="1"/>
              </p:cNvPicPr>
              <p:nvPr/>
            </p:nvPicPr>
            <p:blipFill>
              <a:blip r:embed="rId3">
                <a:extLst>
                  <a:ext uri="{28A0092B-C50C-407E-A947-70E740481C1C}">
                    <a14:useLocalDpi xmlns:a14="http://schemas.microsoft.com/office/drawing/2010/main" val="0"/>
                  </a:ext>
                </a:extLst>
              </a:blip>
              <a:srcRect l="528" t="1822" r="1518" b="1873"/>
              <a:stretch>
                <a:fillRect/>
              </a:stretch>
            </p:blipFill>
            <p:spPr>
              <a:xfrm>
                <a:off x="6666858" y="4311651"/>
                <a:ext cx="1177925" cy="650875"/>
              </a:xfrm>
              <a:custGeom>
                <a:avLst/>
                <a:gdLst>
                  <a:gd name="connsiteX0" fmla="*/ 15608 w 1177925"/>
                  <a:gd name="connsiteY0" fmla="*/ 0 h 650875"/>
                  <a:gd name="connsiteX1" fmla="*/ 1162317 w 1177925"/>
                  <a:gd name="connsiteY1" fmla="*/ 0 h 650875"/>
                  <a:gd name="connsiteX2" fmla="*/ 1177925 w 1177925"/>
                  <a:gd name="connsiteY2" fmla="*/ 15608 h 650875"/>
                  <a:gd name="connsiteX3" fmla="*/ 1177925 w 1177925"/>
                  <a:gd name="connsiteY3" fmla="*/ 635267 h 650875"/>
                  <a:gd name="connsiteX4" fmla="*/ 1162317 w 1177925"/>
                  <a:gd name="connsiteY4" fmla="*/ 650875 h 650875"/>
                  <a:gd name="connsiteX5" fmla="*/ 15608 w 1177925"/>
                  <a:gd name="connsiteY5" fmla="*/ 650875 h 650875"/>
                  <a:gd name="connsiteX6" fmla="*/ 0 w 1177925"/>
                  <a:gd name="connsiteY6" fmla="*/ 635267 h 650875"/>
                  <a:gd name="connsiteX7" fmla="*/ 0 w 1177925"/>
                  <a:gd name="connsiteY7" fmla="*/ 15608 h 650875"/>
                  <a:gd name="connsiteX8" fmla="*/ 15608 w 1177925"/>
                  <a:gd name="connsiteY8" fmla="*/ 0 h 6508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77925" h="650875">
                    <a:moveTo>
                      <a:pt x="15608" y="0"/>
                    </a:moveTo>
                    <a:lnTo>
                      <a:pt x="1162317" y="0"/>
                    </a:lnTo>
                    <a:cubicBezTo>
                      <a:pt x="1170937" y="0"/>
                      <a:pt x="1177925" y="6988"/>
                      <a:pt x="1177925" y="15608"/>
                    </a:cubicBezTo>
                    <a:lnTo>
                      <a:pt x="1177925" y="635267"/>
                    </a:lnTo>
                    <a:cubicBezTo>
                      <a:pt x="1177925" y="643887"/>
                      <a:pt x="1170937" y="650875"/>
                      <a:pt x="1162317" y="650875"/>
                    </a:cubicBezTo>
                    <a:lnTo>
                      <a:pt x="15608" y="650875"/>
                    </a:lnTo>
                    <a:cubicBezTo>
                      <a:pt x="6988" y="650875"/>
                      <a:pt x="0" y="643887"/>
                      <a:pt x="0" y="635267"/>
                    </a:cubicBezTo>
                    <a:lnTo>
                      <a:pt x="0" y="15608"/>
                    </a:lnTo>
                    <a:cubicBezTo>
                      <a:pt x="0" y="6988"/>
                      <a:pt x="6988" y="0"/>
                      <a:pt x="15608" y="0"/>
                    </a:cubicBezTo>
                    <a:close/>
                  </a:path>
                </a:pathLst>
              </a:custGeom>
            </p:spPr>
          </p:pic>
          <p:sp>
            <p:nvSpPr>
              <p:cNvPr id="12" name="Rectangle 11"/>
              <p:cNvSpPr/>
              <p:nvPr/>
            </p:nvSpPr>
            <p:spPr bwMode="auto">
              <a:xfrm>
                <a:off x="5717381" y="4994276"/>
                <a:ext cx="226539" cy="106362"/>
              </a:xfrm>
              <a:prstGeom prst="rect">
                <a:avLst/>
              </a:prstGeom>
              <a:solidFill>
                <a:srgbClr val="505050"/>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grpSp>
      </p:grpSp>
      <p:sp>
        <p:nvSpPr>
          <p:cNvPr id="49" name="TextBox 48"/>
          <p:cNvSpPr txBox="1"/>
          <p:nvPr userDrawn="1"/>
        </p:nvSpPr>
        <p:spPr>
          <a:xfrm>
            <a:off x="6149167" y="6498479"/>
            <a:ext cx="1521763" cy="323165"/>
          </a:xfrm>
          <a:prstGeom prst="rect">
            <a:avLst/>
          </a:prstGeom>
          <a:noFill/>
        </p:spPr>
        <p:txBody>
          <a:bodyPr wrap="none" lIns="146304" tIns="91440" rIns="146304" bIns="91440" rtlCol="0">
            <a:spAutoFit/>
          </a:bodyPr>
          <a:lstStyle/>
          <a:p>
            <a:pPr>
              <a:lnSpc>
                <a:spcPct val="90000"/>
              </a:lnSpc>
              <a:spcAft>
                <a:spcPts val="0"/>
              </a:spcAft>
            </a:pPr>
            <a:r>
              <a:rPr lang="en-US" sz="1000" dirty="0" smtClean="0">
                <a:gradFill>
                  <a:gsLst>
                    <a:gs pos="2917">
                      <a:schemeClr val="tx1"/>
                    </a:gs>
                    <a:gs pos="30000">
                      <a:schemeClr val="tx1"/>
                    </a:gs>
                  </a:gsLst>
                  <a:lin ang="5400000" scaled="0"/>
                </a:gradFill>
              </a:rPr>
              <a:t>http://dev.office.com/</a:t>
            </a:r>
          </a:p>
        </p:txBody>
      </p:sp>
      <p:sp>
        <p:nvSpPr>
          <p:cNvPr id="45" name="Date Placeholder 5"/>
          <p:cNvSpPr>
            <a:spLocks noGrp="1"/>
          </p:cNvSpPr>
          <p:nvPr>
            <p:ph type="dt" sz="half" idx="2"/>
          </p:nvPr>
        </p:nvSpPr>
        <p:spPr>
          <a:xfrm>
            <a:off x="4822654" y="6471920"/>
            <a:ext cx="2797175" cy="371475"/>
          </a:xfrm>
          <a:prstGeom prst="rect">
            <a:avLst/>
          </a:prstGeom>
        </p:spPr>
        <p:txBody>
          <a:bodyPr vert="horz" lIns="91440" tIns="45720" rIns="91440" bIns="45720" rtlCol="0" anchor="ctr"/>
          <a:lstStyle>
            <a:lvl1pPr marL="0" algn="l" defTabSz="932742" rtl="0" eaLnBrk="1" latinLnBrk="0" hangingPunct="1">
              <a:lnSpc>
                <a:spcPct val="90000"/>
              </a:lnSpc>
              <a:spcAft>
                <a:spcPts val="0"/>
              </a:spcAft>
              <a:defRPr lang="en-US" sz="1000" kern="1200" smtClean="0">
                <a:gradFill>
                  <a:gsLst>
                    <a:gs pos="2917">
                      <a:schemeClr val="tx1"/>
                    </a:gs>
                    <a:gs pos="30000">
                      <a:schemeClr val="tx1"/>
                    </a:gs>
                  </a:gsLst>
                  <a:lin ang="5400000" scaled="0"/>
                </a:gradFill>
                <a:latin typeface="+mn-lt"/>
                <a:ea typeface="+mn-ea"/>
                <a:cs typeface="+mn-cs"/>
              </a:defRPr>
            </a:lvl1pPr>
          </a:lstStyle>
          <a:p>
            <a:r>
              <a:rPr lang="en-US" smtClean="0"/>
              <a:t>Microsoft Confidential</a:t>
            </a:r>
            <a:endParaRPr lang="en-US" dirty="0"/>
          </a:p>
        </p:txBody>
      </p:sp>
      <p:pic>
        <p:nvPicPr>
          <p:cNvPr id="46" name="Picture 45"/>
          <p:cNvPicPr>
            <a:picLocks noChangeAspect="1"/>
          </p:cNvPicPr>
          <p:nvPr userDrawn="1"/>
        </p:nvPicPr>
        <p:blipFill>
          <a:blip r:embed="rId4">
            <a:lum bright="100000"/>
          </a:blip>
          <a:stretch>
            <a:fillRect/>
          </a:stretch>
        </p:blipFill>
        <p:spPr>
          <a:xfrm>
            <a:off x="436564" y="6474800"/>
            <a:ext cx="704088" cy="222863"/>
          </a:xfrm>
          <a:prstGeom prst="rect">
            <a:avLst/>
          </a:prstGeom>
        </p:spPr>
      </p:pic>
    </p:spTree>
    <p:extLst>
      <p:ext uri="{BB962C8B-B14F-4D97-AF65-F5344CB8AC3E}">
        <p14:creationId xmlns:p14="http://schemas.microsoft.com/office/powerpoint/2010/main" val="1668062234"/>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Section Title Accent Color 1">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74638" y="2125662"/>
            <a:ext cx="11887200" cy="1181862"/>
          </a:xfrm>
          <a:noFill/>
        </p:spPr>
        <p:txBody>
          <a:bodyPr tIns="91440" bIns="91440" anchor="b" anchorCtr="0">
            <a:spAutoFit/>
          </a:bodyPr>
          <a:lstStyle>
            <a:lvl1pPr>
              <a:defRPr sz="7200" spc="-100" baseline="0">
                <a:gradFill>
                  <a:gsLst>
                    <a:gs pos="100000">
                      <a:schemeClr val="tx1"/>
                    </a:gs>
                    <a:gs pos="0">
                      <a:schemeClr val="tx1"/>
                    </a:gs>
                  </a:gsLst>
                  <a:lin ang="5400000" scaled="0"/>
                </a:gradFill>
              </a:defRPr>
            </a:lvl1pPr>
          </a:lstStyle>
          <a:p>
            <a:r>
              <a:rPr lang="en-US" dirty="0" smtClean="0"/>
              <a:t>Section title</a:t>
            </a:r>
            <a:endParaRPr lang="en-US" dirty="0"/>
          </a:p>
        </p:txBody>
      </p:sp>
      <p:sp>
        <p:nvSpPr>
          <p:cNvPr id="9" name="TextBox 8"/>
          <p:cNvSpPr txBox="1"/>
          <p:nvPr userDrawn="1"/>
        </p:nvSpPr>
        <p:spPr>
          <a:xfrm>
            <a:off x="6149167" y="6498479"/>
            <a:ext cx="1521763" cy="323165"/>
          </a:xfrm>
          <a:prstGeom prst="rect">
            <a:avLst/>
          </a:prstGeom>
          <a:noFill/>
        </p:spPr>
        <p:txBody>
          <a:bodyPr wrap="none" lIns="146304" tIns="91440" rIns="146304" bIns="91440" rtlCol="0">
            <a:spAutoFit/>
          </a:bodyPr>
          <a:lstStyle/>
          <a:p>
            <a:pPr>
              <a:lnSpc>
                <a:spcPct val="90000"/>
              </a:lnSpc>
              <a:spcAft>
                <a:spcPts val="0"/>
              </a:spcAft>
            </a:pPr>
            <a:r>
              <a:rPr lang="en-US" sz="1000" dirty="0" smtClean="0">
                <a:gradFill>
                  <a:gsLst>
                    <a:gs pos="2917">
                      <a:schemeClr val="tx1"/>
                    </a:gs>
                    <a:gs pos="30000">
                      <a:schemeClr val="tx1"/>
                    </a:gs>
                  </a:gsLst>
                  <a:lin ang="5400000" scaled="0"/>
                </a:gradFill>
              </a:rPr>
              <a:t>http://dev.office.com/</a:t>
            </a:r>
          </a:p>
        </p:txBody>
      </p:sp>
      <p:sp>
        <p:nvSpPr>
          <p:cNvPr id="7" name="Date Placeholder 5"/>
          <p:cNvSpPr>
            <a:spLocks noGrp="1"/>
          </p:cNvSpPr>
          <p:nvPr>
            <p:ph type="dt" sz="half" idx="2"/>
          </p:nvPr>
        </p:nvSpPr>
        <p:spPr>
          <a:xfrm>
            <a:off x="4822654" y="6471920"/>
            <a:ext cx="2797175" cy="371475"/>
          </a:xfrm>
          <a:prstGeom prst="rect">
            <a:avLst/>
          </a:prstGeom>
        </p:spPr>
        <p:txBody>
          <a:bodyPr vert="horz" lIns="91440" tIns="45720" rIns="91440" bIns="45720" rtlCol="0" anchor="ctr"/>
          <a:lstStyle>
            <a:lvl1pPr marL="0" algn="l" defTabSz="932742" rtl="0" eaLnBrk="1" latinLnBrk="0" hangingPunct="1">
              <a:lnSpc>
                <a:spcPct val="90000"/>
              </a:lnSpc>
              <a:spcAft>
                <a:spcPts val="0"/>
              </a:spcAft>
              <a:defRPr lang="en-US" sz="1000" kern="1200" smtClean="0">
                <a:gradFill>
                  <a:gsLst>
                    <a:gs pos="2917">
                      <a:schemeClr val="tx1"/>
                    </a:gs>
                    <a:gs pos="30000">
                      <a:schemeClr val="tx1"/>
                    </a:gs>
                  </a:gsLst>
                  <a:lin ang="5400000" scaled="0"/>
                </a:gradFill>
                <a:latin typeface="+mn-lt"/>
                <a:ea typeface="+mn-ea"/>
                <a:cs typeface="+mn-cs"/>
              </a:defRPr>
            </a:lvl1pPr>
          </a:lstStyle>
          <a:p>
            <a:r>
              <a:rPr lang="en-US" smtClean="0"/>
              <a:t>Microsoft Confidential</a:t>
            </a:r>
            <a:endParaRPr lang="en-US" dirty="0"/>
          </a:p>
        </p:txBody>
      </p:sp>
      <p:pic>
        <p:nvPicPr>
          <p:cNvPr id="6" name="Picture 5"/>
          <p:cNvPicPr>
            <a:picLocks noChangeAspect="1"/>
          </p:cNvPicPr>
          <p:nvPr userDrawn="1"/>
        </p:nvPicPr>
        <p:blipFill>
          <a:blip r:embed="rId2">
            <a:lum bright="100000"/>
          </a:blip>
          <a:stretch>
            <a:fillRect/>
          </a:stretch>
        </p:blipFill>
        <p:spPr>
          <a:xfrm>
            <a:off x="436564" y="6474800"/>
            <a:ext cx="704088" cy="222863"/>
          </a:xfrm>
          <a:prstGeom prst="rect">
            <a:avLst/>
          </a:prstGeom>
        </p:spPr>
      </p:pic>
    </p:spTree>
    <p:extLst>
      <p:ext uri="{BB962C8B-B14F-4D97-AF65-F5344CB8AC3E}">
        <p14:creationId xmlns:p14="http://schemas.microsoft.com/office/powerpoint/2010/main" val="168934554"/>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Section Title Accent Color 2">
    <p:bg>
      <p:bgPr>
        <a:solidFill>
          <a:schemeClr val="accent2"/>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74638" y="2125662"/>
            <a:ext cx="11887200" cy="1181862"/>
          </a:xfrm>
          <a:noFill/>
        </p:spPr>
        <p:txBody>
          <a:bodyPr tIns="91440" bIns="91440" anchor="t" anchorCtr="0">
            <a:spAutoFit/>
          </a:bodyPr>
          <a:lstStyle>
            <a:lvl1pPr>
              <a:defRPr sz="7200" spc="-100" baseline="0">
                <a:gradFill>
                  <a:gsLst>
                    <a:gs pos="100000">
                      <a:schemeClr val="tx1"/>
                    </a:gs>
                    <a:gs pos="0">
                      <a:schemeClr val="tx1"/>
                    </a:gs>
                  </a:gsLst>
                  <a:lin ang="5400000" scaled="0"/>
                </a:gradFill>
              </a:defRPr>
            </a:lvl1pPr>
          </a:lstStyle>
          <a:p>
            <a:r>
              <a:rPr lang="en-US" dirty="0" smtClean="0"/>
              <a:t>Section title</a:t>
            </a:r>
            <a:endParaRPr lang="en-US" dirty="0"/>
          </a:p>
        </p:txBody>
      </p:sp>
      <p:sp>
        <p:nvSpPr>
          <p:cNvPr id="9" name="TextBox 8"/>
          <p:cNvSpPr txBox="1"/>
          <p:nvPr userDrawn="1"/>
        </p:nvSpPr>
        <p:spPr>
          <a:xfrm>
            <a:off x="6149167" y="6498479"/>
            <a:ext cx="1521763" cy="323165"/>
          </a:xfrm>
          <a:prstGeom prst="rect">
            <a:avLst/>
          </a:prstGeom>
          <a:noFill/>
        </p:spPr>
        <p:txBody>
          <a:bodyPr wrap="none" lIns="146304" tIns="91440" rIns="146304" bIns="91440" rtlCol="0">
            <a:spAutoFit/>
          </a:bodyPr>
          <a:lstStyle/>
          <a:p>
            <a:pPr>
              <a:lnSpc>
                <a:spcPct val="90000"/>
              </a:lnSpc>
              <a:spcAft>
                <a:spcPts val="0"/>
              </a:spcAft>
            </a:pPr>
            <a:r>
              <a:rPr lang="en-US" sz="1000" dirty="0" smtClean="0">
                <a:gradFill>
                  <a:gsLst>
                    <a:gs pos="2917">
                      <a:schemeClr val="tx1"/>
                    </a:gs>
                    <a:gs pos="30000">
                      <a:schemeClr val="tx1"/>
                    </a:gs>
                  </a:gsLst>
                  <a:lin ang="5400000" scaled="0"/>
                </a:gradFill>
              </a:rPr>
              <a:t>http://dev.office.com/</a:t>
            </a:r>
          </a:p>
        </p:txBody>
      </p:sp>
      <p:sp>
        <p:nvSpPr>
          <p:cNvPr id="7" name="Date Placeholder 5"/>
          <p:cNvSpPr>
            <a:spLocks noGrp="1"/>
          </p:cNvSpPr>
          <p:nvPr>
            <p:ph type="dt" sz="half" idx="2"/>
          </p:nvPr>
        </p:nvSpPr>
        <p:spPr>
          <a:xfrm>
            <a:off x="4822654" y="6471920"/>
            <a:ext cx="2797175" cy="371475"/>
          </a:xfrm>
          <a:prstGeom prst="rect">
            <a:avLst/>
          </a:prstGeom>
        </p:spPr>
        <p:txBody>
          <a:bodyPr vert="horz" lIns="91440" tIns="45720" rIns="91440" bIns="45720" rtlCol="0" anchor="ctr"/>
          <a:lstStyle>
            <a:lvl1pPr marL="0" algn="l" defTabSz="932742" rtl="0" eaLnBrk="1" latinLnBrk="0" hangingPunct="1">
              <a:lnSpc>
                <a:spcPct val="90000"/>
              </a:lnSpc>
              <a:spcAft>
                <a:spcPts val="0"/>
              </a:spcAft>
              <a:defRPr lang="en-US" sz="1000" kern="1200" smtClean="0">
                <a:gradFill>
                  <a:gsLst>
                    <a:gs pos="2917">
                      <a:schemeClr val="tx1"/>
                    </a:gs>
                    <a:gs pos="30000">
                      <a:schemeClr val="tx1"/>
                    </a:gs>
                  </a:gsLst>
                  <a:lin ang="5400000" scaled="0"/>
                </a:gradFill>
                <a:latin typeface="+mn-lt"/>
                <a:ea typeface="+mn-ea"/>
                <a:cs typeface="+mn-cs"/>
              </a:defRPr>
            </a:lvl1pPr>
          </a:lstStyle>
          <a:p>
            <a:r>
              <a:rPr lang="en-US" smtClean="0"/>
              <a:t>Microsoft Confidential</a:t>
            </a:r>
            <a:endParaRPr lang="en-US" dirty="0"/>
          </a:p>
        </p:txBody>
      </p:sp>
      <p:pic>
        <p:nvPicPr>
          <p:cNvPr id="6" name="Picture 5"/>
          <p:cNvPicPr>
            <a:picLocks noChangeAspect="1"/>
          </p:cNvPicPr>
          <p:nvPr userDrawn="1"/>
        </p:nvPicPr>
        <p:blipFill>
          <a:blip r:embed="rId2">
            <a:lum bright="100000"/>
          </a:blip>
          <a:stretch>
            <a:fillRect/>
          </a:stretch>
        </p:blipFill>
        <p:spPr>
          <a:xfrm>
            <a:off x="436564" y="6474800"/>
            <a:ext cx="704088" cy="222863"/>
          </a:xfrm>
          <a:prstGeom prst="rect">
            <a:avLst/>
          </a:prstGeom>
        </p:spPr>
      </p:pic>
    </p:spTree>
    <p:extLst>
      <p:ext uri="{BB962C8B-B14F-4D97-AF65-F5344CB8AC3E}">
        <p14:creationId xmlns:p14="http://schemas.microsoft.com/office/powerpoint/2010/main" val="2908698505"/>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Section Title Accent Color 3">
    <p:bg>
      <p:bgPr>
        <a:solidFill>
          <a:schemeClr val="accent6"/>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74638" y="2125662"/>
            <a:ext cx="11887200" cy="1181862"/>
          </a:xfrm>
          <a:noFill/>
        </p:spPr>
        <p:txBody>
          <a:bodyPr vert="horz" wrap="square" lIns="146304" tIns="91440" rIns="146304" bIns="91440" rtlCol="0" anchor="t" anchorCtr="0">
            <a:spAutoFit/>
          </a:bodyPr>
          <a:lstStyle>
            <a:lvl1pPr>
              <a:defRPr lang="en-US" sz="7200" spc="-100" dirty="0">
                <a:gradFill>
                  <a:gsLst>
                    <a:gs pos="100000">
                      <a:schemeClr val="tx1"/>
                    </a:gs>
                    <a:gs pos="0">
                      <a:schemeClr val="tx1"/>
                    </a:gs>
                  </a:gsLst>
                  <a:lin ang="5400000" scaled="0"/>
                </a:gradFill>
              </a:defRPr>
            </a:lvl1pPr>
          </a:lstStyle>
          <a:p>
            <a:pPr lvl="0"/>
            <a:r>
              <a:rPr lang="en-US" dirty="0" smtClean="0"/>
              <a:t>Section title</a:t>
            </a:r>
            <a:endParaRPr lang="en-US" dirty="0"/>
          </a:p>
        </p:txBody>
      </p:sp>
      <p:sp>
        <p:nvSpPr>
          <p:cNvPr id="9" name="TextBox 8"/>
          <p:cNvSpPr txBox="1"/>
          <p:nvPr userDrawn="1"/>
        </p:nvSpPr>
        <p:spPr>
          <a:xfrm>
            <a:off x="6149167" y="6498479"/>
            <a:ext cx="1521763" cy="323165"/>
          </a:xfrm>
          <a:prstGeom prst="rect">
            <a:avLst/>
          </a:prstGeom>
          <a:noFill/>
        </p:spPr>
        <p:txBody>
          <a:bodyPr wrap="none" lIns="146304" tIns="91440" rIns="146304" bIns="91440" rtlCol="0">
            <a:spAutoFit/>
          </a:bodyPr>
          <a:lstStyle/>
          <a:p>
            <a:pPr>
              <a:lnSpc>
                <a:spcPct val="90000"/>
              </a:lnSpc>
              <a:spcAft>
                <a:spcPts val="0"/>
              </a:spcAft>
            </a:pPr>
            <a:r>
              <a:rPr lang="en-US" sz="1000" dirty="0" smtClean="0">
                <a:gradFill>
                  <a:gsLst>
                    <a:gs pos="2917">
                      <a:schemeClr val="tx1"/>
                    </a:gs>
                    <a:gs pos="30000">
                      <a:schemeClr val="tx1"/>
                    </a:gs>
                  </a:gsLst>
                  <a:lin ang="5400000" scaled="0"/>
                </a:gradFill>
              </a:rPr>
              <a:t>http://dev.office.com/</a:t>
            </a:r>
          </a:p>
        </p:txBody>
      </p:sp>
      <p:sp>
        <p:nvSpPr>
          <p:cNvPr id="7" name="Date Placeholder 5"/>
          <p:cNvSpPr>
            <a:spLocks noGrp="1"/>
          </p:cNvSpPr>
          <p:nvPr>
            <p:ph type="dt" sz="half" idx="2"/>
          </p:nvPr>
        </p:nvSpPr>
        <p:spPr>
          <a:xfrm>
            <a:off x="4822654" y="6471920"/>
            <a:ext cx="2797175" cy="371475"/>
          </a:xfrm>
          <a:prstGeom prst="rect">
            <a:avLst/>
          </a:prstGeom>
        </p:spPr>
        <p:txBody>
          <a:bodyPr vert="horz" lIns="91440" tIns="45720" rIns="91440" bIns="45720" rtlCol="0" anchor="ctr"/>
          <a:lstStyle>
            <a:lvl1pPr marL="0" algn="l" defTabSz="932742" rtl="0" eaLnBrk="1" latinLnBrk="0" hangingPunct="1">
              <a:lnSpc>
                <a:spcPct val="90000"/>
              </a:lnSpc>
              <a:spcAft>
                <a:spcPts val="0"/>
              </a:spcAft>
              <a:defRPr lang="en-US" sz="1000" kern="1200" smtClean="0">
                <a:gradFill>
                  <a:gsLst>
                    <a:gs pos="2917">
                      <a:schemeClr val="tx1"/>
                    </a:gs>
                    <a:gs pos="30000">
                      <a:schemeClr val="tx1"/>
                    </a:gs>
                  </a:gsLst>
                  <a:lin ang="5400000" scaled="0"/>
                </a:gradFill>
                <a:latin typeface="+mn-lt"/>
                <a:ea typeface="+mn-ea"/>
                <a:cs typeface="+mn-cs"/>
              </a:defRPr>
            </a:lvl1pPr>
          </a:lstStyle>
          <a:p>
            <a:r>
              <a:rPr lang="en-US" smtClean="0"/>
              <a:t>Microsoft Confidential</a:t>
            </a:r>
            <a:endParaRPr lang="en-US" dirty="0"/>
          </a:p>
        </p:txBody>
      </p:sp>
      <p:pic>
        <p:nvPicPr>
          <p:cNvPr id="6" name="Picture 5"/>
          <p:cNvPicPr>
            <a:picLocks noChangeAspect="1"/>
          </p:cNvPicPr>
          <p:nvPr userDrawn="1"/>
        </p:nvPicPr>
        <p:blipFill>
          <a:blip r:embed="rId2">
            <a:lum bright="100000"/>
          </a:blip>
          <a:stretch>
            <a:fillRect/>
          </a:stretch>
        </p:blipFill>
        <p:spPr>
          <a:xfrm>
            <a:off x="436564" y="6474800"/>
            <a:ext cx="704088" cy="222863"/>
          </a:xfrm>
          <a:prstGeom prst="rect">
            <a:avLst/>
          </a:prstGeom>
        </p:spPr>
      </p:pic>
    </p:spTree>
    <p:extLst>
      <p:ext uri="{BB962C8B-B14F-4D97-AF65-F5344CB8AC3E}">
        <p14:creationId xmlns:p14="http://schemas.microsoft.com/office/powerpoint/2010/main" val="3266291156"/>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1_Section Title Accent Color 3">
    <p:bg>
      <p:bgPr>
        <a:solidFill>
          <a:schemeClr val="accent3"/>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74638" y="2125662"/>
            <a:ext cx="11887200" cy="1181862"/>
          </a:xfrm>
          <a:noFill/>
        </p:spPr>
        <p:txBody>
          <a:bodyPr tIns="91440" bIns="91440" anchor="t" anchorCtr="0">
            <a:spAutoFit/>
          </a:bodyPr>
          <a:lstStyle>
            <a:lvl1pPr>
              <a:defRPr sz="7200" spc="-100" baseline="0">
                <a:gradFill>
                  <a:gsLst>
                    <a:gs pos="87425">
                      <a:schemeClr val="tx1"/>
                    </a:gs>
                    <a:gs pos="67000">
                      <a:schemeClr val="tx1"/>
                    </a:gs>
                  </a:gsLst>
                  <a:lin ang="5400000" scaled="0"/>
                </a:gradFill>
              </a:defRPr>
            </a:lvl1pPr>
          </a:lstStyle>
          <a:p>
            <a:r>
              <a:rPr lang="en-US" dirty="0" smtClean="0"/>
              <a:t>Section title</a:t>
            </a:r>
            <a:endParaRPr lang="en-US" dirty="0"/>
          </a:p>
        </p:txBody>
      </p:sp>
      <p:sp>
        <p:nvSpPr>
          <p:cNvPr id="9" name="TextBox 8"/>
          <p:cNvSpPr txBox="1"/>
          <p:nvPr userDrawn="1"/>
        </p:nvSpPr>
        <p:spPr>
          <a:xfrm>
            <a:off x="6149167" y="6498479"/>
            <a:ext cx="1521763" cy="323165"/>
          </a:xfrm>
          <a:prstGeom prst="rect">
            <a:avLst/>
          </a:prstGeom>
          <a:noFill/>
        </p:spPr>
        <p:txBody>
          <a:bodyPr wrap="none" lIns="146304" tIns="91440" rIns="146304" bIns="91440" rtlCol="0">
            <a:spAutoFit/>
          </a:bodyPr>
          <a:lstStyle/>
          <a:p>
            <a:pPr>
              <a:lnSpc>
                <a:spcPct val="90000"/>
              </a:lnSpc>
              <a:spcAft>
                <a:spcPts val="0"/>
              </a:spcAft>
            </a:pPr>
            <a:r>
              <a:rPr lang="en-US" sz="1000" dirty="0" smtClean="0">
                <a:gradFill>
                  <a:gsLst>
                    <a:gs pos="2917">
                      <a:schemeClr val="tx1"/>
                    </a:gs>
                    <a:gs pos="30000">
                      <a:schemeClr val="tx1"/>
                    </a:gs>
                  </a:gsLst>
                  <a:lin ang="5400000" scaled="0"/>
                </a:gradFill>
              </a:rPr>
              <a:t>http://dev.office.com/</a:t>
            </a:r>
          </a:p>
        </p:txBody>
      </p:sp>
      <p:sp>
        <p:nvSpPr>
          <p:cNvPr id="7" name="Date Placeholder 5"/>
          <p:cNvSpPr>
            <a:spLocks noGrp="1"/>
          </p:cNvSpPr>
          <p:nvPr>
            <p:ph type="dt" sz="half" idx="2"/>
          </p:nvPr>
        </p:nvSpPr>
        <p:spPr>
          <a:xfrm>
            <a:off x="4822654" y="6471920"/>
            <a:ext cx="2797175" cy="371475"/>
          </a:xfrm>
          <a:prstGeom prst="rect">
            <a:avLst/>
          </a:prstGeom>
        </p:spPr>
        <p:txBody>
          <a:bodyPr vert="horz" lIns="91440" tIns="45720" rIns="91440" bIns="45720" rtlCol="0" anchor="ctr"/>
          <a:lstStyle>
            <a:lvl1pPr marL="0" algn="l" defTabSz="932742" rtl="0" eaLnBrk="1" latinLnBrk="0" hangingPunct="1">
              <a:lnSpc>
                <a:spcPct val="90000"/>
              </a:lnSpc>
              <a:spcAft>
                <a:spcPts val="0"/>
              </a:spcAft>
              <a:defRPr lang="en-US" sz="1000" kern="1200" smtClean="0">
                <a:gradFill>
                  <a:gsLst>
                    <a:gs pos="2917">
                      <a:schemeClr val="tx1"/>
                    </a:gs>
                    <a:gs pos="30000">
                      <a:schemeClr val="tx1"/>
                    </a:gs>
                  </a:gsLst>
                  <a:lin ang="5400000" scaled="0"/>
                </a:gradFill>
                <a:latin typeface="+mn-lt"/>
                <a:ea typeface="+mn-ea"/>
                <a:cs typeface="+mn-cs"/>
              </a:defRPr>
            </a:lvl1pPr>
          </a:lstStyle>
          <a:p>
            <a:r>
              <a:rPr lang="en-US" smtClean="0"/>
              <a:t>Microsoft Confidential</a:t>
            </a:r>
            <a:endParaRPr lang="en-US" dirty="0"/>
          </a:p>
        </p:txBody>
      </p:sp>
      <p:pic>
        <p:nvPicPr>
          <p:cNvPr id="6" name="Picture 5"/>
          <p:cNvPicPr>
            <a:picLocks noChangeAspect="1"/>
          </p:cNvPicPr>
          <p:nvPr userDrawn="1"/>
        </p:nvPicPr>
        <p:blipFill>
          <a:blip r:embed="rId2"/>
          <a:stretch>
            <a:fillRect/>
          </a:stretch>
        </p:blipFill>
        <p:spPr>
          <a:xfrm>
            <a:off x="436564" y="6474800"/>
            <a:ext cx="704088" cy="222863"/>
          </a:xfrm>
          <a:prstGeom prst="rect">
            <a:avLst/>
          </a:prstGeom>
        </p:spPr>
      </p:pic>
    </p:spTree>
    <p:extLst>
      <p:ext uri="{BB962C8B-B14F-4D97-AF65-F5344CB8AC3E}">
        <p14:creationId xmlns:p14="http://schemas.microsoft.com/office/powerpoint/2010/main" val="1809036345"/>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Section Titl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74638" y="2125662"/>
            <a:ext cx="11887200" cy="1181862"/>
          </a:xfrm>
          <a:noFill/>
        </p:spPr>
        <p:txBody>
          <a:bodyPr vert="horz" wrap="square" lIns="146304" tIns="91440" rIns="146304" bIns="91440" rtlCol="0" anchor="t" anchorCtr="0">
            <a:spAutoFit/>
          </a:bodyPr>
          <a:lstStyle>
            <a:lvl1pPr>
              <a:defRPr lang="en-US" sz="7200" spc="-100" dirty="0">
                <a:gradFill>
                  <a:gsLst>
                    <a:gs pos="94012">
                      <a:srgbClr val="262626"/>
                    </a:gs>
                    <a:gs pos="37000">
                      <a:srgbClr val="262626"/>
                    </a:gs>
                  </a:gsLst>
                  <a:lin ang="5400000" scaled="0"/>
                </a:gradFill>
              </a:defRPr>
            </a:lvl1pPr>
          </a:lstStyle>
          <a:p>
            <a:pPr lvl="0"/>
            <a:r>
              <a:rPr lang="en-US" dirty="0" smtClean="0"/>
              <a:t>Section title</a:t>
            </a:r>
            <a:endParaRPr lang="en-US" dirty="0"/>
          </a:p>
        </p:txBody>
      </p:sp>
      <p:sp>
        <p:nvSpPr>
          <p:cNvPr id="9" name="TextBox 8"/>
          <p:cNvSpPr txBox="1"/>
          <p:nvPr userDrawn="1"/>
        </p:nvSpPr>
        <p:spPr>
          <a:xfrm>
            <a:off x="6149167" y="6498479"/>
            <a:ext cx="1521763" cy="323165"/>
          </a:xfrm>
          <a:prstGeom prst="rect">
            <a:avLst/>
          </a:prstGeom>
          <a:noFill/>
        </p:spPr>
        <p:txBody>
          <a:bodyPr wrap="none" lIns="146304" tIns="91440" rIns="146304" bIns="91440" rtlCol="0">
            <a:spAutoFit/>
          </a:bodyPr>
          <a:lstStyle/>
          <a:p>
            <a:pPr>
              <a:lnSpc>
                <a:spcPct val="90000"/>
              </a:lnSpc>
              <a:spcAft>
                <a:spcPts val="0"/>
              </a:spcAft>
            </a:pPr>
            <a:r>
              <a:rPr lang="en-US" sz="1000" dirty="0" smtClean="0">
                <a:gradFill>
                  <a:gsLst>
                    <a:gs pos="2917">
                      <a:schemeClr val="tx1"/>
                    </a:gs>
                    <a:gs pos="30000">
                      <a:schemeClr val="tx1"/>
                    </a:gs>
                  </a:gsLst>
                  <a:lin ang="5400000" scaled="0"/>
                </a:gradFill>
              </a:rPr>
              <a:t>http://dev.office.com/</a:t>
            </a:r>
          </a:p>
        </p:txBody>
      </p:sp>
      <p:sp>
        <p:nvSpPr>
          <p:cNvPr id="7" name="Date Placeholder 5"/>
          <p:cNvSpPr>
            <a:spLocks noGrp="1"/>
          </p:cNvSpPr>
          <p:nvPr>
            <p:ph type="dt" sz="half" idx="2"/>
          </p:nvPr>
        </p:nvSpPr>
        <p:spPr>
          <a:xfrm>
            <a:off x="4822654" y="6471920"/>
            <a:ext cx="2797175" cy="371475"/>
          </a:xfrm>
          <a:prstGeom prst="rect">
            <a:avLst/>
          </a:prstGeom>
        </p:spPr>
        <p:txBody>
          <a:bodyPr vert="horz" lIns="91440" tIns="45720" rIns="91440" bIns="45720" rtlCol="0" anchor="ctr"/>
          <a:lstStyle>
            <a:lvl1pPr marL="0" algn="l" defTabSz="932742" rtl="0" eaLnBrk="1" latinLnBrk="0" hangingPunct="1">
              <a:lnSpc>
                <a:spcPct val="90000"/>
              </a:lnSpc>
              <a:spcAft>
                <a:spcPts val="0"/>
              </a:spcAft>
              <a:defRPr lang="en-US" sz="1000" kern="1200" smtClean="0">
                <a:gradFill>
                  <a:gsLst>
                    <a:gs pos="2917">
                      <a:schemeClr val="tx1"/>
                    </a:gs>
                    <a:gs pos="30000">
                      <a:schemeClr val="tx1"/>
                    </a:gs>
                  </a:gsLst>
                  <a:lin ang="5400000" scaled="0"/>
                </a:gradFill>
                <a:latin typeface="+mn-lt"/>
                <a:ea typeface="+mn-ea"/>
                <a:cs typeface="+mn-cs"/>
              </a:defRPr>
            </a:lvl1pPr>
          </a:lstStyle>
          <a:p>
            <a:r>
              <a:rPr lang="en-US" smtClean="0"/>
              <a:t>Microsoft Confidential</a:t>
            </a:r>
            <a:endParaRPr lang="en-US" dirty="0"/>
          </a:p>
        </p:txBody>
      </p:sp>
      <p:pic>
        <p:nvPicPr>
          <p:cNvPr id="6" name="Picture 5"/>
          <p:cNvPicPr>
            <a:picLocks noChangeAspect="1"/>
          </p:cNvPicPr>
          <p:nvPr userDrawn="1"/>
        </p:nvPicPr>
        <p:blipFill>
          <a:blip r:embed="rId2"/>
          <a:stretch>
            <a:fillRect/>
          </a:stretch>
        </p:blipFill>
        <p:spPr>
          <a:xfrm>
            <a:off x="436564" y="6474800"/>
            <a:ext cx="704088" cy="222863"/>
          </a:xfrm>
          <a:prstGeom prst="rect">
            <a:avLst/>
          </a:prstGeom>
        </p:spPr>
      </p:pic>
    </p:spTree>
    <p:extLst>
      <p:ext uri="{BB962C8B-B14F-4D97-AF65-F5344CB8AC3E}">
        <p14:creationId xmlns:p14="http://schemas.microsoft.com/office/powerpoint/2010/main" val="27288490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50-50 Right Photo Layou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74639" y="1241426"/>
            <a:ext cx="5486399" cy="2012859"/>
          </a:xfrm>
        </p:spPr>
        <p:txBody>
          <a:bodyPr>
            <a:spAutoFit/>
          </a:bodyPr>
          <a:lstStyle>
            <a:lvl1pPr>
              <a:defRPr sz="6600" baseline="0">
                <a:gradFill>
                  <a:gsLst>
                    <a:gs pos="14371">
                      <a:srgbClr val="262626"/>
                    </a:gs>
                    <a:gs pos="36000">
                      <a:srgbClr val="262626"/>
                    </a:gs>
                  </a:gsLst>
                  <a:lin ang="5400000" scaled="0"/>
                </a:gradFill>
              </a:defRPr>
            </a:lvl1pPr>
          </a:lstStyle>
          <a:p>
            <a:r>
              <a:rPr lang="en-US" dirty="0" smtClean="0"/>
              <a:t>50/50 photo layout</a:t>
            </a:r>
            <a:endParaRPr lang="en-US" dirty="0"/>
          </a:p>
        </p:txBody>
      </p:sp>
      <p:sp>
        <p:nvSpPr>
          <p:cNvPr id="5" name="Picture Placeholder 4"/>
          <p:cNvSpPr>
            <a:spLocks noGrp="1"/>
          </p:cNvSpPr>
          <p:nvPr>
            <p:ph type="pic" sz="quarter" idx="10"/>
          </p:nvPr>
        </p:nvSpPr>
        <p:spPr bwMode="ltGray">
          <a:xfrm>
            <a:off x="6219825" y="0"/>
            <a:ext cx="6216650" cy="6992587"/>
          </a:xfrm>
          <a:blipFill>
            <a:blip r:embed="rId2"/>
            <a:stretch>
              <a:fillRect/>
            </a:stretch>
          </a:blipFill>
        </p:spPr>
        <p:txBody>
          <a:bodyPr tIns="548640" anchor="ctr" anchorCtr="0">
            <a:noAutofit/>
          </a:bodyPr>
          <a:lstStyle>
            <a:lvl1pPr marL="0" indent="0" algn="ctr">
              <a:buNone/>
              <a:defRPr sz="1600" b="1" cap="none" baseline="0">
                <a:gradFill>
                  <a:gsLst>
                    <a:gs pos="0">
                      <a:srgbClr val="FFFFFF"/>
                    </a:gs>
                    <a:gs pos="27000">
                      <a:srgbClr val="FFFFFF"/>
                    </a:gs>
                  </a:gsLst>
                  <a:lin ang="5400000" scaled="0"/>
                </a:gradFill>
                <a:latin typeface="+mn-lt"/>
              </a:defRPr>
            </a:lvl1pPr>
          </a:lstStyle>
          <a:p>
            <a:r>
              <a:rPr lang="en-US" smtClean="0"/>
              <a:t>Click icon to add picture</a:t>
            </a:r>
            <a:endParaRPr lang="en-US" dirty="0"/>
          </a:p>
        </p:txBody>
      </p:sp>
      <p:pic>
        <p:nvPicPr>
          <p:cNvPr id="6" name="Picture 5"/>
          <p:cNvPicPr>
            <a:picLocks noChangeAspect="1"/>
          </p:cNvPicPr>
          <p:nvPr userDrawn="1"/>
        </p:nvPicPr>
        <p:blipFill>
          <a:blip r:embed="rId3"/>
          <a:stretch>
            <a:fillRect/>
          </a:stretch>
        </p:blipFill>
        <p:spPr>
          <a:xfrm>
            <a:off x="436564" y="6474800"/>
            <a:ext cx="704088" cy="222863"/>
          </a:xfrm>
          <a:prstGeom prst="rect">
            <a:avLst/>
          </a:prstGeom>
        </p:spPr>
      </p:pic>
    </p:spTree>
    <p:extLst>
      <p:ext uri="{BB962C8B-B14F-4D97-AF65-F5344CB8AC3E}">
        <p14:creationId xmlns:p14="http://schemas.microsoft.com/office/powerpoint/2010/main" val="23669745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8" name="TextBox 7"/>
          <p:cNvSpPr txBox="1"/>
          <p:nvPr userDrawn="1"/>
        </p:nvSpPr>
        <p:spPr>
          <a:xfrm>
            <a:off x="6149167" y="6498479"/>
            <a:ext cx="1521763" cy="323165"/>
          </a:xfrm>
          <a:prstGeom prst="rect">
            <a:avLst/>
          </a:prstGeom>
          <a:noFill/>
        </p:spPr>
        <p:txBody>
          <a:bodyPr wrap="none" lIns="146304" tIns="91440" rIns="146304" bIns="91440" rtlCol="0">
            <a:spAutoFit/>
          </a:bodyPr>
          <a:lstStyle/>
          <a:p>
            <a:pPr>
              <a:lnSpc>
                <a:spcPct val="90000"/>
              </a:lnSpc>
              <a:spcAft>
                <a:spcPts val="0"/>
              </a:spcAft>
            </a:pPr>
            <a:r>
              <a:rPr lang="en-US" sz="1000" dirty="0" smtClean="0">
                <a:gradFill>
                  <a:gsLst>
                    <a:gs pos="2917">
                      <a:schemeClr val="tx1"/>
                    </a:gs>
                    <a:gs pos="30000">
                      <a:schemeClr val="tx1"/>
                    </a:gs>
                  </a:gsLst>
                  <a:lin ang="5400000" scaled="0"/>
                </a:gradFill>
              </a:rPr>
              <a:t>http://dev.office.com/</a:t>
            </a:r>
          </a:p>
        </p:txBody>
      </p:sp>
      <p:sp>
        <p:nvSpPr>
          <p:cNvPr id="10" name="Date Placeholder 5"/>
          <p:cNvSpPr>
            <a:spLocks noGrp="1"/>
          </p:cNvSpPr>
          <p:nvPr>
            <p:ph type="dt" sz="half" idx="2"/>
          </p:nvPr>
        </p:nvSpPr>
        <p:spPr>
          <a:xfrm>
            <a:off x="4822654" y="6471920"/>
            <a:ext cx="2797175" cy="371475"/>
          </a:xfrm>
          <a:prstGeom prst="rect">
            <a:avLst/>
          </a:prstGeom>
        </p:spPr>
        <p:txBody>
          <a:bodyPr vert="horz" lIns="91440" tIns="45720" rIns="91440" bIns="45720" rtlCol="0" anchor="ctr"/>
          <a:lstStyle>
            <a:lvl1pPr marL="0" algn="l" defTabSz="932742" rtl="0" eaLnBrk="1" latinLnBrk="0" hangingPunct="1">
              <a:lnSpc>
                <a:spcPct val="90000"/>
              </a:lnSpc>
              <a:spcAft>
                <a:spcPts val="0"/>
              </a:spcAft>
              <a:defRPr lang="en-US" sz="1000" kern="1200" smtClean="0">
                <a:gradFill>
                  <a:gsLst>
                    <a:gs pos="2917">
                      <a:schemeClr val="tx1"/>
                    </a:gs>
                    <a:gs pos="30000">
                      <a:schemeClr val="tx1"/>
                    </a:gs>
                  </a:gsLst>
                  <a:lin ang="5400000" scaled="0"/>
                </a:gradFill>
                <a:latin typeface="+mn-lt"/>
                <a:ea typeface="+mn-ea"/>
                <a:cs typeface="+mn-cs"/>
              </a:defRPr>
            </a:lvl1pPr>
          </a:lstStyle>
          <a:p>
            <a:r>
              <a:rPr lang="en-US" smtClean="0"/>
              <a:t>Microsoft Confidential</a:t>
            </a:r>
            <a:endParaRPr lang="en-US" dirty="0"/>
          </a:p>
        </p:txBody>
      </p:sp>
      <p:pic>
        <p:nvPicPr>
          <p:cNvPr id="5" name="Picture 4"/>
          <p:cNvPicPr>
            <a:picLocks noChangeAspect="1"/>
          </p:cNvPicPr>
          <p:nvPr userDrawn="1"/>
        </p:nvPicPr>
        <p:blipFill>
          <a:blip r:embed="rId2"/>
          <a:stretch>
            <a:fillRect/>
          </a:stretch>
        </p:blipFill>
        <p:spPr>
          <a:xfrm>
            <a:off x="436564" y="6474800"/>
            <a:ext cx="704088" cy="222863"/>
          </a:xfrm>
          <a:prstGeom prst="rect">
            <a:avLst/>
          </a:prstGeom>
        </p:spPr>
      </p:pic>
    </p:spTree>
    <p:extLst>
      <p:ext uri="{BB962C8B-B14F-4D97-AF65-F5344CB8AC3E}">
        <p14:creationId xmlns:p14="http://schemas.microsoft.com/office/powerpoint/2010/main" val="33115567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Blank Accent Color 1">
    <p:bg>
      <p:bgPr>
        <a:solidFill>
          <a:schemeClr val="accent1"/>
        </a:solidFill>
        <a:effectLst/>
      </p:bgPr>
    </p:bg>
    <p:spTree>
      <p:nvGrpSpPr>
        <p:cNvPr id="1" name=""/>
        <p:cNvGrpSpPr/>
        <p:nvPr/>
      </p:nvGrpSpPr>
      <p:grpSpPr>
        <a:xfrm>
          <a:off x="0" y="0"/>
          <a:ext cx="0" cy="0"/>
          <a:chOff x="0" y="0"/>
          <a:chExt cx="0" cy="0"/>
        </a:xfrm>
      </p:grpSpPr>
      <p:sp>
        <p:nvSpPr>
          <p:cNvPr id="8" name="TextBox 7"/>
          <p:cNvSpPr txBox="1"/>
          <p:nvPr userDrawn="1"/>
        </p:nvSpPr>
        <p:spPr>
          <a:xfrm>
            <a:off x="6149167" y="6498479"/>
            <a:ext cx="1521763" cy="323165"/>
          </a:xfrm>
          <a:prstGeom prst="rect">
            <a:avLst/>
          </a:prstGeom>
          <a:noFill/>
        </p:spPr>
        <p:txBody>
          <a:bodyPr wrap="none" lIns="146304" tIns="91440" rIns="146304" bIns="91440" rtlCol="0">
            <a:spAutoFit/>
          </a:bodyPr>
          <a:lstStyle/>
          <a:p>
            <a:pPr>
              <a:lnSpc>
                <a:spcPct val="90000"/>
              </a:lnSpc>
              <a:spcAft>
                <a:spcPts val="0"/>
              </a:spcAft>
            </a:pPr>
            <a:r>
              <a:rPr lang="en-US" sz="1000" dirty="0" smtClean="0">
                <a:gradFill>
                  <a:gsLst>
                    <a:gs pos="2917">
                      <a:schemeClr val="tx1"/>
                    </a:gs>
                    <a:gs pos="30000">
                      <a:schemeClr val="tx1"/>
                    </a:gs>
                  </a:gsLst>
                  <a:lin ang="5400000" scaled="0"/>
                </a:gradFill>
              </a:rPr>
              <a:t>http://dev.office.com/</a:t>
            </a:r>
          </a:p>
        </p:txBody>
      </p:sp>
      <p:sp>
        <p:nvSpPr>
          <p:cNvPr id="10" name="Date Placeholder 5"/>
          <p:cNvSpPr>
            <a:spLocks noGrp="1"/>
          </p:cNvSpPr>
          <p:nvPr>
            <p:ph type="dt" sz="half" idx="2"/>
          </p:nvPr>
        </p:nvSpPr>
        <p:spPr>
          <a:xfrm>
            <a:off x="4822654" y="6471920"/>
            <a:ext cx="2797175" cy="371475"/>
          </a:xfrm>
          <a:prstGeom prst="rect">
            <a:avLst/>
          </a:prstGeom>
        </p:spPr>
        <p:txBody>
          <a:bodyPr vert="horz" lIns="91440" tIns="45720" rIns="91440" bIns="45720" rtlCol="0" anchor="ctr"/>
          <a:lstStyle>
            <a:lvl1pPr marL="0" algn="l" defTabSz="932742" rtl="0" eaLnBrk="1" latinLnBrk="0" hangingPunct="1">
              <a:lnSpc>
                <a:spcPct val="90000"/>
              </a:lnSpc>
              <a:spcAft>
                <a:spcPts val="0"/>
              </a:spcAft>
              <a:defRPr lang="en-US" sz="1000" kern="1200" smtClean="0">
                <a:gradFill>
                  <a:gsLst>
                    <a:gs pos="2917">
                      <a:schemeClr val="tx1"/>
                    </a:gs>
                    <a:gs pos="30000">
                      <a:schemeClr val="tx1"/>
                    </a:gs>
                  </a:gsLst>
                  <a:lin ang="5400000" scaled="0"/>
                </a:gradFill>
                <a:latin typeface="+mn-lt"/>
                <a:ea typeface="+mn-ea"/>
                <a:cs typeface="+mn-cs"/>
              </a:defRPr>
            </a:lvl1pPr>
          </a:lstStyle>
          <a:p>
            <a:r>
              <a:rPr lang="en-US" smtClean="0"/>
              <a:t>Microsoft Confidential</a:t>
            </a:r>
            <a:endParaRPr lang="en-US" dirty="0"/>
          </a:p>
        </p:txBody>
      </p:sp>
      <p:pic>
        <p:nvPicPr>
          <p:cNvPr id="5" name="Picture 4"/>
          <p:cNvPicPr>
            <a:picLocks noChangeAspect="1"/>
          </p:cNvPicPr>
          <p:nvPr userDrawn="1"/>
        </p:nvPicPr>
        <p:blipFill>
          <a:blip r:embed="rId2">
            <a:lum bright="100000"/>
          </a:blip>
          <a:stretch>
            <a:fillRect/>
          </a:stretch>
        </p:blipFill>
        <p:spPr>
          <a:xfrm>
            <a:off x="436564" y="6474800"/>
            <a:ext cx="704088" cy="222863"/>
          </a:xfrm>
          <a:prstGeom prst="rect">
            <a:avLst/>
          </a:prstGeom>
        </p:spPr>
      </p:pic>
    </p:spTree>
    <p:extLst>
      <p:ext uri="{BB962C8B-B14F-4D97-AF65-F5344CB8AC3E}">
        <p14:creationId xmlns:p14="http://schemas.microsoft.com/office/powerpoint/2010/main" val="2425675349"/>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Blank Accent Color 2">
    <p:bg>
      <p:bgPr>
        <a:solidFill>
          <a:schemeClr val="accent2"/>
        </a:solidFill>
        <a:effectLst/>
      </p:bgPr>
    </p:bg>
    <p:spTree>
      <p:nvGrpSpPr>
        <p:cNvPr id="1" name=""/>
        <p:cNvGrpSpPr/>
        <p:nvPr/>
      </p:nvGrpSpPr>
      <p:grpSpPr>
        <a:xfrm>
          <a:off x="0" y="0"/>
          <a:ext cx="0" cy="0"/>
          <a:chOff x="0" y="0"/>
          <a:chExt cx="0" cy="0"/>
        </a:xfrm>
      </p:grpSpPr>
      <p:sp>
        <p:nvSpPr>
          <p:cNvPr id="8" name="TextBox 7"/>
          <p:cNvSpPr txBox="1"/>
          <p:nvPr userDrawn="1"/>
        </p:nvSpPr>
        <p:spPr>
          <a:xfrm>
            <a:off x="6149167" y="6498479"/>
            <a:ext cx="1521763" cy="323165"/>
          </a:xfrm>
          <a:prstGeom prst="rect">
            <a:avLst/>
          </a:prstGeom>
          <a:noFill/>
        </p:spPr>
        <p:txBody>
          <a:bodyPr wrap="none" lIns="146304" tIns="91440" rIns="146304" bIns="91440" rtlCol="0">
            <a:spAutoFit/>
          </a:bodyPr>
          <a:lstStyle/>
          <a:p>
            <a:pPr>
              <a:lnSpc>
                <a:spcPct val="90000"/>
              </a:lnSpc>
              <a:spcAft>
                <a:spcPts val="0"/>
              </a:spcAft>
            </a:pPr>
            <a:r>
              <a:rPr lang="en-US" sz="1000" dirty="0" smtClean="0">
                <a:gradFill>
                  <a:gsLst>
                    <a:gs pos="2917">
                      <a:schemeClr val="tx1"/>
                    </a:gs>
                    <a:gs pos="30000">
                      <a:schemeClr val="tx1"/>
                    </a:gs>
                  </a:gsLst>
                  <a:lin ang="5400000" scaled="0"/>
                </a:gradFill>
              </a:rPr>
              <a:t>http://dev.office.com/</a:t>
            </a:r>
          </a:p>
        </p:txBody>
      </p:sp>
      <p:sp>
        <p:nvSpPr>
          <p:cNvPr id="10" name="Date Placeholder 5"/>
          <p:cNvSpPr>
            <a:spLocks noGrp="1"/>
          </p:cNvSpPr>
          <p:nvPr>
            <p:ph type="dt" sz="half" idx="2"/>
          </p:nvPr>
        </p:nvSpPr>
        <p:spPr>
          <a:xfrm>
            <a:off x="4822654" y="6471920"/>
            <a:ext cx="2797175" cy="371475"/>
          </a:xfrm>
          <a:prstGeom prst="rect">
            <a:avLst/>
          </a:prstGeom>
        </p:spPr>
        <p:txBody>
          <a:bodyPr vert="horz" lIns="91440" tIns="45720" rIns="91440" bIns="45720" rtlCol="0" anchor="ctr"/>
          <a:lstStyle>
            <a:lvl1pPr marL="0" algn="l" defTabSz="932742" rtl="0" eaLnBrk="1" latinLnBrk="0" hangingPunct="1">
              <a:lnSpc>
                <a:spcPct val="90000"/>
              </a:lnSpc>
              <a:spcAft>
                <a:spcPts val="0"/>
              </a:spcAft>
              <a:defRPr lang="en-US" sz="1000" kern="1200" smtClean="0">
                <a:gradFill>
                  <a:gsLst>
                    <a:gs pos="2917">
                      <a:schemeClr val="tx1"/>
                    </a:gs>
                    <a:gs pos="30000">
                      <a:schemeClr val="tx1"/>
                    </a:gs>
                  </a:gsLst>
                  <a:lin ang="5400000" scaled="0"/>
                </a:gradFill>
                <a:latin typeface="+mn-lt"/>
                <a:ea typeface="+mn-ea"/>
                <a:cs typeface="+mn-cs"/>
              </a:defRPr>
            </a:lvl1pPr>
          </a:lstStyle>
          <a:p>
            <a:r>
              <a:rPr lang="en-US" smtClean="0"/>
              <a:t>Microsoft Confidential</a:t>
            </a:r>
            <a:endParaRPr lang="en-US" dirty="0"/>
          </a:p>
        </p:txBody>
      </p:sp>
      <p:pic>
        <p:nvPicPr>
          <p:cNvPr id="5" name="Picture 4"/>
          <p:cNvPicPr>
            <a:picLocks noChangeAspect="1"/>
          </p:cNvPicPr>
          <p:nvPr userDrawn="1"/>
        </p:nvPicPr>
        <p:blipFill>
          <a:blip r:embed="rId2">
            <a:lum bright="100000"/>
          </a:blip>
          <a:stretch>
            <a:fillRect/>
          </a:stretch>
        </p:blipFill>
        <p:spPr>
          <a:xfrm>
            <a:off x="436564" y="6474800"/>
            <a:ext cx="704088" cy="222863"/>
          </a:xfrm>
          <a:prstGeom prst="rect">
            <a:avLst/>
          </a:prstGeom>
        </p:spPr>
      </p:pic>
    </p:spTree>
    <p:extLst>
      <p:ext uri="{BB962C8B-B14F-4D97-AF65-F5344CB8AC3E}">
        <p14:creationId xmlns:p14="http://schemas.microsoft.com/office/powerpoint/2010/main" val="1250159915"/>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Blank Accent Color 3">
    <p:bg>
      <p:bgPr>
        <a:solidFill>
          <a:schemeClr val="accent3"/>
        </a:solidFill>
        <a:effectLst/>
      </p:bgPr>
    </p:bg>
    <p:spTree>
      <p:nvGrpSpPr>
        <p:cNvPr id="1" name=""/>
        <p:cNvGrpSpPr/>
        <p:nvPr/>
      </p:nvGrpSpPr>
      <p:grpSpPr>
        <a:xfrm>
          <a:off x="0" y="0"/>
          <a:ext cx="0" cy="0"/>
          <a:chOff x="0" y="0"/>
          <a:chExt cx="0" cy="0"/>
        </a:xfrm>
      </p:grpSpPr>
      <p:sp>
        <p:nvSpPr>
          <p:cNvPr id="8" name="TextBox 7"/>
          <p:cNvSpPr txBox="1"/>
          <p:nvPr userDrawn="1"/>
        </p:nvSpPr>
        <p:spPr>
          <a:xfrm>
            <a:off x="6149167" y="6498479"/>
            <a:ext cx="1521763" cy="323165"/>
          </a:xfrm>
          <a:prstGeom prst="rect">
            <a:avLst/>
          </a:prstGeom>
          <a:noFill/>
        </p:spPr>
        <p:txBody>
          <a:bodyPr wrap="none" lIns="146304" tIns="91440" rIns="146304" bIns="91440" rtlCol="0">
            <a:spAutoFit/>
          </a:bodyPr>
          <a:lstStyle/>
          <a:p>
            <a:pPr>
              <a:lnSpc>
                <a:spcPct val="90000"/>
              </a:lnSpc>
              <a:spcAft>
                <a:spcPts val="0"/>
              </a:spcAft>
            </a:pPr>
            <a:r>
              <a:rPr lang="en-US" sz="1000" dirty="0" smtClean="0">
                <a:gradFill>
                  <a:gsLst>
                    <a:gs pos="2917">
                      <a:schemeClr val="tx1"/>
                    </a:gs>
                    <a:gs pos="30000">
                      <a:schemeClr val="tx1"/>
                    </a:gs>
                  </a:gsLst>
                  <a:lin ang="5400000" scaled="0"/>
                </a:gradFill>
              </a:rPr>
              <a:t>http://dev.office.com/</a:t>
            </a:r>
          </a:p>
        </p:txBody>
      </p:sp>
      <p:sp>
        <p:nvSpPr>
          <p:cNvPr id="10" name="Date Placeholder 5"/>
          <p:cNvSpPr>
            <a:spLocks noGrp="1"/>
          </p:cNvSpPr>
          <p:nvPr>
            <p:ph type="dt" sz="half" idx="2"/>
          </p:nvPr>
        </p:nvSpPr>
        <p:spPr>
          <a:xfrm>
            <a:off x="4822654" y="6471920"/>
            <a:ext cx="2797175" cy="371475"/>
          </a:xfrm>
          <a:prstGeom prst="rect">
            <a:avLst/>
          </a:prstGeom>
        </p:spPr>
        <p:txBody>
          <a:bodyPr vert="horz" lIns="91440" tIns="45720" rIns="91440" bIns="45720" rtlCol="0" anchor="ctr"/>
          <a:lstStyle>
            <a:lvl1pPr marL="0" algn="l" defTabSz="932742" rtl="0" eaLnBrk="1" latinLnBrk="0" hangingPunct="1">
              <a:lnSpc>
                <a:spcPct val="90000"/>
              </a:lnSpc>
              <a:spcAft>
                <a:spcPts val="0"/>
              </a:spcAft>
              <a:defRPr lang="en-US" sz="1000" kern="1200" smtClean="0">
                <a:gradFill>
                  <a:gsLst>
                    <a:gs pos="2917">
                      <a:schemeClr val="tx1"/>
                    </a:gs>
                    <a:gs pos="30000">
                      <a:schemeClr val="tx1"/>
                    </a:gs>
                  </a:gsLst>
                  <a:lin ang="5400000" scaled="0"/>
                </a:gradFill>
                <a:latin typeface="+mn-lt"/>
                <a:ea typeface="+mn-ea"/>
                <a:cs typeface="+mn-cs"/>
              </a:defRPr>
            </a:lvl1pPr>
          </a:lstStyle>
          <a:p>
            <a:r>
              <a:rPr lang="en-US" smtClean="0"/>
              <a:t>Microsoft Confidential</a:t>
            </a:r>
            <a:endParaRPr lang="en-US" dirty="0"/>
          </a:p>
        </p:txBody>
      </p:sp>
      <p:pic>
        <p:nvPicPr>
          <p:cNvPr id="5" name="Picture 4"/>
          <p:cNvPicPr>
            <a:picLocks noChangeAspect="1"/>
          </p:cNvPicPr>
          <p:nvPr userDrawn="1"/>
        </p:nvPicPr>
        <p:blipFill>
          <a:blip r:embed="rId2"/>
          <a:stretch>
            <a:fillRect/>
          </a:stretch>
        </p:blipFill>
        <p:spPr>
          <a:xfrm>
            <a:off x="436564" y="6474800"/>
            <a:ext cx="704088" cy="222863"/>
          </a:xfrm>
          <a:prstGeom prst="rect">
            <a:avLst/>
          </a:prstGeom>
        </p:spPr>
      </p:pic>
    </p:spTree>
    <p:extLst>
      <p:ext uri="{BB962C8B-B14F-4D97-AF65-F5344CB8AC3E}">
        <p14:creationId xmlns:p14="http://schemas.microsoft.com/office/powerpoint/2010/main" val="1932390786"/>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Full gray layout">
    <p:bg>
      <p:bgPr>
        <a:solidFill>
          <a:schemeClr val="bg2">
            <a:lumMod val="20000"/>
            <a:lumOff val="80000"/>
          </a:schemeClr>
        </a:solidFill>
        <a:effectLst/>
      </p:bgPr>
    </p:bg>
    <p:spTree>
      <p:nvGrpSpPr>
        <p:cNvPr id="1" name=""/>
        <p:cNvGrpSpPr/>
        <p:nvPr/>
      </p:nvGrpSpPr>
      <p:grpSpPr>
        <a:xfrm>
          <a:off x="0" y="0"/>
          <a:ext cx="0" cy="0"/>
          <a:chOff x="0" y="0"/>
          <a:chExt cx="0" cy="0"/>
        </a:xfrm>
      </p:grpSpPr>
      <p:sp>
        <p:nvSpPr>
          <p:cNvPr id="5" name="Rectangle 4"/>
          <p:cNvSpPr/>
          <p:nvPr userDrawn="1"/>
        </p:nvSpPr>
        <p:spPr bwMode="auto">
          <a:xfrm>
            <a:off x="0" y="6350000"/>
            <a:ext cx="12436475" cy="644525"/>
          </a:xfrm>
          <a:prstGeom prst="rect">
            <a:avLst/>
          </a:prstGeom>
          <a:solidFill>
            <a:schemeClr val="bg1"/>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sp>
        <p:nvSpPr>
          <p:cNvPr id="8" name="Text Placeholder 3"/>
          <p:cNvSpPr>
            <a:spLocks noGrp="1"/>
          </p:cNvSpPr>
          <p:nvPr>
            <p:ph type="body" sz="quarter" idx="10"/>
          </p:nvPr>
        </p:nvSpPr>
        <p:spPr>
          <a:xfrm>
            <a:off x="274638" y="1212850"/>
            <a:ext cx="11887200" cy="2092881"/>
          </a:xfrm>
        </p:spPr>
        <p:txBody>
          <a:bodyPr>
            <a:spAutoFit/>
          </a:bodyPr>
          <a:lstStyle>
            <a:lvl1pPr>
              <a:defRPr sz="4000"/>
            </a:lvl1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9" name="Title 5"/>
          <p:cNvSpPr>
            <a:spLocks noGrp="1"/>
          </p:cNvSpPr>
          <p:nvPr>
            <p:ph type="title"/>
          </p:nvPr>
        </p:nvSpPr>
        <p:spPr>
          <a:xfrm>
            <a:off x="274639" y="295274"/>
            <a:ext cx="11889564" cy="917575"/>
          </a:xfrm>
        </p:spPr>
        <p:txBody>
          <a:bodyPr/>
          <a:lstStyle/>
          <a:p>
            <a:r>
              <a:rPr lang="en-US" smtClean="0"/>
              <a:t>Click to edit Master title style</a:t>
            </a:r>
            <a:endParaRPr lang="en-US"/>
          </a:p>
        </p:txBody>
      </p:sp>
      <p:sp>
        <p:nvSpPr>
          <p:cNvPr id="13" name="Footer Placeholder 4"/>
          <p:cNvSpPr>
            <a:spLocks noGrp="1"/>
          </p:cNvSpPr>
          <p:nvPr>
            <p:ph type="ftr" sz="quarter" idx="11"/>
          </p:nvPr>
        </p:nvSpPr>
        <p:spPr>
          <a:xfrm>
            <a:off x="7964488" y="295272"/>
            <a:ext cx="4197350" cy="371475"/>
          </a:xfrm>
        </p:spPr>
        <p:txBody>
          <a:bodyPr/>
          <a:lstStyle/>
          <a:p>
            <a:pPr>
              <a:defRPr/>
            </a:pPr>
            <a:r>
              <a:rPr lang="en-US" sz="1400" smtClean="0">
                <a:gradFill>
                  <a:gsLst>
                    <a:gs pos="8367">
                      <a:srgbClr val="000000"/>
                    </a:gs>
                    <a:gs pos="31000">
                      <a:srgbClr val="000000"/>
                    </a:gs>
                  </a:gsLst>
                  <a:lin ang="5400000" scaled="0"/>
                </a:gradFill>
              </a:rPr>
              <a:t>&lt;</a:t>
            </a:r>
            <a:r>
              <a:rPr lang="en-US" sz="1400" smtClean="0">
                <a:solidFill>
                  <a:sysClr val="windowText" lastClr="000000"/>
                </a:solidFill>
                <a:latin typeface="Segoe UI Black" panose="020B0A02040204020203" pitchFamily="34" charset="0"/>
                <a:ea typeface="Segoe UI Black" panose="020B0A02040204020203" pitchFamily="34" charset="0"/>
                <a:cs typeface="Segoe UI Black" panose="020B0A02040204020203" pitchFamily="34" charset="0"/>
              </a:rPr>
              <a:t>#</a:t>
            </a:r>
            <a:r>
              <a:rPr lang="en-US" sz="1400" smtClean="0">
                <a:gradFill>
                  <a:gsLst>
                    <a:gs pos="8367">
                      <a:srgbClr val="000000"/>
                    </a:gs>
                    <a:gs pos="31000">
                      <a:srgbClr val="000000"/>
                    </a:gs>
                  </a:gsLst>
                  <a:lin ang="5400000" scaled="0"/>
                </a:gradFill>
              </a:rPr>
              <a:t>&gt;&lt;Section title goes here&gt;</a:t>
            </a:r>
          </a:p>
          <a:p>
            <a:endParaRPr lang="en-US" dirty="0"/>
          </a:p>
        </p:txBody>
      </p:sp>
      <p:sp>
        <p:nvSpPr>
          <p:cNvPr id="15" name="TextBox 14"/>
          <p:cNvSpPr txBox="1"/>
          <p:nvPr userDrawn="1"/>
        </p:nvSpPr>
        <p:spPr>
          <a:xfrm>
            <a:off x="6149167" y="6498479"/>
            <a:ext cx="1521763" cy="323165"/>
          </a:xfrm>
          <a:prstGeom prst="rect">
            <a:avLst/>
          </a:prstGeom>
          <a:noFill/>
        </p:spPr>
        <p:txBody>
          <a:bodyPr wrap="none" lIns="146304" tIns="91440" rIns="146304" bIns="91440" rtlCol="0">
            <a:spAutoFit/>
          </a:bodyPr>
          <a:lstStyle/>
          <a:p>
            <a:pPr>
              <a:lnSpc>
                <a:spcPct val="90000"/>
              </a:lnSpc>
              <a:spcAft>
                <a:spcPts val="0"/>
              </a:spcAft>
            </a:pPr>
            <a:r>
              <a:rPr lang="en-US" sz="1000" dirty="0" smtClean="0">
                <a:gradFill>
                  <a:gsLst>
                    <a:gs pos="2917">
                      <a:schemeClr val="tx1"/>
                    </a:gs>
                    <a:gs pos="30000">
                      <a:schemeClr val="tx1"/>
                    </a:gs>
                  </a:gsLst>
                  <a:lin ang="5400000" scaled="0"/>
                </a:gradFill>
              </a:rPr>
              <a:t>http://dev.office.com/</a:t>
            </a:r>
          </a:p>
        </p:txBody>
      </p:sp>
      <p:sp>
        <p:nvSpPr>
          <p:cNvPr id="10" name="Date Placeholder 5"/>
          <p:cNvSpPr>
            <a:spLocks noGrp="1"/>
          </p:cNvSpPr>
          <p:nvPr>
            <p:ph type="dt" sz="half" idx="2"/>
          </p:nvPr>
        </p:nvSpPr>
        <p:spPr>
          <a:xfrm>
            <a:off x="4822654" y="6471920"/>
            <a:ext cx="2797175" cy="371475"/>
          </a:xfrm>
          <a:prstGeom prst="rect">
            <a:avLst/>
          </a:prstGeom>
        </p:spPr>
        <p:txBody>
          <a:bodyPr vert="horz" lIns="91440" tIns="45720" rIns="91440" bIns="45720" rtlCol="0" anchor="ctr"/>
          <a:lstStyle>
            <a:lvl1pPr marL="0" algn="l" defTabSz="932742" rtl="0" eaLnBrk="1" latinLnBrk="0" hangingPunct="1">
              <a:lnSpc>
                <a:spcPct val="90000"/>
              </a:lnSpc>
              <a:spcAft>
                <a:spcPts val="0"/>
              </a:spcAft>
              <a:defRPr lang="en-US" sz="1000" kern="1200" smtClean="0">
                <a:gradFill>
                  <a:gsLst>
                    <a:gs pos="2917">
                      <a:schemeClr val="tx1"/>
                    </a:gs>
                    <a:gs pos="30000">
                      <a:schemeClr val="tx1"/>
                    </a:gs>
                  </a:gsLst>
                  <a:lin ang="5400000" scaled="0"/>
                </a:gradFill>
                <a:latin typeface="+mn-lt"/>
                <a:ea typeface="+mn-ea"/>
                <a:cs typeface="+mn-cs"/>
              </a:defRPr>
            </a:lvl1pPr>
          </a:lstStyle>
          <a:p>
            <a:r>
              <a:rPr lang="en-US" smtClean="0"/>
              <a:t>Microsoft Confidential</a:t>
            </a:r>
            <a:endParaRPr lang="en-US" dirty="0"/>
          </a:p>
        </p:txBody>
      </p:sp>
      <p:pic>
        <p:nvPicPr>
          <p:cNvPr id="11" name="Picture 10"/>
          <p:cNvPicPr>
            <a:picLocks noChangeAspect="1"/>
          </p:cNvPicPr>
          <p:nvPr userDrawn="1"/>
        </p:nvPicPr>
        <p:blipFill>
          <a:blip r:embed="rId2"/>
          <a:stretch>
            <a:fillRect/>
          </a:stretch>
        </p:blipFill>
        <p:spPr>
          <a:xfrm>
            <a:off x="436564" y="6474800"/>
            <a:ext cx="704088" cy="222863"/>
          </a:xfrm>
          <a:prstGeom prst="rect">
            <a:avLst/>
          </a:prstGeom>
        </p:spPr>
      </p:pic>
    </p:spTree>
    <p:extLst>
      <p:ext uri="{BB962C8B-B14F-4D97-AF65-F5344CB8AC3E}">
        <p14:creationId xmlns:p14="http://schemas.microsoft.com/office/powerpoint/2010/main" val="19313757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Vision slide">
    <p:spTree>
      <p:nvGrpSpPr>
        <p:cNvPr id="1" name=""/>
        <p:cNvGrpSpPr/>
        <p:nvPr/>
      </p:nvGrpSpPr>
      <p:grpSpPr>
        <a:xfrm>
          <a:off x="0" y="0"/>
          <a:ext cx="0" cy="0"/>
          <a:chOff x="0" y="0"/>
          <a:chExt cx="0" cy="0"/>
        </a:xfrm>
      </p:grpSpPr>
      <p:sp>
        <p:nvSpPr>
          <p:cNvPr id="3" name="Rectangle 2"/>
          <p:cNvSpPr/>
          <p:nvPr userDrawn="1"/>
        </p:nvSpPr>
        <p:spPr bwMode="auto">
          <a:xfrm>
            <a:off x="5432589" y="6515100"/>
            <a:ext cx="1577505" cy="368300"/>
          </a:xfrm>
          <a:prstGeom prst="rect">
            <a:avLst/>
          </a:prstGeom>
          <a:solidFill>
            <a:schemeClr val="bg1"/>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sp>
        <p:nvSpPr>
          <p:cNvPr id="4" name="Rectangle 3"/>
          <p:cNvSpPr/>
          <p:nvPr userDrawn="1"/>
        </p:nvSpPr>
        <p:spPr bwMode="auto">
          <a:xfrm>
            <a:off x="6225046" y="2095501"/>
            <a:ext cx="5939157" cy="4602162"/>
          </a:xfrm>
          <a:prstGeom prst="rect">
            <a:avLst/>
          </a:prstGeom>
          <a:solidFill>
            <a:schemeClr val="tx1">
              <a:lumMod val="10000"/>
              <a:lumOff val="90000"/>
            </a:schemeClr>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sp>
        <p:nvSpPr>
          <p:cNvPr id="5" name="Rectangle 4"/>
          <p:cNvSpPr/>
          <p:nvPr userDrawn="1"/>
        </p:nvSpPr>
        <p:spPr bwMode="auto">
          <a:xfrm>
            <a:off x="246063" y="2095501"/>
            <a:ext cx="5897880" cy="4602162"/>
          </a:xfrm>
          <a:prstGeom prst="rect">
            <a:avLst/>
          </a:prstGeom>
          <a:solidFill>
            <a:schemeClr val="tx1">
              <a:lumMod val="10000"/>
              <a:lumOff val="90000"/>
            </a:schemeClr>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sp>
        <p:nvSpPr>
          <p:cNvPr id="6" name="Title 3"/>
          <p:cNvSpPr>
            <a:spLocks noGrp="1"/>
          </p:cNvSpPr>
          <p:nvPr>
            <p:ph type="title"/>
          </p:nvPr>
        </p:nvSpPr>
        <p:spPr>
          <a:xfrm>
            <a:off x="274639" y="295274"/>
            <a:ext cx="11889564" cy="917575"/>
          </a:xfrm>
        </p:spPr>
        <p:txBody>
          <a:bodyPr/>
          <a:lstStyle/>
          <a:p>
            <a:r>
              <a:rPr lang="en-US" smtClean="0"/>
              <a:t>Click to edit Master title style</a:t>
            </a:r>
            <a:endParaRPr lang="en-US" dirty="0"/>
          </a:p>
        </p:txBody>
      </p:sp>
      <p:sp>
        <p:nvSpPr>
          <p:cNvPr id="7" name="Data"/>
          <p:cNvSpPr/>
          <p:nvPr userDrawn="1"/>
        </p:nvSpPr>
        <p:spPr bwMode="auto">
          <a:xfrm>
            <a:off x="6225045" y="1211263"/>
            <a:ext cx="5939157" cy="914400"/>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12" tIns="146304" rIns="179212" bIns="143371" numCol="1" spcCol="0" rtlCol="0" fromWordArt="0" anchor="ctr" anchorCtr="0" forceAA="0" compatLnSpc="1">
            <a:prstTxWarp prst="textNoShape">
              <a:avLst/>
            </a:prstTxWarp>
            <a:noAutofit/>
          </a:bodyPr>
          <a:lstStyle/>
          <a:p>
            <a:pPr marL="0" marR="0" lvl="0" indent="0" algn="ctr" defTabSz="913652" rtl="0" eaLnBrk="1" fontAlgn="base" latinLnBrk="0" hangingPunct="1">
              <a:lnSpc>
                <a:spcPct val="90000"/>
              </a:lnSpc>
              <a:spcBef>
                <a:spcPct val="0"/>
              </a:spcBef>
              <a:spcAft>
                <a:spcPct val="0"/>
              </a:spcAft>
              <a:buClrTx/>
              <a:buSzTx/>
              <a:buFontTx/>
              <a:buNone/>
              <a:tabLst/>
              <a:defRPr/>
            </a:pPr>
            <a:r>
              <a:rPr kumimoji="0" lang="en-US" sz="5400" b="1" i="0" u="none" strike="noStrike" kern="1200" cap="none" spc="-20" normalizeH="0" baseline="0" noProof="0">
                <a:ln>
                  <a:noFill/>
                </a:ln>
                <a:gradFill>
                  <a:gsLst>
                    <a:gs pos="83000">
                      <a:srgbClr val="FFFFFF"/>
                    </a:gs>
                    <a:gs pos="100000">
                      <a:srgbClr val="FFFFFF"/>
                    </a:gs>
                  </a:gsLst>
                  <a:lin ang="5400000" scaled="1"/>
                </a:gradFill>
                <a:effectLst/>
                <a:uLnTx/>
                <a:uFillTx/>
                <a:latin typeface="Segoe UI Light" panose="020B0502040204020203" pitchFamily="34" charset="0"/>
                <a:ea typeface="+mn-ea"/>
                <a:cs typeface="Segoe UI Light" panose="020B0502040204020203" pitchFamily="34" charset="0"/>
              </a:rPr>
              <a:t>DATA</a:t>
            </a:r>
            <a:endParaRPr kumimoji="0" lang="en-US" sz="5400" b="1" i="0" u="none" strike="noStrike" kern="1200" cap="none" spc="-20" normalizeH="0" baseline="0" noProof="0" dirty="0">
              <a:ln>
                <a:noFill/>
              </a:ln>
              <a:gradFill>
                <a:gsLst>
                  <a:gs pos="83000">
                    <a:srgbClr val="FFFFFF"/>
                  </a:gs>
                  <a:gs pos="100000">
                    <a:srgbClr val="FFFFFF"/>
                  </a:gs>
                </a:gsLst>
                <a:lin ang="5400000" scaled="1"/>
              </a:gradFill>
              <a:effectLst/>
              <a:uLnTx/>
              <a:uFillTx/>
              <a:latin typeface="Segoe UI Light" panose="020B0502040204020203" pitchFamily="34" charset="0"/>
              <a:ea typeface="+mn-ea"/>
              <a:cs typeface="Segoe UI Light" panose="020B0502040204020203" pitchFamily="34" charset="0"/>
            </a:endParaRPr>
          </a:p>
        </p:txBody>
      </p:sp>
      <p:sp>
        <p:nvSpPr>
          <p:cNvPr id="8" name="USER"/>
          <p:cNvSpPr/>
          <p:nvPr userDrawn="1"/>
        </p:nvSpPr>
        <p:spPr bwMode="auto">
          <a:xfrm>
            <a:off x="246063" y="1211263"/>
            <a:ext cx="5897880" cy="914400"/>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12" tIns="146304" rIns="179212" bIns="143371" numCol="1" spcCol="0" rtlCol="0" fromWordArt="0" anchor="ctr" anchorCtr="0" forceAA="0" compatLnSpc="1">
            <a:prstTxWarp prst="textNoShape">
              <a:avLst/>
            </a:prstTxWarp>
            <a:noAutofit/>
          </a:bodyPr>
          <a:lstStyle/>
          <a:p>
            <a:pPr marL="0" marR="0" lvl="0" indent="0" algn="ctr" defTabSz="913652" rtl="0" eaLnBrk="1" fontAlgn="base" latinLnBrk="0" hangingPunct="1">
              <a:lnSpc>
                <a:spcPct val="90000"/>
              </a:lnSpc>
              <a:spcBef>
                <a:spcPct val="0"/>
              </a:spcBef>
              <a:spcAft>
                <a:spcPct val="0"/>
              </a:spcAft>
              <a:buClrTx/>
              <a:buSzTx/>
              <a:buFontTx/>
              <a:buNone/>
              <a:tabLst/>
              <a:defRPr/>
            </a:pPr>
            <a:r>
              <a:rPr kumimoji="0" lang="en-US" sz="5400" b="1" i="0" u="none" strike="noStrike" kern="1200" cap="none" spc="-20" normalizeH="0" baseline="0" noProof="0" dirty="0">
                <a:ln>
                  <a:noFill/>
                </a:ln>
                <a:gradFill>
                  <a:gsLst>
                    <a:gs pos="83000">
                      <a:srgbClr val="FFFFFF"/>
                    </a:gs>
                    <a:gs pos="100000">
                      <a:srgbClr val="FFFFFF"/>
                    </a:gs>
                  </a:gsLst>
                  <a:lin ang="5400000" scaled="1"/>
                </a:gradFill>
                <a:effectLst/>
                <a:uLnTx/>
                <a:uFillTx/>
                <a:latin typeface="Segoe UI Light" panose="020B0502040204020203" pitchFamily="34" charset="0"/>
                <a:ea typeface="+mn-ea"/>
                <a:cs typeface="Segoe UI Light" panose="020B0502040204020203" pitchFamily="34" charset="0"/>
              </a:rPr>
              <a:t>USERS</a:t>
            </a:r>
          </a:p>
        </p:txBody>
      </p:sp>
      <p:grpSp>
        <p:nvGrpSpPr>
          <p:cNvPr id="9" name="Group 8"/>
          <p:cNvGrpSpPr/>
          <p:nvPr userDrawn="1"/>
        </p:nvGrpSpPr>
        <p:grpSpPr>
          <a:xfrm>
            <a:off x="662415" y="3684587"/>
            <a:ext cx="5262336" cy="2763865"/>
            <a:chOff x="540178" y="2851546"/>
            <a:chExt cx="5262336" cy="2763865"/>
          </a:xfrm>
        </p:grpSpPr>
        <p:sp>
          <p:nvSpPr>
            <p:cNvPr id="10" name="AutoShape 3"/>
            <p:cNvSpPr>
              <a:spLocks noChangeAspect="1" noChangeArrowheads="1" noTextEdit="1"/>
            </p:cNvSpPr>
            <p:nvPr/>
          </p:nvSpPr>
          <p:spPr bwMode="auto">
            <a:xfrm>
              <a:off x="855747" y="3586644"/>
              <a:ext cx="2539411" cy="20287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32688" rtl="0" eaLnBrk="1" fontAlgn="auto" latinLnBrk="0" hangingPunct="1">
                <a:lnSpc>
                  <a:spcPct val="100000"/>
                </a:lnSpc>
                <a:spcBef>
                  <a:spcPts val="0"/>
                </a:spcBef>
                <a:spcAft>
                  <a:spcPts val="0"/>
                </a:spcAft>
                <a:buClrTx/>
                <a:buSzTx/>
                <a:buFontTx/>
                <a:buNone/>
                <a:tabLst/>
                <a:defRPr/>
              </a:pPr>
              <a:endParaRPr kumimoji="0" lang="en-US" sz="1836" b="0" i="0" u="none" strike="noStrike" kern="1200" cap="none" spc="0" normalizeH="0" baseline="0" noProof="0">
                <a:ln>
                  <a:noFill/>
                </a:ln>
                <a:solidFill>
                  <a:srgbClr val="404040"/>
                </a:solidFill>
                <a:effectLst/>
                <a:uLnTx/>
                <a:uFillTx/>
                <a:latin typeface="Segoe UI"/>
                <a:ea typeface="+mn-ea"/>
                <a:cs typeface="+mn-cs"/>
              </a:endParaRPr>
            </a:p>
          </p:txBody>
        </p:sp>
        <p:sp>
          <p:nvSpPr>
            <p:cNvPr id="11" name="Rounded Rectangle 10"/>
            <p:cNvSpPr/>
            <p:nvPr/>
          </p:nvSpPr>
          <p:spPr bwMode="auto">
            <a:xfrm rot="5400000">
              <a:off x="4210932" y="4023829"/>
              <a:ext cx="1889570" cy="1293594"/>
            </a:xfrm>
            <a:prstGeom prst="roundRect">
              <a:avLst>
                <a:gd name="adj" fmla="val 5986"/>
              </a:avLst>
            </a:prstGeom>
            <a:solidFill>
              <a:srgbClr val="333333"/>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lIns="91440" tIns="91440" rIns="34294" bIns="34294" rtlCol="0" anchor="b" anchorCtr="0"/>
            <a:lstStyle/>
            <a:p>
              <a:pPr marL="0" marR="0" lvl="0" indent="0" algn="ctr" defTabSz="932406" rtl="0" eaLnBrk="1" fontAlgn="auto" latinLnBrk="0" hangingPunct="1">
                <a:lnSpc>
                  <a:spcPct val="100000"/>
                </a:lnSpc>
                <a:spcBef>
                  <a:spcPts val="0"/>
                </a:spcBef>
                <a:spcAft>
                  <a:spcPts val="0"/>
                </a:spcAft>
                <a:buClrTx/>
                <a:buSzTx/>
                <a:buFontTx/>
                <a:buNone/>
                <a:tabLst/>
                <a:defRPr/>
              </a:pPr>
              <a:endParaRPr kumimoji="0" lang="en-US" sz="800" b="0" i="0" u="none" strike="noStrike" kern="1200" cap="none" spc="0" normalizeH="0" baseline="0" noProof="0" dirty="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12" name="Rounded Rectangle 11"/>
            <p:cNvSpPr/>
            <p:nvPr/>
          </p:nvSpPr>
          <p:spPr bwMode="auto">
            <a:xfrm rot="5400000">
              <a:off x="4342251" y="4075857"/>
              <a:ext cx="1626931" cy="1133942"/>
            </a:xfrm>
            <a:prstGeom prst="roundRect">
              <a:avLst>
                <a:gd name="adj" fmla="val 3643"/>
              </a:avLst>
            </a:prstGeom>
            <a:solidFill>
              <a:srgbClr val="D83B0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lIns="91440" tIns="91440" rIns="34294" bIns="34294" rtlCol="0" anchor="b" anchorCtr="0"/>
            <a:lstStyle/>
            <a:p>
              <a:pPr marL="0" marR="0" lvl="0" indent="0" algn="ctr" defTabSz="932406" rtl="0" eaLnBrk="1" fontAlgn="auto" latinLnBrk="0" hangingPunct="1">
                <a:lnSpc>
                  <a:spcPct val="100000"/>
                </a:lnSpc>
                <a:spcBef>
                  <a:spcPts val="0"/>
                </a:spcBef>
                <a:spcAft>
                  <a:spcPts val="0"/>
                </a:spcAft>
                <a:buClrTx/>
                <a:buSzTx/>
                <a:buFontTx/>
                <a:buNone/>
                <a:tabLst/>
                <a:defRPr/>
              </a:pPr>
              <a:endParaRPr kumimoji="0" lang="en-US" sz="800" b="0" i="0" u="none" strike="noStrike" kern="1200" cap="none" spc="0" normalizeH="0" baseline="0" noProof="0" dirty="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13" name="Oval 12"/>
            <p:cNvSpPr/>
            <p:nvPr/>
          </p:nvSpPr>
          <p:spPr bwMode="auto">
            <a:xfrm rot="5400000">
              <a:off x="5117455" y="5486583"/>
              <a:ext cx="76525" cy="76525"/>
            </a:xfrm>
            <a:prstGeom prst="ellipse">
              <a:avLst/>
            </a:prstGeom>
            <a:solidFill>
              <a:schemeClr val="tx1">
                <a:lumMod val="5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lIns="91440" tIns="91440" rIns="34294" bIns="34294" rtlCol="0" anchor="b" anchorCtr="0"/>
            <a:lstStyle/>
            <a:p>
              <a:pPr marL="0" marR="0" lvl="0" indent="0" algn="ctr" defTabSz="932406" rtl="0" eaLnBrk="1" fontAlgn="auto" latinLnBrk="0" hangingPunct="1">
                <a:lnSpc>
                  <a:spcPct val="100000"/>
                </a:lnSpc>
                <a:spcBef>
                  <a:spcPts val="0"/>
                </a:spcBef>
                <a:spcAft>
                  <a:spcPts val="0"/>
                </a:spcAft>
                <a:buClrTx/>
                <a:buSzTx/>
                <a:buFontTx/>
                <a:buNone/>
                <a:tabLst/>
                <a:defRPr/>
              </a:pPr>
              <a:endParaRPr kumimoji="0" lang="en-US" sz="800" b="0" i="0" u="none" strike="noStrike" kern="1200" cap="none" spc="0" normalizeH="0" baseline="0" noProof="0" dirty="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14" name="Rectangle 13"/>
            <p:cNvSpPr/>
            <p:nvPr/>
          </p:nvSpPr>
          <p:spPr>
            <a:xfrm>
              <a:off x="4649298" y="4092508"/>
              <a:ext cx="1025503" cy="1287474"/>
            </a:xfrm>
            <a:prstGeom prst="rect">
              <a:avLst/>
            </a:prstGeom>
            <a:noFill/>
            <a:ln w="22225">
              <a:solidFill>
                <a:srgbClr val="A32B01"/>
              </a:solidFill>
            </a:ln>
            <a:effectLst/>
          </p:spPr>
          <p:style>
            <a:lnRef idx="1">
              <a:schemeClr val="dk1"/>
            </a:lnRef>
            <a:fillRef idx="2">
              <a:schemeClr val="dk1"/>
            </a:fillRef>
            <a:effectRef idx="1">
              <a:schemeClr val="dk1"/>
            </a:effectRef>
            <a:fontRef idx="minor">
              <a:schemeClr val="dk1"/>
            </a:fontRef>
          </p:style>
          <p:txBody>
            <a:bodyPr lIns="93219" tIns="46610" rIns="93219" bIns="46610" rtlCol="0" anchor="ctr"/>
            <a:lstStyle/>
            <a:p>
              <a:pPr marL="0" marR="0" lvl="0" indent="0" algn="ctr" defTabSz="932468" rtl="0" eaLnBrk="1" fontAlgn="auto" latinLnBrk="0" hangingPunct="1">
                <a:lnSpc>
                  <a:spcPct val="100000"/>
                </a:lnSpc>
                <a:spcBef>
                  <a:spcPts val="0"/>
                </a:spcBef>
                <a:spcAft>
                  <a:spcPts val="0"/>
                </a:spcAft>
                <a:buClrTx/>
                <a:buSzTx/>
                <a:buFontTx/>
                <a:buNone/>
                <a:tabLst/>
                <a:defRPr/>
              </a:pPr>
              <a:endParaRPr kumimoji="0" lang="en-US" sz="1835" b="0" i="0" u="none" strike="noStrike" kern="1200" cap="none" spc="0" normalizeH="0" baseline="0" noProof="0">
                <a:ln>
                  <a:noFill/>
                </a:ln>
                <a:solidFill>
                  <a:srgbClr val="000000"/>
                </a:solidFill>
                <a:effectLst/>
                <a:uLnTx/>
                <a:uFillTx/>
                <a:latin typeface="Segoe UI"/>
                <a:ea typeface="+mn-ea"/>
                <a:cs typeface="+mn-cs"/>
              </a:endParaRPr>
            </a:p>
          </p:txBody>
        </p:sp>
        <p:sp>
          <p:nvSpPr>
            <p:cNvPr id="15" name="Rectangle 14"/>
            <p:cNvSpPr/>
            <p:nvPr/>
          </p:nvSpPr>
          <p:spPr>
            <a:xfrm>
              <a:off x="4649298" y="3911598"/>
              <a:ext cx="1025503" cy="199389"/>
            </a:xfrm>
            <a:prstGeom prst="rect">
              <a:avLst/>
            </a:prstGeom>
            <a:noFill/>
            <a:ln w="22225">
              <a:solidFill>
                <a:srgbClr val="A32B01"/>
              </a:solidFill>
            </a:ln>
            <a:effectLst/>
          </p:spPr>
          <p:style>
            <a:lnRef idx="1">
              <a:schemeClr val="dk1"/>
            </a:lnRef>
            <a:fillRef idx="2">
              <a:schemeClr val="dk1"/>
            </a:fillRef>
            <a:effectRef idx="1">
              <a:schemeClr val="dk1"/>
            </a:effectRef>
            <a:fontRef idx="minor">
              <a:schemeClr val="dk1"/>
            </a:fontRef>
          </p:style>
          <p:txBody>
            <a:bodyPr lIns="93219" tIns="46610" rIns="93219" bIns="46610" rtlCol="0" anchor="ctr"/>
            <a:lstStyle/>
            <a:p>
              <a:pPr marL="0" marR="0" lvl="0" indent="0" algn="ctr" defTabSz="932468" rtl="0" eaLnBrk="1" fontAlgn="auto" latinLnBrk="0" hangingPunct="1">
                <a:lnSpc>
                  <a:spcPct val="100000"/>
                </a:lnSpc>
                <a:spcBef>
                  <a:spcPts val="0"/>
                </a:spcBef>
                <a:spcAft>
                  <a:spcPts val="0"/>
                </a:spcAft>
                <a:buClrTx/>
                <a:buSzTx/>
                <a:buFontTx/>
                <a:buNone/>
                <a:tabLst/>
                <a:defRPr/>
              </a:pPr>
              <a:endParaRPr kumimoji="0" lang="en-US" sz="1835" b="0" i="0" u="none" strike="noStrike" kern="1200" cap="none" spc="0" normalizeH="0" baseline="0" noProof="0">
                <a:ln>
                  <a:noFill/>
                </a:ln>
                <a:solidFill>
                  <a:srgbClr val="000000"/>
                </a:solidFill>
                <a:effectLst/>
                <a:uLnTx/>
                <a:uFillTx/>
                <a:latin typeface="Segoe UI"/>
                <a:ea typeface="+mn-ea"/>
                <a:cs typeface="+mn-cs"/>
              </a:endParaRPr>
            </a:p>
          </p:txBody>
        </p:sp>
        <p:cxnSp>
          <p:nvCxnSpPr>
            <p:cNvPr id="16" name="Straight Connector 15"/>
            <p:cNvCxnSpPr/>
            <p:nvPr/>
          </p:nvCxnSpPr>
          <p:spPr>
            <a:xfrm>
              <a:off x="4731651" y="4390496"/>
              <a:ext cx="462328" cy="0"/>
            </a:xfrm>
            <a:prstGeom prst="line">
              <a:avLst/>
            </a:prstGeom>
            <a:ln w="28575">
              <a:solidFill>
                <a:srgbClr val="A32B01"/>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p:nvCxnSpPr>
          <p:spPr>
            <a:xfrm>
              <a:off x="4731651" y="4494102"/>
              <a:ext cx="462328" cy="0"/>
            </a:xfrm>
            <a:prstGeom prst="line">
              <a:avLst/>
            </a:prstGeom>
            <a:ln w="28575">
              <a:solidFill>
                <a:srgbClr val="A32B01"/>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a:off x="4731651" y="4597709"/>
              <a:ext cx="873640" cy="0"/>
            </a:xfrm>
            <a:prstGeom prst="line">
              <a:avLst/>
            </a:prstGeom>
            <a:ln w="28575">
              <a:solidFill>
                <a:srgbClr val="A32B01"/>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a:xfrm>
              <a:off x="4731651" y="4701315"/>
              <a:ext cx="873640" cy="0"/>
            </a:xfrm>
            <a:prstGeom prst="line">
              <a:avLst/>
            </a:prstGeom>
            <a:ln w="28575">
              <a:solidFill>
                <a:srgbClr val="A32B01"/>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0" name="Straight Connector 19"/>
            <p:cNvCxnSpPr/>
            <p:nvPr/>
          </p:nvCxnSpPr>
          <p:spPr>
            <a:xfrm>
              <a:off x="4731651" y="4908528"/>
              <a:ext cx="873640" cy="0"/>
            </a:xfrm>
            <a:prstGeom prst="line">
              <a:avLst/>
            </a:prstGeom>
            <a:ln w="28575">
              <a:solidFill>
                <a:srgbClr val="A32B01"/>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1" name="Straight Connector 20"/>
            <p:cNvCxnSpPr/>
            <p:nvPr/>
          </p:nvCxnSpPr>
          <p:spPr>
            <a:xfrm>
              <a:off x="4731651" y="4804922"/>
              <a:ext cx="873640" cy="0"/>
            </a:xfrm>
            <a:prstGeom prst="line">
              <a:avLst/>
            </a:prstGeom>
            <a:ln w="28575">
              <a:solidFill>
                <a:srgbClr val="A32B01"/>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2" name="Straight Connector 21"/>
            <p:cNvCxnSpPr/>
            <p:nvPr/>
          </p:nvCxnSpPr>
          <p:spPr>
            <a:xfrm>
              <a:off x="4731651" y="5012137"/>
              <a:ext cx="873640" cy="0"/>
            </a:xfrm>
            <a:prstGeom prst="line">
              <a:avLst/>
            </a:prstGeom>
            <a:ln w="28575">
              <a:solidFill>
                <a:srgbClr val="A32B01"/>
              </a:solidFill>
              <a:headEnd type="none"/>
              <a:tailEnd type="none"/>
            </a:ln>
          </p:spPr>
          <p:style>
            <a:lnRef idx="1">
              <a:schemeClr val="accent1"/>
            </a:lnRef>
            <a:fillRef idx="0">
              <a:schemeClr val="accent1"/>
            </a:fillRef>
            <a:effectRef idx="0">
              <a:schemeClr val="accent1"/>
            </a:effectRef>
            <a:fontRef idx="minor">
              <a:schemeClr val="tx1"/>
            </a:fontRef>
          </p:style>
        </p:cxnSp>
        <p:sp>
          <p:nvSpPr>
            <p:cNvPr id="23" name="Freeform 12"/>
            <p:cNvSpPr>
              <a:spLocks noEditPoints="1"/>
            </p:cNvSpPr>
            <p:nvPr/>
          </p:nvSpPr>
          <p:spPr bwMode="auto">
            <a:xfrm>
              <a:off x="5297283" y="4189760"/>
              <a:ext cx="333312" cy="325365"/>
            </a:xfrm>
            <a:custGeom>
              <a:avLst/>
              <a:gdLst>
                <a:gd name="T0" fmla="*/ 731 w 1609"/>
                <a:gd name="T1" fmla="*/ 843 h 1572"/>
                <a:gd name="T2" fmla="*/ 1444 w 1609"/>
                <a:gd name="T3" fmla="*/ 843 h 1572"/>
                <a:gd name="T4" fmla="*/ 731 w 1609"/>
                <a:gd name="T5" fmla="*/ 1572 h 1572"/>
                <a:gd name="T6" fmla="*/ 0 w 1609"/>
                <a:gd name="T7" fmla="*/ 843 h 1572"/>
                <a:gd name="T8" fmla="*/ 731 w 1609"/>
                <a:gd name="T9" fmla="*/ 132 h 1572"/>
                <a:gd name="T10" fmla="*/ 731 w 1609"/>
                <a:gd name="T11" fmla="*/ 843 h 1572"/>
                <a:gd name="T12" fmla="*/ 731 w 1609"/>
                <a:gd name="T13" fmla="*/ 843 h 1572"/>
                <a:gd name="T14" fmla="*/ 898 w 1609"/>
                <a:gd name="T15" fmla="*/ 734 h 1572"/>
                <a:gd name="T16" fmla="*/ 1609 w 1609"/>
                <a:gd name="T17" fmla="*/ 734 h 1572"/>
                <a:gd name="T18" fmla="*/ 898 w 1609"/>
                <a:gd name="T19" fmla="*/ 0 h 1572"/>
                <a:gd name="T20" fmla="*/ 898 w 1609"/>
                <a:gd name="T21" fmla="*/ 734 h 1572"/>
                <a:gd name="T22" fmla="*/ 898 w 1609"/>
                <a:gd name="T23" fmla="*/ 734 h 15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609" h="1572">
                  <a:moveTo>
                    <a:pt x="731" y="843"/>
                  </a:moveTo>
                  <a:cubicBezTo>
                    <a:pt x="1444" y="843"/>
                    <a:pt x="1444" y="843"/>
                    <a:pt x="1444" y="843"/>
                  </a:cubicBezTo>
                  <a:cubicBezTo>
                    <a:pt x="1444" y="1244"/>
                    <a:pt x="1115" y="1572"/>
                    <a:pt x="731" y="1572"/>
                  </a:cubicBezTo>
                  <a:cubicBezTo>
                    <a:pt x="329" y="1572"/>
                    <a:pt x="0" y="1244"/>
                    <a:pt x="0" y="843"/>
                  </a:cubicBezTo>
                  <a:cubicBezTo>
                    <a:pt x="0" y="460"/>
                    <a:pt x="329" y="132"/>
                    <a:pt x="731" y="132"/>
                  </a:cubicBezTo>
                  <a:cubicBezTo>
                    <a:pt x="731" y="843"/>
                    <a:pt x="731" y="843"/>
                    <a:pt x="731" y="843"/>
                  </a:cubicBezTo>
                  <a:cubicBezTo>
                    <a:pt x="731" y="843"/>
                    <a:pt x="731" y="843"/>
                    <a:pt x="731" y="843"/>
                  </a:cubicBezTo>
                  <a:close/>
                  <a:moveTo>
                    <a:pt x="898" y="734"/>
                  </a:moveTo>
                  <a:cubicBezTo>
                    <a:pt x="1609" y="734"/>
                    <a:pt x="1609" y="734"/>
                    <a:pt x="1609" y="734"/>
                  </a:cubicBezTo>
                  <a:cubicBezTo>
                    <a:pt x="1609" y="331"/>
                    <a:pt x="1281" y="0"/>
                    <a:pt x="898" y="0"/>
                  </a:cubicBezTo>
                  <a:cubicBezTo>
                    <a:pt x="898" y="734"/>
                    <a:pt x="898" y="734"/>
                    <a:pt x="898" y="734"/>
                  </a:cubicBezTo>
                  <a:cubicBezTo>
                    <a:pt x="898" y="734"/>
                    <a:pt x="898" y="734"/>
                    <a:pt x="898" y="734"/>
                  </a:cubicBezTo>
                  <a:close/>
                </a:path>
              </a:pathLst>
            </a:custGeom>
            <a:solidFill>
              <a:srgbClr val="A32B01"/>
            </a:solidFill>
            <a:ln>
              <a:noFill/>
            </a:ln>
          </p:spPr>
          <p:txBody>
            <a:bodyPr vert="horz" wrap="square" lIns="91440" tIns="45720" rIns="91440" bIns="45720" numCol="1" anchor="t" anchorCtr="0" compatLnSpc="1">
              <a:prstTxWarp prst="textNoShape">
                <a:avLst/>
              </a:prstTxWarp>
            </a:bodyPr>
            <a:lstStyle/>
            <a:p>
              <a:pPr marL="0" marR="0" lvl="0" indent="0" algn="l" defTabSz="932688" rtl="0" eaLnBrk="1" fontAlgn="auto" latinLnBrk="0" hangingPunct="1">
                <a:lnSpc>
                  <a:spcPct val="100000"/>
                </a:lnSpc>
                <a:spcBef>
                  <a:spcPts val="0"/>
                </a:spcBef>
                <a:spcAft>
                  <a:spcPts val="0"/>
                </a:spcAft>
                <a:buClrTx/>
                <a:buSzTx/>
                <a:buFontTx/>
                <a:buNone/>
                <a:tabLst/>
                <a:defRPr/>
              </a:pPr>
              <a:endParaRPr kumimoji="0" lang="en-US" sz="1836" b="0" i="0" u="none" strike="noStrike" kern="1200" cap="none" spc="0" normalizeH="0" baseline="0" noProof="0">
                <a:ln>
                  <a:noFill/>
                </a:ln>
                <a:solidFill>
                  <a:srgbClr val="404040"/>
                </a:solidFill>
                <a:effectLst/>
                <a:uLnTx/>
                <a:uFillTx/>
                <a:latin typeface="Segoe UI"/>
                <a:ea typeface="+mn-ea"/>
                <a:cs typeface="+mn-cs"/>
              </a:endParaRPr>
            </a:p>
          </p:txBody>
        </p:sp>
        <p:sp>
          <p:nvSpPr>
            <p:cNvPr id="24" name="Freeform 5"/>
            <p:cNvSpPr>
              <a:spLocks/>
            </p:cNvSpPr>
            <p:nvPr/>
          </p:nvSpPr>
          <p:spPr bwMode="auto">
            <a:xfrm>
              <a:off x="1787391" y="5363155"/>
              <a:ext cx="1714098" cy="195853"/>
            </a:xfrm>
            <a:custGeom>
              <a:avLst/>
              <a:gdLst>
                <a:gd name="T0" fmla="*/ 999 w 1094"/>
                <a:gd name="T1" fmla="*/ 0 h 125"/>
                <a:gd name="T2" fmla="*/ 76 w 1094"/>
                <a:gd name="T3" fmla="*/ 0 h 125"/>
                <a:gd name="T4" fmla="*/ 0 w 1094"/>
                <a:gd name="T5" fmla="*/ 125 h 125"/>
                <a:gd name="T6" fmla="*/ 1094 w 1094"/>
                <a:gd name="T7" fmla="*/ 125 h 125"/>
                <a:gd name="T8" fmla="*/ 999 w 1094"/>
                <a:gd name="T9" fmla="*/ 0 h 125"/>
              </a:gdLst>
              <a:ahLst/>
              <a:cxnLst>
                <a:cxn ang="0">
                  <a:pos x="T0" y="T1"/>
                </a:cxn>
                <a:cxn ang="0">
                  <a:pos x="T2" y="T3"/>
                </a:cxn>
                <a:cxn ang="0">
                  <a:pos x="T4" y="T5"/>
                </a:cxn>
                <a:cxn ang="0">
                  <a:pos x="T6" y="T7"/>
                </a:cxn>
                <a:cxn ang="0">
                  <a:pos x="T8" y="T9"/>
                </a:cxn>
              </a:cxnLst>
              <a:rect l="0" t="0" r="r" b="b"/>
              <a:pathLst>
                <a:path w="1094" h="125">
                  <a:moveTo>
                    <a:pt x="999" y="0"/>
                  </a:moveTo>
                  <a:lnTo>
                    <a:pt x="76" y="0"/>
                  </a:lnTo>
                  <a:lnTo>
                    <a:pt x="0" y="125"/>
                  </a:lnTo>
                  <a:lnTo>
                    <a:pt x="1094" y="125"/>
                  </a:lnTo>
                  <a:lnTo>
                    <a:pt x="999" y="0"/>
                  </a:lnTo>
                  <a:close/>
                </a:path>
              </a:pathLst>
            </a:custGeom>
            <a:solidFill>
              <a:srgbClr val="50505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32688" rtl="0" eaLnBrk="1" fontAlgn="auto" latinLnBrk="0" hangingPunct="1">
                <a:lnSpc>
                  <a:spcPct val="100000"/>
                </a:lnSpc>
                <a:spcBef>
                  <a:spcPts val="0"/>
                </a:spcBef>
                <a:spcAft>
                  <a:spcPts val="0"/>
                </a:spcAft>
                <a:buClrTx/>
                <a:buSzTx/>
                <a:buFontTx/>
                <a:buNone/>
                <a:tabLst/>
                <a:defRPr/>
              </a:pPr>
              <a:endParaRPr kumimoji="0" lang="en-US" sz="1836" b="0" i="0" u="none" strike="noStrike" kern="1200" cap="none" spc="0" normalizeH="0" baseline="0" noProof="0">
                <a:ln>
                  <a:noFill/>
                </a:ln>
                <a:solidFill>
                  <a:srgbClr val="404040"/>
                </a:solidFill>
                <a:effectLst/>
                <a:uLnTx/>
                <a:uFillTx/>
                <a:latin typeface="Segoe UI"/>
                <a:ea typeface="+mn-ea"/>
                <a:cs typeface="+mn-cs"/>
              </a:endParaRPr>
            </a:p>
          </p:txBody>
        </p:sp>
        <p:sp>
          <p:nvSpPr>
            <p:cNvPr id="25" name="Rectangle 6"/>
            <p:cNvSpPr>
              <a:spLocks noChangeArrowheads="1"/>
            </p:cNvSpPr>
            <p:nvPr/>
          </p:nvSpPr>
          <p:spPr bwMode="auto">
            <a:xfrm>
              <a:off x="1787391" y="5559005"/>
              <a:ext cx="1714098" cy="56406"/>
            </a:xfrm>
            <a:prstGeom prst="rect">
              <a:avLst/>
            </a:prstGeom>
            <a:solidFill>
              <a:srgbClr val="333333"/>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32688" rtl="0" eaLnBrk="1" fontAlgn="auto" latinLnBrk="0" hangingPunct="1">
                <a:lnSpc>
                  <a:spcPct val="100000"/>
                </a:lnSpc>
                <a:spcBef>
                  <a:spcPts val="0"/>
                </a:spcBef>
                <a:spcAft>
                  <a:spcPts val="0"/>
                </a:spcAft>
                <a:buClrTx/>
                <a:buSzTx/>
                <a:buFontTx/>
                <a:buNone/>
                <a:tabLst/>
                <a:defRPr/>
              </a:pPr>
              <a:endParaRPr kumimoji="0" lang="en-US" sz="1836" b="0" i="0" u="none" strike="noStrike" kern="1200" cap="none" spc="0" normalizeH="0" baseline="0" noProof="0">
                <a:ln>
                  <a:noFill/>
                </a:ln>
                <a:solidFill>
                  <a:srgbClr val="404040"/>
                </a:solidFill>
                <a:effectLst/>
                <a:uLnTx/>
                <a:uFillTx/>
                <a:latin typeface="Segoe UI"/>
                <a:ea typeface="+mn-ea"/>
                <a:cs typeface="+mn-cs"/>
              </a:endParaRPr>
            </a:p>
          </p:txBody>
        </p:sp>
        <p:sp>
          <p:nvSpPr>
            <p:cNvPr id="26" name="Freeform 7"/>
            <p:cNvSpPr>
              <a:spLocks/>
            </p:cNvSpPr>
            <p:nvPr/>
          </p:nvSpPr>
          <p:spPr bwMode="auto">
            <a:xfrm>
              <a:off x="919374" y="2851546"/>
              <a:ext cx="3462665" cy="2065065"/>
            </a:xfrm>
            <a:custGeom>
              <a:avLst/>
              <a:gdLst>
                <a:gd name="T0" fmla="*/ 1042 w 1042"/>
                <a:gd name="T1" fmla="*/ 587 h 621"/>
                <a:gd name="T2" fmla="*/ 1008 w 1042"/>
                <a:gd name="T3" fmla="*/ 621 h 621"/>
                <a:gd name="T4" fmla="*/ 34 w 1042"/>
                <a:gd name="T5" fmla="*/ 621 h 621"/>
                <a:gd name="T6" fmla="*/ 0 w 1042"/>
                <a:gd name="T7" fmla="*/ 587 h 621"/>
                <a:gd name="T8" fmla="*/ 0 w 1042"/>
                <a:gd name="T9" fmla="*/ 34 h 621"/>
                <a:gd name="T10" fmla="*/ 34 w 1042"/>
                <a:gd name="T11" fmla="*/ 0 h 621"/>
                <a:gd name="T12" fmla="*/ 1008 w 1042"/>
                <a:gd name="T13" fmla="*/ 0 h 621"/>
                <a:gd name="T14" fmla="*/ 1042 w 1042"/>
                <a:gd name="T15" fmla="*/ 34 h 621"/>
                <a:gd name="T16" fmla="*/ 1042 w 1042"/>
                <a:gd name="T17" fmla="*/ 587 h 6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042" h="621">
                  <a:moveTo>
                    <a:pt x="1042" y="587"/>
                  </a:moveTo>
                  <a:cubicBezTo>
                    <a:pt x="1042" y="606"/>
                    <a:pt x="1027" y="621"/>
                    <a:pt x="1008" y="621"/>
                  </a:cubicBezTo>
                  <a:cubicBezTo>
                    <a:pt x="34" y="621"/>
                    <a:pt x="34" y="621"/>
                    <a:pt x="34" y="621"/>
                  </a:cubicBezTo>
                  <a:cubicBezTo>
                    <a:pt x="15" y="621"/>
                    <a:pt x="0" y="606"/>
                    <a:pt x="0" y="587"/>
                  </a:cubicBezTo>
                  <a:cubicBezTo>
                    <a:pt x="0" y="34"/>
                    <a:pt x="0" y="34"/>
                    <a:pt x="0" y="34"/>
                  </a:cubicBezTo>
                  <a:cubicBezTo>
                    <a:pt x="0" y="15"/>
                    <a:pt x="15" y="0"/>
                    <a:pt x="34" y="0"/>
                  </a:cubicBezTo>
                  <a:cubicBezTo>
                    <a:pt x="1008" y="0"/>
                    <a:pt x="1008" y="0"/>
                    <a:pt x="1008" y="0"/>
                  </a:cubicBezTo>
                  <a:cubicBezTo>
                    <a:pt x="1027" y="0"/>
                    <a:pt x="1042" y="15"/>
                    <a:pt x="1042" y="34"/>
                  </a:cubicBezTo>
                  <a:lnTo>
                    <a:pt x="1042" y="587"/>
                  </a:lnTo>
                  <a:close/>
                </a:path>
              </a:pathLst>
            </a:cu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32688" rtl="0" eaLnBrk="1" fontAlgn="auto" latinLnBrk="0" hangingPunct="1">
                <a:lnSpc>
                  <a:spcPct val="100000"/>
                </a:lnSpc>
                <a:spcBef>
                  <a:spcPts val="0"/>
                </a:spcBef>
                <a:spcAft>
                  <a:spcPts val="0"/>
                </a:spcAft>
                <a:buClrTx/>
                <a:buSzTx/>
                <a:buFontTx/>
                <a:buNone/>
                <a:tabLst/>
                <a:defRPr/>
              </a:pPr>
              <a:endParaRPr kumimoji="0" lang="en-US" sz="1836" b="0" i="0" u="none" strike="noStrike" kern="1200" cap="none" spc="0" normalizeH="0" baseline="0" noProof="0">
                <a:ln>
                  <a:noFill/>
                </a:ln>
                <a:solidFill>
                  <a:srgbClr val="404040"/>
                </a:solidFill>
                <a:effectLst/>
                <a:uLnTx/>
                <a:uFillTx/>
                <a:latin typeface="Segoe UI"/>
                <a:ea typeface="+mn-ea"/>
                <a:cs typeface="+mn-cs"/>
              </a:endParaRPr>
            </a:p>
          </p:txBody>
        </p:sp>
        <p:sp>
          <p:nvSpPr>
            <p:cNvPr id="27" name="Freeform 8"/>
            <p:cNvSpPr>
              <a:spLocks/>
            </p:cNvSpPr>
            <p:nvPr/>
          </p:nvSpPr>
          <p:spPr bwMode="auto">
            <a:xfrm>
              <a:off x="2415685" y="4910344"/>
              <a:ext cx="444976" cy="542119"/>
            </a:xfrm>
            <a:custGeom>
              <a:avLst/>
              <a:gdLst>
                <a:gd name="T0" fmla="*/ 94 w 134"/>
                <a:gd name="T1" fmla="*/ 0 h 163"/>
                <a:gd name="T2" fmla="*/ 99 w 134"/>
                <a:gd name="T3" fmla="*/ 17 h 163"/>
                <a:gd name="T4" fmla="*/ 67 w 134"/>
                <a:gd name="T5" fmla="*/ 49 h 163"/>
                <a:gd name="T6" fmla="*/ 35 w 134"/>
                <a:gd name="T7" fmla="*/ 17 h 163"/>
                <a:gd name="T8" fmla="*/ 40 w 134"/>
                <a:gd name="T9" fmla="*/ 0 h 163"/>
                <a:gd name="T10" fmla="*/ 0 w 134"/>
                <a:gd name="T11" fmla="*/ 0 h 163"/>
                <a:gd name="T12" fmla="*/ 0 w 134"/>
                <a:gd name="T13" fmla="*/ 163 h 163"/>
                <a:gd name="T14" fmla="*/ 134 w 134"/>
                <a:gd name="T15" fmla="*/ 163 h 163"/>
                <a:gd name="T16" fmla="*/ 134 w 134"/>
                <a:gd name="T17" fmla="*/ 0 h 163"/>
                <a:gd name="T18" fmla="*/ 94 w 134"/>
                <a:gd name="T19" fmla="*/ 0 h 1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34" h="163">
                  <a:moveTo>
                    <a:pt x="94" y="0"/>
                  </a:moveTo>
                  <a:cubicBezTo>
                    <a:pt x="97" y="5"/>
                    <a:pt x="99" y="11"/>
                    <a:pt x="99" y="17"/>
                  </a:cubicBezTo>
                  <a:cubicBezTo>
                    <a:pt x="99" y="35"/>
                    <a:pt x="84" y="49"/>
                    <a:pt x="67" y="49"/>
                  </a:cubicBezTo>
                  <a:cubicBezTo>
                    <a:pt x="49" y="49"/>
                    <a:pt x="35" y="35"/>
                    <a:pt x="35" y="17"/>
                  </a:cubicBezTo>
                  <a:cubicBezTo>
                    <a:pt x="35" y="11"/>
                    <a:pt x="37" y="5"/>
                    <a:pt x="40" y="0"/>
                  </a:cubicBezTo>
                  <a:cubicBezTo>
                    <a:pt x="0" y="0"/>
                    <a:pt x="0" y="0"/>
                    <a:pt x="0" y="0"/>
                  </a:cubicBezTo>
                  <a:cubicBezTo>
                    <a:pt x="0" y="163"/>
                    <a:pt x="0" y="163"/>
                    <a:pt x="0" y="163"/>
                  </a:cubicBezTo>
                  <a:cubicBezTo>
                    <a:pt x="134" y="163"/>
                    <a:pt x="134" y="163"/>
                    <a:pt x="134" y="163"/>
                  </a:cubicBezTo>
                  <a:cubicBezTo>
                    <a:pt x="134" y="0"/>
                    <a:pt x="134" y="0"/>
                    <a:pt x="134" y="0"/>
                  </a:cubicBezTo>
                  <a:lnTo>
                    <a:pt x="94" y="0"/>
                  </a:lnTo>
                  <a:close/>
                </a:path>
              </a:pathLst>
            </a:cu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32688" rtl="0" eaLnBrk="1" fontAlgn="auto" latinLnBrk="0" hangingPunct="1">
                <a:lnSpc>
                  <a:spcPct val="100000"/>
                </a:lnSpc>
                <a:spcBef>
                  <a:spcPts val="0"/>
                </a:spcBef>
                <a:spcAft>
                  <a:spcPts val="0"/>
                </a:spcAft>
                <a:buClrTx/>
                <a:buSzTx/>
                <a:buFontTx/>
                <a:buNone/>
                <a:tabLst/>
                <a:defRPr/>
              </a:pPr>
              <a:endParaRPr kumimoji="0" lang="en-US" sz="1836" b="0" i="0" u="none" strike="noStrike" kern="1200" cap="none" spc="0" normalizeH="0" baseline="0" noProof="0">
                <a:ln>
                  <a:noFill/>
                </a:ln>
                <a:solidFill>
                  <a:srgbClr val="404040"/>
                </a:solidFill>
                <a:effectLst/>
                <a:uLnTx/>
                <a:uFillTx/>
                <a:latin typeface="Segoe UI"/>
                <a:ea typeface="+mn-ea"/>
                <a:cs typeface="+mn-cs"/>
              </a:endParaRPr>
            </a:p>
          </p:txBody>
        </p:sp>
        <p:sp>
          <p:nvSpPr>
            <p:cNvPr id="28" name="Freeform 9"/>
            <p:cNvSpPr>
              <a:spLocks/>
            </p:cNvSpPr>
            <p:nvPr/>
          </p:nvSpPr>
          <p:spPr bwMode="auto">
            <a:xfrm>
              <a:off x="1016516" y="2945555"/>
              <a:ext cx="3255845" cy="1798705"/>
            </a:xfrm>
            <a:custGeom>
              <a:avLst/>
              <a:gdLst>
                <a:gd name="T0" fmla="*/ 980 w 980"/>
                <a:gd name="T1" fmla="*/ 527 h 541"/>
                <a:gd name="T2" fmla="*/ 966 w 980"/>
                <a:gd name="T3" fmla="*/ 541 h 541"/>
                <a:gd name="T4" fmla="*/ 14 w 980"/>
                <a:gd name="T5" fmla="*/ 541 h 541"/>
                <a:gd name="T6" fmla="*/ 0 w 980"/>
                <a:gd name="T7" fmla="*/ 527 h 541"/>
                <a:gd name="T8" fmla="*/ 0 w 980"/>
                <a:gd name="T9" fmla="*/ 14 h 541"/>
                <a:gd name="T10" fmla="*/ 14 w 980"/>
                <a:gd name="T11" fmla="*/ 0 h 541"/>
                <a:gd name="T12" fmla="*/ 966 w 980"/>
                <a:gd name="T13" fmla="*/ 0 h 541"/>
                <a:gd name="T14" fmla="*/ 980 w 980"/>
                <a:gd name="T15" fmla="*/ 14 h 541"/>
                <a:gd name="T16" fmla="*/ 980 w 980"/>
                <a:gd name="T17" fmla="*/ 527 h 5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80" h="541">
                  <a:moveTo>
                    <a:pt x="980" y="527"/>
                  </a:moveTo>
                  <a:cubicBezTo>
                    <a:pt x="980" y="535"/>
                    <a:pt x="974" y="541"/>
                    <a:pt x="966" y="541"/>
                  </a:cubicBezTo>
                  <a:cubicBezTo>
                    <a:pt x="14" y="541"/>
                    <a:pt x="14" y="541"/>
                    <a:pt x="14" y="541"/>
                  </a:cubicBezTo>
                  <a:cubicBezTo>
                    <a:pt x="6" y="541"/>
                    <a:pt x="0" y="535"/>
                    <a:pt x="0" y="527"/>
                  </a:cubicBezTo>
                  <a:cubicBezTo>
                    <a:pt x="0" y="14"/>
                    <a:pt x="0" y="14"/>
                    <a:pt x="0" y="14"/>
                  </a:cubicBezTo>
                  <a:cubicBezTo>
                    <a:pt x="0" y="6"/>
                    <a:pt x="6" y="0"/>
                    <a:pt x="14" y="0"/>
                  </a:cubicBezTo>
                  <a:cubicBezTo>
                    <a:pt x="966" y="0"/>
                    <a:pt x="966" y="0"/>
                    <a:pt x="966" y="0"/>
                  </a:cubicBezTo>
                  <a:cubicBezTo>
                    <a:pt x="974" y="0"/>
                    <a:pt x="980" y="6"/>
                    <a:pt x="980" y="14"/>
                  </a:cubicBezTo>
                  <a:lnTo>
                    <a:pt x="980" y="527"/>
                  </a:lnTo>
                  <a:close/>
                </a:path>
              </a:pathLst>
            </a:custGeom>
            <a:solidFill>
              <a:srgbClr val="E8E8E8"/>
            </a:solidFill>
            <a:ln>
              <a:noFill/>
            </a:ln>
          </p:spPr>
          <p:txBody>
            <a:bodyPr vert="horz" wrap="square" lIns="91440" tIns="45720" rIns="91440" bIns="45720" numCol="1" anchor="t" anchorCtr="0" compatLnSpc="1">
              <a:prstTxWarp prst="textNoShape">
                <a:avLst/>
              </a:prstTxWarp>
            </a:bodyPr>
            <a:lstStyle/>
            <a:p>
              <a:pPr marL="0" marR="0" lvl="0" indent="0" algn="l" defTabSz="932688" rtl="0" eaLnBrk="1" fontAlgn="auto" latinLnBrk="0" hangingPunct="1">
                <a:lnSpc>
                  <a:spcPct val="100000"/>
                </a:lnSpc>
                <a:spcBef>
                  <a:spcPts val="0"/>
                </a:spcBef>
                <a:spcAft>
                  <a:spcPts val="0"/>
                </a:spcAft>
                <a:buClrTx/>
                <a:buSzTx/>
                <a:buFontTx/>
                <a:buNone/>
                <a:tabLst/>
                <a:defRPr/>
              </a:pPr>
              <a:endParaRPr kumimoji="0" lang="en-US" sz="1836" b="0" i="0" u="none" strike="noStrike" kern="1200" cap="none" spc="0" normalizeH="0" baseline="0" noProof="0">
                <a:ln>
                  <a:noFill/>
                </a:ln>
                <a:solidFill>
                  <a:srgbClr val="404040"/>
                </a:solidFill>
                <a:effectLst/>
                <a:uLnTx/>
                <a:uFillTx/>
                <a:latin typeface="Segoe UI"/>
                <a:ea typeface="+mn-ea"/>
                <a:cs typeface="+mn-cs"/>
              </a:endParaRPr>
            </a:p>
          </p:txBody>
        </p:sp>
        <p:sp>
          <p:nvSpPr>
            <p:cNvPr id="29" name="Rectangle 14"/>
            <p:cNvSpPr>
              <a:spLocks noChangeArrowheads="1"/>
            </p:cNvSpPr>
            <p:nvPr/>
          </p:nvSpPr>
          <p:spPr bwMode="auto">
            <a:xfrm>
              <a:off x="1108374" y="3051647"/>
              <a:ext cx="3064658" cy="1586528"/>
            </a:xfrm>
            <a:prstGeom prst="rect">
              <a:avLst/>
            </a:prstGeom>
            <a:solidFill>
              <a:srgbClr val="217346"/>
            </a:solidFill>
            <a:ln>
              <a:noFill/>
            </a:ln>
            <a:extLst/>
          </p:spPr>
          <p:txBody>
            <a:bodyPr vert="horz" wrap="square" lIns="91440" tIns="45720" rIns="91440" bIns="45720" numCol="1" anchor="t" anchorCtr="0" compatLnSpc="1">
              <a:prstTxWarp prst="textNoShape">
                <a:avLst/>
              </a:prstTxWarp>
            </a:bodyPr>
            <a:lstStyle/>
            <a:p>
              <a:pPr marL="0" marR="0" lvl="0" indent="0" algn="l" defTabSz="932688" rtl="0" eaLnBrk="1" fontAlgn="auto" latinLnBrk="0" hangingPunct="1">
                <a:lnSpc>
                  <a:spcPct val="100000"/>
                </a:lnSpc>
                <a:spcBef>
                  <a:spcPts val="0"/>
                </a:spcBef>
                <a:spcAft>
                  <a:spcPts val="0"/>
                </a:spcAft>
                <a:buClrTx/>
                <a:buSzTx/>
                <a:buFontTx/>
                <a:buNone/>
                <a:tabLst/>
                <a:defRPr/>
              </a:pPr>
              <a:endParaRPr kumimoji="0" lang="en-US" sz="1836" b="0" i="0" u="none" strike="noStrike" kern="1200" cap="none" spc="0" normalizeH="0" baseline="0" noProof="0">
                <a:ln>
                  <a:noFill/>
                </a:ln>
                <a:solidFill>
                  <a:srgbClr val="404040"/>
                </a:solidFill>
                <a:effectLst/>
                <a:uLnTx/>
                <a:uFillTx/>
                <a:latin typeface="Segoe UI"/>
                <a:ea typeface="+mn-ea"/>
                <a:cs typeface="+mn-cs"/>
              </a:endParaRPr>
            </a:p>
          </p:txBody>
        </p:sp>
        <p:sp>
          <p:nvSpPr>
            <p:cNvPr id="30" name="Freeform 5"/>
            <p:cNvSpPr>
              <a:spLocks noChangeAspect="1" noEditPoints="1"/>
            </p:cNvSpPr>
            <p:nvPr/>
          </p:nvSpPr>
          <p:spPr bwMode="black">
            <a:xfrm>
              <a:off x="1267533" y="3182438"/>
              <a:ext cx="1321583" cy="1325610"/>
            </a:xfrm>
            <a:custGeom>
              <a:avLst/>
              <a:gdLst>
                <a:gd name="T0" fmla="*/ 367 w 414"/>
                <a:gd name="T1" fmla="*/ 274 h 415"/>
                <a:gd name="T2" fmla="*/ 301 w 414"/>
                <a:gd name="T3" fmla="*/ 189 h 415"/>
                <a:gd name="T4" fmla="*/ 367 w 414"/>
                <a:gd name="T5" fmla="*/ 189 h 415"/>
                <a:gd name="T6" fmla="*/ 301 w 414"/>
                <a:gd name="T7" fmla="*/ 326 h 415"/>
                <a:gd name="T8" fmla="*/ 301 w 414"/>
                <a:gd name="T9" fmla="*/ 293 h 415"/>
                <a:gd name="T10" fmla="*/ 367 w 414"/>
                <a:gd name="T11" fmla="*/ 170 h 415"/>
                <a:gd name="T12" fmla="*/ 301 w 414"/>
                <a:gd name="T13" fmla="*/ 85 h 415"/>
                <a:gd name="T14" fmla="*/ 367 w 414"/>
                <a:gd name="T15" fmla="*/ 85 h 415"/>
                <a:gd name="T16" fmla="*/ 367 w 414"/>
                <a:gd name="T17" fmla="*/ 326 h 415"/>
                <a:gd name="T18" fmla="*/ 301 w 414"/>
                <a:gd name="T19" fmla="*/ 326 h 415"/>
                <a:gd name="T20" fmla="*/ 367 w 414"/>
                <a:gd name="T21" fmla="*/ 241 h 415"/>
                <a:gd name="T22" fmla="*/ 301 w 414"/>
                <a:gd name="T23" fmla="*/ 222 h 415"/>
                <a:gd name="T24" fmla="*/ 301 w 414"/>
                <a:gd name="T25" fmla="*/ 189 h 415"/>
                <a:gd name="T26" fmla="*/ 367 w 414"/>
                <a:gd name="T27" fmla="*/ 170 h 415"/>
                <a:gd name="T28" fmla="*/ 301 w 414"/>
                <a:gd name="T29" fmla="*/ 170 h 415"/>
                <a:gd name="T30" fmla="*/ 367 w 414"/>
                <a:gd name="T31" fmla="*/ 118 h 415"/>
                <a:gd name="T32" fmla="*/ 400 w 414"/>
                <a:gd name="T33" fmla="*/ 42 h 415"/>
                <a:gd name="T34" fmla="*/ 0 w 414"/>
                <a:gd name="T35" fmla="*/ 42 h 415"/>
                <a:gd name="T36" fmla="*/ 245 w 414"/>
                <a:gd name="T37" fmla="*/ 368 h 415"/>
                <a:gd name="T38" fmla="*/ 414 w 414"/>
                <a:gd name="T39" fmla="*/ 56 h 415"/>
                <a:gd name="T40" fmla="*/ 118 w 414"/>
                <a:gd name="T41" fmla="*/ 232 h 415"/>
                <a:gd name="T42" fmla="*/ 117 w 414"/>
                <a:gd name="T43" fmla="*/ 225 h 415"/>
                <a:gd name="T44" fmla="*/ 114 w 414"/>
                <a:gd name="T45" fmla="*/ 224 h 415"/>
                <a:gd name="T46" fmla="*/ 112 w 414"/>
                <a:gd name="T47" fmla="*/ 232 h 415"/>
                <a:gd name="T48" fmla="*/ 98 w 414"/>
                <a:gd name="T49" fmla="*/ 206 h 415"/>
                <a:gd name="T50" fmla="*/ 113 w 414"/>
                <a:gd name="T51" fmla="*/ 176 h 415"/>
                <a:gd name="T52" fmla="*/ 116 w 414"/>
                <a:gd name="T53" fmla="*/ 185 h 415"/>
                <a:gd name="T54" fmla="*/ 118 w 414"/>
                <a:gd name="T55" fmla="*/ 186 h 415"/>
                <a:gd name="T56" fmla="*/ 120 w 414"/>
                <a:gd name="T57" fmla="*/ 176 h 415"/>
                <a:gd name="T58" fmla="*/ 134 w 414"/>
                <a:gd name="T59" fmla="*/ 205 h 415"/>
                <a:gd name="T60" fmla="*/ 400 w 414"/>
                <a:gd name="T61" fmla="*/ 354 h 415"/>
                <a:gd name="T62" fmla="*/ 282 w 414"/>
                <a:gd name="T63" fmla="*/ 326 h 415"/>
                <a:gd name="T64" fmla="*/ 245 w 414"/>
                <a:gd name="T65" fmla="*/ 274 h 415"/>
                <a:gd name="T66" fmla="*/ 245 w 414"/>
                <a:gd name="T67" fmla="*/ 241 h 415"/>
                <a:gd name="T68" fmla="*/ 282 w 414"/>
                <a:gd name="T69" fmla="*/ 189 h 415"/>
                <a:gd name="T70" fmla="*/ 282 w 414"/>
                <a:gd name="T71" fmla="*/ 170 h 415"/>
                <a:gd name="T72" fmla="*/ 245 w 414"/>
                <a:gd name="T73" fmla="*/ 118 h 415"/>
                <a:gd name="T74" fmla="*/ 245 w 414"/>
                <a:gd name="T75" fmla="*/ 85 h 415"/>
                <a:gd name="T76" fmla="*/ 400 w 414"/>
                <a:gd name="T77" fmla="*/ 354 h 415"/>
                <a:gd name="T78" fmla="*/ 301 w 414"/>
                <a:gd name="T79" fmla="*/ 326 h 415"/>
                <a:gd name="T80" fmla="*/ 367 w 414"/>
                <a:gd name="T81" fmla="*/ 241 h 415"/>
                <a:gd name="T82" fmla="*/ 367 w 414"/>
                <a:gd name="T83" fmla="*/ 274 h 415"/>
                <a:gd name="T84" fmla="*/ 301 w 414"/>
                <a:gd name="T85" fmla="*/ 189 h 415"/>
                <a:gd name="T86" fmla="*/ 367 w 414"/>
                <a:gd name="T87" fmla="*/ 189 h 415"/>
                <a:gd name="T88" fmla="*/ 301 w 414"/>
                <a:gd name="T89" fmla="*/ 170 h 415"/>
                <a:gd name="T90" fmla="*/ 367 w 414"/>
                <a:gd name="T91" fmla="*/ 85 h 415"/>
                <a:gd name="T92" fmla="*/ 367 w 414"/>
                <a:gd name="T93" fmla="*/ 118 h 4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414" h="415">
                  <a:moveTo>
                    <a:pt x="301" y="241"/>
                  </a:moveTo>
                  <a:cubicBezTo>
                    <a:pt x="301" y="274"/>
                    <a:pt x="301" y="274"/>
                    <a:pt x="301" y="274"/>
                  </a:cubicBezTo>
                  <a:cubicBezTo>
                    <a:pt x="367" y="274"/>
                    <a:pt x="367" y="274"/>
                    <a:pt x="367" y="274"/>
                  </a:cubicBezTo>
                  <a:cubicBezTo>
                    <a:pt x="367" y="241"/>
                    <a:pt x="367" y="241"/>
                    <a:pt x="367" y="241"/>
                  </a:cubicBezTo>
                  <a:lnTo>
                    <a:pt x="301" y="241"/>
                  </a:lnTo>
                  <a:close/>
                  <a:moveTo>
                    <a:pt x="301" y="189"/>
                  </a:moveTo>
                  <a:cubicBezTo>
                    <a:pt x="301" y="222"/>
                    <a:pt x="301" y="222"/>
                    <a:pt x="301" y="222"/>
                  </a:cubicBezTo>
                  <a:cubicBezTo>
                    <a:pt x="367" y="222"/>
                    <a:pt x="367" y="222"/>
                    <a:pt x="367" y="222"/>
                  </a:cubicBezTo>
                  <a:cubicBezTo>
                    <a:pt x="367" y="189"/>
                    <a:pt x="367" y="189"/>
                    <a:pt x="367" y="189"/>
                  </a:cubicBezTo>
                  <a:lnTo>
                    <a:pt x="301" y="189"/>
                  </a:lnTo>
                  <a:close/>
                  <a:moveTo>
                    <a:pt x="301" y="293"/>
                  </a:moveTo>
                  <a:cubicBezTo>
                    <a:pt x="301" y="326"/>
                    <a:pt x="301" y="326"/>
                    <a:pt x="301" y="326"/>
                  </a:cubicBezTo>
                  <a:cubicBezTo>
                    <a:pt x="367" y="326"/>
                    <a:pt x="367" y="326"/>
                    <a:pt x="367" y="326"/>
                  </a:cubicBezTo>
                  <a:cubicBezTo>
                    <a:pt x="367" y="293"/>
                    <a:pt x="367" y="293"/>
                    <a:pt x="367" y="293"/>
                  </a:cubicBezTo>
                  <a:lnTo>
                    <a:pt x="301" y="293"/>
                  </a:lnTo>
                  <a:close/>
                  <a:moveTo>
                    <a:pt x="301" y="137"/>
                  </a:moveTo>
                  <a:cubicBezTo>
                    <a:pt x="301" y="170"/>
                    <a:pt x="301" y="170"/>
                    <a:pt x="301" y="170"/>
                  </a:cubicBezTo>
                  <a:cubicBezTo>
                    <a:pt x="367" y="170"/>
                    <a:pt x="367" y="170"/>
                    <a:pt x="367" y="170"/>
                  </a:cubicBezTo>
                  <a:cubicBezTo>
                    <a:pt x="367" y="137"/>
                    <a:pt x="367" y="137"/>
                    <a:pt x="367" y="137"/>
                  </a:cubicBezTo>
                  <a:lnTo>
                    <a:pt x="301" y="137"/>
                  </a:lnTo>
                  <a:close/>
                  <a:moveTo>
                    <a:pt x="301" y="85"/>
                  </a:moveTo>
                  <a:cubicBezTo>
                    <a:pt x="301" y="118"/>
                    <a:pt x="301" y="118"/>
                    <a:pt x="301" y="118"/>
                  </a:cubicBezTo>
                  <a:cubicBezTo>
                    <a:pt x="367" y="118"/>
                    <a:pt x="367" y="118"/>
                    <a:pt x="367" y="118"/>
                  </a:cubicBezTo>
                  <a:cubicBezTo>
                    <a:pt x="367" y="85"/>
                    <a:pt x="367" y="85"/>
                    <a:pt x="367" y="85"/>
                  </a:cubicBezTo>
                  <a:lnTo>
                    <a:pt x="301" y="85"/>
                  </a:lnTo>
                  <a:close/>
                  <a:moveTo>
                    <a:pt x="301" y="326"/>
                  </a:moveTo>
                  <a:cubicBezTo>
                    <a:pt x="367" y="326"/>
                    <a:pt x="367" y="326"/>
                    <a:pt x="367" y="326"/>
                  </a:cubicBezTo>
                  <a:cubicBezTo>
                    <a:pt x="367" y="293"/>
                    <a:pt x="367" y="293"/>
                    <a:pt x="367" y="293"/>
                  </a:cubicBezTo>
                  <a:cubicBezTo>
                    <a:pt x="301" y="293"/>
                    <a:pt x="301" y="293"/>
                    <a:pt x="301" y="293"/>
                  </a:cubicBezTo>
                  <a:lnTo>
                    <a:pt x="301" y="326"/>
                  </a:lnTo>
                  <a:close/>
                  <a:moveTo>
                    <a:pt x="301" y="274"/>
                  </a:moveTo>
                  <a:cubicBezTo>
                    <a:pt x="367" y="274"/>
                    <a:pt x="367" y="274"/>
                    <a:pt x="367" y="274"/>
                  </a:cubicBezTo>
                  <a:cubicBezTo>
                    <a:pt x="367" y="241"/>
                    <a:pt x="367" y="241"/>
                    <a:pt x="367" y="241"/>
                  </a:cubicBezTo>
                  <a:cubicBezTo>
                    <a:pt x="301" y="241"/>
                    <a:pt x="301" y="241"/>
                    <a:pt x="301" y="241"/>
                  </a:cubicBezTo>
                  <a:lnTo>
                    <a:pt x="301" y="274"/>
                  </a:lnTo>
                  <a:close/>
                  <a:moveTo>
                    <a:pt x="301" y="222"/>
                  </a:moveTo>
                  <a:cubicBezTo>
                    <a:pt x="367" y="222"/>
                    <a:pt x="367" y="222"/>
                    <a:pt x="367" y="222"/>
                  </a:cubicBezTo>
                  <a:cubicBezTo>
                    <a:pt x="367" y="189"/>
                    <a:pt x="367" y="189"/>
                    <a:pt x="367" y="189"/>
                  </a:cubicBezTo>
                  <a:cubicBezTo>
                    <a:pt x="301" y="189"/>
                    <a:pt x="301" y="189"/>
                    <a:pt x="301" y="189"/>
                  </a:cubicBezTo>
                  <a:lnTo>
                    <a:pt x="301" y="222"/>
                  </a:lnTo>
                  <a:close/>
                  <a:moveTo>
                    <a:pt x="301" y="170"/>
                  </a:moveTo>
                  <a:cubicBezTo>
                    <a:pt x="367" y="170"/>
                    <a:pt x="367" y="170"/>
                    <a:pt x="367" y="170"/>
                  </a:cubicBezTo>
                  <a:cubicBezTo>
                    <a:pt x="367" y="137"/>
                    <a:pt x="367" y="137"/>
                    <a:pt x="367" y="137"/>
                  </a:cubicBezTo>
                  <a:cubicBezTo>
                    <a:pt x="301" y="137"/>
                    <a:pt x="301" y="137"/>
                    <a:pt x="301" y="137"/>
                  </a:cubicBezTo>
                  <a:lnTo>
                    <a:pt x="301" y="170"/>
                  </a:lnTo>
                  <a:close/>
                  <a:moveTo>
                    <a:pt x="301" y="85"/>
                  </a:moveTo>
                  <a:cubicBezTo>
                    <a:pt x="301" y="118"/>
                    <a:pt x="301" y="118"/>
                    <a:pt x="301" y="118"/>
                  </a:cubicBezTo>
                  <a:cubicBezTo>
                    <a:pt x="367" y="118"/>
                    <a:pt x="367" y="118"/>
                    <a:pt x="367" y="118"/>
                  </a:cubicBezTo>
                  <a:cubicBezTo>
                    <a:pt x="367" y="85"/>
                    <a:pt x="367" y="85"/>
                    <a:pt x="367" y="85"/>
                  </a:cubicBezTo>
                  <a:lnTo>
                    <a:pt x="301" y="85"/>
                  </a:lnTo>
                  <a:close/>
                  <a:moveTo>
                    <a:pt x="400" y="42"/>
                  </a:moveTo>
                  <a:cubicBezTo>
                    <a:pt x="245" y="42"/>
                    <a:pt x="245" y="42"/>
                    <a:pt x="245" y="42"/>
                  </a:cubicBezTo>
                  <a:cubicBezTo>
                    <a:pt x="245" y="0"/>
                    <a:pt x="245" y="0"/>
                    <a:pt x="245" y="0"/>
                  </a:cubicBezTo>
                  <a:cubicBezTo>
                    <a:pt x="0" y="42"/>
                    <a:pt x="0" y="42"/>
                    <a:pt x="0" y="42"/>
                  </a:cubicBezTo>
                  <a:cubicBezTo>
                    <a:pt x="0" y="373"/>
                    <a:pt x="0" y="373"/>
                    <a:pt x="0" y="373"/>
                  </a:cubicBezTo>
                  <a:cubicBezTo>
                    <a:pt x="245" y="415"/>
                    <a:pt x="245" y="415"/>
                    <a:pt x="245" y="415"/>
                  </a:cubicBezTo>
                  <a:cubicBezTo>
                    <a:pt x="245" y="368"/>
                    <a:pt x="245" y="368"/>
                    <a:pt x="245" y="368"/>
                  </a:cubicBezTo>
                  <a:cubicBezTo>
                    <a:pt x="401" y="368"/>
                    <a:pt x="401" y="368"/>
                    <a:pt x="401" y="368"/>
                  </a:cubicBezTo>
                  <a:cubicBezTo>
                    <a:pt x="410" y="368"/>
                    <a:pt x="414" y="362"/>
                    <a:pt x="414" y="354"/>
                  </a:cubicBezTo>
                  <a:cubicBezTo>
                    <a:pt x="414" y="56"/>
                    <a:pt x="414" y="56"/>
                    <a:pt x="414" y="56"/>
                  </a:cubicBezTo>
                  <a:cubicBezTo>
                    <a:pt x="414" y="49"/>
                    <a:pt x="408" y="42"/>
                    <a:pt x="400" y="42"/>
                  </a:cubicBezTo>
                  <a:close/>
                  <a:moveTo>
                    <a:pt x="139" y="282"/>
                  </a:moveTo>
                  <a:cubicBezTo>
                    <a:pt x="118" y="232"/>
                    <a:pt x="118" y="232"/>
                    <a:pt x="118" y="232"/>
                  </a:cubicBezTo>
                  <a:cubicBezTo>
                    <a:pt x="118" y="231"/>
                    <a:pt x="118" y="231"/>
                    <a:pt x="118" y="230"/>
                  </a:cubicBezTo>
                  <a:cubicBezTo>
                    <a:pt x="117" y="230"/>
                    <a:pt x="117" y="229"/>
                    <a:pt x="117" y="229"/>
                  </a:cubicBezTo>
                  <a:cubicBezTo>
                    <a:pt x="117" y="228"/>
                    <a:pt x="117" y="226"/>
                    <a:pt x="117" y="225"/>
                  </a:cubicBezTo>
                  <a:cubicBezTo>
                    <a:pt x="116" y="224"/>
                    <a:pt x="116" y="223"/>
                    <a:pt x="116" y="222"/>
                  </a:cubicBezTo>
                  <a:cubicBezTo>
                    <a:pt x="116" y="222"/>
                    <a:pt x="116" y="222"/>
                    <a:pt x="116" y="222"/>
                  </a:cubicBezTo>
                  <a:cubicBezTo>
                    <a:pt x="116" y="223"/>
                    <a:pt x="114" y="223"/>
                    <a:pt x="114" y="224"/>
                  </a:cubicBezTo>
                  <a:cubicBezTo>
                    <a:pt x="114" y="224"/>
                    <a:pt x="114" y="225"/>
                    <a:pt x="114" y="226"/>
                  </a:cubicBezTo>
                  <a:cubicBezTo>
                    <a:pt x="114" y="228"/>
                    <a:pt x="113" y="228"/>
                    <a:pt x="113" y="229"/>
                  </a:cubicBezTo>
                  <a:cubicBezTo>
                    <a:pt x="113" y="230"/>
                    <a:pt x="113" y="231"/>
                    <a:pt x="112" y="232"/>
                  </a:cubicBezTo>
                  <a:cubicBezTo>
                    <a:pt x="92" y="280"/>
                    <a:pt x="92" y="280"/>
                    <a:pt x="92" y="280"/>
                  </a:cubicBezTo>
                  <a:cubicBezTo>
                    <a:pt x="61" y="277"/>
                    <a:pt x="61" y="277"/>
                    <a:pt x="61" y="277"/>
                  </a:cubicBezTo>
                  <a:cubicBezTo>
                    <a:pt x="98" y="206"/>
                    <a:pt x="98" y="206"/>
                    <a:pt x="98" y="206"/>
                  </a:cubicBezTo>
                  <a:cubicBezTo>
                    <a:pt x="65" y="134"/>
                    <a:pt x="65" y="134"/>
                    <a:pt x="65" y="134"/>
                  </a:cubicBezTo>
                  <a:cubicBezTo>
                    <a:pt x="95" y="132"/>
                    <a:pt x="95" y="132"/>
                    <a:pt x="95" y="132"/>
                  </a:cubicBezTo>
                  <a:cubicBezTo>
                    <a:pt x="113" y="176"/>
                    <a:pt x="113" y="176"/>
                    <a:pt x="113" y="176"/>
                  </a:cubicBezTo>
                  <a:cubicBezTo>
                    <a:pt x="113" y="177"/>
                    <a:pt x="113" y="178"/>
                    <a:pt x="114" y="179"/>
                  </a:cubicBezTo>
                  <a:cubicBezTo>
                    <a:pt x="114" y="179"/>
                    <a:pt x="114" y="180"/>
                    <a:pt x="114" y="182"/>
                  </a:cubicBezTo>
                  <a:cubicBezTo>
                    <a:pt x="116" y="183"/>
                    <a:pt x="116" y="184"/>
                    <a:pt x="116" y="185"/>
                  </a:cubicBezTo>
                  <a:cubicBezTo>
                    <a:pt x="116" y="186"/>
                    <a:pt x="116" y="187"/>
                    <a:pt x="117" y="189"/>
                  </a:cubicBezTo>
                  <a:cubicBezTo>
                    <a:pt x="117" y="189"/>
                    <a:pt x="117" y="189"/>
                    <a:pt x="117" y="189"/>
                  </a:cubicBezTo>
                  <a:cubicBezTo>
                    <a:pt x="117" y="187"/>
                    <a:pt x="117" y="187"/>
                    <a:pt x="118" y="186"/>
                  </a:cubicBezTo>
                  <a:cubicBezTo>
                    <a:pt x="118" y="185"/>
                    <a:pt x="118" y="184"/>
                    <a:pt x="118" y="183"/>
                  </a:cubicBezTo>
                  <a:cubicBezTo>
                    <a:pt x="118" y="182"/>
                    <a:pt x="119" y="180"/>
                    <a:pt x="119" y="179"/>
                  </a:cubicBezTo>
                  <a:cubicBezTo>
                    <a:pt x="119" y="178"/>
                    <a:pt x="120" y="177"/>
                    <a:pt x="120" y="176"/>
                  </a:cubicBezTo>
                  <a:cubicBezTo>
                    <a:pt x="140" y="130"/>
                    <a:pt x="140" y="130"/>
                    <a:pt x="140" y="130"/>
                  </a:cubicBezTo>
                  <a:cubicBezTo>
                    <a:pt x="172" y="127"/>
                    <a:pt x="172" y="127"/>
                    <a:pt x="172" y="127"/>
                  </a:cubicBezTo>
                  <a:cubicBezTo>
                    <a:pt x="134" y="205"/>
                    <a:pt x="134" y="205"/>
                    <a:pt x="134" y="205"/>
                  </a:cubicBezTo>
                  <a:cubicBezTo>
                    <a:pt x="173" y="284"/>
                    <a:pt x="173" y="284"/>
                    <a:pt x="173" y="284"/>
                  </a:cubicBezTo>
                  <a:lnTo>
                    <a:pt x="139" y="282"/>
                  </a:lnTo>
                  <a:close/>
                  <a:moveTo>
                    <a:pt x="400" y="354"/>
                  </a:moveTo>
                  <a:cubicBezTo>
                    <a:pt x="245" y="354"/>
                    <a:pt x="245" y="354"/>
                    <a:pt x="245" y="354"/>
                  </a:cubicBezTo>
                  <a:cubicBezTo>
                    <a:pt x="245" y="326"/>
                    <a:pt x="245" y="326"/>
                    <a:pt x="245" y="326"/>
                  </a:cubicBezTo>
                  <a:cubicBezTo>
                    <a:pt x="282" y="326"/>
                    <a:pt x="282" y="326"/>
                    <a:pt x="282" y="326"/>
                  </a:cubicBezTo>
                  <a:cubicBezTo>
                    <a:pt x="282" y="293"/>
                    <a:pt x="282" y="293"/>
                    <a:pt x="282" y="293"/>
                  </a:cubicBezTo>
                  <a:cubicBezTo>
                    <a:pt x="245" y="293"/>
                    <a:pt x="245" y="293"/>
                    <a:pt x="245" y="293"/>
                  </a:cubicBezTo>
                  <a:cubicBezTo>
                    <a:pt x="245" y="274"/>
                    <a:pt x="245" y="274"/>
                    <a:pt x="245" y="274"/>
                  </a:cubicBezTo>
                  <a:cubicBezTo>
                    <a:pt x="282" y="274"/>
                    <a:pt x="282" y="274"/>
                    <a:pt x="282" y="274"/>
                  </a:cubicBezTo>
                  <a:cubicBezTo>
                    <a:pt x="282" y="241"/>
                    <a:pt x="282" y="241"/>
                    <a:pt x="282" y="241"/>
                  </a:cubicBezTo>
                  <a:cubicBezTo>
                    <a:pt x="245" y="241"/>
                    <a:pt x="245" y="241"/>
                    <a:pt x="245" y="241"/>
                  </a:cubicBezTo>
                  <a:cubicBezTo>
                    <a:pt x="245" y="222"/>
                    <a:pt x="245" y="222"/>
                    <a:pt x="245" y="222"/>
                  </a:cubicBezTo>
                  <a:cubicBezTo>
                    <a:pt x="282" y="222"/>
                    <a:pt x="282" y="222"/>
                    <a:pt x="282" y="222"/>
                  </a:cubicBezTo>
                  <a:cubicBezTo>
                    <a:pt x="282" y="189"/>
                    <a:pt x="282" y="189"/>
                    <a:pt x="282" y="189"/>
                  </a:cubicBezTo>
                  <a:cubicBezTo>
                    <a:pt x="245" y="189"/>
                    <a:pt x="245" y="189"/>
                    <a:pt x="245" y="189"/>
                  </a:cubicBezTo>
                  <a:cubicBezTo>
                    <a:pt x="245" y="170"/>
                    <a:pt x="245" y="170"/>
                    <a:pt x="245" y="170"/>
                  </a:cubicBezTo>
                  <a:cubicBezTo>
                    <a:pt x="282" y="170"/>
                    <a:pt x="282" y="170"/>
                    <a:pt x="282" y="170"/>
                  </a:cubicBezTo>
                  <a:cubicBezTo>
                    <a:pt x="282" y="137"/>
                    <a:pt x="282" y="137"/>
                    <a:pt x="282" y="137"/>
                  </a:cubicBezTo>
                  <a:cubicBezTo>
                    <a:pt x="245" y="137"/>
                    <a:pt x="245" y="137"/>
                    <a:pt x="245" y="137"/>
                  </a:cubicBezTo>
                  <a:cubicBezTo>
                    <a:pt x="245" y="118"/>
                    <a:pt x="245" y="118"/>
                    <a:pt x="245" y="118"/>
                  </a:cubicBezTo>
                  <a:cubicBezTo>
                    <a:pt x="282" y="118"/>
                    <a:pt x="282" y="118"/>
                    <a:pt x="282" y="118"/>
                  </a:cubicBezTo>
                  <a:cubicBezTo>
                    <a:pt x="282" y="85"/>
                    <a:pt x="282" y="85"/>
                    <a:pt x="282" y="85"/>
                  </a:cubicBezTo>
                  <a:cubicBezTo>
                    <a:pt x="245" y="85"/>
                    <a:pt x="245" y="85"/>
                    <a:pt x="245" y="85"/>
                  </a:cubicBezTo>
                  <a:cubicBezTo>
                    <a:pt x="245" y="56"/>
                    <a:pt x="245" y="56"/>
                    <a:pt x="245" y="56"/>
                  </a:cubicBezTo>
                  <a:cubicBezTo>
                    <a:pt x="400" y="56"/>
                    <a:pt x="400" y="56"/>
                    <a:pt x="400" y="56"/>
                  </a:cubicBezTo>
                  <a:lnTo>
                    <a:pt x="400" y="354"/>
                  </a:lnTo>
                  <a:close/>
                  <a:moveTo>
                    <a:pt x="367" y="293"/>
                  </a:moveTo>
                  <a:cubicBezTo>
                    <a:pt x="301" y="293"/>
                    <a:pt x="301" y="293"/>
                    <a:pt x="301" y="293"/>
                  </a:cubicBezTo>
                  <a:cubicBezTo>
                    <a:pt x="301" y="326"/>
                    <a:pt x="301" y="326"/>
                    <a:pt x="301" y="326"/>
                  </a:cubicBezTo>
                  <a:cubicBezTo>
                    <a:pt x="367" y="326"/>
                    <a:pt x="367" y="326"/>
                    <a:pt x="367" y="326"/>
                  </a:cubicBezTo>
                  <a:lnTo>
                    <a:pt x="367" y="293"/>
                  </a:lnTo>
                  <a:close/>
                  <a:moveTo>
                    <a:pt x="367" y="241"/>
                  </a:moveTo>
                  <a:cubicBezTo>
                    <a:pt x="301" y="241"/>
                    <a:pt x="301" y="241"/>
                    <a:pt x="301" y="241"/>
                  </a:cubicBezTo>
                  <a:cubicBezTo>
                    <a:pt x="301" y="274"/>
                    <a:pt x="301" y="274"/>
                    <a:pt x="301" y="274"/>
                  </a:cubicBezTo>
                  <a:cubicBezTo>
                    <a:pt x="367" y="274"/>
                    <a:pt x="367" y="274"/>
                    <a:pt x="367" y="274"/>
                  </a:cubicBezTo>
                  <a:lnTo>
                    <a:pt x="367" y="241"/>
                  </a:lnTo>
                  <a:close/>
                  <a:moveTo>
                    <a:pt x="367" y="189"/>
                  </a:moveTo>
                  <a:cubicBezTo>
                    <a:pt x="301" y="189"/>
                    <a:pt x="301" y="189"/>
                    <a:pt x="301" y="189"/>
                  </a:cubicBezTo>
                  <a:cubicBezTo>
                    <a:pt x="301" y="222"/>
                    <a:pt x="301" y="222"/>
                    <a:pt x="301" y="222"/>
                  </a:cubicBezTo>
                  <a:cubicBezTo>
                    <a:pt x="367" y="222"/>
                    <a:pt x="367" y="222"/>
                    <a:pt x="367" y="222"/>
                  </a:cubicBezTo>
                  <a:lnTo>
                    <a:pt x="367" y="189"/>
                  </a:lnTo>
                  <a:close/>
                  <a:moveTo>
                    <a:pt x="367" y="137"/>
                  </a:moveTo>
                  <a:cubicBezTo>
                    <a:pt x="301" y="137"/>
                    <a:pt x="301" y="137"/>
                    <a:pt x="301" y="137"/>
                  </a:cubicBezTo>
                  <a:cubicBezTo>
                    <a:pt x="301" y="170"/>
                    <a:pt x="301" y="170"/>
                    <a:pt x="301" y="170"/>
                  </a:cubicBezTo>
                  <a:cubicBezTo>
                    <a:pt x="367" y="170"/>
                    <a:pt x="367" y="170"/>
                    <a:pt x="367" y="170"/>
                  </a:cubicBezTo>
                  <a:lnTo>
                    <a:pt x="367" y="137"/>
                  </a:lnTo>
                  <a:close/>
                  <a:moveTo>
                    <a:pt x="367" y="85"/>
                  </a:moveTo>
                  <a:cubicBezTo>
                    <a:pt x="301" y="85"/>
                    <a:pt x="301" y="85"/>
                    <a:pt x="301" y="85"/>
                  </a:cubicBezTo>
                  <a:cubicBezTo>
                    <a:pt x="301" y="118"/>
                    <a:pt x="301" y="118"/>
                    <a:pt x="301" y="118"/>
                  </a:cubicBezTo>
                  <a:cubicBezTo>
                    <a:pt x="367" y="118"/>
                    <a:pt x="367" y="118"/>
                    <a:pt x="367" y="118"/>
                  </a:cubicBezTo>
                  <a:lnTo>
                    <a:pt x="367" y="85"/>
                  </a:lnTo>
                  <a:close/>
                </a:path>
              </a:pathLst>
            </a:custGeom>
            <a:solidFill>
              <a:srgbClr val="164E2F"/>
            </a:solidFill>
            <a:ln>
              <a:noFill/>
            </a:ln>
          </p:spPr>
          <p:txBody>
            <a:bodyPr vert="horz" wrap="square" lIns="91440" tIns="45720" rIns="91440" bIns="45720" numCol="1" anchor="t" anchorCtr="0" compatLnSpc="1">
              <a:prstTxWarp prst="textNoShape">
                <a:avLst/>
              </a:prstTxWarp>
            </a:bodyPr>
            <a:lstStyle/>
            <a:p>
              <a:pPr marL="0" marR="0" lvl="0" indent="0" algn="l" defTabSz="932742" rtl="0" eaLnBrk="1" fontAlgn="auto" latinLnBrk="0" hangingPunct="1">
                <a:lnSpc>
                  <a:spcPct val="100000"/>
                </a:lnSpc>
                <a:spcBef>
                  <a:spcPts val="0"/>
                </a:spcBef>
                <a:spcAft>
                  <a:spcPts val="0"/>
                </a:spcAft>
                <a:buClrTx/>
                <a:buSzTx/>
                <a:buFontTx/>
                <a:buNone/>
                <a:tabLst/>
                <a:defRPr/>
              </a:pPr>
              <a:endParaRPr kumimoji="0" lang="en-US" sz="1836" b="0" i="0" u="none" strike="noStrike" kern="0" cap="none" spc="0" normalizeH="0" baseline="0" noProof="0">
                <a:ln>
                  <a:noFill/>
                </a:ln>
                <a:solidFill>
                  <a:srgbClr val="505050"/>
                </a:solidFill>
                <a:effectLst/>
                <a:uLnTx/>
                <a:uFillTx/>
                <a:latin typeface="Segoe UI"/>
                <a:ea typeface="+mn-ea"/>
                <a:cs typeface="+mn-cs"/>
              </a:endParaRPr>
            </a:p>
          </p:txBody>
        </p:sp>
        <p:sp>
          <p:nvSpPr>
            <p:cNvPr id="31" name="Rectangle 30"/>
            <p:cNvSpPr/>
            <p:nvPr/>
          </p:nvSpPr>
          <p:spPr>
            <a:xfrm>
              <a:off x="2677674" y="3437617"/>
              <a:ext cx="1376999" cy="948535"/>
            </a:xfrm>
            <a:prstGeom prst="rect">
              <a:avLst/>
            </a:prstGeom>
            <a:solidFill>
              <a:srgbClr val="217346"/>
            </a:solidFill>
            <a:ln w="22225">
              <a:solidFill>
                <a:srgbClr val="164E2F"/>
              </a:solidFill>
            </a:ln>
            <a:effectLst/>
          </p:spPr>
          <p:style>
            <a:lnRef idx="1">
              <a:schemeClr val="dk1"/>
            </a:lnRef>
            <a:fillRef idx="2">
              <a:schemeClr val="dk1"/>
            </a:fillRef>
            <a:effectRef idx="1">
              <a:schemeClr val="dk1"/>
            </a:effectRef>
            <a:fontRef idx="minor">
              <a:schemeClr val="dk1"/>
            </a:fontRef>
          </p:style>
          <p:txBody>
            <a:bodyPr lIns="93219" tIns="46610" rIns="93219" bIns="46610" rtlCol="0" anchor="ctr"/>
            <a:lstStyle/>
            <a:p>
              <a:pPr marL="0" marR="0" lvl="0" indent="0" algn="ctr" defTabSz="932468" rtl="0" eaLnBrk="1" fontAlgn="auto" latinLnBrk="0" hangingPunct="1">
                <a:lnSpc>
                  <a:spcPct val="100000"/>
                </a:lnSpc>
                <a:spcBef>
                  <a:spcPts val="0"/>
                </a:spcBef>
                <a:spcAft>
                  <a:spcPts val="0"/>
                </a:spcAft>
                <a:buClrTx/>
                <a:buSzTx/>
                <a:buFontTx/>
                <a:buNone/>
                <a:tabLst/>
                <a:defRPr/>
              </a:pPr>
              <a:endParaRPr kumimoji="0" lang="en-US" sz="1835" b="0" i="0" u="none" strike="noStrike" kern="1200" cap="none" spc="0" normalizeH="0" baseline="0" noProof="0">
                <a:ln>
                  <a:noFill/>
                </a:ln>
                <a:solidFill>
                  <a:srgbClr val="000000"/>
                </a:solidFill>
                <a:effectLst/>
                <a:uLnTx/>
                <a:uFillTx/>
                <a:latin typeface="Segoe UI"/>
                <a:ea typeface="+mn-ea"/>
                <a:cs typeface="+mn-cs"/>
              </a:endParaRPr>
            </a:p>
          </p:txBody>
        </p:sp>
        <p:sp>
          <p:nvSpPr>
            <p:cNvPr id="32" name="Rectangle 31"/>
            <p:cNvSpPr/>
            <p:nvPr/>
          </p:nvSpPr>
          <p:spPr>
            <a:xfrm>
              <a:off x="2677674" y="3304333"/>
              <a:ext cx="1376999" cy="146898"/>
            </a:xfrm>
            <a:prstGeom prst="rect">
              <a:avLst/>
            </a:prstGeom>
            <a:solidFill>
              <a:srgbClr val="217346"/>
            </a:solidFill>
            <a:ln w="22225">
              <a:solidFill>
                <a:srgbClr val="164E2F"/>
              </a:solidFill>
            </a:ln>
            <a:effectLst/>
          </p:spPr>
          <p:style>
            <a:lnRef idx="1">
              <a:schemeClr val="dk1"/>
            </a:lnRef>
            <a:fillRef idx="2">
              <a:schemeClr val="dk1"/>
            </a:fillRef>
            <a:effectRef idx="1">
              <a:schemeClr val="dk1"/>
            </a:effectRef>
            <a:fontRef idx="minor">
              <a:schemeClr val="dk1"/>
            </a:fontRef>
          </p:style>
          <p:txBody>
            <a:bodyPr lIns="93219" tIns="46610" rIns="93219" bIns="46610" rtlCol="0" anchor="ctr"/>
            <a:lstStyle/>
            <a:p>
              <a:pPr marL="0" marR="0" lvl="0" indent="0" algn="ctr" defTabSz="932468" rtl="0" eaLnBrk="1" fontAlgn="auto" latinLnBrk="0" hangingPunct="1">
                <a:lnSpc>
                  <a:spcPct val="100000"/>
                </a:lnSpc>
                <a:spcBef>
                  <a:spcPts val="0"/>
                </a:spcBef>
                <a:spcAft>
                  <a:spcPts val="0"/>
                </a:spcAft>
                <a:buClrTx/>
                <a:buSzTx/>
                <a:buFontTx/>
                <a:buNone/>
                <a:tabLst/>
                <a:defRPr/>
              </a:pPr>
              <a:endParaRPr kumimoji="0" lang="en-US" sz="1835" b="0" i="0" u="none" strike="noStrike" kern="1200" cap="none" spc="0" normalizeH="0" baseline="0" noProof="0">
                <a:ln>
                  <a:noFill/>
                </a:ln>
                <a:solidFill>
                  <a:srgbClr val="000000"/>
                </a:solidFill>
                <a:effectLst/>
                <a:uLnTx/>
                <a:uFillTx/>
                <a:latin typeface="Segoe UI"/>
                <a:ea typeface="+mn-ea"/>
                <a:cs typeface="+mn-cs"/>
              </a:endParaRPr>
            </a:p>
          </p:txBody>
        </p:sp>
        <p:grpSp>
          <p:nvGrpSpPr>
            <p:cNvPr id="33" name="Group 32"/>
            <p:cNvGrpSpPr/>
            <p:nvPr/>
          </p:nvGrpSpPr>
          <p:grpSpPr>
            <a:xfrm>
              <a:off x="2786888" y="3533161"/>
              <a:ext cx="1165218" cy="775768"/>
              <a:chOff x="1536522" y="2097832"/>
              <a:chExt cx="830830" cy="553142"/>
            </a:xfrm>
          </p:grpSpPr>
          <p:sp>
            <p:nvSpPr>
              <p:cNvPr id="98" name="Rectangle 97"/>
              <p:cNvSpPr/>
              <p:nvPr/>
            </p:nvSpPr>
            <p:spPr bwMode="auto">
              <a:xfrm>
                <a:off x="2244476" y="2097832"/>
                <a:ext cx="122876" cy="66675"/>
              </a:xfrm>
              <a:prstGeom prst="rect">
                <a:avLst/>
              </a:prstGeom>
              <a:solidFill>
                <a:srgbClr val="164E2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lIns="91440" tIns="91440" rIns="34294" bIns="34294" rtlCol="0" anchor="b" anchorCtr="0"/>
              <a:lstStyle/>
              <a:p>
                <a:pPr marL="0" marR="0" lvl="0" indent="0" algn="ctr" defTabSz="932406" rtl="0" eaLnBrk="1" fontAlgn="auto" latinLnBrk="0" hangingPunct="1">
                  <a:lnSpc>
                    <a:spcPct val="100000"/>
                  </a:lnSpc>
                  <a:spcBef>
                    <a:spcPts val="0"/>
                  </a:spcBef>
                  <a:spcAft>
                    <a:spcPts val="0"/>
                  </a:spcAft>
                  <a:buClrTx/>
                  <a:buSzTx/>
                  <a:buFontTx/>
                  <a:buNone/>
                  <a:tabLst/>
                  <a:defRPr/>
                </a:pPr>
                <a:endParaRPr kumimoji="0" lang="en-US" sz="800" b="0" i="0" u="none" strike="noStrike" kern="1200" cap="none" spc="0" normalizeH="0" baseline="0" noProof="0" dirty="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99" name="Rectangle 98"/>
              <p:cNvSpPr/>
              <p:nvPr/>
            </p:nvSpPr>
            <p:spPr bwMode="auto">
              <a:xfrm>
                <a:off x="2244476" y="2195125"/>
                <a:ext cx="122876" cy="66675"/>
              </a:xfrm>
              <a:prstGeom prst="rect">
                <a:avLst/>
              </a:prstGeom>
              <a:solidFill>
                <a:srgbClr val="164E2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lIns="91440" tIns="91440" rIns="34294" bIns="34294" rtlCol="0" anchor="b" anchorCtr="0"/>
              <a:lstStyle/>
              <a:p>
                <a:pPr marL="0" marR="0" lvl="0" indent="0" algn="ctr" defTabSz="932406" rtl="0" eaLnBrk="1" fontAlgn="auto" latinLnBrk="0" hangingPunct="1">
                  <a:lnSpc>
                    <a:spcPct val="100000"/>
                  </a:lnSpc>
                  <a:spcBef>
                    <a:spcPts val="0"/>
                  </a:spcBef>
                  <a:spcAft>
                    <a:spcPts val="0"/>
                  </a:spcAft>
                  <a:buClrTx/>
                  <a:buSzTx/>
                  <a:buFontTx/>
                  <a:buNone/>
                  <a:tabLst/>
                  <a:defRPr/>
                </a:pPr>
                <a:endParaRPr kumimoji="0" lang="en-US" sz="800" b="0" i="0" u="none" strike="noStrike" kern="1200" cap="none" spc="0" normalizeH="0" baseline="0" noProof="0" dirty="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100" name="Rectangle 99"/>
              <p:cNvSpPr/>
              <p:nvPr/>
            </p:nvSpPr>
            <p:spPr bwMode="auto">
              <a:xfrm>
                <a:off x="2244476" y="2292418"/>
                <a:ext cx="122876" cy="66675"/>
              </a:xfrm>
              <a:prstGeom prst="rect">
                <a:avLst/>
              </a:prstGeom>
              <a:solidFill>
                <a:srgbClr val="164E2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lIns="91440" tIns="91440" rIns="34294" bIns="34294" rtlCol="0" anchor="b" anchorCtr="0"/>
              <a:lstStyle/>
              <a:p>
                <a:pPr marL="0" marR="0" lvl="0" indent="0" algn="ctr" defTabSz="932406" rtl="0" eaLnBrk="1" fontAlgn="auto" latinLnBrk="0" hangingPunct="1">
                  <a:lnSpc>
                    <a:spcPct val="100000"/>
                  </a:lnSpc>
                  <a:spcBef>
                    <a:spcPts val="0"/>
                  </a:spcBef>
                  <a:spcAft>
                    <a:spcPts val="0"/>
                  </a:spcAft>
                  <a:buClrTx/>
                  <a:buSzTx/>
                  <a:buFontTx/>
                  <a:buNone/>
                  <a:tabLst/>
                  <a:defRPr/>
                </a:pPr>
                <a:endParaRPr kumimoji="0" lang="en-US" sz="800" b="0" i="0" u="none" strike="noStrike" kern="1200" cap="none" spc="0" normalizeH="0" baseline="0" noProof="0" dirty="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101" name="Rectangle 100"/>
              <p:cNvSpPr/>
              <p:nvPr/>
            </p:nvSpPr>
            <p:spPr bwMode="auto">
              <a:xfrm>
                <a:off x="2244476" y="2389711"/>
                <a:ext cx="122876" cy="66675"/>
              </a:xfrm>
              <a:prstGeom prst="rect">
                <a:avLst/>
              </a:prstGeom>
              <a:solidFill>
                <a:srgbClr val="164E2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lIns="91440" tIns="91440" rIns="34294" bIns="34294" rtlCol="0" anchor="b" anchorCtr="0"/>
              <a:lstStyle/>
              <a:p>
                <a:pPr marL="0" marR="0" lvl="0" indent="0" algn="ctr" defTabSz="932406" rtl="0" eaLnBrk="1" fontAlgn="auto" latinLnBrk="0" hangingPunct="1">
                  <a:lnSpc>
                    <a:spcPct val="100000"/>
                  </a:lnSpc>
                  <a:spcBef>
                    <a:spcPts val="0"/>
                  </a:spcBef>
                  <a:spcAft>
                    <a:spcPts val="0"/>
                  </a:spcAft>
                  <a:buClrTx/>
                  <a:buSzTx/>
                  <a:buFontTx/>
                  <a:buNone/>
                  <a:tabLst/>
                  <a:defRPr/>
                </a:pPr>
                <a:endParaRPr kumimoji="0" lang="en-US" sz="800" b="0" i="0" u="none" strike="noStrike" kern="1200" cap="none" spc="0" normalizeH="0" baseline="0" noProof="0" dirty="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102" name="Rectangle 101"/>
              <p:cNvSpPr/>
              <p:nvPr/>
            </p:nvSpPr>
            <p:spPr bwMode="auto">
              <a:xfrm>
                <a:off x="2244476" y="2487004"/>
                <a:ext cx="122876" cy="66675"/>
              </a:xfrm>
              <a:prstGeom prst="rect">
                <a:avLst/>
              </a:prstGeom>
              <a:solidFill>
                <a:srgbClr val="164E2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lIns="91440" tIns="91440" rIns="34294" bIns="34294" rtlCol="0" anchor="b" anchorCtr="0"/>
              <a:lstStyle/>
              <a:p>
                <a:pPr marL="0" marR="0" lvl="0" indent="0" algn="ctr" defTabSz="932406" rtl="0" eaLnBrk="1" fontAlgn="auto" latinLnBrk="0" hangingPunct="1">
                  <a:lnSpc>
                    <a:spcPct val="100000"/>
                  </a:lnSpc>
                  <a:spcBef>
                    <a:spcPts val="0"/>
                  </a:spcBef>
                  <a:spcAft>
                    <a:spcPts val="0"/>
                  </a:spcAft>
                  <a:buClrTx/>
                  <a:buSzTx/>
                  <a:buFontTx/>
                  <a:buNone/>
                  <a:tabLst/>
                  <a:defRPr/>
                </a:pPr>
                <a:endParaRPr kumimoji="0" lang="en-US" sz="800" b="0" i="0" u="none" strike="noStrike" kern="1200" cap="none" spc="0" normalizeH="0" baseline="0" noProof="0" dirty="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103" name="Rectangle 102"/>
              <p:cNvSpPr/>
              <p:nvPr/>
            </p:nvSpPr>
            <p:spPr bwMode="auto">
              <a:xfrm>
                <a:off x="2244476" y="2584299"/>
                <a:ext cx="122876" cy="66675"/>
              </a:xfrm>
              <a:prstGeom prst="rect">
                <a:avLst/>
              </a:prstGeom>
              <a:solidFill>
                <a:srgbClr val="164E2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lIns="91440" tIns="91440" rIns="34294" bIns="34294" rtlCol="0" anchor="b" anchorCtr="0"/>
              <a:lstStyle/>
              <a:p>
                <a:pPr marL="0" marR="0" lvl="0" indent="0" algn="ctr" defTabSz="932406" rtl="0" eaLnBrk="1" fontAlgn="auto" latinLnBrk="0" hangingPunct="1">
                  <a:lnSpc>
                    <a:spcPct val="100000"/>
                  </a:lnSpc>
                  <a:spcBef>
                    <a:spcPts val="0"/>
                  </a:spcBef>
                  <a:spcAft>
                    <a:spcPts val="0"/>
                  </a:spcAft>
                  <a:buClrTx/>
                  <a:buSzTx/>
                  <a:buFontTx/>
                  <a:buNone/>
                  <a:tabLst/>
                  <a:defRPr/>
                </a:pPr>
                <a:endParaRPr kumimoji="0" lang="en-US" sz="800" b="0" i="0" u="none" strike="noStrike" kern="1200" cap="none" spc="0" normalizeH="0" baseline="0" noProof="0" dirty="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104" name="Rectangle 103"/>
              <p:cNvSpPr/>
              <p:nvPr/>
            </p:nvSpPr>
            <p:spPr bwMode="auto">
              <a:xfrm>
                <a:off x="1890498" y="2097832"/>
                <a:ext cx="122876" cy="66675"/>
              </a:xfrm>
              <a:prstGeom prst="rect">
                <a:avLst/>
              </a:prstGeom>
              <a:solidFill>
                <a:srgbClr val="164E2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lIns="91440" tIns="91440" rIns="34294" bIns="34294" rtlCol="0" anchor="b" anchorCtr="0"/>
              <a:lstStyle/>
              <a:p>
                <a:pPr marL="0" marR="0" lvl="0" indent="0" algn="ctr" defTabSz="932406" rtl="0" eaLnBrk="1" fontAlgn="auto" latinLnBrk="0" hangingPunct="1">
                  <a:lnSpc>
                    <a:spcPct val="100000"/>
                  </a:lnSpc>
                  <a:spcBef>
                    <a:spcPts val="0"/>
                  </a:spcBef>
                  <a:spcAft>
                    <a:spcPts val="0"/>
                  </a:spcAft>
                  <a:buClrTx/>
                  <a:buSzTx/>
                  <a:buFontTx/>
                  <a:buNone/>
                  <a:tabLst/>
                  <a:defRPr/>
                </a:pPr>
                <a:endParaRPr kumimoji="0" lang="en-US" sz="800" b="0" i="0" u="none" strike="noStrike" kern="1200" cap="none" spc="0" normalizeH="0" baseline="0" noProof="0" dirty="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105" name="Rectangle 104"/>
              <p:cNvSpPr/>
              <p:nvPr/>
            </p:nvSpPr>
            <p:spPr bwMode="auto">
              <a:xfrm>
                <a:off x="1890498" y="2195125"/>
                <a:ext cx="122876" cy="66675"/>
              </a:xfrm>
              <a:prstGeom prst="rect">
                <a:avLst/>
              </a:prstGeom>
              <a:solidFill>
                <a:srgbClr val="164E2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lIns="91440" tIns="91440" rIns="34294" bIns="34294" rtlCol="0" anchor="b" anchorCtr="0"/>
              <a:lstStyle/>
              <a:p>
                <a:pPr marL="0" marR="0" lvl="0" indent="0" algn="ctr" defTabSz="932406" rtl="0" eaLnBrk="1" fontAlgn="auto" latinLnBrk="0" hangingPunct="1">
                  <a:lnSpc>
                    <a:spcPct val="100000"/>
                  </a:lnSpc>
                  <a:spcBef>
                    <a:spcPts val="0"/>
                  </a:spcBef>
                  <a:spcAft>
                    <a:spcPts val="0"/>
                  </a:spcAft>
                  <a:buClrTx/>
                  <a:buSzTx/>
                  <a:buFontTx/>
                  <a:buNone/>
                  <a:tabLst/>
                  <a:defRPr/>
                </a:pPr>
                <a:endParaRPr kumimoji="0" lang="en-US" sz="800" b="0" i="0" u="none" strike="noStrike" kern="1200" cap="none" spc="0" normalizeH="0" baseline="0" noProof="0" dirty="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106" name="Rectangle 105"/>
              <p:cNvSpPr/>
              <p:nvPr/>
            </p:nvSpPr>
            <p:spPr bwMode="auto">
              <a:xfrm>
                <a:off x="1890498" y="2292418"/>
                <a:ext cx="122876" cy="66675"/>
              </a:xfrm>
              <a:prstGeom prst="rect">
                <a:avLst/>
              </a:prstGeom>
              <a:solidFill>
                <a:srgbClr val="164E2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lIns="91440" tIns="91440" rIns="34294" bIns="34294" rtlCol="0" anchor="b" anchorCtr="0"/>
              <a:lstStyle/>
              <a:p>
                <a:pPr marL="0" marR="0" lvl="0" indent="0" algn="ctr" defTabSz="932406" rtl="0" eaLnBrk="1" fontAlgn="auto" latinLnBrk="0" hangingPunct="1">
                  <a:lnSpc>
                    <a:spcPct val="100000"/>
                  </a:lnSpc>
                  <a:spcBef>
                    <a:spcPts val="0"/>
                  </a:spcBef>
                  <a:spcAft>
                    <a:spcPts val="0"/>
                  </a:spcAft>
                  <a:buClrTx/>
                  <a:buSzTx/>
                  <a:buFontTx/>
                  <a:buNone/>
                  <a:tabLst/>
                  <a:defRPr/>
                </a:pPr>
                <a:endParaRPr kumimoji="0" lang="en-US" sz="800" b="0" i="0" u="none" strike="noStrike" kern="1200" cap="none" spc="0" normalizeH="0" baseline="0" noProof="0" dirty="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107" name="Rectangle 106"/>
              <p:cNvSpPr/>
              <p:nvPr/>
            </p:nvSpPr>
            <p:spPr bwMode="auto">
              <a:xfrm>
                <a:off x="1890498" y="2389711"/>
                <a:ext cx="122876" cy="66675"/>
              </a:xfrm>
              <a:prstGeom prst="rect">
                <a:avLst/>
              </a:prstGeom>
              <a:solidFill>
                <a:srgbClr val="217346"/>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lIns="91440" tIns="91440" rIns="34294" bIns="34294" rtlCol="0" anchor="b" anchorCtr="0"/>
              <a:lstStyle/>
              <a:p>
                <a:pPr marL="0" marR="0" lvl="0" indent="0" algn="ctr" defTabSz="932406" rtl="0" eaLnBrk="1" fontAlgn="auto" latinLnBrk="0" hangingPunct="1">
                  <a:lnSpc>
                    <a:spcPct val="100000"/>
                  </a:lnSpc>
                  <a:spcBef>
                    <a:spcPts val="0"/>
                  </a:spcBef>
                  <a:spcAft>
                    <a:spcPts val="0"/>
                  </a:spcAft>
                  <a:buClrTx/>
                  <a:buSzTx/>
                  <a:buFontTx/>
                  <a:buNone/>
                  <a:tabLst/>
                  <a:defRPr/>
                </a:pPr>
                <a:endParaRPr kumimoji="0" lang="en-US" sz="800" b="0" i="0" u="none" strike="noStrike" kern="1200" cap="none" spc="0" normalizeH="0" baseline="0" noProof="0" dirty="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108" name="Rectangle 107"/>
              <p:cNvSpPr/>
              <p:nvPr/>
            </p:nvSpPr>
            <p:spPr bwMode="auto">
              <a:xfrm>
                <a:off x="1890498" y="2487004"/>
                <a:ext cx="122876" cy="66675"/>
              </a:xfrm>
              <a:prstGeom prst="rect">
                <a:avLst/>
              </a:prstGeom>
              <a:solidFill>
                <a:srgbClr val="217346"/>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lIns="91440" tIns="91440" rIns="34294" bIns="34294" rtlCol="0" anchor="b" anchorCtr="0"/>
              <a:lstStyle/>
              <a:p>
                <a:pPr marL="0" marR="0" lvl="0" indent="0" algn="ctr" defTabSz="932406" rtl="0" eaLnBrk="1" fontAlgn="auto" latinLnBrk="0" hangingPunct="1">
                  <a:lnSpc>
                    <a:spcPct val="100000"/>
                  </a:lnSpc>
                  <a:spcBef>
                    <a:spcPts val="0"/>
                  </a:spcBef>
                  <a:spcAft>
                    <a:spcPts val="0"/>
                  </a:spcAft>
                  <a:buClrTx/>
                  <a:buSzTx/>
                  <a:buFontTx/>
                  <a:buNone/>
                  <a:tabLst/>
                  <a:defRPr/>
                </a:pPr>
                <a:endParaRPr kumimoji="0" lang="en-US" sz="800" b="0" i="0" u="none" strike="noStrike" kern="1200" cap="none" spc="0" normalizeH="0" baseline="0" noProof="0" dirty="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109" name="Rectangle 108"/>
              <p:cNvSpPr/>
              <p:nvPr/>
            </p:nvSpPr>
            <p:spPr bwMode="auto">
              <a:xfrm>
                <a:off x="1890498" y="2584299"/>
                <a:ext cx="122876" cy="66675"/>
              </a:xfrm>
              <a:prstGeom prst="rect">
                <a:avLst/>
              </a:prstGeom>
              <a:solidFill>
                <a:srgbClr val="164E2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lIns="91440" tIns="91440" rIns="34294" bIns="34294" rtlCol="0" anchor="b" anchorCtr="0"/>
              <a:lstStyle/>
              <a:p>
                <a:pPr marL="0" marR="0" lvl="0" indent="0" algn="ctr" defTabSz="932406" rtl="0" eaLnBrk="1" fontAlgn="auto" latinLnBrk="0" hangingPunct="1">
                  <a:lnSpc>
                    <a:spcPct val="100000"/>
                  </a:lnSpc>
                  <a:spcBef>
                    <a:spcPts val="0"/>
                  </a:spcBef>
                  <a:spcAft>
                    <a:spcPts val="0"/>
                  </a:spcAft>
                  <a:buClrTx/>
                  <a:buSzTx/>
                  <a:buFontTx/>
                  <a:buNone/>
                  <a:tabLst/>
                  <a:defRPr/>
                </a:pPr>
                <a:endParaRPr kumimoji="0" lang="en-US" sz="800" b="0" i="0" u="none" strike="noStrike" kern="1200" cap="none" spc="0" normalizeH="0" baseline="0" noProof="0" dirty="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110" name="Rectangle 109"/>
              <p:cNvSpPr/>
              <p:nvPr/>
            </p:nvSpPr>
            <p:spPr bwMode="auto">
              <a:xfrm>
                <a:off x="2067486" y="2097832"/>
                <a:ext cx="122876" cy="66675"/>
              </a:xfrm>
              <a:prstGeom prst="rect">
                <a:avLst/>
              </a:prstGeom>
              <a:solidFill>
                <a:srgbClr val="164E2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lIns="91440" tIns="91440" rIns="34294" bIns="34294" rtlCol="0" anchor="b" anchorCtr="0"/>
              <a:lstStyle/>
              <a:p>
                <a:pPr marL="0" marR="0" lvl="0" indent="0" algn="ctr" defTabSz="932406" rtl="0" eaLnBrk="1" fontAlgn="auto" latinLnBrk="0" hangingPunct="1">
                  <a:lnSpc>
                    <a:spcPct val="100000"/>
                  </a:lnSpc>
                  <a:spcBef>
                    <a:spcPts val="0"/>
                  </a:spcBef>
                  <a:spcAft>
                    <a:spcPts val="0"/>
                  </a:spcAft>
                  <a:buClrTx/>
                  <a:buSzTx/>
                  <a:buFontTx/>
                  <a:buNone/>
                  <a:tabLst/>
                  <a:defRPr/>
                </a:pPr>
                <a:endParaRPr kumimoji="0" lang="en-US" sz="800" b="0" i="0" u="none" strike="noStrike" kern="1200" cap="none" spc="0" normalizeH="0" baseline="0" noProof="0" dirty="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111" name="Rectangle 110"/>
              <p:cNvSpPr/>
              <p:nvPr/>
            </p:nvSpPr>
            <p:spPr bwMode="auto">
              <a:xfrm>
                <a:off x="2067486" y="2195125"/>
                <a:ext cx="122876" cy="66675"/>
              </a:xfrm>
              <a:prstGeom prst="rect">
                <a:avLst/>
              </a:prstGeom>
              <a:solidFill>
                <a:srgbClr val="164E2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lIns="91440" tIns="91440" rIns="34294" bIns="34294" rtlCol="0" anchor="b" anchorCtr="0"/>
              <a:lstStyle/>
              <a:p>
                <a:pPr marL="0" marR="0" lvl="0" indent="0" algn="ctr" defTabSz="932406" rtl="0" eaLnBrk="1" fontAlgn="auto" latinLnBrk="0" hangingPunct="1">
                  <a:lnSpc>
                    <a:spcPct val="100000"/>
                  </a:lnSpc>
                  <a:spcBef>
                    <a:spcPts val="0"/>
                  </a:spcBef>
                  <a:spcAft>
                    <a:spcPts val="0"/>
                  </a:spcAft>
                  <a:buClrTx/>
                  <a:buSzTx/>
                  <a:buFontTx/>
                  <a:buNone/>
                  <a:tabLst/>
                  <a:defRPr/>
                </a:pPr>
                <a:endParaRPr kumimoji="0" lang="en-US" sz="800" b="0" i="0" u="none" strike="noStrike" kern="1200" cap="none" spc="0" normalizeH="0" baseline="0" noProof="0" dirty="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112" name="Rectangle 111"/>
              <p:cNvSpPr/>
              <p:nvPr/>
            </p:nvSpPr>
            <p:spPr bwMode="auto">
              <a:xfrm>
                <a:off x="2067486" y="2292418"/>
                <a:ext cx="122876" cy="66675"/>
              </a:xfrm>
              <a:prstGeom prst="rect">
                <a:avLst/>
              </a:prstGeom>
              <a:solidFill>
                <a:srgbClr val="164E2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lIns="91440" tIns="91440" rIns="34294" bIns="34294" rtlCol="0" anchor="b" anchorCtr="0"/>
              <a:lstStyle/>
              <a:p>
                <a:pPr marL="0" marR="0" lvl="0" indent="0" algn="ctr" defTabSz="932406" rtl="0" eaLnBrk="1" fontAlgn="auto" latinLnBrk="0" hangingPunct="1">
                  <a:lnSpc>
                    <a:spcPct val="100000"/>
                  </a:lnSpc>
                  <a:spcBef>
                    <a:spcPts val="0"/>
                  </a:spcBef>
                  <a:spcAft>
                    <a:spcPts val="0"/>
                  </a:spcAft>
                  <a:buClrTx/>
                  <a:buSzTx/>
                  <a:buFontTx/>
                  <a:buNone/>
                  <a:tabLst/>
                  <a:defRPr/>
                </a:pPr>
                <a:endParaRPr kumimoji="0" lang="en-US" sz="800" b="0" i="0" u="none" strike="noStrike" kern="1200" cap="none" spc="0" normalizeH="0" baseline="0" noProof="0" dirty="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113" name="Rectangle 112"/>
              <p:cNvSpPr/>
              <p:nvPr/>
            </p:nvSpPr>
            <p:spPr bwMode="auto">
              <a:xfrm>
                <a:off x="2067486" y="2389711"/>
                <a:ext cx="122876" cy="66675"/>
              </a:xfrm>
              <a:prstGeom prst="rect">
                <a:avLst/>
              </a:prstGeom>
              <a:solidFill>
                <a:srgbClr val="217346"/>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lIns="91440" tIns="91440" rIns="34294" bIns="34294" rtlCol="0" anchor="b" anchorCtr="0"/>
              <a:lstStyle/>
              <a:p>
                <a:pPr marL="0" marR="0" lvl="0" indent="0" algn="ctr" defTabSz="932406" rtl="0" eaLnBrk="1" fontAlgn="auto" latinLnBrk="0" hangingPunct="1">
                  <a:lnSpc>
                    <a:spcPct val="100000"/>
                  </a:lnSpc>
                  <a:spcBef>
                    <a:spcPts val="0"/>
                  </a:spcBef>
                  <a:spcAft>
                    <a:spcPts val="0"/>
                  </a:spcAft>
                  <a:buClrTx/>
                  <a:buSzTx/>
                  <a:buFontTx/>
                  <a:buNone/>
                  <a:tabLst/>
                  <a:defRPr/>
                </a:pPr>
                <a:endParaRPr kumimoji="0" lang="en-US" sz="800" b="0" i="0" u="none" strike="noStrike" kern="1200" cap="none" spc="0" normalizeH="0" baseline="0" noProof="0" dirty="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114" name="Rectangle 113"/>
              <p:cNvSpPr/>
              <p:nvPr/>
            </p:nvSpPr>
            <p:spPr bwMode="auto">
              <a:xfrm>
                <a:off x="2067486" y="2487004"/>
                <a:ext cx="122876" cy="66675"/>
              </a:xfrm>
              <a:prstGeom prst="rect">
                <a:avLst/>
              </a:prstGeom>
              <a:solidFill>
                <a:srgbClr val="217346"/>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lIns="91440" tIns="91440" rIns="34294" bIns="34294" rtlCol="0" anchor="b" anchorCtr="0"/>
              <a:lstStyle/>
              <a:p>
                <a:pPr marL="0" marR="0" lvl="0" indent="0" algn="ctr" defTabSz="932406" rtl="0" eaLnBrk="1" fontAlgn="auto" latinLnBrk="0" hangingPunct="1">
                  <a:lnSpc>
                    <a:spcPct val="100000"/>
                  </a:lnSpc>
                  <a:spcBef>
                    <a:spcPts val="0"/>
                  </a:spcBef>
                  <a:spcAft>
                    <a:spcPts val="0"/>
                  </a:spcAft>
                  <a:buClrTx/>
                  <a:buSzTx/>
                  <a:buFontTx/>
                  <a:buNone/>
                  <a:tabLst/>
                  <a:defRPr/>
                </a:pPr>
                <a:endParaRPr kumimoji="0" lang="en-US" sz="800" b="0" i="0" u="none" strike="noStrike" kern="1200" cap="none" spc="0" normalizeH="0" baseline="0" noProof="0" dirty="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115" name="Rectangle 114"/>
              <p:cNvSpPr/>
              <p:nvPr/>
            </p:nvSpPr>
            <p:spPr bwMode="auto">
              <a:xfrm>
                <a:off x="2067486" y="2584299"/>
                <a:ext cx="122876" cy="66675"/>
              </a:xfrm>
              <a:prstGeom prst="rect">
                <a:avLst/>
              </a:prstGeom>
              <a:solidFill>
                <a:srgbClr val="164E2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lIns="91440" tIns="91440" rIns="34294" bIns="34294" rtlCol="0" anchor="b" anchorCtr="0"/>
              <a:lstStyle/>
              <a:p>
                <a:pPr marL="0" marR="0" lvl="0" indent="0" algn="ctr" defTabSz="932406" rtl="0" eaLnBrk="1" fontAlgn="auto" latinLnBrk="0" hangingPunct="1">
                  <a:lnSpc>
                    <a:spcPct val="100000"/>
                  </a:lnSpc>
                  <a:spcBef>
                    <a:spcPts val="0"/>
                  </a:spcBef>
                  <a:spcAft>
                    <a:spcPts val="0"/>
                  </a:spcAft>
                  <a:buClrTx/>
                  <a:buSzTx/>
                  <a:buFontTx/>
                  <a:buNone/>
                  <a:tabLst/>
                  <a:defRPr/>
                </a:pPr>
                <a:endParaRPr kumimoji="0" lang="en-US" sz="800" b="0" i="0" u="none" strike="noStrike" kern="1200" cap="none" spc="0" normalizeH="0" baseline="0" noProof="0" dirty="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116" name="Rectangle 115"/>
              <p:cNvSpPr/>
              <p:nvPr/>
            </p:nvSpPr>
            <p:spPr bwMode="auto">
              <a:xfrm>
                <a:off x="1713510" y="2097832"/>
                <a:ext cx="122876" cy="66675"/>
              </a:xfrm>
              <a:prstGeom prst="rect">
                <a:avLst/>
              </a:prstGeom>
              <a:solidFill>
                <a:srgbClr val="217346"/>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lIns="91440" tIns="91440" rIns="34294" bIns="34294" rtlCol="0" anchor="b" anchorCtr="0"/>
              <a:lstStyle/>
              <a:p>
                <a:pPr marL="0" marR="0" lvl="0" indent="0" algn="ctr" defTabSz="932406" rtl="0" eaLnBrk="1" fontAlgn="auto" latinLnBrk="0" hangingPunct="1">
                  <a:lnSpc>
                    <a:spcPct val="100000"/>
                  </a:lnSpc>
                  <a:spcBef>
                    <a:spcPts val="0"/>
                  </a:spcBef>
                  <a:spcAft>
                    <a:spcPts val="0"/>
                  </a:spcAft>
                  <a:buClrTx/>
                  <a:buSzTx/>
                  <a:buFontTx/>
                  <a:buNone/>
                  <a:tabLst/>
                  <a:defRPr/>
                </a:pPr>
                <a:endParaRPr kumimoji="0" lang="en-US" sz="800" b="0" i="0" u="none" strike="noStrike" kern="1200" cap="none" spc="0" normalizeH="0" baseline="0" noProof="0" dirty="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117" name="Rectangle 116"/>
              <p:cNvSpPr/>
              <p:nvPr/>
            </p:nvSpPr>
            <p:spPr bwMode="auto">
              <a:xfrm>
                <a:off x="1713510" y="2195125"/>
                <a:ext cx="122876" cy="66675"/>
              </a:xfrm>
              <a:prstGeom prst="rect">
                <a:avLst/>
              </a:prstGeom>
              <a:solidFill>
                <a:srgbClr val="217346"/>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lIns="91440" tIns="91440" rIns="34294" bIns="34294" rtlCol="0" anchor="b" anchorCtr="0"/>
              <a:lstStyle/>
              <a:p>
                <a:pPr marL="0" marR="0" lvl="0" indent="0" algn="ctr" defTabSz="932406" rtl="0" eaLnBrk="1" fontAlgn="auto" latinLnBrk="0" hangingPunct="1">
                  <a:lnSpc>
                    <a:spcPct val="100000"/>
                  </a:lnSpc>
                  <a:spcBef>
                    <a:spcPts val="0"/>
                  </a:spcBef>
                  <a:spcAft>
                    <a:spcPts val="0"/>
                  </a:spcAft>
                  <a:buClrTx/>
                  <a:buSzTx/>
                  <a:buFontTx/>
                  <a:buNone/>
                  <a:tabLst/>
                  <a:defRPr/>
                </a:pPr>
                <a:endParaRPr kumimoji="0" lang="en-US" sz="800" b="0" i="0" u="none" strike="noStrike" kern="1200" cap="none" spc="0" normalizeH="0" baseline="0" noProof="0" dirty="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118" name="Rectangle 117"/>
              <p:cNvSpPr/>
              <p:nvPr/>
            </p:nvSpPr>
            <p:spPr bwMode="auto">
              <a:xfrm>
                <a:off x="1713510" y="2292418"/>
                <a:ext cx="122876" cy="66675"/>
              </a:xfrm>
              <a:prstGeom prst="rect">
                <a:avLst/>
              </a:prstGeom>
              <a:solidFill>
                <a:srgbClr val="164E2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lIns="91440" tIns="91440" rIns="34294" bIns="34294" rtlCol="0" anchor="b" anchorCtr="0"/>
              <a:lstStyle/>
              <a:p>
                <a:pPr marL="0" marR="0" lvl="0" indent="0" algn="ctr" defTabSz="932406" rtl="0" eaLnBrk="1" fontAlgn="auto" latinLnBrk="0" hangingPunct="1">
                  <a:lnSpc>
                    <a:spcPct val="100000"/>
                  </a:lnSpc>
                  <a:spcBef>
                    <a:spcPts val="0"/>
                  </a:spcBef>
                  <a:spcAft>
                    <a:spcPts val="0"/>
                  </a:spcAft>
                  <a:buClrTx/>
                  <a:buSzTx/>
                  <a:buFontTx/>
                  <a:buNone/>
                  <a:tabLst/>
                  <a:defRPr/>
                </a:pPr>
                <a:endParaRPr kumimoji="0" lang="en-US" sz="800" b="0" i="0" u="none" strike="noStrike" kern="1200" cap="none" spc="0" normalizeH="0" baseline="0" noProof="0" dirty="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119" name="Rectangle 118"/>
              <p:cNvSpPr/>
              <p:nvPr/>
            </p:nvSpPr>
            <p:spPr bwMode="auto">
              <a:xfrm>
                <a:off x="1713510" y="2389711"/>
                <a:ext cx="122876" cy="66675"/>
              </a:xfrm>
              <a:prstGeom prst="rect">
                <a:avLst/>
              </a:prstGeom>
              <a:solidFill>
                <a:srgbClr val="164E2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lIns="91440" tIns="91440" rIns="34294" bIns="34294" rtlCol="0" anchor="b" anchorCtr="0"/>
              <a:lstStyle/>
              <a:p>
                <a:pPr marL="0" marR="0" lvl="0" indent="0" algn="ctr" defTabSz="932406" rtl="0" eaLnBrk="1" fontAlgn="auto" latinLnBrk="0" hangingPunct="1">
                  <a:lnSpc>
                    <a:spcPct val="100000"/>
                  </a:lnSpc>
                  <a:spcBef>
                    <a:spcPts val="0"/>
                  </a:spcBef>
                  <a:spcAft>
                    <a:spcPts val="0"/>
                  </a:spcAft>
                  <a:buClrTx/>
                  <a:buSzTx/>
                  <a:buFontTx/>
                  <a:buNone/>
                  <a:tabLst/>
                  <a:defRPr/>
                </a:pPr>
                <a:endParaRPr kumimoji="0" lang="en-US" sz="800" b="0" i="0" u="none" strike="noStrike" kern="1200" cap="none" spc="0" normalizeH="0" baseline="0" noProof="0" dirty="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120" name="Rectangle 119"/>
              <p:cNvSpPr/>
              <p:nvPr/>
            </p:nvSpPr>
            <p:spPr bwMode="auto">
              <a:xfrm>
                <a:off x="1713510" y="2487004"/>
                <a:ext cx="122876" cy="66675"/>
              </a:xfrm>
              <a:prstGeom prst="rect">
                <a:avLst/>
              </a:prstGeom>
              <a:solidFill>
                <a:srgbClr val="164E2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lIns="91440" tIns="91440" rIns="34294" bIns="34294" rtlCol="0" anchor="b" anchorCtr="0"/>
              <a:lstStyle/>
              <a:p>
                <a:pPr marL="0" marR="0" lvl="0" indent="0" algn="ctr" defTabSz="932406" rtl="0" eaLnBrk="1" fontAlgn="auto" latinLnBrk="0" hangingPunct="1">
                  <a:lnSpc>
                    <a:spcPct val="100000"/>
                  </a:lnSpc>
                  <a:spcBef>
                    <a:spcPts val="0"/>
                  </a:spcBef>
                  <a:spcAft>
                    <a:spcPts val="0"/>
                  </a:spcAft>
                  <a:buClrTx/>
                  <a:buSzTx/>
                  <a:buFontTx/>
                  <a:buNone/>
                  <a:tabLst/>
                  <a:defRPr/>
                </a:pPr>
                <a:endParaRPr kumimoji="0" lang="en-US" sz="800" b="0" i="0" u="none" strike="noStrike" kern="1200" cap="none" spc="0" normalizeH="0" baseline="0" noProof="0" dirty="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121" name="Rectangle 120"/>
              <p:cNvSpPr/>
              <p:nvPr/>
            </p:nvSpPr>
            <p:spPr bwMode="auto">
              <a:xfrm>
                <a:off x="1713510" y="2584299"/>
                <a:ext cx="122876" cy="66675"/>
              </a:xfrm>
              <a:prstGeom prst="rect">
                <a:avLst/>
              </a:prstGeom>
              <a:solidFill>
                <a:srgbClr val="164E2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lIns="91440" tIns="91440" rIns="34294" bIns="34294" rtlCol="0" anchor="b" anchorCtr="0"/>
              <a:lstStyle/>
              <a:p>
                <a:pPr marL="0" marR="0" lvl="0" indent="0" algn="ctr" defTabSz="932406" rtl="0" eaLnBrk="1" fontAlgn="auto" latinLnBrk="0" hangingPunct="1">
                  <a:lnSpc>
                    <a:spcPct val="100000"/>
                  </a:lnSpc>
                  <a:spcBef>
                    <a:spcPts val="0"/>
                  </a:spcBef>
                  <a:spcAft>
                    <a:spcPts val="0"/>
                  </a:spcAft>
                  <a:buClrTx/>
                  <a:buSzTx/>
                  <a:buFontTx/>
                  <a:buNone/>
                  <a:tabLst/>
                  <a:defRPr/>
                </a:pPr>
                <a:endParaRPr kumimoji="0" lang="en-US" sz="800" b="0" i="0" u="none" strike="noStrike" kern="1200" cap="none" spc="0" normalizeH="0" baseline="0" noProof="0" dirty="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122" name="Rectangle 121"/>
              <p:cNvSpPr/>
              <p:nvPr/>
            </p:nvSpPr>
            <p:spPr bwMode="auto">
              <a:xfrm>
                <a:off x="1536522" y="2097832"/>
                <a:ext cx="122876" cy="66675"/>
              </a:xfrm>
              <a:prstGeom prst="rect">
                <a:avLst/>
              </a:prstGeom>
              <a:solidFill>
                <a:srgbClr val="217346"/>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lIns="91440" tIns="91440" rIns="34294" bIns="34294" rtlCol="0" anchor="b" anchorCtr="0"/>
              <a:lstStyle/>
              <a:p>
                <a:pPr marL="0" marR="0" lvl="0" indent="0" algn="ctr" defTabSz="932406" rtl="0" eaLnBrk="1" fontAlgn="auto" latinLnBrk="0" hangingPunct="1">
                  <a:lnSpc>
                    <a:spcPct val="100000"/>
                  </a:lnSpc>
                  <a:spcBef>
                    <a:spcPts val="0"/>
                  </a:spcBef>
                  <a:spcAft>
                    <a:spcPts val="0"/>
                  </a:spcAft>
                  <a:buClrTx/>
                  <a:buSzTx/>
                  <a:buFontTx/>
                  <a:buNone/>
                  <a:tabLst/>
                  <a:defRPr/>
                </a:pPr>
                <a:endParaRPr kumimoji="0" lang="en-US" sz="800" b="0" i="0" u="none" strike="noStrike" kern="1200" cap="none" spc="0" normalizeH="0" baseline="0" noProof="0" dirty="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123" name="Rectangle 122"/>
              <p:cNvSpPr/>
              <p:nvPr/>
            </p:nvSpPr>
            <p:spPr bwMode="auto">
              <a:xfrm>
                <a:off x="1536522" y="2195125"/>
                <a:ext cx="122876" cy="66675"/>
              </a:xfrm>
              <a:prstGeom prst="rect">
                <a:avLst/>
              </a:prstGeom>
              <a:solidFill>
                <a:srgbClr val="217346"/>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lIns="91440" tIns="91440" rIns="34294" bIns="34294" rtlCol="0" anchor="b" anchorCtr="0"/>
              <a:lstStyle/>
              <a:p>
                <a:pPr marL="0" marR="0" lvl="0" indent="0" algn="ctr" defTabSz="932406" rtl="0" eaLnBrk="1" fontAlgn="auto" latinLnBrk="0" hangingPunct="1">
                  <a:lnSpc>
                    <a:spcPct val="100000"/>
                  </a:lnSpc>
                  <a:spcBef>
                    <a:spcPts val="0"/>
                  </a:spcBef>
                  <a:spcAft>
                    <a:spcPts val="0"/>
                  </a:spcAft>
                  <a:buClrTx/>
                  <a:buSzTx/>
                  <a:buFontTx/>
                  <a:buNone/>
                  <a:tabLst/>
                  <a:defRPr/>
                </a:pPr>
                <a:endParaRPr kumimoji="0" lang="en-US" sz="800" b="0" i="0" u="none" strike="noStrike" kern="1200" cap="none" spc="0" normalizeH="0" baseline="0" noProof="0" dirty="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124" name="Rectangle 123"/>
              <p:cNvSpPr/>
              <p:nvPr/>
            </p:nvSpPr>
            <p:spPr bwMode="auto">
              <a:xfrm>
                <a:off x="1536522" y="2292418"/>
                <a:ext cx="122876" cy="66675"/>
              </a:xfrm>
              <a:prstGeom prst="rect">
                <a:avLst/>
              </a:prstGeom>
              <a:solidFill>
                <a:srgbClr val="164E2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lIns="91440" tIns="91440" rIns="34294" bIns="34294" rtlCol="0" anchor="b" anchorCtr="0"/>
              <a:lstStyle/>
              <a:p>
                <a:pPr marL="0" marR="0" lvl="0" indent="0" algn="ctr" defTabSz="932406" rtl="0" eaLnBrk="1" fontAlgn="auto" latinLnBrk="0" hangingPunct="1">
                  <a:lnSpc>
                    <a:spcPct val="100000"/>
                  </a:lnSpc>
                  <a:spcBef>
                    <a:spcPts val="0"/>
                  </a:spcBef>
                  <a:spcAft>
                    <a:spcPts val="0"/>
                  </a:spcAft>
                  <a:buClrTx/>
                  <a:buSzTx/>
                  <a:buFontTx/>
                  <a:buNone/>
                  <a:tabLst/>
                  <a:defRPr/>
                </a:pPr>
                <a:endParaRPr kumimoji="0" lang="en-US" sz="800" b="0" i="0" u="none" strike="noStrike" kern="1200" cap="none" spc="0" normalizeH="0" baseline="0" noProof="0" dirty="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125" name="Rectangle 124"/>
              <p:cNvSpPr/>
              <p:nvPr/>
            </p:nvSpPr>
            <p:spPr bwMode="auto">
              <a:xfrm>
                <a:off x="1536522" y="2389711"/>
                <a:ext cx="122876" cy="66675"/>
              </a:xfrm>
              <a:prstGeom prst="rect">
                <a:avLst/>
              </a:prstGeom>
              <a:solidFill>
                <a:srgbClr val="164E2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lIns="91440" tIns="91440" rIns="34294" bIns="34294" rtlCol="0" anchor="b" anchorCtr="0"/>
              <a:lstStyle/>
              <a:p>
                <a:pPr marL="0" marR="0" lvl="0" indent="0" algn="ctr" defTabSz="932406" rtl="0" eaLnBrk="1" fontAlgn="auto" latinLnBrk="0" hangingPunct="1">
                  <a:lnSpc>
                    <a:spcPct val="100000"/>
                  </a:lnSpc>
                  <a:spcBef>
                    <a:spcPts val="0"/>
                  </a:spcBef>
                  <a:spcAft>
                    <a:spcPts val="0"/>
                  </a:spcAft>
                  <a:buClrTx/>
                  <a:buSzTx/>
                  <a:buFontTx/>
                  <a:buNone/>
                  <a:tabLst/>
                  <a:defRPr/>
                </a:pPr>
                <a:endParaRPr kumimoji="0" lang="en-US" sz="800" b="0" i="0" u="none" strike="noStrike" kern="1200" cap="none" spc="0" normalizeH="0" baseline="0" noProof="0" dirty="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126" name="Rectangle 125"/>
              <p:cNvSpPr/>
              <p:nvPr/>
            </p:nvSpPr>
            <p:spPr bwMode="auto">
              <a:xfrm>
                <a:off x="1536522" y="2487004"/>
                <a:ext cx="122876" cy="66675"/>
              </a:xfrm>
              <a:prstGeom prst="rect">
                <a:avLst/>
              </a:prstGeom>
              <a:solidFill>
                <a:srgbClr val="164E2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lIns="91440" tIns="91440" rIns="34294" bIns="34294" rtlCol="0" anchor="b" anchorCtr="0"/>
              <a:lstStyle/>
              <a:p>
                <a:pPr marL="0" marR="0" lvl="0" indent="0" algn="ctr" defTabSz="932406" rtl="0" eaLnBrk="1" fontAlgn="auto" latinLnBrk="0" hangingPunct="1">
                  <a:lnSpc>
                    <a:spcPct val="100000"/>
                  </a:lnSpc>
                  <a:spcBef>
                    <a:spcPts val="0"/>
                  </a:spcBef>
                  <a:spcAft>
                    <a:spcPts val="0"/>
                  </a:spcAft>
                  <a:buClrTx/>
                  <a:buSzTx/>
                  <a:buFontTx/>
                  <a:buNone/>
                  <a:tabLst/>
                  <a:defRPr/>
                </a:pPr>
                <a:endParaRPr kumimoji="0" lang="en-US" sz="800" b="0" i="0" u="none" strike="noStrike" kern="1200" cap="none" spc="0" normalizeH="0" baseline="0" noProof="0" dirty="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127" name="Rectangle 126"/>
              <p:cNvSpPr/>
              <p:nvPr/>
            </p:nvSpPr>
            <p:spPr bwMode="auto">
              <a:xfrm>
                <a:off x="1536522" y="2584299"/>
                <a:ext cx="122876" cy="66675"/>
              </a:xfrm>
              <a:prstGeom prst="rect">
                <a:avLst/>
              </a:prstGeom>
              <a:solidFill>
                <a:srgbClr val="164E2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lIns="91440" tIns="91440" rIns="34294" bIns="34294" rtlCol="0" anchor="b" anchorCtr="0"/>
              <a:lstStyle/>
              <a:p>
                <a:pPr marL="0" marR="0" lvl="0" indent="0" algn="ctr" defTabSz="932406" rtl="0" eaLnBrk="1" fontAlgn="auto" latinLnBrk="0" hangingPunct="1">
                  <a:lnSpc>
                    <a:spcPct val="100000"/>
                  </a:lnSpc>
                  <a:spcBef>
                    <a:spcPts val="0"/>
                  </a:spcBef>
                  <a:spcAft>
                    <a:spcPts val="0"/>
                  </a:spcAft>
                  <a:buClrTx/>
                  <a:buSzTx/>
                  <a:buFontTx/>
                  <a:buNone/>
                  <a:tabLst/>
                  <a:defRPr/>
                </a:pPr>
                <a:endParaRPr kumimoji="0" lang="en-US" sz="800" b="0" i="0" u="none" strike="noStrike" kern="1200" cap="none" spc="0" normalizeH="0" baseline="0" noProof="0" dirty="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grpSp>
        <p:sp>
          <p:nvSpPr>
            <p:cNvPr id="34" name="AutoShape 3"/>
            <p:cNvSpPr>
              <a:spLocks noChangeAspect="1" noChangeArrowheads="1" noTextEdit="1"/>
            </p:cNvSpPr>
            <p:nvPr/>
          </p:nvSpPr>
          <p:spPr bwMode="auto">
            <a:xfrm>
              <a:off x="2667063" y="4056991"/>
              <a:ext cx="2750769" cy="15584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32688" rtl="0" eaLnBrk="1" fontAlgn="auto" latinLnBrk="0" hangingPunct="1">
                <a:lnSpc>
                  <a:spcPct val="100000"/>
                </a:lnSpc>
                <a:spcBef>
                  <a:spcPts val="0"/>
                </a:spcBef>
                <a:spcAft>
                  <a:spcPts val="0"/>
                </a:spcAft>
                <a:buClrTx/>
                <a:buSzTx/>
                <a:buFontTx/>
                <a:buNone/>
                <a:tabLst/>
                <a:defRPr/>
              </a:pPr>
              <a:endParaRPr kumimoji="0" lang="en-US" sz="1836" b="0" i="0" u="none" strike="noStrike" kern="1200" cap="none" spc="0" normalizeH="0" baseline="0" noProof="0">
                <a:ln>
                  <a:noFill/>
                </a:ln>
                <a:solidFill>
                  <a:srgbClr val="404040"/>
                </a:solidFill>
                <a:effectLst/>
                <a:uLnTx/>
                <a:uFillTx/>
                <a:latin typeface="Segoe UI"/>
                <a:ea typeface="+mn-ea"/>
                <a:cs typeface="+mn-cs"/>
              </a:endParaRPr>
            </a:p>
          </p:txBody>
        </p:sp>
        <p:sp>
          <p:nvSpPr>
            <p:cNvPr id="35" name="Rectangle 5"/>
            <p:cNvSpPr>
              <a:spLocks noChangeArrowheads="1"/>
            </p:cNvSpPr>
            <p:nvPr/>
          </p:nvSpPr>
          <p:spPr bwMode="auto">
            <a:xfrm>
              <a:off x="3010125" y="4040256"/>
              <a:ext cx="2098115" cy="1449645"/>
            </a:xfrm>
            <a:prstGeom prst="rect">
              <a:avLst/>
            </a:prstGeom>
            <a:solidFill>
              <a:srgbClr val="D2D2D2"/>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32688" rtl="0" eaLnBrk="1" fontAlgn="auto" latinLnBrk="0" hangingPunct="1">
                <a:lnSpc>
                  <a:spcPct val="100000"/>
                </a:lnSpc>
                <a:spcBef>
                  <a:spcPts val="0"/>
                </a:spcBef>
                <a:spcAft>
                  <a:spcPts val="0"/>
                </a:spcAft>
                <a:buClrTx/>
                <a:buSzTx/>
                <a:buFontTx/>
                <a:buNone/>
                <a:tabLst/>
                <a:defRPr/>
              </a:pPr>
              <a:endParaRPr kumimoji="0" lang="en-US" sz="1836" b="0" i="0" u="none" strike="noStrike" kern="1200" cap="none" spc="0" normalizeH="0" baseline="0" noProof="0">
                <a:ln>
                  <a:noFill/>
                </a:ln>
                <a:solidFill>
                  <a:srgbClr val="404040"/>
                </a:solidFill>
                <a:effectLst/>
                <a:uLnTx/>
                <a:uFillTx/>
                <a:latin typeface="Segoe UI"/>
                <a:ea typeface="+mn-ea"/>
                <a:cs typeface="+mn-cs"/>
              </a:endParaRPr>
            </a:p>
          </p:txBody>
        </p:sp>
        <p:sp>
          <p:nvSpPr>
            <p:cNvPr id="36" name="Oval 6"/>
            <p:cNvSpPr>
              <a:spLocks noChangeArrowheads="1"/>
            </p:cNvSpPr>
            <p:nvPr/>
          </p:nvSpPr>
          <p:spPr bwMode="auto">
            <a:xfrm>
              <a:off x="4035126" y="4071634"/>
              <a:ext cx="46020" cy="48113"/>
            </a:xfrm>
            <a:prstGeom prst="ellipse">
              <a:avLst/>
            </a:pr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32688" rtl="0" eaLnBrk="1" fontAlgn="auto" latinLnBrk="0" hangingPunct="1">
                <a:lnSpc>
                  <a:spcPct val="100000"/>
                </a:lnSpc>
                <a:spcBef>
                  <a:spcPts val="0"/>
                </a:spcBef>
                <a:spcAft>
                  <a:spcPts val="0"/>
                </a:spcAft>
                <a:buClrTx/>
                <a:buSzTx/>
                <a:buFontTx/>
                <a:buNone/>
                <a:tabLst/>
                <a:defRPr/>
              </a:pPr>
              <a:endParaRPr kumimoji="0" lang="en-US" sz="1836" b="0" i="0" u="none" strike="noStrike" kern="1200" cap="none" spc="0" normalizeH="0" baseline="0" noProof="0">
                <a:ln>
                  <a:noFill/>
                </a:ln>
                <a:solidFill>
                  <a:srgbClr val="404040"/>
                </a:solidFill>
                <a:effectLst/>
                <a:uLnTx/>
                <a:uFillTx/>
                <a:latin typeface="Segoe UI"/>
                <a:ea typeface="+mn-ea"/>
                <a:cs typeface="+mn-cs"/>
              </a:endParaRPr>
            </a:p>
          </p:txBody>
        </p:sp>
        <p:sp>
          <p:nvSpPr>
            <p:cNvPr id="37" name="Rectangle 7"/>
            <p:cNvSpPr>
              <a:spLocks noChangeArrowheads="1"/>
            </p:cNvSpPr>
            <p:nvPr/>
          </p:nvSpPr>
          <p:spPr bwMode="auto">
            <a:xfrm>
              <a:off x="3087523" y="4151124"/>
              <a:ext cx="1957961" cy="1273930"/>
            </a:xfrm>
            <a:prstGeom prst="rect">
              <a:avLst/>
            </a:prstGeom>
            <a:solidFill>
              <a:schemeClr val="tx1"/>
            </a:solidFill>
            <a:ln>
              <a:noFill/>
            </a:ln>
          </p:spPr>
          <p:txBody>
            <a:bodyPr vert="horz" wrap="square" lIns="91440" tIns="45720" rIns="91440" bIns="45720" numCol="1" anchor="t" anchorCtr="0" compatLnSpc="1">
              <a:prstTxWarp prst="textNoShape">
                <a:avLst/>
              </a:prstTxWarp>
            </a:bodyPr>
            <a:lstStyle/>
            <a:p>
              <a:pPr marL="0" marR="0" lvl="0" indent="0" algn="l" defTabSz="932688" rtl="0" eaLnBrk="1" fontAlgn="auto" latinLnBrk="0" hangingPunct="1">
                <a:lnSpc>
                  <a:spcPct val="100000"/>
                </a:lnSpc>
                <a:spcBef>
                  <a:spcPts val="0"/>
                </a:spcBef>
                <a:spcAft>
                  <a:spcPts val="0"/>
                </a:spcAft>
                <a:buClrTx/>
                <a:buSzTx/>
                <a:buFontTx/>
                <a:buNone/>
                <a:tabLst/>
                <a:defRPr/>
              </a:pPr>
              <a:endParaRPr kumimoji="0" lang="en-US" sz="1836" b="0" i="0" u="none" strike="noStrike" kern="1200" cap="none" spc="0" normalizeH="0" baseline="0" noProof="0">
                <a:ln>
                  <a:noFill/>
                </a:ln>
                <a:solidFill>
                  <a:srgbClr val="404040"/>
                </a:solidFill>
                <a:effectLst/>
                <a:uLnTx/>
                <a:uFillTx/>
                <a:latin typeface="Segoe UI"/>
                <a:ea typeface="+mn-ea"/>
                <a:cs typeface="+mn-cs"/>
              </a:endParaRPr>
            </a:p>
          </p:txBody>
        </p:sp>
        <p:sp>
          <p:nvSpPr>
            <p:cNvPr id="38" name="Freeform 8"/>
            <p:cNvSpPr>
              <a:spLocks/>
            </p:cNvSpPr>
            <p:nvPr/>
          </p:nvSpPr>
          <p:spPr bwMode="auto">
            <a:xfrm>
              <a:off x="2683798" y="5504543"/>
              <a:ext cx="2719391" cy="110868"/>
            </a:xfrm>
            <a:custGeom>
              <a:avLst/>
              <a:gdLst>
                <a:gd name="T0" fmla="*/ 0 w 175"/>
                <a:gd name="T1" fmla="*/ 0 h 7"/>
                <a:gd name="T2" fmla="*/ 0 w 175"/>
                <a:gd name="T3" fmla="*/ 1 h 7"/>
                <a:gd name="T4" fmla="*/ 7 w 175"/>
                <a:gd name="T5" fmla="*/ 7 h 7"/>
                <a:gd name="T6" fmla="*/ 168 w 175"/>
                <a:gd name="T7" fmla="*/ 7 h 7"/>
                <a:gd name="T8" fmla="*/ 175 w 175"/>
                <a:gd name="T9" fmla="*/ 1 h 7"/>
                <a:gd name="T10" fmla="*/ 175 w 175"/>
                <a:gd name="T11" fmla="*/ 0 h 7"/>
                <a:gd name="T12" fmla="*/ 0 w 175"/>
                <a:gd name="T13" fmla="*/ 0 h 7"/>
              </a:gdLst>
              <a:ahLst/>
              <a:cxnLst>
                <a:cxn ang="0">
                  <a:pos x="T0" y="T1"/>
                </a:cxn>
                <a:cxn ang="0">
                  <a:pos x="T2" y="T3"/>
                </a:cxn>
                <a:cxn ang="0">
                  <a:pos x="T4" y="T5"/>
                </a:cxn>
                <a:cxn ang="0">
                  <a:pos x="T6" y="T7"/>
                </a:cxn>
                <a:cxn ang="0">
                  <a:pos x="T8" y="T9"/>
                </a:cxn>
                <a:cxn ang="0">
                  <a:pos x="T10" y="T11"/>
                </a:cxn>
                <a:cxn ang="0">
                  <a:pos x="T12" y="T13"/>
                </a:cxn>
              </a:cxnLst>
              <a:rect l="0" t="0" r="r" b="b"/>
              <a:pathLst>
                <a:path w="175" h="7">
                  <a:moveTo>
                    <a:pt x="0" y="0"/>
                  </a:moveTo>
                  <a:cubicBezTo>
                    <a:pt x="0" y="1"/>
                    <a:pt x="0" y="1"/>
                    <a:pt x="0" y="1"/>
                  </a:cubicBezTo>
                  <a:cubicBezTo>
                    <a:pt x="0" y="4"/>
                    <a:pt x="3" y="7"/>
                    <a:pt x="7" y="7"/>
                  </a:cubicBezTo>
                  <a:cubicBezTo>
                    <a:pt x="168" y="7"/>
                    <a:pt x="168" y="7"/>
                    <a:pt x="168" y="7"/>
                  </a:cubicBezTo>
                  <a:cubicBezTo>
                    <a:pt x="172" y="7"/>
                    <a:pt x="175" y="4"/>
                    <a:pt x="175" y="1"/>
                  </a:cubicBezTo>
                  <a:cubicBezTo>
                    <a:pt x="175" y="0"/>
                    <a:pt x="175" y="0"/>
                    <a:pt x="175" y="0"/>
                  </a:cubicBezTo>
                  <a:lnTo>
                    <a:pt x="0" y="0"/>
                  </a:lnTo>
                  <a:close/>
                </a:path>
              </a:pathLst>
            </a:custGeom>
            <a:solidFill>
              <a:srgbClr val="96969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32688" rtl="0" eaLnBrk="1" fontAlgn="auto" latinLnBrk="0" hangingPunct="1">
                <a:lnSpc>
                  <a:spcPct val="100000"/>
                </a:lnSpc>
                <a:spcBef>
                  <a:spcPts val="0"/>
                </a:spcBef>
                <a:spcAft>
                  <a:spcPts val="0"/>
                </a:spcAft>
                <a:buClrTx/>
                <a:buSzTx/>
                <a:buFontTx/>
                <a:buNone/>
                <a:tabLst/>
                <a:defRPr/>
              </a:pPr>
              <a:endParaRPr kumimoji="0" lang="en-US" sz="1836" b="0" i="0" u="none" strike="noStrike" kern="1200" cap="none" spc="0" normalizeH="0" baseline="0" noProof="0">
                <a:ln>
                  <a:noFill/>
                </a:ln>
                <a:solidFill>
                  <a:srgbClr val="404040"/>
                </a:solidFill>
                <a:effectLst/>
                <a:uLnTx/>
                <a:uFillTx/>
                <a:latin typeface="Segoe UI"/>
                <a:ea typeface="+mn-ea"/>
                <a:cs typeface="+mn-cs"/>
              </a:endParaRPr>
            </a:p>
          </p:txBody>
        </p:sp>
        <p:sp>
          <p:nvSpPr>
            <p:cNvPr id="39" name="Rectangle 38"/>
            <p:cNvSpPr/>
            <p:nvPr/>
          </p:nvSpPr>
          <p:spPr>
            <a:xfrm>
              <a:off x="3182309" y="4257010"/>
              <a:ext cx="1768390" cy="1062160"/>
            </a:xfrm>
            <a:prstGeom prst="rect">
              <a:avLst/>
            </a:prstGeom>
            <a:solidFill>
              <a:srgbClr val="2B579A"/>
            </a:solidFill>
            <a:ln w="22225">
              <a:solidFill>
                <a:srgbClr val="1B375F"/>
              </a:solidFill>
            </a:ln>
            <a:effectLst/>
          </p:spPr>
          <p:style>
            <a:lnRef idx="1">
              <a:schemeClr val="dk1"/>
            </a:lnRef>
            <a:fillRef idx="2">
              <a:schemeClr val="dk1"/>
            </a:fillRef>
            <a:effectRef idx="1">
              <a:schemeClr val="dk1"/>
            </a:effectRef>
            <a:fontRef idx="minor">
              <a:schemeClr val="dk1"/>
            </a:fontRef>
          </p:style>
          <p:txBody>
            <a:bodyPr lIns="93219" tIns="46610" rIns="93219" bIns="46610" rtlCol="0" anchor="ctr"/>
            <a:lstStyle/>
            <a:p>
              <a:pPr marL="0" marR="0" lvl="0" indent="0" algn="ctr" defTabSz="932468" rtl="0" eaLnBrk="1" fontAlgn="auto" latinLnBrk="0" hangingPunct="1">
                <a:lnSpc>
                  <a:spcPct val="100000"/>
                </a:lnSpc>
                <a:spcBef>
                  <a:spcPts val="0"/>
                </a:spcBef>
                <a:spcAft>
                  <a:spcPts val="0"/>
                </a:spcAft>
                <a:buClrTx/>
                <a:buSzTx/>
                <a:buFontTx/>
                <a:buNone/>
                <a:tabLst/>
                <a:defRPr/>
              </a:pPr>
              <a:endParaRPr kumimoji="0" lang="en-US" sz="1835" b="0" i="0" u="none" strike="noStrike" kern="1200" cap="none" spc="0" normalizeH="0" baseline="0" noProof="0">
                <a:ln>
                  <a:noFill/>
                </a:ln>
                <a:solidFill>
                  <a:srgbClr val="000000"/>
                </a:solidFill>
                <a:effectLst/>
                <a:uLnTx/>
                <a:uFillTx/>
                <a:latin typeface="Segoe UI"/>
                <a:ea typeface="+mn-ea"/>
                <a:cs typeface="+mn-cs"/>
              </a:endParaRPr>
            </a:p>
          </p:txBody>
        </p:sp>
        <p:sp>
          <p:nvSpPr>
            <p:cNvPr id="40" name="Rectangle 39"/>
            <p:cNvSpPr/>
            <p:nvPr/>
          </p:nvSpPr>
          <p:spPr>
            <a:xfrm>
              <a:off x="3753998" y="4257010"/>
              <a:ext cx="1196701" cy="1062160"/>
            </a:xfrm>
            <a:prstGeom prst="rect">
              <a:avLst/>
            </a:prstGeom>
            <a:solidFill>
              <a:srgbClr val="2B579A"/>
            </a:solidFill>
            <a:ln w="22225">
              <a:solidFill>
                <a:srgbClr val="1B375F"/>
              </a:solidFill>
            </a:ln>
            <a:effectLst/>
          </p:spPr>
          <p:style>
            <a:lnRef idx="1">
              <a:schemeClr val="dk1"/>
            </a:lnRef>
            <a:fillRef idx="2">
              <a:schemeClr val="dk1"/>
            </a:fillRef>
            <a:effectRef idx="1">
              <a:schemeClr val="dk1"/>
            </a:effectRef>
            <a:fontRef idx="minor">
              <a:schemeClr val="dk1"/>
            </a:fontRef>
          </p:style>
          <p:txBody>
            <a:bodyPr lIns="93219" tIns="46610" rIns="93219" bIns="46610" rtlCol="0" anchor="ctr"/>
            <a:lstStyle/>
            <a:p>
              <a:pPr marL="0" marR="0" lvl="0" indent="0" algn="ctr" defTabSz="932468" rtl="0" eaLnBrk="1" fontAlgn="auto" latinLnBrk="0" hangingPunct="1">
                <a:lnSpc>
                  <a:spcPct val="100000"/>
                </a:lnSpc>
                <a:spcBef>
                  <a:spcPts val="0"/>
                </a:spcBef>
                <a:spcAft>
                  <a:spcPts val="0"/>
                </a:spcAft>
                <a:buClrTx/>
                <a:buSzTx/>
                <a:buFontTx/>
                <a:buNone/>
                <a:tabLst/>
                <a:defRPr/>
              </a:pPr>
              <a:endParaRPr kumimoji="0" lang="en-US" sz="1835" b="0" i="0" u="none" strike="noStrike" kern="1200" cap="none" spc="0" normalizeH="0" baseline="0" noProof="0">
                <a:ln>
                  <a:noFill/>
                </a:ln>
                <a:solidFill>
                  <a:srgbClr val="000000"/>
                </a:solidFill>
                <a:effectLst/>
                <a:uLnTx/>
                <a:uFillTx/>
                <a:latin typeface="Segoe UI"/>
                <a:ea typeface="+mn-ea"/>
                <a:cs typeface="+mn-cs"/>
              </a:endParaRPr>
            </a:p>
          </p:txBody>
        </p:sp>
        <p:cxnSp>
          <p:nvCxnSpPr>
            <p:cNvPr id="41" name="Straight Connector 40"/>
            <p:cNvCxnSpPr/>
            <p:nvPr/>
          </p:nvCxnSpPr>
          <p:spPr>
            <a:xfrm>
              <a:off x="3942100" y="4776050"/>
              <a:ext cx="852417" cy="0"/>
            </a:xfrm>
            <a:prstGeom prst="line">
              <a:avLst/>
            </a:prstGeom>
            <a:noFill/>
            <a:ln w="22225">
              <a:solidFill>
                <a:srgbClr val="1B375F"/>
              </a:solidFill>
            </a:ln>
            <a:effectLst/>
          </p:spPr>
          <p:style>
            <a:lnRef idx="1">
              <a:schemeClr val="dk1"/>
            </a:lnRef>
            <a:fillRef idx="2">
              <a:schemeClr val="dk1"/>
            </a:fillRef>
            <a:effectRef idx="1">
              <a:schemeClr val="dk1"/>
            </a:effectRef>
            <a:fontRef idx="minor">
              <a:schemeClr val="dk1"/>
            </a:fontRef>
          </p:style>
        </p:cxnSp>
        <p:cxnSp>
          <p:nvCxnSpPr>
            <p:cNvPr id="42" name="Straight Connector 41"/>
            <p:cNvCxnSpPr/>
            <p:nvPr/>
          </p:nvCxnSpPr>
          <p:spPr>
            <a:xfrm>
              <a:off x="3942100" y="4955339"/>
              <a:ext cx="852417" cy="0"/>
            </a:xfrm>
            <a:prstGeom prst="line">
              <a:avLst/>
            </a:prstGeom>
            <a:noFill/>
            <a:ln w="22225">
              <a:solidFill>
                <a:srgbClr val="1B375F"/>
              </a:solidFill>
            </a:ln>
            <a:effectLst/>
          </p:spPr>
          <p:style>
            <a:lnRef idx="1">
              <a:schemeClr val="dk1"/>
            </a:lnRef>
            <a:fillRef idx="2">
              <a:schemeClr val="dk1"/>
            </a:fillRef>
            <a:effectRef idx="1">
              <a:schemeClr val="dk1"/>
            </a:effectRef>
            <a:fontRef idx="minor">
              <a:schemeClr val="dk1"/>
            </a:fontRef>
          </p:style>
        </p:cxnSp>
        <p:cxnSp>
          <p:nvCxnSpPr>
            <p:cNvPr id="43" name="Straight Connector 42"/>
            <p:cNvCxnSpPr/>
            <p:nvPr/>
          </p:nvCxnSpPr>
          <p:spPr>
            <a:xfrm>
              <a:off x="3942100" y="5134631"/>
              <a:ext cx="852417" cy="0"/>
            </a:xfrm>
            <a:prstGeom prst="line">
              <a:avLst/>
            </a:prstGeom>
            <a:noFill/>
            <a:ln w="22225">
              <a:solidFill>
                <a:srgbClr val="1B375F"/>
              </a:solidFill>
            </a:ln>
            <a:effectLst/>
          </p:spPr>
          <p:style>
            <a:lnRef idx="1">
              <a:schemeClr val="dk1"/>
            </a:lnRef>
            <a:fillRef idx="2">
              <a:schemeClr val="dk1"/>
            </a:fillRef>
            <a:effectRef idx="1">
              <a:schemeClr val="dk1"/>
            </a:effectRef>
            <a:fontRef idx="minor">
              <a:schemeClr val="dk1"/>
            </a:fontRef>
          </p:style>
        </p:cxnSp>
        <p:cxnSp>
          <p:nvCxnSpPr>
            <p:cNvPr id="44" name="Straight Connector 43"/>
            <p:cNvCxnSpPr/>
            <p:nvPr/>
          </p:nvCxnSpPr>
          <p:spPr>
            <a:xfrm>
              <a:off x="3328334" y="4776049"/>
              <a:ext cx="312105" cy="0"/>
            </a:xfrm>
            <a:prstGeom prst="line">
              <a:avLst/>
            </a:prstGeom>
            <a:noFill/>
            <a:ln w="22225">
              <a:solidFill>
                <a:srgbClr val="1B375F"/>
              </a:solidFill>
            </a:ln>
            <a:effectLst/>
          </p:spPr>
          <p:style>
            <a:lnRef idx="1">
              <a:schemeClr val="dk1"/>
            </a:lnRef>
            <a:fillRef idx="2">
              <a:schemeClr val="dk1"/>
            </a:fillRef>
            <a:effectRef idx="1">
              <a:schemeClr val="dk1"/>
            </a:effectRef>
            <a:fontRef idx="minor">
              <a:schemeClr val="dk1"/>
            </a:fontRef>
          </p:style>
        </p:cxnSp>
        <p:cxnSp>
          <p:nvCxnSpPr>
            <p:cNvPr id="45" name="Straight Connector 44"/>
            <p:cNvCxnSpPr/>
            <p:nvPr/>
          </p:nvCxnSpPr>
          <p:spPr>
            <a:xfrm>
              <a:off x="3328334" y="4955339"/>
              <a:ext cx="312105" cy="0"/>
            </a:xfrm>
            <a:prstGeom prst="line">
              <a:avLst/>
            </a:prstGeom>
            <a:noFill/>
            <a:ln w="22225">
              <a:solidFill>
                <a:srgbClr val="1B375F"/>
              </a:solidFill>
            </a:ln>
            <a:effectLst/>
          </p:spPr>
          <p:style>
            <a:lnRef idx="1">
              <a:schemeClr val="dk1"/>
            </a:lnRef>
            <a:fillRef idx="2">
              <a:schemeClr val="dk1"/>
            </a:fillRef>
            <a:effectRef idx="1">
              <a:schemeClr val="dk1"/>
            </a:effectRef>
            <a:fontRef idx="minor">
              <a:schemeClr val="dk1"/>
            </a:fontRef>
          </p:style>
        </p:cxnSp>
        <p:cxnSp>
          <p:nvCxnSpPr>
            <p:cNvPr id="46" name="Straight Connector 45"/>
            <p:cNvCxnSpPr/>
            <p:nvPr/>
          </p:nvCxnSpPr>
          <p:spPr>
            <a:xfrm>
              <a:off x="3328334" y="5134631"/>
              <a:ext cx="312105" cy="0"/>
            </a:xfrm>
            <a:prstGeom prst="line">
              <a:avLst/>
            </a:prstGeom>
            <a:noFill/>
            <a:ln w="22225">
              <a:solidFill>
                <a:srgbClr val="1B375F"/>
              </a:solidFill>
            </a:ln>
            <a:effectLst/>
          </p:spPr>
          <p:style>
            <a:lnRef idx="1">
              <a:schemeClr val="dk1"/>
            </a:lnRef>
            <a:fillRef idx="2">
              <a:schemeClr val="dk1"/>
            </a:fillRef>
            <a:effectRef idx="1">
              <a:schemeClr val="dk1"/>
            </a:effectRef>
            <a:fontRef idx="minor">
              <a:schemeClr val="dk1"/>
            </a:fontRef>
          </p:style>
        </p:cxnSp>
        <p:sp>
          <p:nvSpPr>
            <p:cNvPr id="47" name="Freeform 9"/>
            <p:cNvSpPr>
              <a:spLocks noChangeAspect="1" noEditPoints="1"/>
            </p:cNvSpPr>
            <p:nvPr/>
          </p:nvSpPr>
          <p:spPr bwMode="black">
            <a:xfrm>
              <a:off x="3294014" y="4321096"/>
              <a:ext cx="380746" cy="380746"/>
            </a:xfrm>
            <a:custGeom>
              <a:avLst/>
              <a:gdLst>
                <a:gd name="T0" fmla="*/ 246 w 415"/>
                <a:gd name="T1" fmla="*/ 99 h 415"/>
                <a:gd name="T2" fmla="*/ 0 w 415"/>
                <a:gd name="T3" fmla="*/ 42 h 415"/>
                <a:gd name="T4" fmla="*/ 246 w 415"/>
                <a:gd name="T5" fmla="*/ 415 h 415"/>
                <a:gd name="T6" fmla="*/ 402 w 415"/>
                <a:gd name="T7" fmla="*/ 321 h 415"/>
                <a:gd name="T8" fmla="*/ 415 w 415"/>
                <a:gd name="T9" fmla="*/ 113 h 415"/>
                <a:gd name="T10" fmla="*/ 179 w 415"/>
                <a:gd name="T11" fmla="*/ 222 h 415"/>
                <a:gd name="T12" fmla="*/ 169 w 415"/>
                <a:gd name="T13" fmla="*/ 251 h 415"/>
                <a:gd name="T14" fmla="*/ 151 w 415"/>
                <a:gd name="T15" fmla="*/ 272 h 415"/>
                <a:gd name="T16" fmla="*/ 128 w 415"/>
                <a:gd name="T17" fmla="*/ 282 h 415"/>
                <a:gd name="T18" fmla="*/ 102 w 415"/>
                <a:gd name="T19" fmla="*/ 281 h 415"/>
                <a:gd name="T20" fmla="*/ 82 w 415"/>
                <a:gd name="T21" fmla="*/ 269 h 415"/>
                <a:gd name="T22" fmla="*/ 66 w 415"/>
                <a:gd name="T23" fmla="*/ 249 h 415"/>
                <a:gd name="T24" fmla="*/ 58 w 415"/>
                <a:gd name="T25" fmla="*/ 223 h 415"/>
                <a:gd name="T26" fmla="*/ 58 w 415"/>
                <a:gd name="T27" fmla="*/ 191 h 415"/>
                <a:gd name="T28" fmla="*/ 65 w 415"/>
                <a:gd name="T29" fmla="*/ 164 h 415"/>
                <a:gd name="T30" fmla="*/ 82 w 415"/>
                <a:gd name="T31" fmla="*/ 141 h 415"/>
                <a:gd name="T32" fmla="*/ 103 w 415"/>
                <a:gd name="T33" fmla="*/ 130 h 415"/>
                <a:gd name="T34" fmla="*/ 130 w 415"/>
                <a:gd name="T35" fmla="*/ 127 h 415"/>
                <a:gd name="T36" fmla="*/ 153 w 415"/>
                <a:gd name="T37" fmla="*/ 137 h 415"/>
                <a:gd name="T38" fmla="*/ 169 w 415"/>
                <a:gd name="T39" fmla="*/ 158 h 415"/>
                <a:gd name="T40" fmla="*/ 179 w 415"/>
                <a:gd name="T41" fmla="*/ 186 h 415"/>
                <a:gd name="T42" fmla="*/ 179 w 415"/>
                <a:gd name="T43" fmla="*/ 222 h 415"/>
                <a:gd name="T44" fmla="*/ 246 w 415"/>
                <a:gd name="T45" fmla="*/ 307 h 415"/>
                <a:gd name="T46" fmla="*/ 292 w 415"/>
                <a:gd name="T47" fmla="*/ 228 h 415"/>
                <a:gd name="T48" fmla="*/ 401 w 415"/>
                <a:gd name="T49" fmla="*/ 140 h 415"/>
                <a:gd name="T50" fmla="*/ 401 w 415"/>
                <a:gd name="T51" fmla="*/ 121 h 415"/>
                <a:gd name="T52" fmla="*/ 298 w 415"/>
                <a:gd name="T53" fmla="*/ 216 h 415"/>
                <a:gd name="T54" fmla="*/ 246 w 415"/>
                <a:gd name="T55" fmla="*/ 113 h 415"/>
                <a:gd name="T56" fmla="*/ 401 w 415"/>
                <a:gd name="T57" fmla="*/ 121 h 415"/>
                <a:gd name="T58" fmla="*/ 143 w 415"/>
                <a:gd name="T59" fmla="*/ 176 h 415"/>
                <a:gd name="T60" fmla="*/ 134 w 415"/>
                <a:gd name="T61" fmla="*/ 163 h 415"/>
                <a:gd name="T62" fmla="*/ 123 w 415"/>
                <a:gd name="T63" fmla="*/ 157 h 415"/>
                <a:gd name="T64" fmla="*/ 109 w 415"/>
                <a:gd name="T65" fmla="*/ 158 h 415"/>
                <a:gd name="T66" fmla="*/ 97 w 415"/>
                <a:gd name="T67" fmla="*/ 165 h 415"/>
                <a:gd name="T68" fmla="*/ 89 w 415"/>
                <a:gd name="T69" fmla="*/ 178 h 415"/>
                <a:gd name="T70" fmla="*/ 85 w 415"/>
                <a:gd name="T71" fmla="*/ 196 h 415"/>
                <a:gd name="T72" fmla="*/ 85 w 415"/>
                <a:gd name="T73" fmla="*/ 216 h 415"/>
                <a:gd name="T74" fmla="*/ 90 w 415"/>
                <a:gd name="T75" fmla="*/ 233 h 415"/>
                <a:gd name="T76" fmla="*/ 98 w 415"/>
                <a:gd name="T77" fmla="*/ 246 h 415"/>
                <a:gd name="T78" fmla="*/ 109 w 415"/>
                <a:gd name="T79" fmla="*/ 252 h 415"/>
                <a:gd name="T80" fmla="*/ 122 w 415"/>
                <a:gd name="T81" fmla="*/ 254 h 415"/>
                <a:gd name="T82" fmla="*/ 134 w 415"/>
                <a:gd name="T83" fmla="*/ 248 h 415"/>
                <a:gd name="T84" fmla="*/ 142 w 415"/>
                <a:gd name="T85" fmla="*/ 236 h 415"/>
                <a:gd name="T86" fmla="*/ 147 w 415"/>
                <a:gd name="T87" fmla="*/ 217 h 415"/>
                <a:gd name="T88" fmla="*/ 147 w 415"/>
                <a:gd name="T89" fmla="*/ 195 h 4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415" h="415">
                  <a:moveTo>
                    <a:pt x="401" y="99"/>
                  </a:moveTo>
                  <a:cubicBezTo>
                    <a:pt x="246" y="99"/>
                    <a:pt x="246" y="99"/>
                    <a:pt x="246" y="99"/>
                  </a:cubicBezTo>
                  <a:cubicBezTo>
                    <a:pt x="246" y="0"/>
                    <a:pt x="246" y="0"/>
                    <a:pt x="246" y="0"/>
                  </a:cubicBezTo>
                  <a:cubicBezTo>
                    <a:pt x="0" y="42"/>
                    <a:pt x="0" y="42"/>
                    <a:pt x="0" y="42"/>
                  </a:cubicBezTo>
                  <a:cubicBezTo>
                    <a:pt x="0" y="373"/>
                    <a:pt x="0" y="373"/>
                    <a:pt x="0" y="373"/>
                  </a:cubicBezTo>
                  <a:cubicBezTo>
                    <a:pt x="246" y="415"/>
                    <a:pt x="246" y="415"/>
                    <a:pt x="246" y="415"/>
                  </a:cubicBezTo>
                  <a:cubicBezTo>
                    <a:pt x="246" y="321"/>
                    <a:pt x="246" y="321"/>
                    <a:pt x="246" y="321"/>
                  </a:cubicBezTo>
                  <a:cubicBezTo>
                    <a:pt x="402" y="321"/>
                    <a:pt x="402" y="321"/>
                    <a:pt x="402" y="321"/>
                  </a:cubicBezTo>
                  <a:cubicBezTo>
                    <a:pt x="409" y="321"/>
                    <a:pt x="415" y="314"/>
                    <a:pt x="415" y="307"/>
                  </a:cubicBezTo>
                  <a:cubicBezTo>
                    <a:pt x="415" y="113"/>
                    <a:pt x="415" y="113"/>
                    <a:pt x="415" y="113"/>
                  </a:cubicBezTo>
                  <a:cubicBezTo>
                    <a:pt x="415" y="105"/>
                    <a:pt x="409" y="99"/>
                    <a:pt x="401" y="99"/>
                  </a:cubicBezTo>
                  <a:close/>
                  <a:moveTo>
                    <a:pt x="179" y="222"/>
                  </a:moveTo>
                  <a:cubicBezTo>
                    <a:pt x="177" y="228"/>
                    <a:pt x="176" y="232"/>
                    <a:pt x="175" y="237"/>
                  </a:cubicBezTo>
                  <a:cubicBezTo>
                    <a:pt x="174" y="243"/>
                    <a:pt x="172" y="248"/>
                    <a:pt x="169" y="251"/>
                  </a:cubicBezTo>
                  <a:cubicBezTo>
                    <a:pt x="167" y="256"/>
                    <a:pt x="164" y="259"/>
                    <a:pt x="161" y="263"/>
                  </a:cubicBezTo>
                  <a:cubicBezTo>
                    <a:pt x="157" y="266"/>
                    <a:pt x="155" y="270"/>
                    <a:pt x="151" y="272"/>
                  </a:cubicBezTo>
                  <a:cubicBezTo>
                    <a:pt x="148" y="275"/>
                    <a:pt x="144" y="277"/>
                    <a:pt x="140" y="278"/>
                  </a:cubicBezTo>
                  <a:cubicBezTo>
                    <a:pt x="136" y="281"/>
                    <a:pt x="133" y="282"/>
                    <a:pt x="128" y="282"/>
                  </a:cubicBezTo>
                  <a:cubicBezTo>
                    <a:pt x="124" y="283"/>
                    <a:pt x="120" y="283"/>
                    <a:pt x="115" y="283"/>
                  </a:cubicBezTo>
                  <a:cubicBezTo>
                    <a:pt x="110" y="283"/>
                    <a:pt x="107" y="282"/>
                    <a:pt x="102" y="281"/>
                  </a:cubicBezTo>
                  <a:cubicBezTo>
                    <a:pt x="98" y="279"/>
                    <a:pt x="95" y="278"/>
                    <a:pt x="91" y="276"/>
                  </a:cubicBezTo>
                  <a:cubicBezTo>
                    <a:pt x="88" y="275"/>
                    <a:pt x="84" y="272"/>
                    <a:pt x="82" y="269"/>
                  </a:cubicBezTo>
                  <a:cubicBezTo>
                    <a:pt x="78" y="266"/>
                    <a:pt x="76" y="264"/>
                    <a:pt x="72" y="261"/>
                  </a:cubicBezTo>
                  <a:cubicBezTo>
                    <a:pt x="70" y="257"/>
                    <a:pt x="68" y="252"/>
                    <a:pt x="66" y="249"/>
                  </a:cubicBezTo>
                  <a:cubicBezTo>
                    <a:pt x="64" y="245"/>
                    <a:pt x="62" y="241"/>
                    <a:pt x="61" y="236"/>
                  </a:cubicBezTo>
                  <a:cubicBezTo>
                    <a:pt x="59" y="232"/>
                    <a:pt x="58" y="228"/>
                    <a:pt x="58" y="223"/>
                  </a:cubicBezTo>
                  <a:cubicBezTo>
                    <a:pt x="57" y="217"/>
                    <a:pt x="57" y="212"/>
                    <a:pt x="57" y="207"/>
                  </a:cubicBezTo>
                  <a:cubicBezTo>
                    <a:pt x="57" y="202"/>
                    <a:pt x="57" y="196"/>
                    <a:pt x="58" y="191"/>
                  </a:cubicBezTo>
                  <a:cubicBezTo>
                    <a:pt x="58" y="186"/>
                    <a:pt x="59" y="180"/>
                    <a:pt x="61" y="177"/>
                  </a:cubicBezTo>
                  <a:cubicBezTo>
                    <a:pt x="62" y="172"/>
                    <a:pt x="64" y="167"/>
                    <a:pt x="65" y="164"/>
                  </a:cubicBezTo>
                  <a:cubicBezTo>
                    <a:pt x="68" y="159"/>
                    <a:pt x="70" y="156"/>
                    <a:pt x="72" y="152"/>
                  </a:cubicBezTo>
                  <a:cubicBezTo>
                    <a:pt x="75" y="148"/>
                    <a:pt x="78" y="145"/>
                    <a:pt x="82" y="141"/>
                  </a:cubicBezTo>
                  <a:cubicBezTo>
                    <a:pt x="84" y="139"/>
                    <a:pt x="88" y="137"/>
                    <a:pt x="91" y="134"/>
                  </a:cubicBezTo>
                  <a:cubicBezTo>
                    <a:pt x="95" y="132"/>
                    <a:pt x="99" y="131"/>
                    <a:pt x="103" y="130"/>
                  </a:cubicBezTo>
                  <a:cubicBezTo>
                    <a:pt x="108" y="128"/>
                    <a:pt x="112" y="127"/>
                    <a:pt x="117" y="127"/>
                  </a:cubicBezTo>
                  <a:cubicBezTo>
                    <a:pt x="121" y="127"/>
                    <a:pt x="125" y="127"/>
                    <a:pt x="130" y="127"/>
                  </a:cubicBezTo>
                  <a:cubicBezTo>
                    <a:pt x="134" y="128"/>
                    <a:pt x="137" y="130"/>
                    <a:pt x="142" y="131"/>
                  </a:cubicBezTo>
                  <a:cubicBezTo>
                    <a:pt x="146" y="133"/>
                    <a:pt x="149" y="134"/>
                    <a:pt x="153" y="137"/>
                  </a:cubicBezTo>
                  <a:cubicBezTo>
                    <a:pt x="155" y="140"/>
                    <a:pt x="159" y="143"/>
                    <a:pt x="162" y="146"/>
                  </a:cubicBezTo>
                  <a:cubicBezTo>
                    <a:pt x="164" y="150"/>
                    <a:pt x="167" y="153"/>
                    <a:pt x="169" y="158"/>
                  </a:cubicBezTo>
                  <a:cubicBezTo>
                    <a:pt x="172" y="161"/>
                    <a:pt x="174" y="166"/>
                    <a:pt x="175" y="171"/>
                  </a:cubicBezTo>
                  <a:cubicBezTo>
                    <a:pt x="176" y="176"/>
                    <a:pt x="177" y="182"/>
                    <a:pt x="179" y="186"/>
                  </a:cubicBezTo>
                  <a:cubicBezTo>
                    <a:pt x="180" y="192"/>
                    <a:pt x="180" y="198"/>
                    <a:pt x="180" y="204"/>
                  </a:cubicBezTo>
                  <a:cubicBezTo>
                    <a:pt x="180" y="210"/>
                    <a:pt x="180" y="216"/>
                    <a:pt x="179" y="222"/>
                  </a:cubicBezTo>
                  <a:close/>
                  <a:moveTo>
                    <a:pt x="401" y="307"/>
                  </a:moveTo>
                  <a:cubicBezTo>
                    <a:pt x="246" y="307"/>
                    <a:pt x="246" y="307"/>
                    <a:pt x="246" y="307"/>
                  </a:cubicBezTo>
                  <a:cubicBezTo>
                    <a:pt x="246" y="185"/>
                    <a:pt x="246" y="185"/>
                    <a:pt x="246" y="185"/>
                  </a:cubicBezTo>
                  <a:cubicBezTo>
                    <a:pt x="292" y="228"/>
                    <a:pt x="292" y="228"/>
                    <a:pt x="292" y="228"/>
                  </a:cubicBezTo>
                  <a:cubicBezTo>
                    <a:pt x="297" y="232"/>
                    <a:pt x="303" y="232"/>
                    <a:pt x="306" y="228"/>
                  </a:cubicBezTo>
                  <a:cubicBezTo>
                    <a:pt x="401" y="140"/>
                    <a:pt x="401" y="140"/>
                    <a:pt x="401" y="140"/>
                  </a:cubicBezTo>
                  <a:lnTo>
                    <a:pt x="401" y="307"/>
                  </a:lnTo>
                  <a:close/>
                  <a:moveTo>
                    <a:pt x="401" y="121"/>
                  </a:moveTo>
                  <a:cubicBezTo>
                    <a:pt x="300" y="216"/>
                    <a:pt x="300" y="216"/>
                    <a:pt x="300" y="216"/>
                  </a:cubicBezTo>
                  <a:cubicBezTo>
                    <a:pt x="300" y="217"/>
                    <a:pt x="299" y="217"/>
                    <a:pt x="298" y="216"/>
                  </a:cubicBezTo>
                  <a:cubicBezTo>
                    <a:pt x="246" y="167"/>
                    <a:pt x="246" y="167"/>
                    <a:pt x="246" y="167"/>
                  </a:cubicBezTo>
                  <a:cubicBezTo>
                    <a:pt x="246" y="113"/>
                    <a:pt x="246" y="113"/>
                    <a:pt x="246" y="113"/>
                  </a:cubicBezTo>
                  <a:cubicBezTo>
                    <a:pt x="401" y="113"/>
                    <a:pt x="401" y="113"/>
                    <a:pt x="401" y="113"/>
                  </a:cubicBezTo>
                  <a:lnTo>
                    <a:pt x="401" y="121"/>
                  </a:lnTo>
                  <a:close/>
                  <a:moveTo>
                    <a:pt x="146" y="184"/>
                  </a:moveTo>
                  <a:cubicBezTo>
                    <a:pt x="144" y="182"/>
                    <a:pt x="144" y="178"/>
                    <a:pt x="143" y="176"/>
                  </a:cubicBezTo>
                  <a:cubicBezTo>
                    <a:pt x="142" y="173"/>
                    <a:pt x="141" y="171"/>
                    <a:pt x="138" y="169"/>
                  </a:cubicBezTo>
                  <a:cubicBezTo>
                    <a:pt x="137" y="166"/>
                    <a:pt x="136" y="165"/>
                    <a:pt x="134" y="163"/>
                  </a:cubicBezTo>
                  <a:cubicBezTo>
                    <a:pt x="133" y="161"/>
                    <a:pt x="131" y="160"/>
                    <a:pt x="129" y="159"/>
                  </a:cubicBezTo>
                  <a:cubicBezTo>
                    <a:pt x="127" y="158"/>
                    <a:pt x="125" y="158"/>
                    <a:pt x="123" y="157"/>
                  </a:cubicBezTo>
                  <a:cubicBezTo>
                    <a:pt x="121" y="157"/>
                    <a:pt x="118" y="157"/>
                    <a:pt x="116" y="157"/>
                  </a:cubicBezTo>
                  <a:cubicBezTo>
                    <a:pt x="114" y="157"/>
                    <a:pt x="111" y="157"/>
                    <a:pt x="109" y="158"/>
                  </a:cubicBezTo>
                  <a:cubicBezTo>
                    <a:pt x="107" y="158"/>
                    <a:pt x="104" y="159"/>
                    <a:pt x="103" y="160"/>
                  </a:cubicBezTo>
                  <a:cubicBezTo>
                    <a:pt x="101" y="161"/>
                    <a:pt x="98" y="163"/>
                    <a:pt x="97" y="165"/>
                  </a:cubicBezTo>
                  <a:cubicBezTo>
                    <a:pt x="96" y="166"/>
                    <a:pt x="94" y="169"/>
                    <a:pt x="92" y="171"/>
                  </a:cubicBezTo>
                  <a:cubicBezTo>
                    <a:pt x="91" y="173"/>
                    <a:pt x="90" y="176"/>
                    <a:pt x="89" y="178"/>
                  </a:cubicBezTo>
                  <a:cubicBezTo>
                    <a:pt x="88" y="180"/>
                    <a:pt x="88" y="184"/>
                    <a:pt x="86" y="186"/>
                  </a:cubicBezTo>
                  <a:cubicBezTo>
                    <a:pt x="86" y="189"/>
                    <a:pt x="85" y="192"/>
                    <a:pt x="85" y="196"/>
                  </a:cubicBezTo>
                  <a:cubicBezTo>
                    <a:pt x="85" y="198"/>
                    <a:pt x="84" y="202"/>
                    <a:pt x="84" y="205"/>
                  </a:cubicBezTo>
                  <a:cubicBezTo>
                    <a:pt x="84" y="209"/>
                    <a:pt x="85" y="212"/>
                    <a:pt x="85" y="216"/>
                  </a:cubicBezTo>
                  <a:cubicBezTo>
                    <a:pt x="85" y="219"/>
                    <a:pt x="86" y="223"/>
                    <a:pt x="86" y="225"/>
                  </a:cubicBezTo>
                  <a:cubicBezTo>
                    <a:pt x="88" y="229"/>
                    <a:pt x="89" y="231"/>
                    <a:pt x="90" y="233"/>
                  </a:cubicBezTo>
                  <a:cubicBezTo>
                    <a:pt x="91" y="236"/>
                    <a:pt x="92" y="238"/>
                    <a:pt x="94" y="241"/>
                  </a:cubicBezTo>
                  <a:cubicBezTo>
                    <a:pt x="95" y="243"/>
                    <a:pt x="96" y="244"/>
                    <a:pt x="98" y="246"/>
                  </a:cubicBezTo>
                  <a:cubicBezTo>
                    <a:pt x="99" y="248"/>
                    <a:pt x="102" y="249"/>
                    <a:pt x="103" y="250"/>
                  </a:cubicBezTo>
                  <a:cubicBezTo>
                    <a:pt x="105" y="251"/>
                    <a:pt x="107" y="252"/>
                    <a:pt x="109" y="252"/>
                  </a:cubicBezTo>
                  <a:cubicBezTo>
                    <a:pt x="111" y="254"/>
                    <a:pt x="114" y="254"/>
                    <a:pt x="115" y="254"/>
                  </a:cubicBezTo>
                  <a:cubicBezTo>
                    <a:pt x="117" y="254"/>
                    <a:pt x="120" y="254"/>
                    <a:pt x="122" y="254"/>
                  </a:cubicBezTo>
                  <a:cubicBezTo>
                    <a:pt x="124" y="252"/>
                    <a:pt x="127" y="252"/>
                    <a:pt x="128" y="251"/>
                  </a:cubicBezTo>
                  <a:cubicBezTo>
                    <a:pt x="130" y="250"/>
                    <a:pt x="131" y="249"/>
                    <a:pt x="134" y="248"/>
                  </a:cubicBezTo>
                  <a:cubicBezTo>
                    <a:pt x="135" y="246"/>
                    <a:pt x="137" y="244"/>
                    <a:pt x="138" y="243"/>
                  </a:cubicBezTo>
                  <a:cubicBezTo>
                    <a:pt x="140" y="241"/>
                    <a:pt x="141" y="238"/>
                    <a:pt x="142" y="236"/>
                  </a:cubicBezTo>
                  <a:cubicBezTo>
                    <a:pt x="143" y="232"/>
                    <a:pt x="144" y="230"/>
                    <a:pt x="146" y="226"/>
                  </a:cubicBezTo>
                  <a:cubicBezTo>
                    <a:pt x="147" y="224"/>
                    <a:pt x="147" y="220"/>
                    <a:pt x="147" y="217"/>
                  </a:cubicBezTo>
                  <a:cubicBezTo>
                    <a:pt x="148" y="213"/>
                    <a:pt x="148" y="210"/>
                    <a:pt x="148" y="206"/>
                  </a:cubicBezTo>
                  <a:cubicBezTo>
                    <a:pt x="148" y="202"/>
                    <a:pt x="148" y="198"/>
                    <a:pt x="147" y="195"/>
                  </a:cubicBezTo>
                  <a:cubicBezTo>
                    <a:pt x="147" y="191"/>
                    <a:pt x="147" y="187"/>
                    <a:pt x="146" y="184"/>
                  </a:cubicBezTo>
                  <a:close/>
                </a:path>
              </a:pathLst>
            </a:custGeom>
            <a:solidFill>
              <a:srgbClr val="1B375F"/>
            </a:solidFill>
            <a:ln>
              <a:noFill/>
            </a:ln>
          </p:spPr>
          <p:txBody>
            <a:bodyPr vert="horz" wrap="square" lIns="91440" tIns="45720" rIns="91440" bIns="45720" numCol="1" anchor="t" anchorCtr="0" compatLnSpc="1">
              <a:prstTxWarp prst="textNoShape">
                <a:avLst/>
              </a:prstTxWarp>
            </a:bodyPr>
            <a:lstStyle/>
            <a:p>
              <a:pPr marL="0" marR="0" lvl="0" indent="0" algn="l" defTabSz="932742" rtl="0" eaLnBrk="1" fontAlgn="auto" latinLnBrk="0" hangingPunct="1">
                <a:lnSpc>
                  <a:spcPct val="100000"/>
                </a:lnSpc>
                <a:spcBef>
                  <a:spcPts val="0"/>
                </a:spcBef>
                <a:spcAft>
                  <a:spcPts val="0"/>
                </a:spcAft>
                <a:buClrTx/>
                <a:buSzTx/>
                <a:buFontTx/>
                <a:buNone/>
                <a:tabLst/>
                <a:defRPr/>
              </a:pPr>
              <a:endParaRPr kumimoji="0" lang="en-US" sz="1836" b="0" i="0" u="none" strike="noStrike" kern="0" cap="none" spc="0" normalizeH="0" baseline="0" noProof="0">
                <a:ln>
                  <a:noFill/>
                </a:ln>
                <a:solidFill>
                  <a:srgbClr val="505050"/>
                </a:solidFill>
                <a:effectLst/>
                <a:uLnTx/>
                <a:uFillTx/>
                <a:latin typeface="Segoe UI"/>
                <a:ea typeface="+mn-ea"/>
                <a:cs typeface="+mn-cs"/>
              </a:endParaRPr>
            </a:p>
          </p:txBody>
        </p:sp>
        <p:sp>
          <p:nvSpPr>
            <p:cNvPr id="48" name="Freeform 10"/>
            <p:cNvSpPr>
              <a:spLocks noChangeAspect="1" noEditPoints="1"/>
            </p:cNvSpPr>
            <p:nvPr/>
          </p:nvSpPr>
          <p:spPr bwMode="auto">
            <a:xfrm>
              <a:off x="1581499" y="4519042"/>
              <a:ext cx="610333" cy="1096369"/>
            </a:xfrm>
            <a:prstGeom prst="roundRect">
              <a:avLst>
                <a:gd name="adj" fmla="val 3431"/>
              </a:avLst>
            </a:prstGeom>
            <a:solidFill>
              <a:srgbClr val="333333"/>
            </a:solidFill>
            <a:ln>
              <a:noFill/>
            </a:ln>
            <a:extLst/>
          </p:spPr>
          <p:txBody>
            <a:bodyPr vert="horz" wrap="square" lIns="89606" tIns="44803" rIns="89606" bIns="44803" numCol="1" anchor="t" anchorCtr="0" compatLnSpc="1">
              <a:prstTxWarp prst="textNoShape">
                <a:avLst/>
              </a:prstTxWarp>
            </a:bodyPr>
            <a:lstStyle/>
            <a:p>
              <a:pPr marL="0" marR="0" lvl="0" indent="0" algn="l" defTabSz="913917" rtl="0" eaLnBrk="1" fontAlgn="auto" latinLnBrk="0" hangingPunct="1">
                <a:lnSpc>
                  <a:spcPct val="100000"/>
                </a:lnSpc>
                <a:spcBef>
                  <a:spcPts val="0"/>
                </a:spcBef>
                <a:spcAft>
                  <a:spcPts val="0"/>
                </a:spcAft>
                <a:buClrTx/>
                <a:buSzTx/>
                <a:buFontTx/>
                <a:buNone/>
                <a:tabLst/>
                <a:defRPr/>
              </a:pPr>
              <a:endParaRPr kumimoji="0" lang="en-US" sz="1764" b="0" i="0" u="none" strike="noStrike" kern="1200" cap="none" spc="0" normalizeH="0" baseline="0" noProof="0">
                <a:ln>
                  <a:noFill/>
                </a:ln>
                <a:solidFill>
                  <a:srgbClr val="FFFFFF"/>
                </a:solidFill>
                <a:effectLst/>
                <a:uLnTx/>
                <a:uFillTx/>
                <a:latin typeface="Segoe UI"/>
                <a:ea typeface="+mn-ea"/>
                <a:cs typeface="+mn-cs"/>
              </a:endParaRPr>
            </a:p>
          </p:txBody>
        </p:sp>
        <p:sp>
          <p:nvSpPr>
            <p:cNvPr id="49" name="Rectangle 48"/>
            <p:cNvSpPr/>
            <p:nvPr/>
          </p:nvSpPr>
          <p:spPr bwMode="auto">
            <a:xfrm>
              <a:off x="1610385" y="4626798"/>
              <a:ext cx="552561" cy="853054"/>
            </a:xfrm>
            <a:prstGeom prst="rect">
              <a:avLst/>
            </a:prstGeom>
            <a:solidFill>
              <a:srgbClr val="5C2D9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12" tIns="143371" rIns="179212" bIns="143371" numCol="1" spcCol="0" rtlCol="0" fromWordArt="0" anchor="t" anchorCtr="0" forceAA="0" compatLnSpc="1">
              <a:prstTxWarp prst="textNoShape">
                <a:avLst/>
              </a:prstTxWarp>
              <a:noAutofit/>
            </a:bodyPr>
            <a:lstStyle/>
            <a:p>
              <a:pPr marL="0" marR="0" lvl="0" indent="0" algn="ctr" defTabSz="913652" rtl="0" eaLnBrk="1" fontAlgn="base" latinLnBrk="0" hangingPunct="1">
                <a:lnSpc>
                  <a:spcPct val="90000"/>
                </a:lnSpc>
                <a:spcBef>
                  <a:spcPct val="0"/>
                </a:spcBef>
                <a:spcAft>
                  <a:spcPct val="0"/>
                </a:spcAft>
                <a:buClrTx/>
                <a:buSzTx/>
                <a:buFontTx/>
                <a:buNone/>
                <a:tabLst/>
                <a:defRPr/>
              </a:pPr>
              <a:endParaRPr kumimoji="0" lang="en-US" sz="2352" b="0" i="0" u="none" strike="noStrike" kern="1200" cap="none" spc="0" normalizeH="0" baseline="0" noProof="0" dirty="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50" name="Round Same Side Corner Rectangle 49"/>
            <p:cNvSpPr/>
            <p:nvPr/>
          </p:nvSpPr>
          <p:spPr bwMode="auto">
            <a:xfrm flipV="1">
              <a:off x="1840210" y="4535287"/>
              <a:ext cx="96570" cy="16095"/>
            </a:xfrm>
            <a:prstGeom prst="round2SameRect">
              <a:avLst/>
            </a:prstGeom>
            <a:solidFill>
              <a:schemeClr val="tx1">
                <a:lumMod val="5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12" tIns="143371" rIns="179212" bIns="143371" numCol="1" spcCol="0" rtlCol="0" fromWordArt="0" anchor="t" anchorCtr="0" forceAA="0" compatLnSpc="1">
              <a:prstTxWarp prst="textNoShape">
                <a:avLst/>
              </a:prstTxWarp>
              <a:noAutofit/>
            </a:bodyPr>
            <a:lstStyle/>
            <a:p>
              <a:pPr marL="0" marR="0" lvl="0" indent="0" algn="ctr" defTabSz="913652" rtl="0" eaLnBrk="1" fontAlgn="base" latinLnBrk="0" hangingPunct="1">
                <a:lnSpc>
                  <a:spcPct val="90000"/>
                </a:lnSpc>
                <a:spcBef>
                  <a:spcPct val="0"/>
                </a:spcBef>
                <a:spcAft>
                  <a:spcPct val="0"/>
                </a:spcAft>
                <a:buClrTx/>
                <a:buSzTx/>
                <a:buFontTx/>
                <a:buNone/>
                <a:tabLst/>
                <a:defRPr/>
              </a:pPr>
              <a:endParaRPr kumimoji="0" lang="en-US" sz="2352" b="0" i="0" u="none" strike="noStrike" kern="1200" cap="none" spc="0" normalizeH="0" baseline="0" noProof="0" dirty="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51" name="Oval 50"/>
            <p:cNvSpPr/>
            <p:nvPr/>
          </p:nvSpPr>
          <p:spPr bwMode="auto">
            <a:xfrm>
              <a:off x="2077612" y="4550265"/>
              <a:ext cx="16095" cy="16095"/>
            </a:xfrm>
            <a:prstGeom prst="ellipse">
              <a:avLst/>
            </a:prstGeom>
            <a:solidFill>
              <a:schemeClr val="tx1">
                <a:lumMod val="5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12" tIns="143371" rIns="179212" bIns="143371" numCol="1" spcCol="0" rtlCol="0" fromWordArt="0" anchor="t" anchorCtr="0" forceAA="0" compatLnSpc="1">
              <a:prstTxWarp prst="textNoShape">
                <a:avLst/>
              </a:prstTxWarp>
              <a:noAutofit/>
            </a:bodyPr>
            <a:lstStyle/>
            <a:p>
              <a:pPr marL="0" marR="0" lvl="0" indent="0" algn="ctr" defTabSz="913652" rtl="0" eaLnBrk="1" fontAlgn="base" latinLnBrk="0" hangingPunct="1">
                <a:lnSpc>
                  <a:spcPct val="90000"/>
                </a:lnSpc>
                <a:spcBef>
                  <a:spcPct val="0"/>
                </a:spcBef>
                <a:spcAft>
                  <a:spcPct val="0"/>
                </a:spcAft>
                <a:buClrTx/>
                <a:buSzTx/>
                <a:buFontTx/>
                <a:buNone/>
                <a:tabLst/>
                <a:defRPr/>
              </a:pPr>
              <a:endParaRPr kumimoji="0" lang="en-US" sz="2352" b="0" i="0" u="none" strike="noStrike" kern="1200" cap="none" spc="0" normalizeH="0" baseline="0" noProof="0" dirty="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52" name="Freeform 13"/>
            <p:cNvSpPr>
              <a:spLocks/>
            </p:cNvSpPr>
            <p:nvPr/>
          </p:nvSpPr>
          <p:spPr bwMode="auto">
            <a:xfrm>
              <a:off x="1885813" y="5520649"/>
              <a:ext cx="28567" cy="25260"/>
            </a:xfrm>
            <a:custGeom>
              <a:avLst/>
              <a:gdLst>
                <a:gd name="T0" fmla="*/ 0 w 1140"/>
                <a:gd name="T1" fmla="*/ 1008 h 1008"/>
                <a:gd name="T2" fmla="*/ 1140 w 1140"/>
                <a:gd name="T3" fmla="*/ 1008 h 1008"/>
                <a:gd name="T4" fmla="*/ 1140 w 1140"/>
                <a:gd name="T5" fmla="*/ 0 h 1008"/>
                <a:gd name="T6" fmla="*/ 0 w 1140"/>
                <a:gd name="T7" fmla="*/ 159 h 1008"/>
                <a:gd name="T8" fmla="*/ 0 w 1140"/>
                <a:gd name="T9" fmla="*/ 1008 h 1008"/>
              </a:gdLst>
              <a:ahLst/>
              <a:cxnLst>
                <a:cxn ang="0">
                  <a:pos x="T0" y="T1"/>
                </a:cxn>
                <a:cxn ang="0">
                  <a:pos x="T2" y="T3"/>
                </a:cxn>
                <a:cxn ang="0">
                  <a:pos x="T4" y="T5"/>
                </a:cxn>
                <a:cxn ang="0">
                  <a:pos x="T6" y="T7"/>
                </a:cxn>
                <a:cxn ang="0">
                  <a:pos x="T8" y="T9"/>
                </a:cxn>
              </a:cxnLst>
              <a:rect l="0" t="0" r="r" b="b"/>
              <a:pathLst>
                <a:path w="1140" h="1008">
                  <a:moveTo>
                    <a:pt x="0" y="1008"/>
                  </a:moveTo>
                  <a:lnTo>
                    <a:pt x="1140" y="1008"/>
                  </a:lnTo>
                  <a:lnTo>
                    <a:pt x="1140" y="0"/>
                  </a:lnTo>
                  <a:lnTo>
                    <a:pt x="0" y="159"/>
                  </a:lnTo>
                  <a:lnTo>
                    <a:pt x="0" y="1008"/>
                  </a:lnTo>
                  <a:close/>
                </a:path>
              </a:pathLst>
            </a:custGeom>
            <a:solidFill>
              <a:srgbClr val="4E4E4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32688" rtl="0" eaLnBrk="1" fontAlgn="auto" latinLnBrk="0" hangingPunct="1">
                <a:lnSpc>
                  <a:spcPct val="100000"/>
                </a:lnSpc>
                <a:spcBef>
                  <a:spcPts val="0"/>
                </a:spcBef>
                <a:spcAft>
                  <a:spcPts val="0"/>
                </a:spcAft>
                <a:buClrTx/>
                <a:buSzTx/>
                <a:buFontTx/>
                <a:buNone/>
                <a:tabLst/>
                <a:defRPr/>
              </a:pPr>
              <a:endParaRPr kumimoji="0" lang="en-US" sz="1836" b="0" i="0" u="none" strike="noStrike" kern="1200" cap="none" spc="0" normalizeH="0" baseline="0" noProof="0">
                <a:ln>
                  <a:noFill/>
                </a:ln>
                <a:solidFill>
                  <a:srgbClr val="404040"/>
                </a:solidFill>
                <a:effectLst/>
                <a:uLnTx/>
                <a:uFillTx/>
                <a:latin typeface="Segoe UI"/>
                <a:ea typeface="+mn-ea"/>
                <a:cs typeface="+mn-cs"/>
              </a:endParaRPr>
            </a:p>
          </p:txBody>
        </p:sp>
        <p:sp>
          <p:nvSpPr>
            <p:cNvPr id="53" name="Freeform 14"/>
            <p:cNvSpPr>
              <a:spLocks/>
            </p:cNvSpPr>
            <p:nvPr/>
          </p:nvSpPr>
          <p:spPr bwMode="auto">
            <a:xfrm>
              <a:off x="1858950" y="5524758"/>
              <a:ext cx="21877" cy="21150"/>
            </a:xfrm>
            <a:custGeom>
              <a:avLst/>
              <a:gdLst>
                <a:gd name="T0" fmla="*/ 873 w 873"/>
                <a:gd name="T1" fmla="*/ 844 h 844"/>
                <a:gd name="T2" fmla="*/ 873 w 873"/>
                <a:gd name="T3" fmla="*/ 0 h 844"/>
                <a:gd name="T4" fmla="*/ 0 w 873"/>
                <a:gd name="T5" fmla="*/ 123 h 844"/>
                <a:gd name="T6" fmla="*/ 0 w 873"/>
                <a:gd name="T7" fmla="*/ 844 h 844"/>
                <a:gd name="T8" fmla="*/ 873 w 873"/>
                <a:gd name="T9" fmla="*/ 844 h 844"/>
              </a:gdLst>
              <a:ahLst/>
              <a:cxnLst>
                <a:cxn ang="0">
                  <a:pos x="T0" y="T1"/>
                </a:cxn>
                <a:cxn ang="0">
                  <a:pos x="T2" y="T3"/>
                </a:cxn>
                <a:cxn ang="0">
                  <a:pos x="T4" y="T5"/>
                </a:cxn>
                <a:cxn ang="0">
                  <a:pos x="T6" y="T7"/>
                </a:cxn>
                <a:cxn ang="0">
                  <a:pos x="T8" y="T9"/>
                </a:cxn>
              </a:cxnLst>
              <a:rect l="0" t="0" r="r" b="b"/>
              <a:pathLst>
                <a:path w="873" h="844">
                  <a:moveTo>
                    <a:pt x="873" y="844"/>
                  </a:moveTo>
                  <a:lnTo>
                    <a:pt x="873" y="0"/>
                  </a:lnTo>
                  <a:lnTo>
                    <a:pt x="0" y="123"/>
                  </a:lnTo>
                  <a:lnTo>
                    <a:pt x="0" y="844"/>
                  </a:lnTo>
                  <a:lnTo>
                    <a:pt x="873" y="844"/>
                  </a:lnTo>
                  <a:close/>
                </a:path>
              </a:pathLst>
            </a:custGeom>
            <a:solidFill>
              <a:srgbClr val="4E4E4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32688" rtl="0" eaLnBrk="1" fontAlgn="auto" latinLnBrk="0" hangingPunct="1">
                <a:lnSpc>
                  <a:spcPct val="100000"/>
                </a:lnSpc>
                <a:spcBef>
                  <a:spcPts val="0"/>
                </a:spcBef>
                <a:spcAft>
                  <a:spcPts val="0"/>
                </a:spcAft>
                <a:buClrTx/>
                <a:buSzTx/>
                <a:buFontTx/>
                <a:buNone/>
                <a:tabLst/>
                <a:defRPr/>
              </a:pPr>
              <a:endParaRPr kumimoji="0" lang="en-US" sz="1836" b="0" i="0" u="none" strike="noStrike" kern="1200" cap="none" spc="0" normalizeH="0" baseline="0" noProof="0">
                <a:ln>
                  <a:noFill/>
                </a:ln>
                <a:solidFill>
                  <a:srgbClr val="404040"/>
                </a:solidFill>
                <a:effectLst/>
                <a:uLnTx/>
                <a:uFillTx/>
                <a:latin typeface="Segoe UI"/>
                <a:ea typeface="+mn-ea"/>
                <a:cs typeface="+mn-cs"/>
              </a:endParaRPr>
            </a:p>
          </p:txBody>
        </p:sp>
        <p:sp>
          <p:nvSpPr>
            <p:cNvPr id="54" name="Freeform 15"/>
            <p:cNvSpPr>
              <a:spLocks/>
            </p:cNvSpPr>
            <p:nvPr/>
          </p:nvSpPr>
          <p:spPr bwMode="auto">
            <a:xfrm>
              <a:off x="1858950" y="5550895"/>
              <a:ext cx="21877" cy="21100"/>
            </a:xfrm>
            <a:custGeom>
              <a:avLst/>
              <a:gdLst>
                <a:gd name="T0" fmla="*/ 873 w 873"/>
                <a:gd name="T1" fmla="*/ 0 h 842"/>
                <a:gd name="T2" fmla="*/ 0 w 873"/>
                <a:gd name="T3" fmla="*/ 0 h 842"/>
                <a:gd name="T4" fmla="*/ 0 w 873"/>
                <a:gd name="T5" fmla="*/ 721 h 842"/>
                <a:gd name="T6" fmla="*/ 873 w 873"/>
                <a:gd name="T7" fmla="*/ 842 h 842"/>
                <a:gd name="T8" fmla="*/ 873 w 873"/>
                <a:gd name="T9" fmla="*/ 0 h 842"/>
              </a:gdLst>
              <a:ahLst/>
              <a:cxnLst>
                <a:cxn ang="0">
                  <a:pos x="T0" y="T1"/>
                </a:cxn>
                <a:cxn ang="0">
                  <a:pos x="T2" y="T3"/>
                </a:cxn>
                <a:cxn ang="0">
                  <a:pos x="T4" y="T5"/>
                </a:cxn>
                <a:cxn ang="0">
                  <a:pos x="T6" y="T7"/>
                </a:cxn>
                <a:cxn ang="0">
                  <a:pos x="T8" y="T9"/>
                </a:cxn>
              </a:cxnLst>
              <a:rect l="0" t="0" r="r" b="b"/>
              <a:pathLst>
                <a:path w="873" h="842">
                  <a:moveTo>
                    <a:pt x="873" y="0"/>
                  </a:moveTo>
                  <a:lnTo>
                    <a:pt x="0" y="0"/>
                  </a:lnTo>
                  <a:lnTo>
                    <a:pt x="0" y="721"/>
                  </a:lnTo>
                  <a:lnTo>
                    <a:pt x="873" y="842"/>
                  </a:lnTo>
                  <a:lnTo>
                    <a:pt x="873" y="0"/>
                  </a:lnTo>
                  <a:close/>
                </a:path>
              </a:pathLst>
            </a:custGeom>
            <a:solidFill>
              <a:srgbClr val="4E4E4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32688" rtl="0" eaLnBrk="1" fontAlgn="auto" latinLnBrk="0" hangingPunct="1">
                <a:lnSpc>
                  <a:spcPct val="100000"/>
                </a:lnSpc>
                <a:spcBef>
                  <a:spcPts val="0"/>
                </a:spcBef>
                <a:spcAft>
                  <a:spcPts val="0"/>
                </a:spcAft>
                <a:buClrTx/>
                <a:buSzTx/>
                <a:buFontTx/>
                <a:buNone/>
                <a:tabLst/>
                <a:defRPr/>
              </a:pPr>
              <a:endParaRPr kumimoji="0" lang="en-US" sz="1836" b="0" i="0" u="none" strike="noStrike" kern="1200" cap="none" spc="0" normalizeH="0" baseline="0" noProof="0">
                <a:ln>
                  <a:noFill/>
                </a:ln>
                <a:solidFill>
                  <a:srgbClr val="404040"/>
                </a:solidFill>
                <a:effectLst/>
                <a:uLnTx/>
                <a:uFillTx/>
                <a:latin typeface="Segoe UI"/>
                <a:ea typeface="+mn-ea"/>
                <a:cs typeface="+mn-cs"/>
              </a:endParaRPr>
            </a:p>
          </p:txBody>
        </p:sp>
        <p:sp>
          <p:nvSpPr>
            <p:cNvPr id="55" name="Freeform 16"/>
            <p:cNvSpPr>
              <a:spLocks/>
            </p:cNvSpPr>
            <p:nvPr/>
          </p:nvSpPr>
          <p:spPr bwMode="auto">
            <a:xfrm>
              <a:off x="1885813" y="5550895"/>
              <a:ext cx="28567" cy="25184"/>
            </a:xfrm>
            <a:custGeom>
              <a:avLst/>
              <a:gdLst>
                <a:gd name="T0" fmla="*/ 0 w 1140"/>
                <a:gd name="T1" fmla="*/ 0 h 1005"/>
                <a:gd name="T2" fmla="*/ 0 w 1140"/>
                <a:gd name="T3" fmla="*/ 847 h 1005"/>
                <a:gd name="T4" fmla="*/ 1140 w 1140"/>
                <a:gd name="T5" fmla="*/ 1005 h 1005"/>
                <a:gd name="T6" fmla="*/ 1140 w 1140"/>
                <a:gd name="T7" fmla="*/ 0 h 1005"/>
                <a:gd name="T8" fmla="*/ 0 w 1140"/>
                <a:gd name="T9" fmla="*/ 0 h 1005"/>
              </a:gdLst>
              <a:ahLst/>
              <a:cxnLst>
                <a:cxn ang="0">
                  <a:pos x="T0" y="T1"/>
                </a:cxn>
                <a:cxn ang="0">
                  <a:pos x="T2" y="T3"/>
                </a:cxn>
                <a:cxn ang="0">
                  <a:pos x="T4" y="T5"/>
                </a:cxn>
                <a:cxn ang="0">
                  <a:pos x="T6" y="T7"/>
                </a:cxn>
                <a:cxn ang="0">
                  <a:pos x="T8" y="T9"/>
                </a:cxn>
              </a:cxnLst>
              <a:rect l="0" t="0" r="r" b="b"/>
              <a:pathLst>
                <a:path w="1140" h="1005">
                  <a:moveTo>
                    <a:pt x="0" y="0"/>
                  </a:moveTo>
                  <a:lnTo>
                    <a:pt x="0" y="847"/>
                  </a:lnTo>
                  <a:lnTo>
                    <a:pt x="1140" y="1005"/>
                  </a:lnTo>
                  <a:lnTo>
                    <a:pt x="1140" y="0"/>
                  </a:lnTo>
                  <a:lnTo>
                    <a:pt x="0" y="0"/>
                  </a:lnTo>
                  <a:close/>
                </a:path>
              </a:pathLst>
            </a:custGeom>
            <a:solidFill>
              <a:srgbClr val="4E4E4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32688" rtl="0" eaLnBrk="1" fontAlgn="auto" latinLnBrk="0" hangingPunct="1">
                <a:lnSpc>
                  <a:spcPct val="100000"/>
                </a:lnSpc>
                <a:spcBef>
                  <a:spcPts val="0"/>
                </a:spcBef>
                <a:spcAft>
                  <a:spcPts val="0"/>
                </a:spcAft>
                <a:buClrTx/>
                <a:buSzTx/>
                <a:buFontTx/>
                <a:buNone/>
                <a:tabLst/>
                <a:defRPr/>
              </a:pPr>
              <a:endParaRPr kumimoji="0" lang="en-US" sz="1836" b="0" i="0" u="none" strike="noStrike" kern="1200" cap="none" spc="0" normalizeH="0" baseline="0" noProof="0">
                <a:ln>
                  <a:noFill/>
                </a:ln>
                <a:solidFill>
                  <a:srgbClr val="404040"/>
                </a:solidFill>
                <a:effectLst/>
                <a:uLnTx/>
                <a:uFillTx/>
                <a:latin typeface="Segoe UI"/>
                <a:ea typeface="+mn-ea"/>
                <a:cs typeface="+mn-cs"/>
              </a:endParaRPr>
            </a:p>
          </p:txBody>
        </p:sp>
        <p:sp>
          <p:nvSpPr>
            <p:cNvPr id="56" name="Freeform 20"/>
            <p:cNvSpPr>
              <a:spLocks noEditPoints="1"/>
            </p:cNvSpPr>
            <p:nvPr/>
          </p:nvSpPr>
          <p:spPr bwMode="auto">
            <a:xfrm>
              <a:off x="2085660" y="5524861"/>
              <a:ext cx="45619" cy="47133"/>
            </a:xfrm>
            <a:custGeom>
              <a:avLst/>
              <a:gdLst>
                <a:gd name="T0" fmla="*/ 41 w 1845"/>
                <a:gd name="T1" fmla="*/ 1632 h 1907"/>
                <a:gd name="T2" fmla="*/ 552 w 1845"/>
                <a:gd name="T3" fmla="*/ 1102 h 1907"/>
                <a:gd name="T4" fmla="*/ 430 w 1845"/>
                <a:gd name="T5" fmla="*/ 709 h 1907"/>
                <a:gd name="T6" fmla="*/ 1135 w 1845"/>
                <a:gd name="T7" fmla="*/ 0 h 1907"/>
                <a:gd name="T8" fmla="*/ 1845 w 1845"/>
                <a:gd name="T9" fmla="*/ 709 h 1907"/>
                <a:gd name="T10" fmla="*/ 1135 w 1845"/>
                <a:gd name="T11" fmla="*/ 1413 h 1907"/>
                <a:gd name="T12" fmla="*/ 796 w 1845"/>
                <a:gd name="T13" fmla="*/ 1326 h 1907"/>
                <a:gd name="T14" fmla="*/ 281 w 1845"/>
                <a:gd name="T15" fmla="*/ 1862 h 1907"/>
                <a:gd name="T16" fmla="*/ 124 w 1845"/>
                <a:gd name="T17" fmla="*/ 1865 h 1907"/>
                <a:gd name="T18" fmla="*/ 45 w 1845"/>
                <a:gd name="T19" fmla="*/ 1789 h 1907"/>
                <a:gd name="T20" fmla="*/ 41 w 1845"/>
                <a:gd name="T21" fmla="*/ 1632 h 1907"/>
                <a:gd name="T22" fmla="*/ 1135 w 1845"/>
                <a:gd name="T23" fmla="*/ 1195 h 1907"/>
                <a:gd name="T24" fmla="*/ 1625 w 1845"/>
                <a:gd name="T25" fmla="*/ 709 h 1907"/>
                <a:gd name="T26" fmla="*/ 1135 w 1845"/>
                <a:gd name="T27" fmla="*/ 222 h 1907"/>
                <a:gd name="T28" fmla="*/ 648 w 1845"/>
                <a:gd name="T29" fmla="*/ 709 h 1907"/>
                <a:gd name="T30" fmla="*/ 1135 w 1845"/>
                <a:gd name="T31" fmla="*/ 1195 h 19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845" h="1907">
                  <a:moveTo>
                    <a:pt x="41" y="1632"/>
                  </a:moveTo>
                  <a:cubicBezTo>
                    <a:pt x="552" y="1102"/>
                    <a:pt x="552" y="1102"/>
                    <a:pt x="552" y="1102"/>
                  </a:cubicBezTo>
                  <a:cubicBezTo>
                    <a:pt x="475" y="989"/>
                    <a:pt x="430" y="853"/>
                    <a:pt x="430" y="709"/>
                  </a:cubicBezTo>
                  <a:cubicBezTo>
                    <a:pt x="430" y="319"/>
                    <a:pt x="745" y="0"/>
                    <a:pt x="1135" y="0"/>
                  </a:cubicBezTo>
                  <a:cubicBezTo>
                    <a:pt x="1528" y="0"/>
                    <a:pt x="1845" y="319"/>
                    <a:pt x="1845" y="709"/>
                  </a:cubicBezTo>
                  <a:cubicBezTo>
                    <a:pt x="1845" y="1097"/>
                    <a:pt x="1528" y="1413"/>
                    <a:pt x="1135" y="1413"/>
                  </a:cubicBezTo>
                  <a:cubicBezTo>
                    <a:pt x="1013" y="1413"/>
                    <a:pt x="897" y="1381"/>
                    <a:pt x="796" y="1326"/>
                  </a:cubicBezTo>
                  <a:cubicBezTo>
                    <a:pt x="281" y="1862"/>
                    <a:pt x="281" y="1862"/>
                    <a:pt x="281" y="1862"/>
                  </a:cubicBezTo>
                  <a:cubicBezTo>
                    <a:pt x="239" y="1907"/>
                    <a:pt x="170" y="1907"/>
                    <a:pt x="124" y="1865"/>
                  </a:cubicBezTo>
                  <a:cubicBezTo>
                    <a:pt x="45" y="1789"/>
                    <a:pt x="45" y="1789"/>
                    <a:pt x="45" y="1789"/>
                  </a:cubicBezTo>
                  <a:cubicBezTo>
                    <a:pt x="2" y="1748"/>
                    <a:pt x="0" y="1677"/>
                    <a:pt x="41" y="1632"/>
                  </a:cubicBezTo>
                  <a:close/>
                  <a:moveTo>
                    <a:pt x="1135" y="1195"/>
                  </a:moveTo>
                  <a:cubicBezTo>
                    <a:pt x="1406" y="1195"/>
                    <a:pt x="1625" y="976"/>
                    <a:pt x="1625" y="709"/>
                  </a:cubicBezTo>
                  <a:cubicBezTo>
                    <a:pt x="1625" y="438"/>
                    <a:pt x="1406" y="222"/>
                    <a:pt x="1135" y="222"/>
                  </a:cubicBezTo>
                  <a:cubicBezTo>
                    <a:pt x="867" y="222"/>
                    <a:pt x="648" y="438"/>
                    <a:pt x="648" y="709"/>
                  </a:cubicBezTo>
                  <a:cubicBezTo>
                    <a:pt x="648" y="976"/>
                    <a:pt x="867" y="1195"/>
                    <a:pt x="1135" y="1195"/>
                  </a:cubicBezTo>
                  <a:close/>
                </a:path>
              </a:pathLst>
            </a:custGeom>
            <a:solidFill>
              <a:srgbClr val="4E4E4E"/>
            </a:solidFill>
            <a:ln>
              <a:noFill/>
            </a:ln>
          </p:spPr>
          <p:txBody>
            <a:bodyPr vert="horz" wrap="square" lIns="91440" tIns="45720" rIns="91440" bIns="45720" numCol="1" anchor="t" anchorCtr="0" compatLnSpc="1">
              <a:prstTxWarp prst="textNoShape">
                <a:avLst/>
              </a:prstTxWarp>
            </a:bodyPr>
            <a:lstStyle/>
            <a:p>
              <a:pPr marL="0" marR="0" lvl="0" indent="0" algn="l" defTabSz="932688" rtl="0" eaLnBrk="1" fontAlgn="auto" latinLnBrk="0" hangingPunct="1">
                <a:lnSpc>
                  <a:spcPct val="100000"/>
                </a:lnSpc>
                <a:spcBef>
                  <a:spcPts val="0"/>
                </a:spcBef>
                <a:spcAft>
                  <a:spcPts val="0"/>
                </a:spcAft>
                <a:buClrTx/>
                <a:buSzTx/>
                <a:buFontTx/>
                <a:buNone/>
                <a:tabLst/>
                <a:defRPr/>
              </a:pPr>
              <a:endParaRPr kumimoji="0" lang="en-US" sz="1836" b="0" i="0" u="none" strike="noStrike" kern="1200" cap="none" spc="0" normalizeH="0" baseline="0" noProof="0">
                <a:ln>
                  <a:noFill/>
                </a:ln>
                <a:solidFill>
                  <a:srgbClr val="404040"/>
                </a:solidFill>
                <a:effectLst/>
                <a:uLnTx/>
                <a:uFillTx/>
                <a:latin typeface="Segoe UI"/>
                <a:ea typeface="+mn-ea"/>
                <a:cs typeface="+mn-cs"/>
              </a:endParaRPr>
            </a:p>
          </p:txBody>
        </p:sp>
        <p:sp>
          <p:nvSpPr>
            <p:cNvPr id="57" name="Freeform 24"/>
            <p:cNvSpPr>
              <a:spLocks/>
            </p:cNvSpPr>
            <p:nvPr/>
          </p:nvSpPr>
          <p:spPr bwMode="auto">
            <a:xfrm flipH="1">
              <a:off x="1646393" y="5524758"/>
              <a:ext cx="54539" cy="45619"/>
            </a:xfrm>
            <a:custGeom>
              <a:avLst/>
              <a:gdLst>
                <a:gd name="T0" fmla="*/ 2378 w 4084"/>
                <a:gd name="T1" fmla="*/ 0 h 3416"/>
                <a:gd name="T2" fmla="*/ 4084 w 4084"/>
                <a:gd name="T3" fmla="*/ 1709 h 3416"/>
                <a:gd name="T4" fmla="*/ 2378 w 4084"/>
                <a:gd name="T5" fmla="*/ 3416 h 3416"/>
                <a:gd name="T6" fmla="*/ 1259 w 4084"/>
                <a:gd name="T7" fmla="*/ 3416 h 3416"/>
                <a:gd name="T8" fmla="*/ 2553 w 4084"/>
                <a:gd name="T9" fmla="*/ 2116 h 3416"/>
                <a:gd name="T10" fmla="*/ 0 w 4084"/>
                <a:gd name="T11" fmla="*/ 2116 h 3416"/>
                <a:gd name="T12" fmla="*/ 0 w 4084"/>
                <a:gd name="T13" fmla="*/ 1290 h 3416"/>
                <a:gd name="T14" fmla="*/ 2541 w 4084"/>
                <a:gd name="T15" fmla="*/ 1290 h 3416"/>
                <a:gd name="T16" fmla="*/ 1245 w 4084"/>
                <a:gd name="T17" fmla="*/ 0 h 3416"/>
                <a:gd name="T18" fmla="*/ 2378 w 4084"/>
                <a:gd name="T19" fmla="*/ 0 h 3416"/>
                <a:gd name="T20" fmla="*/ 2378 w 4084"/>
                <a:gd name="T21" fmla="*/ 0 h 3416"/>
                <a:gd name="T22" fmla="*/ 2378 w 4084"/>
                <a:gd name="T23" fmla="*/ 0 h 34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4084" h="3416">
                  <a:moveTo>
                    <a:pt x="2378" y="0"/>
                  </a:moveTo>
                  <a:lnTo>
                    <a:pt x="4084" y="1709"/>
                  </a:lnTo>
                  <a:lnTo>
                    <a:pt x="2378" y="3416"/>
                  </a:lnTo>
                  <a:lnTo>
                    <a:pt x="1259" y="3416"/>
                  </a:lnTo>
                  <a:lnTo>
                    <a:pt x="2553" y="2116"/>
                  </a:lnTo>
                  <a:lnTo>
                    <a:pt x="0" y="2116"/>
                  </a:lnTo>
                  <a:lnTo>
                    <a:pt x="0" y="1290"/>
                  </a:lnTo>
                  <a:lnTo>
                    <a:pt x="2541" y="1290"/>
                  </a:lnTo>
                  <a:lnTo>
                    <a:pt x="1245" y="0"/>
                  </a:lnTo>
                  <a:lnTo>
                    <a:pt x="2378" y="0"/>
                  </a:lnTo>
                  <a:lnTo>
                    <a:pt x="2378" y="0"/>
                  </a:lnTo>
                  <a:lnTo>
                    <a:pt x="2378" y="0"/>
                  </a:lnTo>
                  <a:close/>
                </a:path>
              </a:pathLst>
            </a:custGeom>
            <a:solidFill>
              <a:srgbClr val="4E4E4E"/>
            </a:solidFill>
            <a:ln>
              <a:noFill/>
            </a:ln>
          </p:spPr>
          <p:txBody>
            <a:bodyPr vert="horz" wrap="square" lIns="91440" tIns="45720" rIns="91440" bIns="45720" numCol="1" anchor="t" anchorCtr="0" compatLnSpc="1">
              <a:prstTxWarp prst="textNoShape">
                <a:avLst/>
              </a:prstTxWarp>
            </a:bodyPr>
            <a:lstStyle/>
            <a:p>
              <a:pPr marL="0" marR="0" lvl="0" indent="0" algn="l" defTabSz="932688" rtl="0" eaLnBrk="1" fontAlgn="auto" latinLnBrk="0" hangingPunct="1">
                <a:lnSpc>
                  <a:spcPct val="100000"/>
                </a:lnSpc>
                <a:spcBef>
                  <a:spcPts val="0"/>
                </a:spcBef>
                <a:spcAft>
                  <a:spcPts val="0"/>
                </a:spcAft>
                <a:buClrTx/>
                <a:buSzTx/>
                <a:buFontTx/>
                <a:buNone/>
                <a:tabLst/>
                <a:defRPr/>
              </a:pPr>
              <a:endParaRPr kumimoji="0" lang="en-US" sz="1836" b="0" i="0" u="none" strike="noStrike" kern="1200" cap="none" spc="0" normalizeH="0" baseline="0" noProof="0">
                <a:ln>
                  <a:noFill/>
                </a:ln>
                <a:solidFill>
                  <a:srgbClr val="404040"/>
                </a:solidFill>
                <a:effectLst/>
                <a:uLnTx/>
                <a:uFillTx/>
                <a:latin typeface="Segoe UI"/>
                <a:ea typeface="+mn-ea"/>
                <a:cs typeface="+mn-cs"/>
              </a:endParaRPr>
            </a:p>
          </p:txBody>
        </p:sp>
        <p:sp>
          <p:nvSpPr>
            <p:cNvPr id="58" name="Rectangle 57"/>
            <p:cNvSpPr/>
            <p:nvPr/>
          </p:nvSpPr>
          <p:spPr bwMode="auto">
            <a:xfrm flipH="1">
              <a:off x="2026087" y="5029441"/>
              <a:ext cx="136859" cy="136859"/>
            </a:xfrm>
            <a:prstGeom prst="rect">
              <a:avLst/>
            </a:prstGeom>
            <a:solidFill>
              <a:srgbClr val="32145A"/>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lIns="91440" tIns="91440" rIns="34294" bIns="34294" rtlCol="0" anchor="b" anchorCtr="0"/>
            <a:lstStyle/>
            <a:p>
              <a:pPr marL="0" marR="0" lvl="0" indent="0" algn="ctr" defTabSz="932406" rtl="0" eaLnBrk="1" fontAlgn="auto" latinLnBrk="0" hangingPunct="1">
                <a:lnSpc>
                  <a:spcPct val="100000"/>
                </a:lnSpc>
                <a:spcBef>
                  <a:spcPts val="0"/>
                </a:spcBef>
                <a:spcAft>
                  <a:spcPts val="0"/>
                </a:spcAft>
                <a:buClrTx/>
                <a:buSzTx/>
                <a:buFontTx/>
                <a:buNone/>
                <a:tabLst/>
                <a:defRPr/>
              </a:pPr>
              <a:endParaRPr kumimoji="0" lang="en-US" sz="800" b="0" i="0" u="none" strike="noStrike" kern="1200" cap="none" spc="0" normalizeH="0" baseline="0" noProof="0" dirty="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59" name="Rectangle 58"/>
            <p:cNvSpPr/>
            <p:nvPr/>
          </p:nvSpPr>
          <p:spPr bwMode="auto">
            <a:xfrm flipH="1">
              <a:off x="1709024" y="5029441"/>
              <a:ext cx="310896" cy="136859"/>
            </a:xfrm>
            <a:prstGeom prst="rect">
              <a:avLst/>
            </a:prstGeom>
            <a:solidFill>
              <a:srgbClr val="32145A"/>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lIns="91440" tIns="91440" rIns="34294" bIns="34294" rtlCol="0" anchor="b" anchorCtr="0"/>
            <a:lstStyle/>
            <a:p>
              <a:pPr marL="0" marR="0" lvl="0" indent="0" algn="ctr" defTabSz="932406" rtl="0" eaLnBrk="1" fontAlgn="auto" latinLnBrk="0" hangingPunct="1">
                <a:lnSpc>
                  <a:spcPct val="100000"/>
                </a:lnSpc>
                <a:spcBef>
                  <a:spcPts val="0"/>
                </a:spcBef>
                <a:spcAft>
                  <a:spcPts val="0"/>
                </a:spcAft>
                <a:buClrTx/>
                <a:buSzTx/>
                <a:buFontTx/>
                <a:buNone/>
                <a:tabLst/>
                <a:defRPr/>
              </a:pPr>
              <a:endParaRPr kumimoji="0" lang="en-US" sz="800" b="0" i="0" u="none" strike="noStrike" kern="1200" cap="none" spc="0" normalizeH="0" baseline="0" noProof="0" dirty="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60" name="Rectangle 59"/>
            <p:cNvSpPr/>
            <p:nvPr/>
          </p:nvSpPr>
          <p:spPr bwMode="auto">
            <a:xfrm flipH="1">
              <a:off x="2026087" y="5173631"/>
              <a:ext cx="136859" cy="136859"/>
            </a:xfrm>
            <a:prstGeom prst="rect">
              <a:avLst/>
            </a:prstGeom>
            <a:solidFill>
              <a:srgbClr val="32145A"/>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lIns="91440" tIns="91440" rIns="34294" bIns="34294" rtlCol="0" anchor="b" anchorCtr="0"/>
            <a:lstStyle/>
            <a:p>
              <a:pPr marL="0" marR="0" lvl="0" indent="0" algn="ctr" defTabSz="932406" rtl="0" eaLnBrk="1" fontAlgn="auto" latinLnBrk="0" hangingPunct="1">
                <a:lnSpc>
                  <a:spcPct val="100000"/>
                </a:lnSpc>
                <a:spcBef>
                  <a:spcPts val="0"/>
                </a:spcBef>
                <a:spcAft>
                  <a:spcPts val="0"/>
                </a:spcAft>
                <a:buClrTx/>
                <a:buSzTx/>
                <a:buFontTx/>
                <a:buNone/>
                <a:tabLst/>
                <a:defRPr/>
              </a:pPr>
              <a:endParaRPr kumimoji="0" lang="en-US" sz="800" b="0" i="0" u="none" strike="noStrike" kern="1200" cap="none" spc="0" normalizeH="0" baseline="0" noProof="0" dirty="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61" name="Rectangle 60"/>
            <p:cNvSpPr/>
            <p:nvPr/>
          </p:nvSpPr>
          <p:spPr bwMode="auto">
            <a:xfrm flipH="1">
              <a:off x="1709024" y="5173631"/>
              <a:ext cx="310896" cy="136859"/>
            </a:xfrm>
            <a:prstGeom prst="rect">
              <a:avLst/>
            </a:prstGeom>
            <a:solidFill>
              <a:srgbClr val="32145A"/>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lIns="91440" tIns="91440" rIns="34294" bIns="34294" rtlCol="0" anchor="b" anchorCtr="0"/>
            <a:lstStyle/>
            <a:p>
              <a:pPr marL="0" marR="0" lvl="0" indent="0" algn="ctr" defTabSz="932406" rtl="0" eaLnBrk="1" fontAlgn="auto" latinLnBrk="0" hangingPunct="1">
                <a:lnSpc>
                  <a:spcPct val="100000"/>
                </a:lnSpc>
                <a:spcBef>
                  <a:spcPts val="0"/>
                </a:spcBef>
                <a:spcAft>
                  <a:spcPts val="0"/>
                </a:spcAft>
                <a:buClrTx/>
                <a:buSzTx/>
                <a:buFontTx/>
                <a:buNone/>
                <a:tabLst/>
                <a:defRPr/>
              </a:pPr>
              <a:endParaRPr kumimoji="0" lang="en-US" sz="800" b="0" i="0" u="none" strike="noStrike" kern="1200" cap="none" spc="0" normalizeH="0" baseline="0" noProof="0" dirty="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cxnSp>
          <p:nvCxnSpPr>
            <p:cNvPr id="62" name="Straight Connector 61"/>
            <p:cNvCxnSpPr/>
            <p:nvPr/>
          </p:nvCxnSpPr>
          <p:spPr>
            <a:xfrm>
              <a:off x="1930793" y="4670178"/>
              <a:ext cx="184419" cy="0"/>
            </a:xfrm>
            <a:prstGeom prst="line">
              <a:avLst/>
            </a:prstGeom>
            <a:ln>
              <a:solidFill>
                <a:srgbClr val="32145A"/>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63" name="Straight Connector 62"/>
            <p:cNvCxnSpPr/>
            <p:nvPr/>
          </p:nvCxnSpPr>
          <p:spPr>
            <a:xfrm>
              <a:off x="1930793" y="4741390"/>
              <a:ext cx="184419" cy="0"/>
            </a:xfrm>
            <a:prstGeom prst="line">
              <a:avLst/>
            </a:prstGeom>
            <a:ln>
              <a:solidFill>
                <a:srgbClr val="32145A"/>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64" name="Straight Connector 63"/>
            <p:cNvCxnSpPr/>
            <p:nvPr/>
          </p:nvCxnSpPr>
          <p:spPr>
            <a:xfrm>
              <a:off x="1930793" y="4805707"/>
              <a:ext cx="184419" cy="0"/>
            </a:xfrm>
            <a:prstGeom prst="line">
              <a:avLst/>
            </a:prstGeom>
            <a:ln>
              <a:solidFill>
                <a:srgbClr val="32145A"/>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65" name="Straight Connector 64"/>
            <p:cNvCxnSpPr/>
            <p:nvPr/>
          </p:nvCxnSpPr>
          <p:spPr>
            <a:xfrm>
              <a:off x="1930790" y="4870024"/>
              <a:ext cx="184419" cy="0"/>
            </a:xfrm>
            <a:prstGeom prst="line">
              <a:avLst/>
            </a:prstGeom>
            <a:ln>
              <a:solidFill>
                <a:srgbClr val="32145A"/>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66" name="Straight Connector 65"/>
            <p:cNvCxnSpPr/>
            <p:nvPr/>
          </p:nvCxnSpPr>
          <p:spPr>
            <a:xfrm>
              <a:off x="1930793" y="4934341"/>
              <a:ext cx="184419" cy="0"/>
            </a:xfrm>
            <a:prstGeom prst="line">
              <a:avLst/>
            </a:prstGeom>
            <a:ln>
              <a:solidFill>
                <a:srgbClr val="32145A"/>
              </a:solidFill>
              <a:headEnd type="none"/>
              <a:tailEnd type="none"/>
            </a:ln>
          </p:spPr>
          <p:style>
            <a:lnRef idx="1">
              <a:schemeClr val="accent1"/>
            </a:lnRef>
            <a:fillRef idx="0">
              <a:schemeClr val="accent1"/>
            </a:fillRef>
            <a:effectRef idx="0">
              <a:schemeClr val="accent1"/>
            </a:effectRef>
            <a:fontRef idx="minor">
              <a:schemeClr val="tx1"/>
            </a:fontRef>
          </p:style>
        </p:cxnSp>
        <p:sp>
          <p:nvSpPr>
            <p:cNvPr id="67" name="Freeform 10"/>
            <p:cNvSpPr>
              <a:spLocks noChangeAspect="1" noEditPoints="1"/>
            </p:cNvSpPr>
            <p:nvPr/>
          </p:nvSpPr>
          <p:spPr bwMode="auto">
            <a:xfrm>
              <a:off x="540178" y="4549544"/>
              <a:ext cx="593354" cy="1065867"/>
            </a:xfrm>
            <a:prstGeom prst="roundRect">
              <a:avLst>
                <a:gd name="adj" fmla="val 7324"/>
              </a:avLst>
            </a:prstGeom>
            <a:solidFill>
              <a:srgbClr val="333333"/>
            </a:solidFill>
            <a:ln>
              <a:noFill/>
            </a:ln>
            <a:extLst/>
          </p:spPr>
          <p:txBody>
            <a:bodyPr vert="horz" wrap="square" lIns="89606" tIns="44803" rIns="89606" bIns="44803" numCol="1" anchor="t" anchorCtr="0" compatLnSpc="1">
              <a:prstTxWarp prst="textNoShape">
                <a:avLst/>
              </a:prstTxWarp>
            </a:bodyPr>
            <a:lstStyle/>
            <a:p>
              <a:pPr marL="0" marR="0" lvl="0" indent="0" algn="l" defTabSz="913917" rtl="0" eaLnBrk="1" fontAlgn="auto" latinLnBrk="0" hangingPunct="1">
                <a:lnSpc>
                  <a:spcPct val="100000"/>
                </a:lnSpc>
                <a:spcBef>
                  <a:spcPts val="0"/>
                </a:spcBef>
                <a:spcAft>
                  <a:spcPts val="0"/>
                </a:spcAft>
                <a:buClrTx/>
                <a:buSzTx/>
                <a:buFontTx/>
                <a:buNone/>
                <a:tabLst/>
                <a:defRPr/>
              </a:pPr>
              <a:endParaRPr kumimoji="0" lang="en-US" sz="1764" b="0" i="0" u="none" strike="noStrike" kern="1200" cap="none" spc="0" normalizeH="0" baseline="0" noProof="0">
                <a:ln>
                  <a:noFill/>
                </a:ln>
                <a:solidFill>
                  <a:srgbClr val="FFFFFF"/>
                </a:solidFill>
                <a:effectLst/>
                <a:uLnTx/>
                <a:uFillTx/>
                <a:latin typeface="Segoe UI"/>
                <a:ea typeface="+mn-ea"/>
                <a:cs typeface="+mn-cs"/>
              </a:endParaRPr>
            </a:p>
          </p:txBody>
        </p:sp>
        <p:sp>
          <p:nvSpPr>
            <p:cNvPr id="68" name="Rounded Rectangle 67"/>
            <p:cNvSpPr/>
            <p:nvPr/>
          </p:nvSpPr>
          <p:spPr bwMode="auto">
            <a:xfrm>
              <a:off x="568261" y="4677551"/>
              <a:ext cx="537189" cy="801081"/>
            </a:xfrm>
            <a:prstGeom prst="roundRect">
              <a:avLst>
                <a:gd name="adj" fmla="val 1187"/>
              </a:avLst>
            </a:prstGeom>
            <a:solidFill>
              <a:srgbClr val="0072C6"/>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12" tIns="143371" rIns="179212" bIns="143371" numCol="1" spcCol="0" rtlCol="0" fromWordArt="0" anchor="t" anchorCtr="0" forceAA="0" compatLnSpc="1">
              <a:prstTxWarp prst="textNoShape">
                <a:avLst/>
              </a:prstTxWarp>
              <a:noAutofit/>
            </a:bodyPr>
            <a:lstStyle/>
            <a:p>
              <a:pPr marL="0" marR="0" lvl="0" indent="0" algn="ctr" defTabSz="913652" rtl="0" eaLnBrk="1" fontAlgn="base" latinLnBrk="0" hangingPunct="1">
                <a:lnSpc>
                  <a:spcPct val="90000"/>
                </a:lnSpc>
                <a:spcBef>
                  <a:spcPct val="0"/>
                </a:spcBef>
                <a:spcAft>
                  <a:spcPct val="0"/>
                </a:spcAft>
                <a:buClrTx/>
                <a:buSzTx/>
                <a:buFontTx/>
                <a:buNone/>
                <a:tabLst/>
                <a:defRPr/>
              </a:pPr>
              <a:endParaRPr kumimoji="0" lang="en-US" sz="2352" b="0" i="0" u="none" strike="noStrike" kern="1200" cap="none" spc="0" normalizeH="0" baseline="0" noProof="0" dirty="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grpSp>
          <p:nvGrpSpPr>
            <p:cNvPr id="69" name="Group 68"/>
            <p:cNvGrpSpPr/>
            <p:nvPr/>
          </p:nvGrpSpPr>
          <p:grpSpPr>
            <a:xfrm>
              <a:off x="751181" y="4641194"/>
              <a:ext cx="134394" cy="15647"/>
              <a:chOff x="5596078" y="2180378"/>
              <a:chExt cx="138544" cy="16130"/>
            </a:xfrm>
            <a:solidFill>
              <a:schemeClr val="tx1">
                <a:lumMod val="50000"/>
              </a:schemeClr>
            </a:solidFill>
          </p:grpSpPr>
          <p:sp>
            <p:nvSpPr>
              <p:cNvPr id="96" name="Rounded Rectangle 95"/>
              <p:cNvSpPr/>
              <p:nvPr/>
            </p:nvSpPr>
            <p:spPr bwMode="auto">
              <a:xfrm>
                <a:off x="5637840" y="2180378"/>
                <a:ext cx="96782" cy="16130"/>
              </a:xfrm>
              <a:prstGeom prst="roundRect">
                <a:avLst>
                  <a:gd name="adj" fmla="val 50000"/>
                </a:avLst>
              </a:prstGeom>
              <a:grp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12" tIns="143371" rIns="179212" bIns="143371" numCol="1" spcCol="0" rtlCol="0" fromWordArt="0" anchor="t" anchorCtr="0" forceAA="0" compatLnSpc="1">
                <a:prstTxWarp prst="textNoShape">
                  <a:avLst/>
                </a:prstTxWarp>
                <a:noAutofit/>
              </a:bodyPr>
              <a:lstStyle/>
              <a:p>
                <a:pPr marL="0" marR="0" lvl="0" indent="0" algn="ctr" defTabSz="913652" rtl="0" eaLnBrk="1" fontAlgn="base" latinLnBrk="0" hangingPunct="1">
                  <a:lnSpc>
                    <a:spcPct val="90000"/>
                  </a:lnSpc>
                  <a:spcBef>
                    <a:spcPct val="0"/>
                  </a:spcBef>
                  <a:spcAft>
                    <a:spcPct val="0"/>
                  </a:spcAft>
                  <a:buClrTx/>
                  <a:buSzTx/>
                  <a:buFontTx/>
                  <a:buNone/>
                  <a:tabLst/>
                  <a:defRPr/>
                </a:pPr>
                <a:endParaRPr kumimoji="0" lang="en-US" sz="2352" b="0" i="0" u="none" strike="noStrike" kern="1200" cap="none" spc="0" normalizeH="0" baseline="0" noProof="0" dirty="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97" name="Oval 96"/>
              <p:cNvSpPr/>
              <p:nvPr/>
            </p:nvSpPr>
            <p:spPr bwMode="auto">
              <a:xfrm>
                <a:off x="5596078" y="2180378"/>
                <a:ext cx="16130" cy="16130"/>
              </a:xfrm>
              <a:prstGeom prst="ellipse">
                <a:avLst/>
              </a:prstGeom>
              <a:grp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12" tIns="143371" rIns="179212" bIns="143371" numCol="1" spcCol="0" rtlCol="0" fromWordArt="0" anchor="t" anchorCtr="0" forceAA="0" compatLnSpc="1">
                <a:prstTxWarp prst="textNoShape">
                  <a:avLst/>
                </a:prstTxWarp>
                <a:noAutofit/>
              </a:bodyPr>
              <a:lstStyle/>
              <a:p>
                <a:pPr marL="0" marR="0" lvl="0" indent="0" algn="ctr" defTabSz="913652" rtl="0" eaLnBrk="1" fontAlgn="base" latinLnBrk="0" hangingPunct="1">
                  <a:lnSpc>
                    <a:spcPct val="90000"/>
                  </a:lnSpc>
                  <a:spcBef>
                    <a:spcPct val="0"/>
                  </a:spcBef>
                  <a:spcAft>
                    <a:spcPct val="0"/>
                  </a:spcAft>
                  <a:buClrTx/>
                  <a:buSzTx/>
                  <a:buFontTx/>
                  <a:buNone/>
                  <a:tabLst/>
                  <a:defRPr/>
                </a:pPr>
                <a:endParaRPr kumimoji="0" lang="en-US" sz="2352" b="0" i="0" u="none" strike="noStrike" kern="1200" cap="none" spc="0" normalizeH="0" baseline="0" noProof="0" dirty="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grpSp>
        <p:sp>
          <p:nvSpPr>
            <p:cNvPr id="70" name="Oval 69"/>
            <p:cNvSpPr/>
            <p:nvPr/>
          </p:nvSpPr>
          <p:spPr bwMode="auto">
            <a:xfrm>
              <a:off x="823550" y="4593872"/>
              <a:ext cx="26610" cy="26610"/>
            </a:xfrm>
            <a:prstGeom prst="ellipse">
              <a:avLst/>
            </a:prstGeom>
            <a:solidFill>
              <a:schemeClr val="tx1">
                <a:lumMod val="5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12" tIns="143371" rIns="179212" bIns="143371" numCol="1" spcCol="0" rtlCol="0" fromWordArt="0" anchor="t" anchorCtr="0" forceAA="0" compatLnSpc="1">
              <a:prstTxWarp prst="textNoShape">
                <a:avLst/>
              </a:prstTxWarp>
              <a:noAutofit/>
            </a:bodyPr>
            <a:lstStyle/>
            <a:p>
              <a:pPr marL="0" marR="0" lvl="0" indent="0" algn="ctr" defTabSz="913652" rtl="0" eaLnBrk="1" fontAlgn="base" latinLnBrk="0" hangingPunct="1">
                <a:lnSpc>
                  <a:spcPct val="90000"/>
                </a:lnSpc>
                <a:spcBef>
                  <a:spcPct val="0"/>
                </a:spcBef>
                <a:spcAft>
                  <a:spcPct val="0"/>
                </a:spcAft>
                <a:buClrTx/>
                <a:buSzTx/>
                <a:buFontTx/>
                <a:buNone/>
                <a:tabLst/>
                <a:defRPr/>
              </a:pPr>
              <a:endParaRPr kumimoji="0" lang="en-US" sz="2352" b="0" i="0" u="none" strike="noStrike" kern="1200" cap="none" spc="0" normalizeH="0" baseline="0" noProof="0" dirty="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71" name="Oval 70"/>
            <p:cNvSpPr/>
            <p:nvPr/>
          </p:nvSpPr>
          <p:spPr bwMode="auto">
            <a:xfrm>
              <a:off x="796940" y="5508692"/>
              <a:ext cx="79831" cy="79831"/>
            </a:xfrm>
            <a:prstGeom prst="ellipse">
              <a:avLst/>
            </a:prstGeom>
            <a:solidFill>
              <a:schemeClr val="tx1">
                <a:lumMod val="5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12" tIns="143371" rIns="179212" bIns="143371" numCol="1" spcCol="0" rtlCol="0" fromWordArt="0" anchor="t" anchorCtr="0" forceAA="0" compatLnSpc="1">
              <a:prstTxWarp prst="textNoShape">
                <a:avLst/>
              </a:prstTxWarp>
              <a:noAutofit/>
            </a:bodyPr>
            <a:lstStyle/>
            <a:p>
              <a:pPr marL="0" marR="0" lvl="0" indent="0" algn="ctr" defTabSz="913652" rtl="0" eaLnBrk="1" fontAlgn="base" latinLnBrk="0" hangingPunct="1">
                <a:lnSpc>
                  <a:spcPct val="90000"/>
                </a:lnSpc>
                <a:spcBef>
                  <a:spcPct val="0"/>
                </a:spcBef>
                <a:spcAft>
                  <a:spcPct val="0"/>
                </a:spcAft>
                <a:buClrTx/>
                <a:buSzTx/>
                <a:buFontTx/>
                <a:buNone/>
                <a:tabLst/>
                <a:defRPr/>
              </a:pPr>
              <a:endParaRPr kumimoji="0" lang="en-US" sz="2352" b="0" i="0" u="none" strike="noStrike" kern="1200" cap="none" spc="0" normalizeH="0" baseline="0" noProof="0" dirty="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72" name="Rectangle 71"/>
            <p:cNvSpPr/>
            <p:nvPr/>
          </p:nvSpPr>
          <p:spPr bwMode="auto">
            <a:xfrm>
              <a:off x="598225" y="4704721"/>
              <a:ext cx="476049" cy="77299"/>
            </a:xfrm>
            <a:prstGeom prst="rect">
              <a:avLst/>
            </a:prstGeom>
            <a:solidFill>
              <a:srgbClr val="005A9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lIns="91440" tIns="91440" rIns="34294" bIns="34294" rtlCol="0" anchor="b" anchorCtr="0"/>
            <a:lstStyle/>
            <a:p>
              <a:pPr marL="0" marR="0" lvl="0" indent="0" algn="ctr" defTabSz="932406" rtl="0" eaLnBrk="1" fontAlgn="auto" latinLnBrk="0" hangingPunct="1">
                <a:lnSpc>
                  <a:spcPct val="100000"/>
                </a:lnSpc>
                <a:spcBef>
                  <a:spcPts val="0"/>
                </a:spcBef>
                <a:spcAft>
                  <a:spcPts val="0"/>
                </a:spcAft>
                <a:buClrTx/>
                <a:buSzTx/>
                <a:buFontTx/>
                <a:buNone/>
                <a:tabLst/>
                <a:defRPr/>
              </a:pPr>
              <a:endParaRPr kumimoji="0" lang="en-US" sz="800" b="0" i="0" u="none" strike="noStrike" kern="1200" cap="none" spc="0" normalizeH="0" baseline="0" noProof="0" dirty="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73" name="Rectangle 72"/>
            <p:cNvSpPr/>
            <p:nvPr/>
          </p:nvSpPr>
          <p:spPr bwMode="auto">
            <a:xfrm>
              <a:off x="602651" y="4841407"/>
              <a:ext cx="467196" cy="599127"/>
            </a:xfrm>
            <a:prstGeom prst="rect">
              <a:avLst/>
            </a:prstGeom>
            <a:noFill/>
            <a:ln w="12700">
              <a:solidFill>
                <a:srgbClr val="005A9E"/>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lIns="91440" tIns="91440" rIns="34294" bIns="34294" rtlCol="0" anchor="b" anchorCtr="0"/>
            <a:lstStyle/>
            <a:p>
              <a:pPr marL="0" marR="0" lvl="0" indent="0" algn="ctr" defTabSz="932406" rtl="0" eaLnBrk="1" fontAlgn="auto" latinLnBrk="0" hangingPunct="1">
                <a:lnSpc>
                  <a:spcPct val="100000"/>
                </a:lnSpc>
                <a:spcBef>
                  <a:spcPts val="0"/>
                </a:spcBef>
                <a:spcAft>
                  <a:spcPts val="0"/>
                </a:spcAft>
                <a:buClrTx/>
                <a:buSzTx/>
                <a:buFontTx/>
                <a:buNone/>
                <a:tabLst/>
                <a:defRPr/>
              </a:pPr>
              <a:endParaRPr kumimoji="0" lang="en-US" sz="800" b="0" i="0" u="none" strike="noStrike" kern="1200" cap="none" spc="0" normalizeH="0" baseline="0" noProof="0" dirty="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cxnSp>
          <p:nvCxnSpPr>
            <p:cNvPr id="74" name="Straight Connector 73"/>
            <p:cNvCxnSpPr/>
            <p:nvPr/>
          </p:nvCxnSpPr>
          <p:spPr>
            <a:xfrm>
              <a:off x="644407" y="4907348"/>
              <a:ext cx="245893" cy="0"/>
            </a:xfrm>
            <a:prstGeom prst="line">
              <a:avLst/>
            </a:prstGeom>
            <a:ln>
              <a:solidFill>
                <a:srgbClr val="005A9E"/>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75" name="Straight Connector 74"/>
            <p:cNvCxnSpPr/>
            <p:nvPr/>
          </p:nvCxnSpPr>
          <p:spPr>
            <a:xfrm>
              <a:off x="644407" y="4971823"/>
              <a:ext cx="245893" cy="0"/>
            </a:xfrm>
            <a:prstGeom prst="line">
              <a:avLst/>
            </a:prstGeom>
            <a:ln>
              <a:solidFill>
                <a:srgbClr val="005A9E"/>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76" name="Straight Connector 75"/>
            <p:cNvCxnSpPr/>
            <p:nvPr/>
          </p:nvCxnSpPr>
          <p:spPr>
            <a:xfrm>
              <a:off x="644407" y="5030056"/>
              <a:ext cx="245893" cy="0"/>
            </a:xfrm>
            <a:prstGeom prst="line">
              <a:avLst/>
            </a:prstGeom>
            <a:ln>
              <a:solidFill>
                <a:srgbClr val="005A9E"/>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77" name="Straight Connector 76"/>
            <p:cNvCxnSpPr/>
            <p:nvPr/>
          </p:nvCxnSpPr>
          <p:spPr>
            <a:xfrm>
              <a:off x="644404" y="5088289"/>
              <a:ext cx="245893" cy="0"/>
            </a:xfrm>
            <a:prstGeom prst="line">
              <a:avLst/>
            </a:prstGeom>
            <a:ln>
              <a:solidFill>
                <a:srgbClr val="005A9E"/>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78" name="Straight Connector 77"/>
            <p:cNvCxnSpPr/>
            <p:nvPr/>
          </p:nvCxnSpPr>
          <p:spPr>
            <a:xfrm>
              <a:off x="644407" y="5262987"/>
              <a:ext cx="245893" cy="0"/>
            </a:xfrm>
            <a:prstGeom prst="line">
              <a:avLst/>
            </a:prstGeom>
            <a:ln>
              <a:solidFill>
                <a:srgbClr val="005A9E"/>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79" name="Straight Connector 78"/>
            <p:cNvCxnSpPr/>
            <p:nvPr/>
          </p:nvCxnSpPr>
          <p:spPr>
            <a:xfrm>
              <a:off x="644407" y="5146522"/>
              <a:ext cx="245893" cy="0"/>
            </a:xfrm>
            <a:prstGeom prst="line">
              <a:avLst/>
            </a:prstGeom>
            <a:ln>
              <a:solidFill>
                <a:srgbClr val="005A9E"/>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80" name="Straight Connector 79"/>
            <p:cNvCxnSpPr/>
            <p:nvPr/>
          </p:nvCxnSpPr>
          <p:spPr>
            <a:xfrm>
              <a:off x="644405" y="5204755"/>
              <a:ext cx="245893" cy="0"/>
            </a:xfrm>
            <a:prstGeom prst="line">
              <a:avLst/>
            </a:prstGeom>
            <a:ln>
              <a:solidFill>
                <a:srgbClr val="005A9E"/>
              </a:solidFill>
              <a:headEnd type="none"/>
              <a:tailEnd type="none"/>
            </a:ln>
          </p:spPr>
          <p:style>
            <a:lnRef idx="1">
              <a:schemeClr val="accent1"/>
            </a:lnRef>
            <a:fillRef idx="0">
              <a:schemeClr val="accent1"/>
            </a:fillRef>
            <a:effectRef idx="0">
              <a:schemeClr val="accent1"/>
            </a:effectRef>
            <a:fontRef idx="minor">
              <a:schemeClr val="tx1"/>
            </a:fontRef>
          </p:style>
        </p:cxnSp>
        <p:grpSp>
          <p:nvGrpSpPr>
            <p:cNvPr id="81" name="Group 80"/>
            <p:cNvGrpSpPr/>
            <p:nvPr/>
          </p:nvGrpSpPr>
          <p:grpSpPr>
            <a:xfrm>
              <a:off x="1022496" y="4379028"/>
              <a:ext cx="651017" cy="1236383"/>
              <a:chOff x="5651685" y="-476444"/>
              <a:chExt cx="1669255" cy="2809977"/>
            </a:xfrm>
          </p:grpSpPr>
          <p:sp>
            <p:nvSpPr>
              <p:cNvPr id="90" name="Rectangle 89"/>
              <p:cNvSpPr/>
              <p:nvPr/>
            </p:nvSpPr>
            <p:spPr bwMode="auto">
              <a:xfrm>
                <a:off x="6203006" y="-476444"/>
                <a:ext cx="566612" cy="171451"/>
              </a:xfrm>
              <a:prstGeom prst="rect">
                <a:avLst/>
              </a:prstGeom>
              <a:solidFill>
                <a:schemeClr val="tx1">
                  <a:lumMod val="60000"/>
                  <a:lumOff val="4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12" tIns="143371" rIns="179212" bIns="143371" numCol="1" spcCol="0" rtlCol="0" fromWordArt="0" anchor="t" anchorCtr="0" forceAA="0" compatLnSpc="1">
                <a:prstTxWarp prst="textNoShape">
                  <a:avLst/>
                </a:prstTxWarp>
                <a:noAutofit/>
              </a:bodyPr>
              <a:lstStyle/>
              <a:p>
                <a:pPr marL="0" marR="0" lvl="0" indent="0" algn="ctr" defTabSz="913652" rtl="0" eaLnBrk="1" fontAlgn="base" latinLnBrk="0" hangingPunct="1">
                  <a:lnSpc>
                    <a:spcPct val="90000"/>
                  </a:lnSpc>
                  <a:spcBef>
                    <a:spcPct val="0"/>
                  </a:spcBef>
                  <a:spcAft>
                    <a:spcPct val="0"/>
                  </a:spcAft>
                  <a:buClrTx/>
                  <a:buSzTx/>
                  <a:buFontTx/>
                  <a:buNone/>
                  <a:tabLst/>
                  <a:defRPr/>
                </a:pPr>
                <a:endParaRPr kumimoji="0" lang="en-US" sz="2352" b="0" i="0" u="none" strike="noStrike" kern="1200" cap="none" spc="0" normalizeH="0" baseline="0" noProof="0" dirty="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91" name="Freeform 90"/>
              <p:cNvSpPr/>
              <p:nvPr/>
            </p:nvSpPr>
            <p:spPr bwMode="auto">
              <a:xfrm>
                <a:off x="5651685" y="-476444"/>
                <a:ext cx="1669255" cy="2809977"/>
              </a:xfrm>
              <a:custGeom>
                <a:avLst/>
                <a:gdLst>
                  <a:gd name="connsiteX0" fmla="*/ 239948 w 1715629"/>
                  <a:gd name="connsiteY0" fmla="*/ 0 h 2809977"/>
                  <a:gd name="connsiteX1" fmla="*/ 622279 w 1715629"/>
                  <a:gd name="connsiteY1" fmla="*/ 0 h 2809977"/>
                  <a:gd name="connsiteX2" fmla="*/ 626704 w 1715629"/>
                  <a:gd name="connsiteY2" fmla="*/ 21916 h 2809977"/>
                  <a:gd name="connsiteX3" fmla="*/ 705692 w 1715629"/>
                  <a:gd name="connsiteY3" fmla="*/ 74273 h 2809977"/>
                  <a:gd name="connsiteX4" fmla="*/ 1009937 w 1715629"/>
                  <a:gd name="connsiteY4" fmla="*/ 74273 h 2809977"/>
                  <a:gd name="connsiteX5" fmla="*/ 1088926 w 1715629"/>
                  <a:gd name="connsiteY5" fmla="*/ 21916 h 2809977"/>
                  <a:gd name="connsiteX6" fmla="*/ 1093350 w 1715629"/>
                  <a:gd name="connsiteY6" fmla="*/ 0 h 2809977"/>
                  <a:gd name="connsiteX7" fmla="*/ 1475681 w 1715629"/>
                  <a:gd name="connsiteY7" fmla="*/ 0 h 2809977"/>
                  <a:gd name="connsiteX8" fmla="*/ 1715629 w 1715629"/>
                  <a:gd name="connsiteY8" fmla="*/ 239948 h 2809977"/>
                  <a:gd name="connsiteX9" fmla="*/ 1715629 w 1715629"/>
                  <a:gd name="connsiteY9" fmla="*/ 2570029 h 2809977"/>
                  <a:gd name="connsiteX10" fmla="*/ 1475681 w 1715629"/>
                  <a:gd name="connsiteY10" fmla="*/ 2809977 h 2809977"/>
                  <a:gd name="connsiteX11" fmla="*/ 239948 w 1715629"/>
                  <a:gd name="connsiteY11" fmla="*/ 2809977 h 2809977"/>
                  <a:gd name="connsiteX12" fmla="*/ 0 w 1715629"/>
                  <a:gd name="connsiteY12" fmla="*/ 2570029 h 2809977"/>
                  <a:gd name="connsiteX13" fmla="*/ 0 w 1715629"/>
                  <a:gd name="connsiteY13" fmla="*/ 239948 h 2809977"/>
                  <a:gd name="connsiteX14" fmla="*/ 239948 w 1715629"/>
                  <a:gd name="connsiteY14" fmla="*/ 0 h 28099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715629" h="2809977">
                    <a:moveTo>
                      <a:pt x="239948" y="0"/>
                    </a:moveTo>
                    <a:lnTo>
                      <a:pt x="622279" y="0"/>
                    </a:lnTo>
                    <a:lnTo>
                      <a:pt x="626704" y="21916"/>
                    </a:lnTo>
                    <a:cubicBezTo>
                      <a:pt x="639718" y="52684"/>
                      <a:pt x="670184" y="74273"/>
                      <a:pt x="705692" y="74273"/>
                    </a:cubicBezTo>
                    <a:lnTo>
                      <a:pt x="1009937" y="74273"/>
                    </a:lnTo>
                    <a:cubicBezTo>
                      <a:pt x="1045446" y="74273"/>
                      <a:pt x="1075912" y="52684"/>
                      <a:pt x="1088926" y="21916"/>
                    </a:cubicBezTo>
                    <a:lnTo>
                      <a:pt x="1093350" y="0"/>
                    </a:lnTo>
                    <a:lnTo>
                      <a:pt x="1475681" y="0"/>
                    </a:lnTo>
                    <a:cubicBezTo>
                      <a:pt x="1608201" y="0"/>
                      <a:pt x="1715629" y="107428"/>
                      <a:pt x="1715629" y="239948"/>
                    </a:cubicBezTo>
                    <a:lnTo>
                      <a:pt x="1715629" y="2570029"/>
                    </a:lnTo>
                    <a:cubicBezTo>
                      <a:pt x="1715629" y="2702549"/>
                      <a:pt x="1608201" y="2809977"/>
                      <a:pt x="1475681" y="2809977"/>
                    </a:cubicBezTo>
                    <a:lnTo>
                      <a:pt x="239948" y="2809977"/>
                    </a:lnTo>
                    <a:cubicBezTo>
                      <a:pt x="107428" y="2809977"/>
                      <a:pt x="0" y="2702549"/>
                      <a:pt x="0" y="2570029"/>
                    </a:cubicBezTo>
                    <a:lnTo>
                      <a:pt x="0" y="239948"/>
                    </a:lnTo>
                    <a:cubicBezTo>
                      <a:pt x="0" y="107428"/>
                      <a:pt x="107428" y="0"/>
                      <a:pt x="239948" y="0"/>
                    </a:cubicBezTo>
                    <a:close/>
                  </a:path>
                </a:pathLst>
              </a:custGeom>
              <a:solidFill>
                <a:srgbClr val="333333"/>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12" tIns="143371" rIns="179212" bIns="143371" numCol="1" spcCol="0" rtlCol="0" fromWordArt="0" anchor="t" anchorCtr="0" forceAA="0" compatLnSpc="1">
                <a:prstTxWarp prst="textNoShape">
                  <a:avLst/>
                </a:prstTxWarp>
                <a:noAutofit/>
              </a:bodyPr>
              <a:lstStyle/>
              <a:p>
                <a:pPr marL="0" marR="0" lvl="0" indent="0" algn="ctr" defTabSz="913652" rtl="0" eaLnBrk="1" fontAlgn="base" latinLnBrk="0" hangingPunct="1">
                  <a:lnSpc>
                    <a:spcPct val="90000"/>
                  </a:lnSpc>
                  <a:spcBef>
                    <a:spcPct val="0"/>
                  </a:spcBef>
                  <a:spcAft>
                    <a:spcPct val="0"/>
                  </a:spcAft>
                  <a:buClrTx/>
                  <a:buSzTx/>
                  <a:buFontTx/>
                  <a:buNone/>
                  <a:tabLst/>
                  <a:defRPr/>
                </a:pPr>
                <a:endParaRPr kumimoji="0" lang="en-US" sz="2352" b="0" i="0" u="none" strike="noStrike" kern="1200" cap="none" spc="0" normalizeH="0" baseline="0" noProof="0" dirty="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grpSp>
            <p:nvGrpSpPr>
              <p:cNvPr id="92" name="Group 91"/>
              <p:cNvGrpSpPr/>
              <p:nvPr/>
            </p:nvGrpSpPr>
            <p:grpSpPr>
              <a:xfrm>
                <a:off x="6124436" y="2123612"/>
                <a:ext cx="723752" cy="98117"/>
                <a:chOff x="6147223" y="2123612"/>
                <a:chExt cx="723752" cy="98117"/>
              </a:xfrm>
            </p:grpSpPr>
            <p:sp>
              <p:nvSpPr>
                <p:cNvPr id="93" name="Rounded Rectangle 92"/>
                <p:cNvSpPr/>
                <p:nvPr/>
              </p:nvSpPr>
              <p:spPr bwMode="auto">
                <a:xfrm>
                  <a:off x="6366215" y="2123612"/>
                  <a:ext cx="285769" cy="98117"/>
                </a:xfrm>
                <a:prstGeom prst="roundRect">
                  <a:avLst>
                    <a:gd name="adj" fmla="val 50000"/>
                  </a:avLst>
                </a:prstGeom>
                <a:solidFill>
                  <a:schemeClr val="tx1">
                    <a:lumMod val="60000"/>
                    <a:lumOff val="4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12" tIns="143371" rIns="179212" bIns="143371" numCol="1" spcCol="0" rtlCol="0" fromWordArt="0" anchor="t" anchorCtr="0" forceAA="0" compatLnSpc="1">
                  <a:prstTxWarp prst="textNoShape">
                    <a:avLst/>
                  </a:prstTxWarp>
                  <a:noAutofit/>
                </a:bodyPr>
                <a:lstStyle/>
                <a:p>
                  <a:pPr marL="0" marR="0" lvl="0" indent="0" algn="ctr" defTabSz="913652" rtl="0" eaLnBrk="1" fontAlgn="base" latinLnBrk="0" hangingPunct="1">
                    <a:lnSpc>
                      <a:spcPct val="90000"/>
                    </a:lnSpc>
                    <a:spcBef>
                      <a:spcPct val="0"/>
                    </a:spcBef>
                    <a:spcAft>
                      <a:spcPct val="0"/>
                    </a:spcAft>
                    <a:buClrTx/>
                    <a:buSzTx/>
                    <a:buFontTx/>
                    <a:buNone/>
                    <a:tabLst/>
                    <a:defRPr/>
                  </a:pPr>
                  <a:endParaRPr kumimoji="0" lang="en-US" sz="2352" b="0" i="0" u="none" strike="noStrike" kern="1200" cap="none" spc="0" normalizeH="0" baseline="0" noProof="0" dirty="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94" name="Oval 93"/>
                <p:cNvSpPr/>
                <p:nvPr/>
              </p:nvSpPr>
              <p:spPr bwMode="auto">
                <a:xfrm>
                  <a:off x="6147223" y="2137745"/>
                  <a:ext cx="69850" cy="69850"/>
                </a:xfrm>
                <a:prstGeom prst="ellipse">
                  <a:avLst/>
                </a:prstGeom>
                <a:solidFill>
                  <a:schemeClr val="tx1">
                    <a:lumMod val="60000"/>
                    <a:lumOff val="4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12" tIns="143371" rIns="179212" bIns="143371" numCol="1" spcCol="0" rtlCol="0" fromWordArt="0" anchor="t" anchorCtr="0" forceAA="0" compatLnSpc="1">
                  <a:prstTxWarp prst="textNoShape">
                    <a:avLst/>
                  </a:prstTxWarp>
                  <a:noAutofit/>
                </a:bodyPr>
                <a:lstStyle/>
                <a:p>
                  <a:pPr marL="0" marR="0" lvl="0" indent="0" algn="ctr" defTabSz="913652" rtl="0" eaLnBrk="1" fontAlgn="base" latinLnBrk="0" hangingPunct="1">
                    <a:lnSpc>
                      <a:spcPct val="90000"/>
                    </a:lnSpc>
                    <a:spcBef>
                      <a:spcPct val="0"/>
                    </a:spcBef>
                    <a:spcAft>
                      <a:spcPct val="0"/>
                    </a:spcAft>
                    <a:buClrTx/>
                    <a:buSzTx/>
                    <a:buFontTx/>
                    <a:buNone/>
                    <a:tabLst/>
                    <a:defRPr/>
                  </a:pPr>
                  <a:endParaRPr kumimoji="0" lang="en-US" sz="2352" b="0" i="0" u="none" strike="noStrike" kern="1200" cap="none" spc="0" normalizeH="0" baseline="0" noProof="0" dirty="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95" name="Oval 94"/>
                <p:cNvSpPr/>
                <p:nvPr/>
              </p:nvSpPr>
              <p:spPr bwMode="auto">
                <a:xfrm>
                  <a:off x="6801125" y="2137745"/>
                  <a:ext cx="69850" cy="69850"/>
                </a:xfrm>
                <a:prstGeom prst="ellipse">
                  <a:avLst/>
                </a:prstGeom>
                <a:solidFill>
                  <a:schemeClr val="tx1">
                    <a:lumMod val="60000"/>
                    <a:lumOff val="4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12" tIns="143371" rIns="179212" bIns="143371" numCol="1" spcCol="0" rtlCol="0" fromWordArt="0" anchor="t" anchorCtr="0" forceAA="0" compatLnSpc="1">
                  <a:prstTxWarp prst="textNoShape">
                    <a:avLst/>
                  </a:prstTxWarp>
                  <a:noAutofit/>
                </a:bodyPr>
                <a:lstStyle/>
                <a:p>
                  <a:pPr marL="0" marR="0" lvl="0" indent="0" algn="ctr" defTabSz="913652" rtl="0" eaLnBrk="1" fontAlgn="base" latinLnBrk="0" hangingPunct="1">
                    <a:lnSpc>
                      <a:spcPct val="90000"/>
                    </a:lnSpc>
                    <a:spcBef>
                      <a:spcPct val="0"/>
                    </a:spcBef>
                    <a:spcAft>
                      <a:spcPct val="0"/>
                    </a:spcAft>
                    <a:buClrTx/>
                    <a:buSzTx/>
                    <a:buFontTx/>
                    <a:buNone/>
                    <a:tabLst/>
                    <a:defRPr/>
                  </a:pPr>
                  <a:endParaRPr kumimoji="0" lang="en-US" sz="2352" b="0" i="0" u="none" strike="noStrike" kern="1200" cap="none" spc="0" normalizeH="0" baseline="0" noProof="0" dirty="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grpSp>
        </p:grpSp>
        <p:sp>
          <p:nvSpPr>
            <p:cNvPr id="82" name="Rounded Rectangle 81"/>
            <p:cNvSpPr/>
            <p:nvPr/>
          </p:nvSpPr>
          <p:spPr bwMode="auto">
            <a:xfrm>
              <a:off x="1063534" y="4483208"/>
              <a:ext cx="566284" cy="959409"/>
            </a:xfrm>
            <a:prstGeom prst="roundRect">
              <a:avLst>
                <a:gd name="adj" fmla="val 6832"/>
              </a:avLst>
            </a:prstGeom>
            <a:solidFill>
              <a:srgbClr val="BAD80A"/>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187" tIns="143350" rIns="179187" bIns="143350" numCol="1" spcCol="0" rtlCol="0" fromWordArt="0" anchor="t" anchorCtr="0" forceAA="0" compatLnSpc="1">
              <a:prstTxWarp prst="textNoShape">
                <a:avLst/>
              </a:prstTxWarp>
              <a:noAutofit/>
            </a:bodyPr>
            <a:lstStyle/>
            <a:p>
              <a:pPr marL="0" marR="0" lvl="0" indent="0" algn="ctr" defTabSz="913478" rtl="0" eaLnBrk="1" fontAlgn="base" latinLnBrk="0" hangingPunct="1">
                <a:lnSpc>
                  <a:spcPct val="90000"/>
                </a:lnSpc>
                <a:spcBef>
                  <a:spcPct val="0"/>
                </a:spcBef>
                <a:spcAft>
                  <a:spcPct val="0"/>
                </a:spcAft>
                <a:buClrTx/>
                <a:buSzTx/>
                <a:buFontTx/>
                <a:buNone/>
                <a:tabLst/>
                <a:defRPr/>
              </a:pPr>
              <a:endParaRPr kumimoji="0" lang="en-US" sz="2352" b="0" i="0" u="none" strike="noStrike" kern="1200" cap="none" spc="0" normalizeH="0" baseline="0" noProof="0" dirty="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83" name="Rectangle 82"/>
            <p:cNvSpPr/>
            <p:nvPr/>
          </p:nvSpPr>
          <p:spPr bwMode="auto">
            <a:xfrm>
              <a:off x="1109980" y="4540246"/>
              <a:ext cx="476049" cy="91833"/>
            </a:xfrm>
            <a:prstGeom prst="rect">
              <a:avLst/>
            </a:prstGeom>
            <a:solidFill>
              <a:srgbClr val="95AC08"/>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lIns="91440" tIns="91440" rIns="34294" bIns="34294" rtlCol="0" anchor="b" anchorCtr="0"/>
            <a:lstStyle/>
            <a:p>
              <a:pPr marL="0" marR="0" lvl="0" indent="0" algn="ctr" defTabSz="932406" rtl="0" eaLnBrk="1" fontAlgn="auto" latinLnBrk="0" hangingPunct="1">
                <a:lnSpc>
                  <a:spcPct val="100000"/>
                </a:lnSpc>
                <a:spcBef>
                  <a:spcPts val="0"/>
                </a:spcBef>
                <a:spcAft>
                  <a:spcPts val="0"/>
                </a:spcAft>
                <a:buClrTx/>
                <a:buSzTx/>
                <a:buFontTx/>
                <a:buNone/>
                <a:tabLst/>
                <a:defRPr/>
              </a:pPr>
              <a:endParaRPr kumimoji="0" lang="en-US" sz="800" b="0" i="0" u="none" strike="noStrike" kern="1200" cap="none" spc="0" normalizeH="0" baseline="0" noProof="0" dirty="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84" name="Rectangle 83"/>
            <p:cNvSpPr/>
            <p:nvPr/>
          </p:nvSpPr>
          <p:spPr bwMode="auto">
            <a:xfrm>
              <a:off x="1114406" y="4702633"/>
              <a:ext cx="467196" cy="711776"/>
            </a:xfrm>
            <a:prstGeom prst="rect">
              <a:avLst/>
            </a:prstGeom>
            <a:noFill/>
            <a:ln w="12700">
              <a:solidFill>
                <a:srgbClr val="95AC08"/>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lIns="91440" tIns="91440" rIns="34294" bIns="34294" rtlCol="0" anchor="b" anchorCtr="0"/>
            <a:lstStyle/>
            <a:p>
              <a:pPr marL="0" marR="0" lvl="0" indent="0" algn="ctr" defTabSz="932406" rtl="0" eaLnBrk="1" fontAlgn="auto" latinLnBrk="0" hangingPunct="1">
                <a:lnSpc>
                  <a:spcPct val="100000"/>
                </a:lnSpc>
                <a:spcBef>
                  <a:spcPts val="0"/>
                </a:spcBef>
                <a:spcAft>
                  <a:spcPts val="0"/>
                </a:spcAft>
                <a:buClrTx/>
                <a:buSzTx/>
                <a:buFontTx/>
                <a:buNone/>
                <a:tabLst/>
                <a:defRPr/>
              </a:pPr>
              <a:endParaRPr kumimoji="0" lang="en-US" sz="800" b="0" i="0" u="none" strike="noStrike" kern="1200" cap="none" spc="0" normalizeH="0" baseline="0" noProof="0" dirty="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cxnSp>
          <p:nvCxnSpPr>
            <p:cNvPr id="85" name="Straight Connector 84"/>
            <p:cNvCxnSpPr/>
            <p:nvPr/>
          </p:nvCxnSpPr>
          <p:spPr>
            <a:xfrm>
              <a:off x="1156162" y="4788387"/>
              <a:ext cx="383687" cy="0"/>
            </a:xfrm>
            <a:prstGeom prst="line">
              <a:avLst/>
            </a:prstGeom>
            <a:ln>
              <a:solidFill>
                <a:srgbClr val="95AC08"/>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86" name="Straight Connector 85"/>
            <p:cNvCxnSpPr/>
            <p:nvPr/>
          </p:nvCxnSpPr>
          <p:spPr>
            <a:xfrm>
              <a:off x="1156162" y="4873973"/>
              <a:ext cx="383687" cy="0"/>
            </a:xfrm>
            <a:prstGeom prst="line">
              <a:avLst/>
            </a:prstGeom>
            <a:ln>
              <a:solidFill>
                <a:srgbClr val="95AC08"/>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87" name="Straight Connector 86"/>
            <p:cNvCxnSpPr/>
            <p:nvPr/>
          </p:nvCxnSpPr>
          <p:spPr>
            <a:xfrm>
              <a:off x="1156162" y="4959511"/>
              <a:ext cx="383687" cy="0"/>
            </a:xfrm>
            <a:prstGeom prst="line">
              <a:avLst/>
            </a:prstGeom>
            <a:ln>
              <a:solidFill>
                <a:srgbClr val="95AC08"/>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88" name="Straight Connector 87"/>
            <p:cNvCxnSpPr/>
            <p:nvPr/>
          </p:nvCxnSpPr>
          <p:spPr>
            <a:xfrm>
              <a:off x="1156162" y="5358752"/>
              <a:ext cx="383687" cy="0"/>
            </a:xfrm>
            <a:prstGeom prst="line">
              <a:avLst/>
            </a:prstGeom>
            <a:ln>
              <a:solidFill>
                <a:srgbClr val="95AC08"/>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89" name="Straight Connector 88"/>
            <p:cNvCxnSpPr/>
            <p:nvPr/>
          </p:nvCxnSpPr>
          <p:spPr>
            <a:xfrm>
              <a:off x="1156162" y="5203478"/>
              <a:ext cx="383687" cy="0"/>
            </a:xfrm>
            <a:prstGeom prst="line">
              <a:avLst/>
            </a:prstGeom>
            <a:ln>
              <a:solidFill>
                <a:srgbClr val="95AC08"/>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128" name="Rectangle 127"/>
          <p:cNvSpPr/>
          <p:nvPr userDrawn="1"/>
        </p:nvSpPr>
        <p:spPr>
          <a:xfrm>
            <a:off x="5230477" y="5897620"/>
            <a:ext cx="495793" cy="230913"/>
          </a:xfrm>
          <a:prstGeom prst="rect">
            <a:avLst/>
          </a:prstGeom>
          <a:solidFill>
            <a:srgbClr val="FFB900"/>
          </a:solidFill>
          <a:ln>
            <a:noFill/>
          </a:ln>
        </p:spPr>
        <p:style>
          <a:lnRef idx="2">
            <a:schemeClr val="accent1">
              <a:shade val="50000"/>
            </a:schemeClr>
          </a:lnRef>
          <a:fillRef idx="1">
            <a:schemeClr val="accent1"/>
          </a:fillRef>
          <a:effectRef idx="0">
            <a:schemeClr val="accent1"/>
          </a:effectRef>
          <a:fontRef idx="minor">
            <a:schemeClr val="lt1"/>
          </a:fontRef>
        </p:style>
        <p:txBody>
          <a:bodyPr lIns="93219" tIns="46610" rIns="93219" bIns="46610" rtlCol="0" anchor="ctr"/>
          <a:lstStyle/>
          <a:p>
            <a:pPr marL="0" marR="0" lvl="0" indent="0" algn="ctr" defTabSz="932468" rtl="0" eaLnBrk="1" fontAlgn="auto" latinLnBrk="0" hangingPunct="1">
              <a:lnSpc>
                <a:spcPct val="100000"/>
              </a:lnSpc>
              <a:spcBef>
                <a:spcPts val="0"/>
              </a:spcBef>
              <a:spcAft>
                <a:spcPts val="0"/>
              </a:spcAft>
              <a:buClrTx/>
              <a:buSzTx/>
              <a:buFontTx/>
              <a:buNone/>
              <a:tabLst/>
              <a:defRPr/>
            </a:pPr>
            <a:endParaRPr kumimoji="0" lang="en-US" sz="1835" b="0" i="0" u="none" strike="noStrike" kern="1200" cap="none" spc="0" normalizeH="0" baseline="0" noProof="0">
              <a:ln>
                <a:noFill/>
              </a:ln>
              <a:solidFill>
                <a:srgbClr val="000000"/>
              </a:solidFill>
              <a:effectLst/>
              <a:uLnTx/>
              <a:uFillTx/>
              <a:latin typeface="Segoe UI"/>
              <a:ea typeface="+mn-ea"/>
              <a:cs typeface="+mn-cs"/>
            </a:endParaRPr>
          </a:p>
        </p:txBody>
      </p:sp>
      <p:sp>
        <p:nvSpPr>
          <p:cNvPr id="129" name="Rectangle 128"/>
          <p:cNvSpPr/>
          <p:nvPr userDrawn="1"/>
        </p:nvSpPr>
        <p:spPr bwMode="auto">
          <a:xfrm>
            <a:off x="2905367" y="4360276"/>
            <a:ext cx="427028" cy="240661"/>
          </a:xfrm>
          <a:prstGeom prst="rect">
            <a:avLst/>
          </a:prstGeom>
          <a:solidFill>
            <a:srgbClr val="FFB900"/>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lIns="91440" tIns="91440" rIns="34294" bIns="34294" rtlCol="0" anchor="b" anchorCtr="0"/>
          <a:lstStyle/>
          <a:p>
            <a:pPr marL="0" marR="0" lvl="0" indent="0" algn="ctr" defTabSz="932406" rtl="0" eaLnBrk="1" fontAlgn="auto" latinLnBrk="0" hangingPunct="1">
              <a:lnSpc>
                <a:spcPct val="100000"/>
              </a:lnSpc>
              <a:spcBef>
                <a:spcPts val="0"/>
              </a:spcBef>
              <a:spcAft>
                <a:spcPts val="0"/>
              </a:spcAft>
              <a:buClrTx/>
              <a:buSzTx/>
              <a:buFontTx/>
              <a:buNone/>
              <a:tabLst/>
              <a:defRPr/>
            </a:pPr>
            <a:endParaRPr kumimoji="0" lang="en-US" sz="800" b="0" i="0" u="none" strike="noStrike" kern="1200" cap="none" spc="0" normalizeH="0" baseline="0" noProof="0" dirty="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130" name="Rectangle 129"/>
          <p:cNvSpPr/>
          <p:nvPr userDrawn="1"/>
        </p:nvSpPr>
        <p:spPr bwMode="auto">
          <a:xfrm>
            <a:off x="3392974" y="4630898"/>
            <a:ext cx="427028" cy="240661"/>
          </a:xfrm>
          <a:prstGeom prst="rect">
            <a:avLst/>
          </a:prstGeom>
          <a:solidFill>
            <a:srgbClr val="FFB900"/>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lIns="91440" tIns="91440" rIns="34294" bIns="34294" rtlCol="0" anchor="b" anchorCtr="0"/>
          <a:lstStyle/>
          <a:p>
            <a:pPr marL="0" marR="0" lvl="0" indent="0" algn="ctr" defTabSz="932406" rtl="0" eaLnBrk="1" fontAlgn="auto" latinLnBrk="0" hangingPunct="1">
              <a:lnSpc>
                <a:spcPct val="100000"/>
              </a:lnSpc>
              <a:spcBef>
                <a:spcPts val="0"/>
              </a:spcBef>
              <a:spcAft>
                <a:spcPts val="0"/>
              </a:spcAft>
              <a:buClrTx/>
              <a:buSzTx/>
              <a:buFontTx/>
              <a:buNone/>
              <a:tabLst/>
              <a:defRPr/>
            </a:pPr>
            <a:endParaRPr kumimoji="0" lang="en-US" sz="800" b="0" i="0" u="none" strike="noStrike" kern="1200" cap="none" spc="0" normalizeH="0" baseline="0" noProof="0" dirty="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131" name="Rectangle 130"/>
          <p:cNvSpPr/>
          <p:nvPr userDrawn="1"/>
        </p:nvSpPr>
        <p:spPr>
          <a:xfrm>
            <a:off x="4064338" y="5181935"/>
            <a:ext cx="852417" cy="206869"/>
          </a:xfrm>
          <a:prstGeom prst="rect">
            <a:avLst/>
          </a:prstGeom>
          <a:solidFill>
            <a:srgbClr val="FFB900"/>
          </a:solidFill>
          <a:ln>
            <a:noFill/>
          </a:ln>
        </p:spPr>
        <p:style>
          <a:lnRef idx="2">
            <a:schemeClr val="accent1">
              <a:shade val="50000"/>
            </a:schemeClr>
          </a:lnRef>
          <a:fillRef idx="1">
            <a:schemeClr val="accent1"/>
          </a:fillRef>
          <a:effectRef idx="0">
            <a:schemeClr val="accent1"/>
          </a:effectRef>
          <a:fontRef idx="minor">
            <a:schemeClr val="lt1"/>
          </a:fontRef>
        </p:style>
        <p:txBody>
          <a:bodyPr lIns="93219" tIns="46610" rIns="93219" bIns="46610" rtlCol="0" anchor="ctr"/>
          <a:lstStyle/>
          <a:p>
            <a:pPr marL="0" marR="0" lvl="0" indent="0" algn="ctr" defTabSz="932468" rtl="0" eaLnBrk="1" fontAlgn="auto" latinLnBrk="0" hangingPunct="1">
              <a:lnSpc>
                <a:spcPct val="100000"/>
              </a:lnSpc>
              <a:spcBef>
                <a:spcPts val="0"/>
              </a:spcBef>
              <a:spcAft>
                <a:spcPts val="0"/>
              </a:spcAft>
              <a:buClrTx/>
              <a:buSzTx/>
              <a:buFontTx/>
              <a:buNone/>
              <a:tabLst/>
              <a:defRPr/>
            </a:pPr>
            <a:endParaRPr kumimoji="0" lang="en-US" sz="1835" b="0" i="0" u="none" strike="noStrike" kern="1200" cap="none" spc="0" normalizeH="0" baseline="0" noProof="0">
              <a:ln>
                <a:noFill/>
              </a:ln>
              <a:solidFill>
                <a:srgbClr val="000000"/>
              </a:solidFill>
              <a:effectLst/>
              <a:uLnTx/>
              <a:uFillTx/>
              <a:latin typeface="Segoe UI"/>
              <a:ea typeface="+mn-ea"/>
              <a:cs typeface="+mn-cs"/>
            </a:endParaRPr>
          </a:p>
        </p:txBody>
      </p:sp>
      <p:sp>
        <p:nvSpPr>
          <p:cNvPr id="132" name="Rectangle 131"/>
          <p:cNvSpPr/>
          <p:nvPr userDrawn="1"/>
        </p:nvSpPr>
        <p:spPr bwMode="auto">
          <a:xfrm flipH="1">
            <a:off x="1794144" y="5459838"/>
            <a:ext cx="212196" cy="273718"/>
          </a:xfrm>
          <a:prstGeom prst="rect">
            <a:avLst/>
          </a:prstGeom>
          <a:solidFill>
            <a:srgbClr val="FFB900"/>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lIns="91440" tIns="91440" rIns="34294" bIns="34294" rtlCol="0" anchor="b" anchorCtr="0"/>
          <a:lstStyle/>
          <a:p>
            <a:pPr marL="0" marR="0" lvl="0" indent="0" algn="ctr" defTabSz="932406" rtl="0" eaLnBrk="1" fontAlgn="auto" latinLnBrk="0" hangingPunct="1">
              <a:lnSpc>
                <a:spcPct val="100000"/>
              </a:lnSpc>
              <a:spcBef>
                <a:spcPts val="0"/>
              </a:spcBef>
              <a:spcAft>
                <a:spcPts val="0"/>
              </a:spcAft>
              <a:buClrTx/>
              <a:buSzTx/>
              <a:buFontTx/>
              <a:buNone/>
              <a:tabLst/>
              <a:defRPr/>
            </a:pPr>
            <a:endParaRPr kumimoji="0" lang="en-US" sz="800" b="0" i="0" u="none" strike="noStrike" kern="1200" cap="none" spc="0" normalizeH="0" baseline="0" noProof="0" dirty="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133" name="Rectangle 132"/>
          <p:cNvSpPr/>
          <p:nvPr userDrawn="1"/>
        </p:nvSpPr>
        <p:spPr bwMode="auto">
          <a:xfrm>
            <a:off x="1049675" y="5740388"/>
            <a:ext cx="92331" cy="486340"/>
          </a:xfrm>
          <a:prstGeom prst="rect">
            <a:avLst/>
          </a:prstGeom>
          <a:solidFill>
            <a:srgbClr val="FFB900"/>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lIns="91440" tIns="91440" rIns="34294" bIns="34294" rtlCol="0" anchor="b" anchorCtr="0"/>
          <a:lstStyle/>
          <a:p>
            <a:pPr marL="0" marR="0" lvl="0" indent="0" algn="ctr" defTabSz="932406" rtl="0" eaLnBrk="1" fontAlgn="auto" latinLnBrk="0" hangingPunct="1">
              <a:lnSpc>
                <a:spcPct val="100000"/>
              </a:lnSpc>
              <a:spcBef>
                <a:spcPts val="0"/>
              </a:spcBef>
              <a:spcAft>
                <a:spcPts val="0"/>
              </a:spcAft>
              <a:buClrTx/>
              <a:buSzTx/>
              <a:buFontTx/>
              <a:buNone/>
              <a:tabLst/>
              <a:defRPr/>
            </a:pPr>
            <a:endParaRPr kumimoji="0" lang="en-US" sz="800" b="0" i="0" u="none" strike="noStrike" kern="1200" cap="none" spc="0" normalizeH="0" baseline="0" noProof="0" dirty="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134" name="Rectangle 133"/>
          <p:cNvSpPr/>
          <p:nvPr userDrawn="1"/>
        </p:nvSpPr>
        <p:spPr bwMode="auto">
          <a:xfrm>
            <a:off x="1278399" y="5835528"/>
            <a:ext cx="215498" cy="158012"/>
          </a:xfrm>
          <a:prstGeom prst="rect">
            <a:avLst/>
          </a:prstGeom>
          <a:solidFill>
            <a:srgbClr val="FFB900"/>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lIns="91440" tIns="91440" rIns="34294" bIns="34294" rtlCol="0" anchor="b" anchorCtr="0"/>
          <a:lstStyle/>
          <a:p>
            <a:pPr marL="0" marR="0" lvl="0" indent="0" algn="ctr" defTabSz="932406" rtl="0" eaLnBrk="1" fontAlgn="auto" latinLnBrk="0" hangingPunct="1">
              <a:lnSpc>
                <a:spcPct val="100000"/>
              </a:lnSpc>
              <a:spcBef>
                <a:spcPts val="0"/>
              </a:spcBef>
              <a:spcAft>
                <a:spcPts val="0"/>
              </a:spcAft>
              <a:buClrTx/>
              <a:buSzTx/>
              <a:buFontTx/>
              <a:buNone/>
              <a:tabLst/>
              <a:defRPr/>
            </a:pPr>
            <a:endParaRPr kumimoji="0" lang="en-US" sz="800" b="0" i="0" u="none" strike="noStrike" kern="1200" cap="none" spc="0" normalizeH="0" baseline="0" noProof="0" dirty="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135" name="Oval 134"/>
          <p:cNvSpPr/>
          <p:nvPr userDrawn="1"/>
        </p:nvSpPr>
        <p:spPr bwMode="auto">
          <a:xfrm>
            <a:off x="7010094" y="3040063"/>
            <a:ext cx="853146" cy="853146"/>
          </a:xfrm>
          <a:prstGeom prst="ellipse">
            <a:avLst/>
          </a:prstGeom>
          <a:solidFill>
            <a:schemeClr val="accent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lIns="91440" tIns="91440" rIns="34294" bIns="34294" rtlCol="0" anchor="b" anchorCtr="0"/>
          <a:lstStyle/>
          <a:p>
            <a:pPr marL="0" marR="0" lvl="0" indent="0" algn="ctr" defTabSz="932406" rtl="0" eaLnBrk="1" fontAlgn="auto" latinLnBrk="0" hangingPunct="1">
              <a:lnSpc>
                <a:spcPct val="100000"/>
              </a:lnSpc>
              <a:spcBef>
                <a:spcPts val="0"/>
              </a:spcBef>
              <a:spcAft>
                <a:spcPts val="0"/>
              </a:spcAft>
              <a:buClrTx/>
              <a:buSzTx/>
              <a:buFontTx/>
              <a:buNone/>
              <a:tabLst/>
              <a:defRPr/>
            </a:pPr>
            <a:endParaRPr kumimoji="0" lang="en-US" sz="800" b="0" i="0" u="none" strike="noStrike" kern="1200" cap="none" spc="0" normalizeH="0" baseline="0" noProof="0" dirty="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136" name="Freeform 18"/>
          <p:cNvSpPr>
            <a:spLocks noChangeAspect="1" noEditPoints="1"/>
          </p:cNvSpPr>
          <p:nvPr userDrawn="1"/>
        </p:nvSpPr>
        <p:spPr bwMode="auto">
          <a:xfrm>
            <a:off x="7157812" y="3260781"/>
            <a:ext cx="557713" cy="411713"/>
          </a:xfrm>
          <a:custGeom>
            <a:avLst/>
            <a:gdLst>
              <a:gd name="T0" fmla="*/ 364 w 780"/>
              <a:gd name="T1" fmla="*/ 241 h 440"/>
              <a:gd name="T2" fmla="*/ 5 w 780"/>
              <a:gd name="T3" fmla="*/ 27 h 440"/>
              <a:gd name="T4" fmla="*/ 48 w 780"/>
              <a:gd name="T5" fmla="*/ 0 h 440"/>
              <a:gd name="T6" fmla="*/ 732 w 780"/>
              <a:gd name="T7" fmla="*/ 0 h 440"/>
              <a:gd name="T8" fmla="*/ 775 w 780"/>
              <a:gd name="T9" fmla="*/ 27 h 440"/>
              <a:gd name="T10" fmla="*/ 416 w 780"/>
              <a:gd name="T11" fmla="*/ 240 h 440"/>
              <a:gd name="T12" fmla="*/ 416 w 780"/>
              <a:gd name="T13" fmla="*/ 241 h 440"/>
              <a:gd name="T14" fmla="*/ 390 w 780"/>
              <a:gd name="T15" fmla="*/ 247 h 440"/>
              <a:gd name="T16" fmla="*/ 364 w 780"/>
              <a:gd name="T17" fmla="*/ 241 h 440"/>
              <a:gd name="T18" fmla="*/ 780 w 780"/>
              <a:gd name="T19" fmla="*/ 324 h 440"/>
              <a:gd name="T20" fmla="*/ 780 w 780"/>
              <a:gd name="T21" fmla="*/ 66 h 440"/>
              <a:gd name="T22" fmla="*/ 563 w 780"/>
              <a:gd name="T23" fmla="*/ 195 h 440"/>
              <a:gd name="T24" fmla="*/ 780 w 780"/>
              <a:gd name="T25" fmla="*/ 324 h 440"/>
              <a:gd name="T26" fmla="*/ 0 w 780"/>
              <a:gd name="T27" fmla="*/ 392 h 440"/>
              <a:gd name="T28" fmla="*/ 48 w 780"/>
              <a:gd name="T29" fmla="*/ 440 h 440"/>
              <a:gd name="T30" fmla="*/ 732 w 780"/>
              <a:gd name="T31" fmla="*/ 440 h 440"/>
              <a:gd name="T32" fmla="*/ 780 w 780"/>
              <a:gd name="T33" fmla="*/ 392 h 440"/>
              <a:gd name="T34" fmla="*/ 780 w 780"/>
              <a:gd name="T35" fmla="*/ 366 h 440"/>
              <a:gd name="T36" fmla="*/ 528 w 780"/>
              <a:gd name="T37" fmla="*/ 216 h 440"/>
              <a:gd name="T38" fmla="*/ 435 w 780"/>
              <a:gd name="T39" fmla="*/ 271 h 440"/>
              <a:gd name="T40" fmla="*/ 390 w 780"/>
              <a:gd name="T41" fmla="*/ 283 h 440"/>
              <a:gd name="T42" fmla="*/ 390 w 780"/>
              <a:gd name="T43" fmla="*/ 283 h 440"/>
              <a:gd name="T44" fmla="*/ 344 w 780"/>
              <a:gd name="T45" fmla="*/ 271 h 440"/>
              <a:gd name="T46" fmla="*/ 252 w 780"/>
              <a:gd name="T47" fmla="*/ 216 h 440"/>
              <a:gd name="T48" fmla="*/ 0 w 780"/>
              <a:gd name="T49" fmla="*/ 366 h 440"/>
              <a:gd name="T50" fmla="*/ 0 w 780"/>
              <a:gd name="T51" fmla="*/ 392 h 440"/>
              <a:gd name="T52" fmla="*/ 217 w 780"/>
              <a:gd name="T53" fmla="*/ 195 h 440"/>
              <a:gd name="T54" fmla="*/ 0 w 780"/>
              <a:gd name="T55" fmla="*/ 66 h 440"/>
              <a:gd name="T56" fmla="*/ 0 w 780"/>
              <a:gd name="T57" fmla="*/ 324 h 440"/>
              <a:gd name="T58" fmla="*/ 217 w 780"/>
              <a:gd name="T59" fmla="*/ 195 h 4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80" h="440">
                <a:moveTo>
                  <a:pt x="364" y="241"/>
                </a:moveTo>
                <a:cubicBezTo>
                  <a:pt x="5" y="27"/>
                  <a:pt x="5" y="27"/>
                  <a:pt x="5" y="27"/>
                </a:cubicBezTo>
                <a:cubicBezTo>
                  <a:pt x="13" y="11"/>
                  <a:pt x="29" y="0"/>
                  <a:pt x="48" y="0"/>
                </a:cubicBezTo>
                <a:cubicBezTo>
                  <a:pt x="732" y="0"/>
                  <a:pt x="732" y="0"/>
                  <a:pt x="732" y="0"/>
                </a:cubicBezTo>
                <a:cubicBezTo>
                  <a:pt x="751" y="0"/>
                  <a:pt x="767" y="11"/>
                  <a:pt x="775" y="27"/>
                </a:cubicBezTo>
                <a:cubicBezTo>
                  <a:pt x="416" y="240"/>
                  <a:pt x="416" y="240"/>
                  <a:pt x="416" y="240"/>
                </a:cubicBezTo>
                <a:cubicBezTo>
                  <a:pt x="416" y="241"/>
                  <a:pt x="416" y="241"/>
                  <a:pt x="416" y="241"/>
                </a:cubicBezTo>
                <a:cubicBezTo>
                  <a:pt x="409" y="245"/>
                  <a:pt x="400" y="247"/>
                  <a:pt x="390" y="247"/>
                </a:cubicBezTo>
                <a:cubicBezTo>
                  <a:pt x="380" y="247"/>
                  <a:pt x="370" y="245"/>
                  <a:pt x="364" y="241"/>
                </a:cubicBezTo>
                <a:close/>
                <a:moveTo>
                  <a:pt x="780" y="324"/>
                </a:moveTo>
                <a:cubicBezTo>
                  <a:pt x="780" y="66"/>
                  <a:pt x="780" y="66"/>
                  <a:pt x="780" y="66"/>
                </a:cubicBezTo>
                <a:cubicBezTo>
                  <a:pt x="563" y="195"/>
                  <a:pt x="563" y="195"/>
                  <a:pt x="563" y="195"/>
                </a:cubicBezTo>
                <a:lnTo>
                  <a:pt x="780" y="324"/>
                </a:lnTo>
                <a:close/>
                <a:moveTo>
                  <a:pt x="0" y="392"/>
                </a:moveTo>
                <a:cubicBezTo>
                  <a:pt x="0" y="419"/>
                  <a:pt x="21" y="440"/>
                  <a:pt x="48" y="440"/>
                </a:cubicBezTo>
                <a:cubicBezTo>
                  <a:pt x="732" y="440"/>
                  <a:pt x="732" y="440"/>
                  <a:pt x="732" y="440"/>
                </a:cubicBezTo>
                <a:cubicBezTo>
                  <a:pt x="758" y="440"/>
                  <a:pt x="780" y="419"/>
                  <a:pt x="780" y="392"/>
                </a:cubicBezTo>
                <a:cubicBezTo>
                  <a:pt x="780" y="366"/>
                  <a:pt x="780" y="366"/>
                  <a:pt x="780" y="366"/>
                </a:cubicBezTo>
                <a:cubicBezTo>
                  <a:pt x="528" y="216"/>
                  <a:pt x="528" y="216"/>
                  <a:pt x="528" y="216"/>
                </a:cubicBezTo>
                <a:cubicBezTo>
                  <a:pt x="435" y="271"/>
                  <a:pt x="435" y="271"/>
                  <a:pt x="435" y="271"/>
                </a:cubicBezTo>
                <a:cubicBezTo>
                  <a:pt x="423" y="279"/>
                  <a:pt x="407" y="283"/>
                  <a:pt x="390" y="283"/>
                </a:cubicBezTo>
                <a:cubicBezTo>
                  <a:pt x="390" y="283"/>
                  <a:pt x="390" y="283"/>
                  <a:pt x="390" y="283"/>
                </a:cubicBezTo>
                <a:cubicBezTo>
                  <a:pt x="373" y="283"/>
                  <a:pt x="357" y="279"/>
                  <a:pt x="344" y="271"/>
                </a:cubicBezTo>
                <a:cubicBezTo>
                  <a:pt x="252" y="216"/>
                  <a:pt x="252" y="216"/>
                  <a:pt x="252" y="216"/>
                </a:cubicBezTo>
                <a:cubicBezTo>
                  <a:pt x="0" y="366"/>
                  <a:pt x="0" y="366"/>
                  <a:pt x="0" y="366"/>
                </a:cubicBezTo>
                <a:lnTo>
                  <a:pt x="0" y="392"/>
                </a:lnTo>
                <a:close/>
                <a:moveTo>
                  <a:pt x="217" y="195"/>
                </a:moveTo>
                <a:cubicBezTo>
                  <a:pt x="0" y="66"/>
                  <a:pt x="0" y="66"/>
                  <a:pt x="0" y="66"/>
                </a:cubicBezTo>
                <a:cubicBezTo>
                  <a:pt x="0" y="324"/>
                  <a:pt x="0" y="324"/>
                  <a:pt x="0" y="324"/>
                </a:cubicBezTo>
                <a:lnTo>
                  <a:pt x="217" y="195"/>
                </a:lnTo>
                <a:close/>
              </a:path>
            </a:pathLst>
          </a:custGeom>
          <a:solidFill>
            <a:schemeClr val="bg1"/>
          </a:solidFill>
          <a:ln>
            <a:noFill/>
            <a:headEnd type="none" w="med" len="med"/>
            <a:tailEnd type="none" w="med" len="med"/>
          </a:ln>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87797" tIns="44780" rIns="0" bIns="44780" numCol="1" spcCol="0" rtlCol="0" fromWordArt="0" anchor="ctr" anchorCtr="0" forceAA="0" compatLnSpc="1">
            <a:prstTxWarp prst="textNoShape">
              <a:avLst/>
            </a:prstTxWarp>
            <a:noAutofit/>
          </a:bodyPr>
          <a:lstStyle/>
          <a:p>
            <a:pPr marL="0" marR="0" lvl="0" indent="0" algn="l" defTabSz="913294" rtl="0" eaLnBrk="1" fontAlgn="auto" latinLnBrk="0" hangingPunct="1">
              <a:lnSpc>
                <a:spcPct val="90000"/>
              </a:lnSpc>
              <a:spcBef>
                <a:spcPts val="0"/>
              </a:spcBef>
              <a:spcAft>
                <a:spcPts val="588"/>
              </a:spcAft>
              <a:buClrTx/>
              <a:buSzTx/>
              <a:buFontTx/>
              <a:buNone/>
              <a:tabLst/>
              <a:defRPr/>
            </a:pPr>
            <a:endParaRPr kumimoji="0" lang="en-US" sz="1369" b="1" i="0" u="none" strike="noStrike" kern="1200" cap="none" spc="0" normalizeH="0" baseline="0" noProof="0" dirty="0">
              <a:ln>
                <a:noFill/>
              </a:ln>
              <a:gradFill>
                <a:gsLst>
                  <a:gs pos="50427">
                    <a:srgbClr val="FFFFFF"/>
                  </a:gs>
                  <a:gs pos="30000">
                    <a:srgbClr val="FFFFFF"/>
                  </a:gs>
                </a:gsLst>
                <a:lin ang="5400000" scaled="0"/>
              </a:gradFill>
              <a:effectLst/>
              <a:uLnTx/>
              <a:uFillTx/>
              <a:latin typeface="Segoe UI"/>
              <a:ea typeface="+mn-ea"/>
              <a:cs typeface="+mn-cs"/>
            </a:endParaRPr>
          </a:p>
        </p:txBody>
      </p:sp>
      <p:sp>
        <p:nvSpPr>
          <p:cNvPr id="137" name="Oval 136"/>
          <p:cNvSpPr/>
          <p:nvPr userDrawn="1"/>
        </p:nvSpPr>
        <p:spPr bwMode="auto">
          <a:xfrm>
            <a:off x="8237589" y="3040063"/>
            <a:ext cx="853146" cy="853146"/>
          </a:xfrm>
          <a:prstGeom prst="ellipse">
            <a:avLst/>
          </a:prstGeom>
          <a:solidFill>
            <a:schemeClr val="accent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lIns="91440" tIns="91440" rIns="34294" bIns="34294" rtlCol="0" anchor="b" anchorCtr="0"/>
          <a:lstStyle/>
          <a:p>
            <a:pPr marL="0" marR="0" lvl="0" indent="0" algn="ctr" defTabSz="932406" rtl="0" eaLnBrk="1" fontAlgn="auto" latinLnBrk="0" hangingPunct="1">
              <a:lnSpc>
                <a:spcPct val="100000"/>
              </a:lnSpc>
              <a:spcBef>
                <a:spcPts val="0"/>
              </a:spcBef>
              <a:spcAft>
                <a:spcPts val="0"/>
              </a:spcAft>
              <a:buClrTx/>
              <a:buSzTx/>
              <a:buFontTx/>
              <a:buNone/>
              <a:tabLst/>
              <a:defRPr/>
            </a:pPr>
            <a:endParaRPr kumimoji="0" lang="en-US" sz="800" b="0" i="0" u="none" strike="noStrike" kern="1200" cap="none" spc="0" normalizeH="0" baseline="0" noProof="0" dirty="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138" name="Freeform 17"/>
          <p:cNvSpPr>
            <a:spLocks noEditPoints="1"/>
          </p:cNvSpPr>
          <p:nvPr userDrawn="1"/>
        </p:nvSpPr>
        <p:spPr bwMode="auto">
          <a:xfrm>
            <a:off x="8429182" y="3168017"/>
            <a:ext cx="469960" cy="597241"/>
          </a:xfrm>
          <a:custGeom>
            <a:avLst/>
            <a:gdLst>
              <a:gd name="T0" fmla="*/ 718 w 3648"/>
              <a:gd name="T1" fmla="*/ 1195 h 4636"/>
              <a:gd name="T2" fmla="*/ 2791 w 3648"/>
              <a:gd name="T3" fmla="*/ 1195 h 4636"/>
              <a:gd name="T4" fmla="*/ 2791 w 3648"/>
              <a:gd name="T5" fmla="*/ 1358 h 4636"/>
              <a:gd name="T6" fmla="*/ 718 w 3648"/>
              <a:gd name="T7" fmla="*/ 1358 h 4636"/>
              <a:gd name="T8" fmla="*/ 718 w 3648"/>
              <a:gd name="T9" fmla="*/ 1195 h 4636"/>
              <a:gd name="T10" fmla="*/ 718 w 3648"/>
              <a:gd name="T11" fmla="*/ 1195 h 4636"/>
              <a:gd name="T12" fmla="*/ 718 w 3648"/>
              <a:gd name="T13" fmla="*/ 1195 h 4636"/>
              <a:gd name="T14" fmla="*/ 718 w 3648"/>
              <a:gd name="T15" fmla="*/ 1885 h 4636"/>
              <a:gd name="T16" fmla="*/ 2791 w 3648"/>
              <a:gd name="T17" fmla="*/ 1885 h 4636"/>
              <a:gd name="T18" fmla="*/ 2791 w 3648"/>
              <a:gd name="T19" fmla="*/ 1748 h 4636"/>
              <a:gd name="T20" fmla="*/ 718 w 3648"/>
              <a:gd name="T21" fmla="*/ 1748 h 4636"/>
              <a:gd name="T22" fmla="*/ 718 w 3648"/>
              <a:gd name="T23" fmla="*/ 1885 h 4636"/>
              <a:gd name="T24" fmla="*/ 718 w 3648"/>
              <a:gd name="T25" fmla="*/ 1885 h 4636"/>
              <a:gd name="T26" fmla="*/ 718 w 3648"/>
              <a:gd name="T27" fmla="*/ 1885 h 4636"/>
              <a:gd name="T28" fmla="*/ 718 w 3648"/>
              <a:gd name="T29" fmla="*/ 2439 h 4636"/>
              <a:gd name="T30" fmla="*/ 2791 w 3648"/>
              <a:gd name="T31" fmla="*/ 2439 h 4636"/>
              <a:gd name="T32" fmla="*/ 2791 w 3648"/>
              <a:gd name="T33" fmla="*/ 2276 h 4636"/>
              <a:gd name="T34" fmla="*/ 718 w 3648"/>
              <a:gd name="T35" fmla="*/ 2276 h 4636"/>
              <a:gd name="T36" fmla="*/ 718 w 3648"/>
              <a:gd name="T37" fmla="*/ 2439 h 4636"/>
              <a:gd name="T38" fmla="*/ 718 w 3648"/>
              <a:gd name="T39" fmla="*/ 2439 h 4636"/>
              <a:gd name="T40" fmla="*/ 718 w 3648"/>
              <a:gd name="T41" fmla="*/ 2439 h 4636"/>
              <a:gd name="T42" fmla="*/ 718 w 3648"/>
              <a:gd name="T43" fmla="*/ 2966 h 4636"/>
              <a:gd name="T44" fmla="*/ 2791 w 3648"/>
              <a:gd name="T45" fmla="*/ 2966 h 4636"/>
              <a:gd name="T46" fmla="*/ 2791 w 3648"/>
              <a:gd name="T47" fmla="*/ 2803 h 4636"/>
              <a:gd name="T48" fmla="*/ 718 w 3648"/>
              <a:gd name="T49" fmla="*/ 2803 h 4636"/>
              <a:gd name="T50" fmla="*/ 718 w 3648"/>
              <a:gd name="T51" fmla="*/ 2966 h 4636"/>
              <a:gd name="T52" fmla="*/ 718 w 3648"/>
              <a:gd name="T53" fmla="*/ 2966 h 4636"/>
              <a:gd name="T54" fmla="*/ 718 w 3648"/>
              <a:gd name="T55" fmla="*/ 2966 h 4636"/>
              <a:gd name="T56" fmla="*/ 3648 w 3648"/>
              <a:gd name="T57" fmla="*/ 1131 h 4636"/>
              <a:gd name="T58" fmla="*/ 3648 w 3648"/>
              <a:gd name="T59" fmla="*/ 4636 h 4636"/>
              <a:gd name="T60" fmla="*/ 0 w 3648"/>
              <a:gd name="T61" fmla="*/ 4636 h 4636"/>
              <a:gd name="T62" fmla="*/ 0 w 3648"/>
              <a:gd name="T63" fmla="*/ 14 h 4636"/>
              <a:gd name="T64" fmla="*/ 2718 w 3648"/>
              <a:gd name="T65" fmla="*/ 14 h 4636"/>
              <a:gd name="T66" fmla="*/ 2718 w 3648"/>
              <a:gd name="T67" fmla="*/ 0 h 4636"/>
              <a:gd name="T68" fmla="*/ 3648 w 3648"/>
              <a:gd name="T69" fmla="*/ 1131 h 4636"/>
              <a:gd name="T70" fmla="*/ 3648 w 3648"/>
              <a:gd name="T71" fmla="*/ 1131 h 4636"/>
              <a:gd name="T72" fmla="*/ 3648 w 3648"/>
              <a:gd name="T73" fmla="*/ 1131 h 4636"/>
              <a:gd name="T74" fmla="*/ 3409 w 3648"/>
              <a:gd name="T75" fmla="*/ 994 h 4636"/>
              <a:gd name="T76" fmla="*/ 2692 w 3648"/>
              <a:gd name="T77" fmla="*/ 994 h 4636"/>
              <a:gd name="T78" fmla="*/ 2718 w 3648"/>
              <a:gd name="T79" fmla="*/ 265 h 4636"/>
              <a:gd name="T80" fmla="*/ 251 w 3648"/>
              <a:gd name="T81" fmla="*/ 265 h 4636"/>
              <a:gd name="T82" fmla="*/ 251 w 3648"/>
              <a:gd name="T83" fmla="*/ 4386 h 4636"/>
              <a:gd name="T84" fmla="*/ 3409 w 3648"/>
              <a:gd name="T85" fmla="*/ 4386 h 4636"/>
              <a:gd name="T86" fmla="*/ 3409 w 3648"/>
              <a:gd name="T87" fmla="*/ 994 h 4636"/>
              <a:gd name="T88" fmla="*/ 3409 w 3648"/>
              <a:gd name="T89" fmla="*/ 994 h 4636"/>
              <a:gd name="T90" fmla="*/ 3409 w 3648"/>
              <a:gd name="T91" fmla="*/ 994 h 46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3648" h="4636">
                <a:moveTo>
                  <a:pt x="718" y="1195"/>
                </a:moveTo>
                <a:lnTo>
                  <a:pt x="2791" y="1195"/>
                </a:lnTo>
                <a:lnTo>
                  <a:pt x="2791" y="1358"/>
                </a:lnTo>
                <a:lnTo>
                  <a:pt x="718" y="1358"/>
                </a:lnTo>
                <a:lnTo>
                  <a:pt x="718" y="1195"/>
                </a:lnTo>
                <a:lnTo>
                  <a:pt x="718" y="1195"/>
                </a:lnTo>
                <a:lnTo>
                  <a:pt x="718" y="1195"/>
                </a:lnTo>
                <a:close/>
                <a:moveTo>
                  <a:pt x="718" y="1885"/>
                </a:moveTo>
                <a:lnTo>
                  <a:pt x="2791" y="1885"/>
                </a:lnTo>
                <a:lnTo>
                  <a:pt x="2791" y="1748"/>
                </a:lnTo>
                <a:lnTo>
                  <a:pt x="718" y="1748"/>
                </a:lnTo>
                <a:lnTo>
                  <a:pt x="718" y="1885"/>
                </a:lnTo>
                <a:lnTo>
                  <a:pt x="718" y="1885"/>
                </a:lnTo>
                <a:lnTo>
                  <a:pt x="718" y="1885"/>
                </a:lnTo>
                <a:close/>
                <a:moveTo>
                  <a:pt x="718" y="2439"/>
                </a:moveTo>
                <a:lnTo>
                  <a:pt x="2791" y="2439"/>
                </a:lnTo>
                <a:lnTo>
                  <a:pt x="2791" y="2276"/>
                </a:lnTo>
                <a:lnTo>
                  <a:pt x="718" y="2276"/>
                </a:lnTo>
                <a:lnTo>
                  <a:pt x="718" y="2439"/>
                </a:lnTo>
                <a:lnTo>
                  <a:pt x="718" y="2439"/>
                </a:lnTo>
                <a:lnTo>
                  <a:pt x="718" y="2439"/>
                </a:lnTo>
                <a:close/>
                <a:moveTo>
                  <a:pt x="718" y="2966"/>
                </a:moveTo>
                <a:lnTo>
                  <a:pt x="2791" y="2966"/>
                </a:lnTo>
                <a:lnTo>
                  <a:pt x="2791" y="2803"/>
                </a:lnTo>
                <a:lnTo>
                  <a:pt x="718" y="2803"/>
                </a:lnTo>
                <a:lnTo>
                  <a:pt x="718" y="2966"/>
                </a:lnTo>
                <a:lnTo>
                  <a:pt x="718" y="2966"/>
                </a:lnTo>
                <a:lnTo>
                  <a:pt x="718" y="2966"/>
                </a:lnTo>
                <a:close/>
                <a:moveTo>
                  <a:pt x="3648" y="1131"/>
                </a:moveTo>
                <a:lnTo>
                  <a:pt x="3648" y="4636"/>
                </a:lnTo>
                <a:lnTo>
                  <a:pt x="0" y="4636"/>
                </a:lnTo>
                <a:lnTo>
                  <a:pt x="0" y="14"/>
                </a:lnTo>
                <a:lnTo>
                  <a:pt x="2718" y="14"/>
                </a:lnTo>
                <a:lnTo>
                  <a:pt x="2718" y="0"/>
                </a:lnTo>
                <a:lnTo>
                  <a:pt x="3648" y="1131"/>
                </a:lnTo>
                <a:lnTo>
                  <a:pt x="3648" y="1131"/>
                </a:lnTo>
                <a:lnTo>
                  <a:pt x="3648" y="1131"/>
                </a:lnTo>
                <a:close/>
                <a:moveTo>
                  <a:pt x="3409" y="994"/>
                </a:moveTo>
                <a:lnTo>
                  <a:pt x="2692" y="994"/>
                </a:lnTo>
                <a:lnTo>
                  <a:pt x="2718" y="265"/>
                </a:lnTo>
                <a:lnTo>
                  <a:pt x="251" y="265"/>
                </a:lnTo>
                <a:lnTo>
                  <a:pt x="251" y="4386"/>
                </a:lnTo>
                <a:lnTo>
                  <a:pt x="3409" y="4386"/>
                </a:lnTo>
                <a:lnTo>
                  <a:pt x="3409" y="994"/>
                </a:lnTo>
                <a:lnTo>
                  <a:pt x="3409" y="994"/>
                </a:lnTo>
                <a:lnTo>
                  <a:pt x="3409" y="994"/>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pPr marL="0" marR="0" lvl="0" indent="0" algn="l" defTabSz="932688" rtl="0" eaLnBrk="1" fontAlgn="auto" latinLnBrk="0" hangingPunct="1">
              <a:lnSpc>
                <a:spcPct val="100000"/>
              </a:lnSpc>
              <a:spcBef>
                <a:spcPts val="0"/>
              </a:spcBef>
              <a:spcAft>
                <a:spcPts val="0"/>
              </a:spcAft>
              <a:buClrTx/>
              <a:buSzTx/>
              <a:buFontTx/>
              <a:buNone/>
              <a:tabLst/>
              <a:defRPr/>
            </a:pPr>
            <a:endParaRPr kumimoji="0" lang="en-US" sz="1836" b="0" i="0" u="none" strike="noStrike" kern="1200" cap="none" spc="0" normalizeH="0" baseline="0" noProof="0">
              <a:ln>
                <a:noFill/>
              </a:ln>
              <a:solidFill>
                <a:srgbClr val="404040"/>
              </a:solidFill>
              <a:effectLst/>
              <a:uLnTx/>
              <a:uFillTx/>
              <a:latin typeface="Segoe UI"/>
              <a:ea typeface="+mn-ea"/>
              <a:cs typeface="+mn-cs"/>
            </a:endParaRPr>
          </a:p>
        </p:txBody>
      </p:sp>
      <p:sp>
        <p:nvSpPr>
          <p:cNvPr id="139" name="Oval 138"/>
          <p:cNvSpPr/>
          <p:nvPr userDrawn="1"/>
        </p:nvSpPr>
        <p:spPr bwMode="auto">
          <a:xfrm>
            <a:off x="9465084" y="3040063"/>
            <a:ext cx="853146" cy="853146"/>
          </a:xfrm>
          <a:prstGeom prst="ellipse">
            <a:avLst/>
          </a:prstGeom>
          <a:solidFill>
            <a:schemeClr val="accent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lIns="91440" tIns="91440" rIns="34294" bIns="34294" rtlCol="0" anchor="b" anchorCtr="0"/>
          <a:lstStyle/>
          <a:p>
            <a:pPr marL="0" marR="0" lvl="0" indent="0" algn="ctr" defTabSz="932406" rtl="0" eaLnBrk="1" fontAlgn="auto" latinLnBrk="0" hangingPunct="1">
              <a:lnSpc>
                <a:spcPct val="100000"/>
              </a:lnSpc>
              <a:spcBef>
                <a:spcPts val="0"/>
              </a:spcBef>
              <a:spcAft>
                <a:spcPts val="0"/>
              </a:spcAft>
              <a:buClrTx/>
              <a:buSzTx/>
              <a:buFontTx/>
              <a:buNone/>
              <a:tabLst/>
              <a:defRPr/>
            </a:pPr>
            <a:endParaRPr kumimoji="0" lang="en-US" sz="800" b="0" i="0" u="none" strike="noStrike" kern="1200" cap="none" spc="0" normalizeH="0" baseline="0" noProof="0" dirty="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140" name="Freeform 139"/>
          <p:cNvSpPr>
            <a:spLocks noEditPoints="1"/>
          </p:cNvSpPr>
          <p:nvPr userDrawn="1"/>
        </p:nvSpPr>
        <p:spPr bwMode="auto">
          <a:xfrm>
            <a:off x="9596638" y="3213652"/>
            <a:ext cx="590041" cy="505968"/>
          </a:xfrm>
          <a:custGeom>
            <a:avLst/>
            <a:gdLst>
              <a:gd name="T0" fmla="*/ 1173 w 1958"/>
              <a:gd name="T1" fmla="*/ 413 h 1678"/>
              <a:gd name="T2" fmla="*/ 1292 w 1958"/>
              <a:gd name="T3" fmla="*/ 532 h 1678"/>
              <a:gd name="T4" fmla="*/ 1292 w 1958"/>
              <a:gd name="T5" fmla="*/ 1063 h 1678"/>
              <a:gd name="T6" fmla="*/ 1173 w 1958"/>
              <a:gd name="T7" fmla="*/ 1182 h 1678"/>
              <a:gd name="T8" fmla="*/ 1173 w 1958"/>
              <a:gd name="T9" fmla="*/ 1182 h 1678"/>
              <a:gd name="T10" fmla="*/ 1173 w 1958"/>
              <a:gd name="T11" fmla="*/ 1559 h 1678"/>
              <a:gd name="T12" fmla="*/ 1061 w 1958"/>
              <a:gd name="T13" fmla="*/ 1678 h 1678"/>
              <a:gd name="T14" fmla="*/ 893 w 1958"/>
              <a:gd name="T15" fmla="*/ 1678 h 1678"/>
              <a:gd name="T16" fmla="*/ 781 w 1958"/>
              <a:gd name="T17" fmla="*/ 1559 h 1678"/>
              <a:gd name="T18" fmla="*/ 781 w 1958"/>
              <a:gd name="T19" fmla="*/ 1182 h 1678"/>
              <a:gd name="T20" fmla="*/ 781 w 1958"/>
              <a:gd name="T21" fmla="*/ 1182 h 1678"/>
              <a:gd name="T22" fmla="*/ 662 w 1958"/>
              <a:gd name="T23" fmla="*/ 1063 h 1678"/>
              <a:gd name="T24" fmla="*/ 662 w 1958"/>
              <a:gd name="T25" fmla="*/ 532 h 1678"/>
              <a:gd name="T26" fmla="*/ 781 w 1958"/>
              <a:gd name="T27" fmla="*/ 413 h 1678"/>
              <a:gd name="T28" fmla="*/ 1173 w 1958"/>
              <a:gd name="T29" fmla="*/ 413 h 1678"/>
              <a:gd name="T30" fmla="*/ 789 w 1958"/>
              <a:gd name="T31" fmla="*/ 188 h 1678"/>
              <a:gd name="T32" fmla="*/ 977 w 1958"/>
              <a:gd name="T33" fmla="*/ 376 h 1678"/>
              <a:gd name="T34" fmla="*/ 1164 w 1958"/>
              <a:gd name="T35" fmla="*/ 188 h 1678"/>
              <a:gd name="T36" fmla="*/ 977 w 1958"/>
              <a:gd name="T37" fmla="*/ 0 h 1678"/>
              <a:gd name="T38" fmla="*/ 789 w 1958"/>
              <a:gd name="T39" fmla="*/ 188 h 1678"/>
              <a:gd name="T40" fmla="*/ 1861 w 1958"/>
              <a:gd name="T41" fmla="*/ 461 h 1678"/>
              <a:gd name="T42" fmla="*/ 1527 w 1958"/>
              <a:gd name="T43" fmla="*/ 461 h 1678"/>
              <a:gd name="T44" fmla="*/ 1429 w 1958"/>
              <a:gd name="T45" fmla="*/ 559 h 1678"/>
              <a:gd name="T46" fmla="*/ 1429 w 1958"/>
              <a:gd name="T47" fmla="*/ 1015 h 1678"/>
              <a:gd name="T48" fmla="*/ 1527 w 1958"/>
              <a:gd name="T49" fmla="*/ 1113 h 1678"/>
              <a:gd name="T50" fmla="*/ 1527 w 1958"/>
              <a:gd name="T51" fmla="*/ 1113 h 1678"/>
              <a:gd name="T52" fmla="*/ 1527 w 1958"/>
              <a:gd name="T53" fmla="*/ 1442 h 1678"/>
              <a:gd name="T54" fmla="*/ 1617 w 1958"/>
              <a:gd name="T55" fmla="*/ 1541 h 1678"/>
              <a:gd name="T56" fmla="*/ 1763 w 1958"/>
              <a:gd name="T57" fmla="*/ 1541 h 1678"/>
              <a:gd name="T58" fmla="*/ 1861 w 1958"/>
              <a:gd name="T59" fmla="*/ 1442 h 1678"/>
              <a:gd name="T60" fmla="*/ 1861 w 1958"/>
              <a:gd name="T61" fmla="*/ 1113 h 1678"/>
              <a:gd name="T62" fmla="*/ 1861 w 1958"/>
              <a:gd name="T63" fmla="*/ 1113 h 1678"/>
              <a:gd name="T64" fmla="*/ 1958 w 1958"/>
              <a:gd name="T65" fmla="*/ 1015 h 1678"/>
              <a:gd name="T66" fmla="*/ 1958 w 1958"/>
              <a:gd name="T67" fmla="*/ 559 h 1678"/>
              <a:gd name="T68" fmla="*/ 1861 w 1958"/>
              <a:gd name="T69" fmla="*/ 461 h 1678"/>
              <a:gd name="T70" fmla="*/ 1530 w 1958"/>
              <a:gd name="T71" fmla="*/ 265 h 1678"/>
              <a:gd name="T72" fmla="*/ 1691 w 1958"/>
              <a:gd name="T73" fmla="*/ 424 h 1678"/>
              <a:gd name="T74" fmla="*/ 1853 w 1958"/>
              <a:gd name="T75" fmla="*/ 265 h 1678"/>
              <a:gd name="T76" fmla="*/ 1691 w 1958"/>
              <a:gd name="T77" fmla="*/ 106 h 1678"/>
              <a:gd name="T78" fmla="*/ 1530 w 1958"/>
              <a:gd name="T79" fmla="*/ 265 h 1678"/>
              <a:gd name="T80" fmla="*/ 432 w 1958"/>
              <a:gd name="T81" fmla="*/ 461 h 1678"/>
              <a:gd name="T82" fmla="*/ 98 w 1958"/>
              <a:gd name="T83" fmla="*/ 461 h 1678"/>
              <a:gd name="T84" fmla="*/ 0 w 1958"/>
              <a:gd name="T85" fmla="*/ 559 h 1678"/>
              <a:gd name="T86" fmla="*/ 0 w 1958"/>
              <a:gd name="T87" fmla="*/ 1015 h 1678"/>
              <a:gd name="T88" fmla="*/ 98 w 1958"/>
              <a:gd name="T89" fmla="*/ 1113 h 1678"/>
              <a:gd name="T90" fmla="*/ 98 w 1958"/>
              <a:gd name="T91" fmla="*/ 1113 h 1678"/>
              <a:gd name="T92" fmla="*/ 98 w 1958"/>
              <a:gd name="T93" fmla="*/ 1442 h 1678"/>
              <a:gd name="T94" fmla="*/ 195 w 1958"/>
              <a:gd name="T95" fmla="*/ 1541 h 1678"/>
              <a:gd name="T96" fmla="*/ 341 w 1958"/>
              <a:gd name="T97" fmla="*/ 1541 h 1678"/>
              <a:gd name="T98" fmla="*/ 432 w 1958"/>
              <a:gd name="T99" fmla="*/ 1442 h 1678"/>
              <a:gd name="T100" fmla="*/ 432 w 1958"/>
              <a:gd name="T101" fmla="*/ 1113 h 1678"/>
              <a:gd name="T102" fmla="*/ 432 w 1958"/>
              <a:gd name="T103" fmla="*/ 1113 h 1678"/>
              <a:gd name="T104" fmla="*/ 529 w 1958"/>
              <a:gd name="T105" fmla="*/ 1015 h 1678"/>
              <a:gd name="T106" fmla="*/ 529 w 1958"/>
              <a:gd name="T107" fmla="*/ 559 h 1678"/>
              <a:gd name="T108" fmla="*/ 432 w 1958"/>
              <a:gd name="T109" fmla="*/ 461 h 1678"/>
              <a:gd name="T110" fmla="*/ 101 w 1958"/>
              <a:gd name="T111" fmla="*/ 265 h 1678"/>
              <a:gd name="T112" fmla="*/ 262 w 1958"/>
              <a:gd name="T113" fmla="*/ 424 h 1678"/>
              <a:gd name="T114" fmla="*/ 423 w 1958"/>
              <a:gd name="T115" fmla="*/ 265 h 1678"/>
              <a:gd name="T116" fmla="*/ 262 w 1958"/>
              <a:gd name="T117" fmla="*/ 106 h 1678"/>
              <a:gd name="T118" fmla="*/ 101 w 1958"/>
              <a:gd name="T119" fmla="*/ 265 h 16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1958" h="1678">
                <a:moveTo>
                  <a:pt x="1173" y="413"/>
                </a:moveTo>
                <a:cubicBezTo>
                  <a:pt x="1236" y="413"/>
                  <a:pt x="1292" y="469"/>
                  <a:pt x="1292" y="532"/>
                </a:cubicBezTo>
                <a:cubicBezTo>
                  <a:pt x="1292" y="532"/>
                  <a:pt x="1292" y="532"/>
                  <a:pt x="1292" y="1063"/>
                </a:cubicBezTo>
                <a:cubicBezTo>
                  <a:pt x="1292" y="1126"/>
                  <a:pt x="1236" y="1182"/>
                  <a:pt x="1173" y="1182"/>
                </a:cubicBezTo>
                <a:cubicBezTo>
                  <a:pt x="1173" y="1182"/>
                  <a:pt x="1173" y="1182"/>
                  <a:pt x="1173" y="1182"/>
                </a:cubicBezTo>
                <a:cubicBezTo>
                  <a:pt x="1173" y="1182"/>
                  <a:pt x="1173" y="1182"/>
                  <a:pt x="1173" y="1559"/>
                </a:cubicBezTo>
                <a:cubicBezTo>
                  <a:pt x="1173" y="1622"/>
                  <a:pt x="1124" y="1678"/>
                  <a:pt x="1061" y="1678"/>
                </a:cubicBezTo>
                <a:cubicBezTo>
                  <a:pt x="1061" y="1678"/>
                  <a:pt x="1061" y="1678"/>
                  <a:pt x="893" y="1678"/>
                </a:cubicBezTo>
                <a:cubicBezTo>
                  <a:pt x="830" y="1678"/>
                  <a:pt x="781" y="1622"/>
                  <a:pt x="781" y="1559"/>
                </a:cubicBezTo>
                <a:cubicBezTo>
                  <a:pt x="781" y="1559"/>
                  <a:pt x="781" y="1559"/>
                  <a:pt x="781" y="1182"/>
                </a:cubicBezTo>
                <a:cubicBezTo>
                  <a:pt x="781" y="1182"/>
                  <a:pt x="781" y="1182"/>
                  <a:pt x="781" y="1182"/>
                </a:cubicBezTo>
                <a:cubicBezTo>
                  <a:pt x="718" y="1182"/>
                  <a:pt x="662" y="1126"/>
                  <a:pt x="662" y="1063"/>
                </a:cubicBezTo>
                <a:cubicBezTo>
                  <a:pt x="662" y="1063"/>
                  <a:pt x="662" y="1063"/>
                  <a:pt x="662" y="532"/>
                </a:cubicBezTo>
                <a:cubicBezTo>
                  <a:pt x="662" y="469"/>
                  <a:pt x="718" y="413"/>
                  <a:pt x="781" y="413"/>
                </a:cubicBezTo>
                <a:cubicBezTo>
                  <a:pt x="781" y="413"/>
                  <a:pt x="781" y="413"/>
                  <a:pt x="1173" y="413"/>
                </a:cubicBezTo>
                <a:close/>
                <a:moveTo>
                  <a:pt x="789" y="188"/>
                </a:moveTo>
                <a:cubicBezTo>
                  <a:pt x="789" y="292"/>
                  <a:pt x="873" y="376"/>
                  <a:pt x="977" y="376"/>
                </a:cubicBezTo>
                <a:cubicBezTo>
                  <a:pt x="1080" y="376"/>
                  <a:pt x="1164" y="292"/>
                  <a:pt x="1164" y="188"/>
                </a:cubicBezTo>
                <a:cubicBezTo>
                  <a:pt x="1164" y="84"/>
                  <a:pt x="1080" y="0"/>
                  <a:pt x="977" y="0"/>
                </a:cubicBezTo>
                <a:cubicBezTo>
                  <a:pt x="873" y="0"/>
                  <a:pt x="789" y="84"/>
                  <a:pt x="789" y="188"/>
                </a:cubicBezTo>
                <a:close/>
                <a:moveTo>
                  <a:pt x="1861" y="461"/>
                </a:moveTo>
                <a:cubicBezTo>
                  <a:pt x="1527" y="461"/>
                  <a:pt x="1527" y="461"/>
                  <a:pt x="1527" y="461"/>
                </a:cubicBezTo>
                <a:cubicBezTo>
                  <a:pt x="1471" y="461"/>
                  <a:pt x="1429" y="503"/>
                  <a:pt x="1429" y="559"/>
                </a:cubicBezTo>
                <a:cubicBezTo>
                  <a:pt x="1429" y="1015"/>
                  <a:pt x="1429" y="1015"/>
                  <a:pt x="1429" y="1015"/>
                </a:cubicBezTo>
                <a:cubicBezTo>
                  <a:pt x="1429" y="1071"/>
                  <a:pt x="1471" y="1113"/>
                  <a:pt x="1527" y="1113"/>
                </a:cubicBezTo>
                <a:cubicBezTo>
                  <a:pt x="1527" y="1113"/>
                  <a:pt x="1527" y="1113"/>
                  <a:pt x="1527" y="1113"/>
                </a:cubicBezTo>
                <a:cubicBezTo>
                  <a:pt x="1527" y="1442"/>
                  <a:pt x="1527" y="1442"/>
                  <a:pt x="1527" y="1442"/>
                </a:cubicBezTo>
                <a:cubicBezTo>
                  <a:pt x="1527" y="1499"/>
                  <a:pt x="1568" y="1541"/>
                  <a:pt x="1617" y="1541"/>
                </a:cubicBezTo>
                <a:cubicBezTo>
                  <a:pt x="1763" y="1541"/>
                  <a:pt x="1763" y="1541"/>
                  <a:pt x="1763" y="1541"/>
                </a:cubicBezTo>
                <a:cubicBezTo>
                  <a:pt x="1819" y="1541"/>
                  <a:pt x="1861" y="1499"/>
                  <a:pt x="1861" y="1442"/>
                </a:cubicBezTo>
                <a:cubicBezTo>
                  <a:pt x="1861" y="1113"/>
                  <a:pt x="1861" y="1113"/>
                  <a:pt x="1861" y="1113"/>
                </a:cubicBezTo>
                <a:cubicBezTo>
                  <a:pt x="1861" y="1113"/>
                  <a:pt x="1861" y="1113"/>
                  <a:pt x="1861" y="1113"/>
                </a:cubicBezTo>
                <a:cubicBezTo>
                  <a:pt x="1917" y="1113"/>
                  <a:pt x="1958" y="1071"/>
                  <a:pt x="1958" y="1015"/>
                </a:cubicBezTo>
                <a:cubicBezTo>
                  <a:pt x="1958" y="559"/>
                  <a:pt x="1958" y="559"/>
                  <a:pt x="1958" y="559"/>
                </a:cubicBezTo>
                <a:cubicBezTo>
                  <a:pt x="1958" y="503"/>
                  <a:pt x="1917" y="461"/>
                  <a:pt x="1861" y="461"/>
                </a:cubicBezTo>
                <a:close/>
                <a:moveTo>
                  <a:pt x="1530" y="265"/>
                </a:moveTo>
                <a:cubicBezTo>
                  <a:pt x="1530" y="353"/>
                  <a:pt x="1602" y="424"/>
                  <a:pt x="1691" y="424"/>
                </a:cubicBezTo>
                <a:cubicBezTo>
                  <a:pt x="1780" y="424"/>
                  <a:pt x="1853" y="353"/>
                  <a:pt x="1853" y="265"/>
                </a:cubicBezTo>
                <a:cubicBezTo>
                  <a:pt x="1853" y="177"/>
                  <a:pt x="1780" y="106"/>
                  <a:pt x="1691" y="106"/>
                </a:cubicBezTo>
                <a:cubicBezTo>
                  <a:pt x="1602" y="106"/>
                  <a:pt x="1530" y="177"/>
                  <a:pt x="1530" y="265"/>
                </a:cubicBezTo>
                <a:close/>
                <a:moveTo>
                  <a:pt x="432" y="461"/>
                </a:moveTo>
                <a:cubicBezTo>
                  <a:pt x="98" y="461"/>
                  <a:pt x="98" y="461"/>
                  <a:pt x="98" y="461"/>
                </a:cubicBezTo>
                <a:cubicBezTo>
                  <a:pt x="42" y="461"/>
                  <a:pt x="0" y="503"/>
                  <a:pt x="0" y="559"/>
                </a:cubicBezTo>
                <a:cubicBezTo>
                  <a:pt x="0" y="1015"/>
                  <a:pt x="0" y="1015"/>
                  <a:pt x="0" y="1015"/>
                </a:cubicBezTo>
                <a:cubicBezTo>
                  <a:pt x="0" y="1071"/>
                  <a:pt x="42" y="1113"/>
                  <a:pt x="98" y="1113"/>
                </a:cubicBezTo>
                <a:cubicBezTo>
                  <a:pt x="98" y="1113"/>
                  <a:pt x="98" y="1113"/>
                  <a:pt x="98" y="1113"/>
                </a:cubicBezTo>
                <a:cubicBezTo>
                  <a:pt x="98" y="1442"/>
                  <a:pt x="98" y="1442"/>
                  <a:pt x="98" y="1442"/>
                </a:cubicBezTo>
                <a:cubicBezTo>
                  <a:pt x="98" y="1499"/>
                  <a:pt x="139" y="1541"/>
                  <a:pt x="195" y="1541"/>
                </a:cubicBezTo>
                <a:cubicBezTo>
                  <a:pt x="341" y="1541"/>
                  <a:pt x="341" y="1541"/>
                  <a:pt x="341" y="1541"/>
                </a:cubicBezTo>
                <a:cubicBezTo>
                  <a:pt x="390" y="1541"/>
                  <a:pt x="432" y="1499"/>
                  <a:pt x="432" y="1442"/>
                </a:cubicBezTo>
                <a:cubicBezTo>
                  <a:pt x="432" y="1113"/>
                  <a:pt x="432" y="1113"/>
                  <a:pt x="432" y="1113"/>
                </a:cubicBezTo>
                <a:cubicBezTo>
                  <a:pt x="432" y="1113"/>
                  <a:pt x="432" y="1113"/>
                  <a:pt x="432" y="1113"/>
                </a:cubicBezTo>
                <a:cubicBezTo>
                  <a:pt x="488" y="1113"/>
                  <a:pt x="529" y="1071"/>
                  <a:pt x="529" y="1015"/>
                </a:cubicBezTo>
                <a:cubicBezTo>
                  <a:pt x="529" y="559"/>
                  <a:pt x="529" y="559"/>
                  <a:pt x="529" y="559"/>
                </a:cubicBezTo>
                <a:cubicBezTo>
                  <a:pt x="529" y="503"/>
                  <a:pt x="488" y="461"/>
                  <a:pt x="432" y="461"/>
                </a:cubicBezTo>
                <a:close/>
                <a:moveTo>
                  <a:pt x="101" y="265"/>
                </a:moveTo>
                <a:cubicBezTo>
                  <a:pt x="101" y="353"/>
                  <a:pt x="173" y="424"/>
                  <a:pt x="262" y="424"/>
                </a:cubicBezTo>
                <a:cubicBezTo>
                  <a:pt x="351" y="424"/>
                  <a:pt x="423" y="353"/>
                  <a:pt x="423" y="265"/>
                </a:cubicBezTo>
                <a:cubicBezTo>
                  <a:pt x="423" y="177"/>
                  <a:pt x="351" y="106"/>
                  <a:pt x="262" y="106"/>
                </a:cubicBezTo>
                <a:cubicBezTo>
                  <a:pt x="173" y="106"/>
                  <a:pt x="101" y="177"/>
                  <a:pt x="101" y="265"/>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pPr marL="0" marR="0" lvl="0" indent="0" algn="l" defTabSz="932688" rtl="0" eaLnBrk="1" fontAlgn="auto" latinLnBrk="0" hangingPunct="1">
              <a:lnSpc>
                <a:spcPct val="100000"/>
              </a:lnSpc>
              <a:spcBef>
                <a:spcPts val="0"/>
              </a:spcBef>
              <a:spcAft>
                <a:spcPts val="0"/>
              </a:spcAft>
              <a:buClrTx/>
              <a:buSzTx/>
              <a:buFontTx/>
              <a:buNone/>
              <a:tabLst/>
              <a:defRPr/>
            </a:pPr>
            <a:endParaRPr kumimoji="0" lang="en-US" sz="1836" b="0" i="0" u="none" strike="noStrike" kern="1200" cap="none" spc="0" normalizeH="0" baseline="0" noProof="0">
              <a:ln>
                <a:noFill/>
              </a:ln>
              <a:solidFill>
                <a:srgbClr val="404040"/>
              </a:solidFill>
              <a:effectLst/>
              <a:uLnTx/>
              <a:uFillTx/>
              <a:latin typeface="Segoe UI"/>
              <a:ea typeface="+mn-ea"/>
              <a:cs typeface="+mn-cs"/>
            </a:endParaRPr>
          </a:p>
        </p:txBody>
      </p:sp>
      <p:sp>
        <p:nvSpPr>
          <p:cNvPr id="141" name="Oval 140"/>
          <p:cNvSpPr/>
          <p:nvPr userDrawn="1"/>
        </p:nvSpPr>
        <p:spPr bwMode="auto">
          <a:xfrm>
            <a:off x="10692578" y="3040063"/>
            <a:ext cx="853146" cy="853146"/>
          </a:xfrm>
          <a:prstGeom prst="ellipse">
            <a:avLst/>
          </a:prstGeom>
          <a:solidFill>
            <a:schemeClr val="accent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lIns="91440" tIns="91440" rIns="34294" bIns="34294" rtlCol="0" anchor="b" anchorCtr="0"/>
          <a:lstStyle/>
          <a:p>
            <a:pPr marL="0" marR="0" lvl="0" indent="0" algn="ctr" defTabSz="932406" rtl="0" eaLnBrk="1" fontAlgn="auto" latinLnBrk="0" hangingPunct="1">
              <a:lnSpc>
                <a:spcPct val="100000"/>
              </a:lnSpc>
              <a:spcBef>
                <a:spcPts val="0"/>
              </a:spcBef>
              <a:spcAft>
                <a:spcPts val="0"/>
              </a:spcAft>
              <a:buClrTx/>
              <a:buSzTx/>
              <a:buFontTx/>
              <a:buNone/>
              <a:tabLst/>
              <a:defRPr/>
            </a:pPr>
            <a:endParaRPr kumimoji="0" lang="en-US" sz="800" b="0" i="0" u="none" strike="noStrike" kern="1200" cap="none" spc="0" normalizeH="0" baseline="0" noProof="0" dirty="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grpSp>
        <p:nvGrpSpPr>
          <p:cNvPr id="142" name="Group 141"/>
          <p:cNvGrpSpPr/>
          <p:nvPr userDrawn="1"/>
        </p:nvGrpSpPr>
        <p:grpSpPr>
          <a:xfrm>
            <a:off x="10841227" y="3224349"/>
            <a:ext cx="555851" cy="484577"/>
            <a:chOff x="10450695" y="2384201"/>
            <a:chExt cx="683568" cy="595918"/>
          </a:xfrm>
        </p:grpSpPr>
        <p:sp>
          <p:nvSpPr>
            <p:cNvPr id="143" name="Rectangle 142"/>
            <p:cNvSpPr/>
            <p:nvPr/>
          </p:nvSpPr>
          <p:spPr bwMode="auto">
            <a:xfrm>
              <a:off x="10450695" y="2384201"/>
              <a:ext cx="595918" cy="595918"/>
            </a:xfrm>
            <a:prstGeom prst="rect">
              <a:avLst/>
            </a:prstGeom>
            <a:noFill/>
            <a:ln w="31750">
              <a:solidFill>
                <a:schemeClr val="bg1"/>
              </a:solidFill>
              <a:miter lim="800000"/>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lIns="91440" tIns="91440" rIns="34294" bIns="34294" rtlCol="0" anchor="b" anchorCtr="0"/>
            <a:lstStyle/>
            <a:p>
              <a:pPr marL="0" marR="0" lvl="0" indent="0" algn="ctr" defTabSz="932406" rtl="0" eaLnBrk="1" fontAlgn="auto" latinLnBrk="0" hangingPunct="1">
                <a:lnSpc>
                  <a:spcPct val="100000"/>
                </a:lnSpc>
                <a:spcBef>
                  <a:spcPts val="0"/>
                </a:spcBef>
                <a:spcAft>
                  <a:spcPts val="0"/>
                </a:spcAft>
                <a:buClrTx/>
                <a:buSzTx/>
                <a:buFontTx/>
                <a:buNone/>
                <a:tabLst/>
                <a:defRPr/>
              </a:pPr>
              <a:endParaRPr kumimoji="0" lang="en-US" sz="800" b="0" i="0" u="none" strike="noStrike" kern="1200" cap="none" spc="0" normalizeH="0" baseline="0" noProof="0" dirty="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144" name="Freeform 5"/>
            <p:cNvSpPr>
              <a:spLocks/>
            </p:cNvSpPr>
            <p:nvPr/>
          </p:nvSpPr>
          <p:spPr bwMode="auto">
            <a:xfrm>
              <a:off x="10496281" y="2446461"/>
              <a:ext cx="637982" cy="488956"/>
            </a:xfrm>
            <a:custGeom>
              <a:avLst/>
              <a:gdLst>
                <a:gd name="T0" fmla="*/ 2264 w 2306"/>
                <a:gd name="T1" fmla="*/ 244 h 1766"/>
                <a:gd name="T2" fmla="*/ 2062 w 2306"/>
                <a:gd name="T3" fmla="*/ 41 h 1766"/>
                <a:gd name="T4" fmla="*/ 1961 w 2306"/>
                <a:gd name="T5" fmla="*/ 0 h 1766"/>
                <a:gd name="T6" fmla="*/ 1859 w 2306"/>
                <a:gd name="T7" fmla="*/ 41 h 1766"/>
                <a:gd name="T8" fmla="*/ 884 w 2306"/>
                <a:gd name="T9" fmla="*/ 1018 h 1766"/>
                <a:gd name="T10" fmla="*/ 447 w 2306"/>
                <a:gd name="T11" fmla="*/ 580 h 1766"/>
                <a:gd name="T12" fmla="*/ 345 w 2306"/>
                <a:gd name="T13" fmla="*/ 538 h 1766"/>
                <a:gd name="T14" fmla="*/ 244 w 2306"/>
                <a:gd name="T15" fmla="*/ 580 h 1766"/>
                <a:gd name="T16" fmla="*/ 42 w 2306"/>
                <a:gd name="T17" fmla="*/ 782 h 1766"/>
                <a:gd name="T18" fmla="*/ 0 w 2306"/>
                <a:gd name="T19" fmla="*/ 883 h 1766"/>
                <a:gd name="T20" fmla="*/ 42 w 2306"/>
                <a:gd name="T21" fmla="*/ 984 h 1766"/>
                <a:gd name="T22" fmla="*/ 580 w 2306"/>
                <a:gd name="T23" fmla="*/ 1522 h 1766"/>
                <a:gd name="T24" fmla="*/ 783 w 2306"/>
                <a:gd name="T25" fmla="*/ 1725 h 1766"/>
                <a:gd name="T26" fmla="*/ 884 w 2306"/>
                <a:gd name="T27" fmla="*/ 1766 h 1766"/>
                <a:gd name="T28" fmla="*/ 985 w 2306"/>
                <a:gd name="T29" fmla="*/ 1725 h 1766"/>
                <a:gd name="T30" fmla="*/ 1187 w 2306"/>
                <a:gd name="T31" fmla="*/ 1522 h 1766"/>
                <a:gd name="T32" fmla="*/ 2264 w 2306"/>
                <a:gd name="T33" fmla="*/ 446 h 1766"/>
                <a:gd name="T34" fmla="*/ 2306 w 2306"/>
                <a:gd name="T35" fmla="*/ 345 h 1766"/>
                <a:gd name="T36" fmla="*/ 2264 w 2306"/>
                <a:gd name="T37" fmla="*/ 244 h 17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306" h="1766">
                  <a:moveTo>
                    <a:pt x="2264" y="244"/>
                  </a:moveTo>
                  <a:cubicBezTo>
                    <a:pt x="2062" y="41"/>
                    <a:pt x="2062" y="41"/>
                    <a:pt x="2062" y="41"/>
                  </a:cubicBezTo>
                  <a:cubicBezTo>
                    <a:pt x="2034" y="14"/>
                    <a:pt x="2000" y="0"/>
                    <a:pt x="1961" y="0"/>
                  </a:cubicBezTo>
                  <a:cubicBezTo>
                    <a:pt x="1921" y="0"/>
                    <a:pt x="1887" y="14"/>
                    <a:pt x="1859" y="41"/>
                  </a:cubicBezTo>
                  <a:cubicBezTo>
                    <a:pt x="884" y="1018"/>
                    <a:pt x="884" y="1018"/>
                    <a:pt x="884" y="1018"/>
                  </a:cubicBezTo>
                  <a:cubicBezTo>
                    <a:pt x="447" y="580"/>
                    <a:pt x="447" y="580"/>
                    <a:pt x="447" y="580"/>
                  </a:cubicBezTo>
                  <a:cubicBezTo>
                    <a:pt x="419" y="552"/>
                    <a:pt x="385" y="538"/>
                    <a:pt x="345" y="538"/>
                  </a:cubicBezTo>
                  <a:cubicBezTo>
                    <a:pt x="306" y="538"/>
                    <a:pt x="272" y="552"/>
                    <a:pt x="244" y="580"/>
                  </a:cubicBezTo>
                  <a:cubicBezTo>
                    <a:pt x="42" y="782"/>
                    <a:pt x="42" y="782"/>
                    <a:pt x="42" y="782"/>
                  </a:cubicBezTo>
                  <a:cubicBezTo>
                    <a:pt x="14" y="810"/>
                    <a:pt x="0" y="843"/>
                    <a:pt x="0" y="883"/>
                  </a:cubicBezTo>
                  <a:cubicBezTo>
                    <a:pt x="0" y="923"/>
                    <a:pt x="14" y="956"/>
                    <a:pt x="42" y="984"/>
                  </a:cubicBezTo>
                  <a:cubicBezTo>
                    <a:pt x="580" y="1522"/>
                    <a:pt x="580" y="1522"/>
                    <a:pt x="580" y="1522"/>
                  </a:cubicBezTo>
                  <a:cubicBezTo>
                    <a:pt x="783" y="1725"/>
                    <a:pt x="783" y="1725"/>
                    <a:pt x="783" y="1725"/>
                  </a:cubicBezTo>
                  <a:cubicBezTo>
                    <a:pt x="810" y="1752"/>
                    <a:pt x="844" y="1766"/>
                    <a:pt x="884" y="1766"/>
                  </a:cubicBezTo>
                  <a:cubicBezTo>
                    <a:pt x="923" y="1766"/>
                    <a:pt x="957" y="1752"/>
                    <a:pt x="985" y="1725"/>
                  </a:cubicBezTo>
                  <a:cubicBezTo>
                    <a:pt x="1187" y="1522"/>
                    <a:pt x="1187" y="1522"/>
                    <a:pt x="1187" y="1522"/>
                  </a:cubicBezTo>
                  <a:cubicBezTo>
                    <a:pt x="2264" y="446"/>
                    <a:pt x="2264" y="446"/>
                    <a:pt x="2264" y="446"/>
                  </a:cubicBezTo>
                  <a:cubicBezTo>
                    <a:pt x="2292" y="418"/>
                    <a:pt x="2306" y="384"/>
                    <a:pt x="2306" y="345"/>
                  </a:cubicBezTo>
                  <a:cubicBezTo>
                    <a:pt x="2306" y="305"/>
                    <a:pt x="2292" y="271"/>
                    <a:pt x="2264" y="244"/>
                  </a:cubicBez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32688" rtl="0" eaLnBrk="1" fontAlgn="auto" latinLnBrk="0" hangingPunct="1">
                <a:lnSpc>
                  <a:spcPct val="100000"/>
                </a:lnSpc>
                <a:spcBef>
                  <a:spcPts val="0"/>
                </a:spcBef>
                <a:spcAft>
                  <a:spcPts val="0"/>
                </a:spcAft>
                <a:buClrTx/>
                <a:buSzTx/>
                <a:buFontTx/>
                <a:buNone/>
                <a:tabLst/>
                <a:defRPr/>
              </a:pPr>
              <a:endParaRPr kumimoji="0" lang="en-US" sz="1836" b="0" i="0" u="none" strike="noStrike" kern="1200" cap="none" spc="0" normalizeH="0" baseline="0" noProof="0">
                <a:ln>
                  <a:noFill/>
                </a:ln>
                <a:solidFill>
                  <a:srgbClr val="404040"/>
                </a:solidFill>
                <a:effectLst/>
                <a:uLnTx/>
                <a:uFillTx/>
                <a:latin typeface="Segoe UI"/>
                <a:ea typeface="+mn-ea"/>
                <a:cs typeface="+mn-cs"/>
              </a:endParaRPr>
            </a:p>
          </p:txBody>
        </p:sp>
      </p:grpSp>
      <p:grpSp>
        <p:nvGrpSpPr>
          <p:cNvPr id="145" name="Group 144"/>
          <p:cNvGrpSpPr/>
          <p:nvPr userDrawn="1"/>
        </p:nvGrpSpPr>
        <p:grpSpPr>
          <a:xfrm>
            <a:off x="10386456" y="5380898"/>
            <a:ext cx="1344382" cy="1062056"/>
            <a:chOff x="9972097" y="4402078"/>
            <a:chExt cx="1344382" cy="1062056"/>
          </a:xfrm>
        </p:grpSpPr>
        <p:grpSp>
          <p:nvGrpSpPr>
            <p:cNvPr id="146" name="Group 145"/>
            <p:cNvGrpSpPr/>
            <p:nvPr/>
          </p:nvGrpSpPr>
          <p:grpSpPr>
            <a:xfrm>
              <a:off x="9973234" y="4402078"/>
              <a:ext cx="1342109" cy="1062056"/>
              <a:chOff x="10031532" y="4402078"/>
              <a:chExt cx="1342109" cy="1062056"/>
            </a:xfrm>
          </p:grpSpPr>
          <p:sp>
            <p:nvSpPr>
              <p:cNvPr id="148" name="Rectangle 147"/>
              <p:cNvSpPr/>
              <p:nvPr/>
            </p:nvSpPr>
            <p:spPr bwMode="auto">
              <a:xfrm>
                <a:off x="10031532" y="4402078"/>
                <a:ext cx="757785" cy="1054200"/>
              </a:xfrm>
              <a:prstGeom prst="rect">
                <a:avLst/>
              </a:prstGeom>
              <a:solidFill>
                <a:srgbClr val="9FB808"/>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lIns="91440" tIns="91440" rIns="34294" bIns="34294" rtlCol="0" anchor="b" anchorCtr="0"/>
              <a:lstStyle/>
              <a:p>
                <a:pPr marL="0" marR="0" lvl="0" indent="0" algn="ctr" defTabSz="932406" rtl="0" eaLnBrk="1" fontAlgn="auto" latinLnBrk="0" hangingPunct="1">
                  <a:lnSpc>
                    <a:spcPct val="100000"/>
                  </a:lnSpc>
                  <a:spcBef>
                    <a:spcPts val="0"/>
                  </a:spcBef>
                  <a:spcAft>
                    <a:spcPts val="0"/>
                  </a:spcAft>
                  <a:buClrTx/>
                  <a:buSzTx/>
                  <a:buFontTx/>
                  <a:buNone/>
                  <a:tabLst/>
                  <a:defRPr/>
                </a:pPr>
                <a:endParaRPr kumimoji="0" lang="en-US" sz="800" b="0" i="0" u="none" strike="noStrike" kern="1200" cap="none" spc="0" normalizeH="0" baseline="0" noProof="0" dirty="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149" name="Rectangle 640"/>
              <p:cNvSpPr/>
              <p:nvPr/>
            </p:nvSpPr>
            <p:spPr>
              <a:xfrm>
                <a:off x="10042902" y="4411102"/>
                <a:ext cx="1321875" cy="1053032"/>
              </a:xfrm>
              <a:custGeom>
                <a:avLst/>
                <a:gdLst>
                  <a:gd name="connsiteX0" fmla="*/ 0 w 1339601"/>
                  <a:gd name="connsiteY0" fmla="*/ 0 h 922774"/>
                  <a:gd name="connsiteX1" fmla="*/ 1339601 w 1339601"/>
                  <a:gd name="connsiteY1" fmla="*/ 0 h 922774"/>
                  <a:gd name="connsiteX2" fmla="*/ 1339601 w 1339601"/>
                  <a:gd name="connsiteY2" fmla="*/ 922774 h 922774"/>
                  <a:gd name="connsiteX3" fmla="*/ 0 w 1339601"/>
                  <a:gd name="connsiteY3" fmla="*/ 922774 h 922774"/>
                  <a:gd name="connsiteX4" fmla="*/ 0 w 1339601"/>
                  <a:gd name="connsiteY4" fmla="*/ 0 h 922774"/>
                  <a:gd name="connsiteX0" fmla="*/ 542925 w 1339601"/>
                  <a:gd name="connsiteY0" fmla="*/ 0 h 922774"/>
                  <a:gd name="connsiteX1" fmla="*/ 1339601 w 1339601"/>
                  <a:gd name="connsiteY1" fmla="*/ 0 h 922774"/>
                  <a:gd name="connsiteX2" fmla="*/ 1339601 w 1339601"/>
                  <a:gd name="connsiteY2" fmla="*/ 922774 h 922774"/>
                  <a:gd name="connsiteX3" fmla="*/ 0 w 1339601"/>
                  <a:gd name="connsiteY3" fmla="*/ 922774 h 922774"/>
                  <a:gd name="connsiteX4" fmla="*/ 542925 w 1339601"/>
                  <a:gd name="connsiteY4" fmla="*/ 0 h 9227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39601" h="922774">
                    <a:moveTo>
                      <a:pt x="542925" y="0"/>
                    </a:moveTo>
                    <a:lnTo>
                      <a:pt x="1339601" y="0"/>
                    </a:lnTo>
                    <a:lnTo>
                      <a:pt x="1339601" y="922774"/>
                    </a:lnTo>
                    <a:lnTo>
                      <a:pt x="0" y="922774"/>
                    </a:lnTo>
                    <a:lnTo>
                      <a:pt x="542925" y="0"/>
                    </a:lnTo>
                    <a:close/>
                  </a:path>
                </a:pathLst>
              </a:custGeom>
              <a:solidFill>
                <a:srgbClr val="BBDA0A"/>
              </a:solidFill>
              <a:ln w="38100">
                <a:noFill/>
              </a:ln>
              <a:effectLst/>
            </p:spPr>
            <p:style>
              <a:lnRef idx="1">
                <a:schemeClr val="dk1"/>
              </a:lnRef>
              <a:fillRef idx="2">
                <a:schemeClr val="dk1"/>
              </a:fillRef>
              <a:effectRef idx="1">
                <a:schemeClr val="dk1"/>
              </a:effectRef>
              <a:fontRef idx="minor">
                <a:schemeClr val="dk1"/>
              </a:fontRef>
            </p:style>
            <p:txBody>
              <a:bodyPr lIns="93219" tIns="46610" rIns="93219" bIns="46610" rtlCol="0" anchor="ctr"/>
              <a:lstStyle/>
              <a:p>
                <a:pPr marL="0" marR="0" lvl="0" indent="0" algn="ctr" defTabSz="932468" rtl="0" eaLnBrk="1" fontAlgn="auto" latinLnBrk="0" hangingPunct="1">
                  <a:lnSpc>
                    <a:spcPct val="100000"/>
                  </a:lnSpc>
                  <a:spcBef>
                    <a:spcPts val="0"/>
                  </a:spcBef>
                  <a:spcAft>
                    <a:spcPts val="0"/>
                  </a:spcAft>
                  <a:buClrTx/>
                  <a:buSzTx/>
                  <a:buFontTx/>
                  <a:buNone/>
                  <a:tabLst/>
                  <a:defRPr/>
                </a:pPr>
                <a:endParaRPr kumimoji="0" lang="en-US" sz="1835" b="0" i="0" u="none" strike="noStrike" kern="1200" cap="none" spc="0" normalizeH="0" baseline="0" noProof="0">
                  <a:ln>
                    <a:noFill/>
                  </a:ln>
                  <a:solidFill>
                    <a:srgbClr val="000000"/>
                  </a:solidFill>
                  <a:effectLst/>
                  <a:uLnTx/>
                  <a:uFillTx/>
                  <a:latin typeface="Segoe UI"/>
                  <a:ea typeface="+mn-ea"/>
                  <a:cs typeface="+mn-cs"/>
                </a:endParaRPr>
              </a:p>
            </p:txBody>
          </p:sp>
          <p:sp>
            <p:nvSpPr>
              <p:cNvPr id="150" name="Rectangle 149"/>
              <p:cNvSpPr/>
              <p:nvPr/>
            </p:nvSpPr>
            <p:spPr>
              <a:xfrm>
                <a:off x="10034040" y="4403840"/>
                <a:ext cx="1339601" cy="142908"/>
              </a:xfrm>
              <a:prstGeom prst="rect">
                <a:avLst/>
              </a:prstGeom>
              <a:noFill/>
              <a:ln w="38100">
                <a:solidFill>
                  <a:srgbClr val="333333"/>
                </a:solidFill>
              </a:ln>
              <a:effectLst/>
            </p:spPr>
            <p:style>
              <a:lnRef idx="1">
                <a:schemeClr val="dk1"/>
              </a:lnRef>
              <a:fillRef idx="2">
                <a:schemeClr val="dk1"/>
              </a:fillRef>
              <a:effectRef idx="1">
                <a:schemeClr val="dk1"/>
              </a:effectRef>
              <a:fontRef idx="minor">
                <a:schemeClr val="dk1"/>
              </a:fontRef>
            </p:style>
            <p:txBody>
              <a:bodyPr lIns="93219" tIns="46610" rIns="93219" bIns="46610" rtlCol="0" anchor="ctr"/>
              <a:lstStyle/>
              <a:p>
                <a:pPr marL="0" marR="0" lvl="0" indent="0" algn="ctr" defTabSz="932468" rtl="0" eaLnBrk="1" fontAlgn="auto" latinLnBrk="0" hangingPunct="1">
                  <a:lnSpc>
                    <a:spcPct val="100000"/>
                  </a:lnSpc>
                  <a:spcBef>
                    <a:spcPts val="0"/>
                  </a:spcBef>
                  <a:spcAft>
                    <a:spcPts val="0"/>
                  </a:spcAft>
                  <a:buClrTx/>
                  <a:buSzTx/>
                  <a:buFontTx/>
                  <a:buNone/>
                  <a:tabLst/>
                  <a:defRPr/>
                </a:pPr>
                <a:endParaRPr kumimoji="0" lang="en-US" sz="1835" b="0" i="0" u="none" strike="noStrike" kern="1200" cap="none" spc="0" normalizeH="0" baseline="0" noProof="0">
                  <a:ln>
                    <a:noFill/>
                  </a:ln>
                  <a:solidFill>
                    <a:srgbClr val="000000"/>
                  </a:solidFill>
                  <a:effectLst/>
                  <a:uLnTx/>
                  <a:uFillTx/>
                  <a:latin typeface="Segoe UI"/>
                  <a:ea typeface="+mn-ea"/>
                  <a:cs typeface="+mn-cs"/>
                </a:endParaRPr>
              </a:p>
            </p:txBody>
          </p:sp>
          <p:sp>
            <p:nvSpPr>
              <p:cNvPr id="151" name="Rectangle 150"/>
              <p:cNvSpPr/>
              <p:nvPr/>
            </p:nvSpPr>
            <p:spPr>
              <a:xfrm>
                <a:off x="10034040" y="4533504"/>
                <a:ext cx="1339601" cy="922774"/>
              </a:xfrm>
              <a:prstGeom prst="rect">
                <a:avLst/>
              </a:prstGeom>
              <a:noFill/>
              <a:ln w="38100">
                <a:solidFill>
                  <a:srgbClr val="333333"/>
                </a:solidFill>
              </a:ln>
              <a:effectLst/>
            </p:spPr>
            <p:style>
              <a:lnRef idx="1">
                <a:schemeClr val="dk1"/>
              </a:lnRef>
              <a:fillRef idx="2">
                <a:schemeClr val="dk1"/>
              </a:fillRef>
              <a:effectRef idx="1">
                <a:schemeClr val="dk1"/>
              </a:effectRef>
              <a:fontRef idx="minor">
                <a:schemeClr val="dk1"/>
              </a:fontRef>
            </p:style>
            <p:txBody>
              <a:bodyPr lIns="93219" tIns="46610" rIns="93219" bIns="46610" rtlCol="0" anchor="ctr"/>
              <a:lstStyle/>
              <a:p>
                <a:pPr marL="0" marR="0" lvl="0" indent="0" algn="ctr" defTabSz="932468" rtl="0" eaLnBrk="1" fontAlgn="auto" latinLnBrk="0" hangingPunct="1">
                  <a:lnSpc>
                    <a:spcPct val="100000"/>
                  </a:lnSpc>
                  <a:spcBef>
                    <a:spcPts val="0"/>
                  </a:spcBef>
                  <a:spcAft>
                    <a:spcPts val="0"/>
                  </a:spcAft>
                  <a:buClrTx/>
                  <a:buSzTx/>
                  <a:buFontTx/>
                  <a:buNone/>
                  <a:tabLst/>
                  <a:defRPr/>
                </a:pPr>
                <a:endParaRPr kumimoji="0" lang="en-US" sz="1835" b="0" i="0" u="none" strike="noStrike" kern="1200" cap="none" spc="0" normalizeH="0" baseline="0" noProof="0">
                  <a:ln>
                    <a:noFill/>
                  </a:ln>
                  <a:solidFill>
                    <a:srgbClr val="000000"/>
                  </a:solidFill>
                  <a:effectLst/>
                  <a:uLnTx/>
                  <a:uFillTx/>
                  <a:latin typeface="Segoe UI"/>
                  <a:ea typeface="+mn-ea"/>
                  <a:cs typeface="+mn-cs"/>
                </a:endParaRPr>
              </a:p>
            </p:txBody>
          </p:sp>
        </p:grpSp>
        <p:sp>
          <p:nvSpPr>
            <p:cNvPr id="147" name="TextBox 146"/>
            <p:cNvSpPr txBox="1"/>
            <p:nvPr/>
          </p:nvSpPr>
          <p:spPr>
            <a:xfrm>
              <a:off x="9972097" y="4577624"/>
              <a:ext cx="1344382" cy="859622"/>
            </a:xfrm>
            <a:prstGeom prst="rect">
              <a:avLst/>
            </a:prstGeom>
            <a:noFill/>
          </p:spPr>
          <p:txBody>
            <a:bodyPr wrap="square" lIns="182880" tIns="146304" rIns="182880" bIns="146304" rtlCol="0" anchor="ctr" anchorCtr="0">
              <a:noAutofit/>
            </a:bodyPr>
            <a:lstStyle/>
            <a:p>
              <a:pPr marL="0" marR="0" lvl="0" indent="0" algn="ctr" defTabSz="932688" rtl="0" eaLnBrk="1" fontAlgn="auto" latinLnBrk="0" hangingPunct="1">
                <a:lnSpc>
                  <a:spcPct val="90000"/>
                </a:lnSpc>
                <a:spcBef>
                  <a:spcPts val="0"/>
                </a:spcBef>
                <a:spcAft>
                  <a:spcPts val="600"/>
                </a:spcAft>
                <a:buClrTx/>
                <a:buSzTx/>
                <a:buFontTx/>
                <a:buNone/>
                <a:tabLst/>
                <a:defRPr/>
              </a:pPr>
              <a:r>
                <a:rPr kumimoji="0" lang="en-US" sz="3000" b="0" i="0" u="none" strike="noStrike" kern="1200" cap="none" spc="0" normalizeH="0" baseline="0" noProof="0" dirty="0">
                  <a:ln>
                    <a:noFill/>
                  </a:ln>
                  <a:gradFill>
                    <a:gsLst>
                      <a:gs pos="2917">
                        <a:srgbClr val="404040"/>
                      </a:gs>
                      <a:gs pos="30000">
                        <a:srgbClr val="404040"/>
                      </a:gs>
                    </a:gsLst>
                    <a:lin ang="5400000" scaled="0"/>
                  </a:gradFill>
                  <a:effectLst/>
                  <a:uLnTx/>
                  <a:uFillTx/>
                  <a:latin typeface="Segoe UI Light"/>
                  <a:ea typeface="+mn-ea"/>
                  <a:cs typeface="+mn-cs"/>
                </a:rPr>
                <a:t>HTML</a:t>
              </a:r>
            </a:p>
          </p:txBody>
        </p:sp>
      </p:grpSp>
      <p:grpSp>
        <p:nvGrpSpPr>
          <p:cNvPr id="152" name="Group 151"/>
          <p:cNvGrpSpPr/>
          <p:nvPr userDrawn="1"/>
        </p:nvGrpSpPr>
        <p:grpSpPr>
          <a:xfrm>
            <a:off x="7057359" y="5128940"/>
            <a:ext cx="899570" cy="1314014"/>
            <a:chOff x="6803259" y="4273052"/>
            <a:chExt cx="899570" cy="1314014"/>
          </a:xfrm>
        </p:grpSpPr>
        <p:sp>
          <p:nvSpPr>
            <p:cNvPr id="153" name="Rounded Rectangle 152"/>
            <p:cNvSpPr/>
            <p:nvPr/>
          </p:nvSpPr>
          <p:spPr bwMode="auto">
            <a:xfrm rot="5400000">
              <a:off x="6596037" y="4480274"/>
              <a:ext cx="1314014" cy="899570"/>
            </a:xfrm>
            <a:prstGeom prst="roundRect">
              <a:avLst>
                <a:gd name="adj" fmla="val 5986"/>
              </a:avLst>
            </a:prstGeom>
            <a:solidFill>
              <a:srgbClr val="333333"/>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lIns="91440" tIns="91440" rIns="34294" bIns="34294" rtlCol="0" anchor="b" anchorCtr="0"/>
            <a:lstStyle/>
            <a:p>
              <a:pPr marL="0" marR="0" lvl="0" indent="0" algn="ctr" defTabSz="932406" rtl="0" eaLnBrk="1" fontAlgn="auto" latinLnBrk="0" hangingPunct="1">
                <a:lnSpc>
                  <a:spcPct val="100000"/>
                </a:lnSpc>
                <a:spcBef>
                  <a:spcPts val="0"/>
                </a:spcBef>
                <a:spcAft>
                  <a:spcPts val="0"/>
                </a:spcAft>
                <a:buClrTx/>
                <a:buSzTx/>
                <a:buFontTx/>
                <a:buNone/>
                <a:tabLst/>
                <a:defRPr/>
              </a:pPr>
              <a:endParaRPr kumimoji="0" lang="en-US" sz="800" b="0" i="0" u="none" strike="noStrike" kern="1200" cap="none" spc="0" normalizeH="0" baseline="0" noProof="0" dirty="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154" name="Rounded Rectangle 153"/>
            <p:cNvSpPr/>
            <p:nvPr/>
          </p:nvSpPr>
          <p:spPr bwMode="auto">
            <a:xfrm rot="5400000">
              <a:off x="6687357" y="4516455"/>
              <a:ext cx="1131374" cy="788547"/>
            </a:xfrm>
            <a:prstGeom prst="roundRect">
              <a:avLst>
                <a:gd name="adj" fmla="val 3643"/>
              </a:avLst>
            </a:prstGeom>
            <a:solidFill>
              <a:srgbClr val="B4009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lIns="91440" tIns="91440" rIns="34294" bIns="34294" rtlCol="0" anchor="b" anchorCtr="0"/>
            <a:lstStyle/>
            <a:p>
              <a:pPr marL="0" marR="0" lvl="0" indent="0" algn="ctr" defTabSz="932406" rtl="0" eaLnBrk="1" fontAlgn="auto" latinLnBrk="0" hangingPunct="1">
                <a:lnSpc>
                  <a:spcPct val="100000"/>
                </a:lnSpc>
                <a:spcBef>
                  <a:spcPts val="0"/>
                </a:spcBef>
                <a:spcAft>
                  <a:spcPts val="0"/>
                </a:spcAft>
                <a:buClrTx/>
                <a:buSzTx/>
                <a:buFontTx/>
                <a:buNone/>
                <a:tabLst/>
                <a:defRPr/>
              </a:pPr>
              <a:endParaRPr kumimoji="0" lang="en-US" sz="800" b="0" i="0" u="none" strike="noStrike" kern="1200" cap="none" spc="0" normalizeH="0" baseline="0" noProof="0" dirty="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155" name="Oval 154"/>
            <p:cNvSpPr/>
            <p:nvPr/>
          </p:nvSpPr>
          <p:spPr bwMode="auto">
            <a:xfrm rot="5400000">
              <a:off x="7226436" y="5497479"/>
              <a:ext cx="53216" cy="53216"/>
            </a:xfrm>
            <a:prstGeom prst="ellipse">
              <a:avLst/>
            </a:prstGeom>
            <a:solidFill>
              <a:schemeClr val="tx1">
                <a:lumMod val="5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lIns="91440" tIns="91440" rIns="34294" bIns="34294" rtlCol="0" anchor="b" anchorCtr="0"/>
            <a:lstStyle/>
            <a:p>
              <a:pPr marL="0" marR="0" lvl="0" indent="0" algn="ctr" defTabSz="932406" rtl="0" eaLnBrk="1" fontAlgn="auto" latinLnBrk="0" hangingPunct="1">
                <a:lnSpc>
                  <a:spcPct val="100000"/>
                </a:lnSpc>
                <a:spcBef>
                  <a:spcPts val="0"/>
                </a:spcBef>
                <a:spcAft>
                  <a:spcPts val="0"/>
                </a:spcAft>
                <a:buClrTx/>
                <a:buSzTx/>
                <a:buFontTx/>
                <a:buNone/>
                <a:tabLst/>
                <a:defRPr/>
              </a:pPr>
              <a:endParaRPr kumimoji="0" lang="en-US" sz="800" b="0" i="0" u="none" strike="noStrike" kern="1200" cap="none" spc="0" normalizeH="0" baseline="0" noProof="0" dirty="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156" name="Rounded Rectangle 639"/>
            <p:cNvSpPr/>
            <p:nvPr/>
          </p:nvSpPr>
          <p:spPr bwMode="auto">
            <a:xfrm rot="5400000">
              <a:off x="6687357" y="4516455"/>
              <a:ext cx="1131374" cy="788547"/>
            </a:xfrm>
            <a:custGeom>
              <a:avLst/>
              <a:gdLst>
                <a:gd name="connsiteX0" fmla="*/ 0 w 1131374"/>
                <a:gd name="connsiteY0" fmla="*/ 28727 h 788547"/>
                <a:gd name="connsiteX1" fmla="*/ 28727 w 1131374"/>
                <a:gd name="connsiteY1" fmla="*/ 0 h 788547"/>
                <a:gd name="connsiteX2" fmla="*/ 1102647 w 1131374"/>
                <a:gd name="connsiteY2" fmla="*/ 0 h 788547"/>
                <a:gd name="connsiteX3" fmla="*/ 1131374 w 1131374"/>
                <a:gd name="connsiteY3" fmla="*/ 28727 h 788547"/>
                <a:gd name="connsiteX4" fmla="*/ 1131374 w 1131374"/>
                <a:gd name="connsiteY4" fmla="*/ 759820 h 788547"/>
                <a:gd name="connsiteX5" fmla="*/ 1102647 w 1131374"/>
                <a:gd name="connsiteY5" fmla="*/ 788547 h 788547"/>
                <a:gd name="connsiteX6" fmla="*/ 28727 w 1131374"/>
                <a:gd name="connsiteY6" fmla="*/ 788547 h 788547"/>
                <a:gd name="connsiteX7" fmla="*/ 0 w 1131374"/>
                <a:gd name="connsiteY7" fmla="*/ 759820 h 788547"/>
                <a:gd name="connsiteX8" fmla="*/ 0 w 1131374"/>
                <a:gd name="connsiteY8" fmla="*/ 28727 h 788547"/>
                <a:gd name="connsiteX0" fmla="*/ 61126 w 1192500"/>
                <a:gd name="connsiteY0" fmla="*/ 28727 h 788547"/>
                <a:gd name="connsiteX1" fmla="*/ 89853 w 1192500"/>
                <a:gd name="connsiteY1" fmla="*/ 0 h 788547"/>
                <a:gd name="connsiteX2" fmla="*/ 1163773 w 1192500"/>
                <a:gd name="connsiteY2" fmla="*/ 0 h 788547"/>
                <a:gd name="connsiteX3" fmla="*/ 1192500 w 1192500"/>
                <a:gd name="connsiteY3" fmla="*/ 28727 h 788547"/>
                <a:gd name="connsiteX4" fmla="*/ 1192500 w 1192500"/>
                <a:gd name="connsiteY4" fmla="*/ 759820 h 788547"/>
                <a:gd name="connsiteX5" fmla="*/ 1163773 w 1192500"/>
                <a:gd name="connsiteY5" fmla="*/ 788547 h 788547"/>
                <a:gd name="connsiteX6" fmla="*/ 89853 w 1192500"/>
                <a:gd name="connsiteY6" fmla="*/ 788547 h 788547"/>
                <a:gd name="connsiteX7" fmla="*/ 61126 w 1192500"/>
                <a:gd name="connsiteY7" fmla="*/ 28727 h 788547"/>
                <a:gd name="connsiteX0" fmla="*/ 0 w 1131374"/>
                <a:gd name="connsiteY0" fmla="*/ 28727 h 788547"/>
                <a:gd name="connsiteX1" fmla="*/ 28727 w 1131374"/>
                <a:gd name="connsiteY1" fmla="*/ 0 h 788547"/>
                <a:gd name="connsiteX2" fmla="*/ 1102647 w 1131374"/>
                <a:gd name="connsiteY2" fmla="*/ 0 h 788547"/>
                <a:gd name="connsiteX3" fmla="*/ 1131374 w 1131374"/>
                <a:gd name="connsiteY3" fmla="*/ 28727 h 788547"/>
                <a:gd name="connsiteX4" fmla="*/ 1131374 w 1131374"/>
                <a:gd name="connsiteY4" fmla="*/ 759820 h 788547"/>
                <a:gd name="connsiteX5" fmla="*/ 1102647 w 1131374"/>
                <a:gd name="connsiteY5" fmla="*/ 788547 h 788547"/>
                <a:gd name="connsiteX6" fmla="*/ 0 w 1131374"/>
                <a:gd name="connsiteY6" fmla="*/ 28727 h 7885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31374" h="788547">
                  <a:moveTo>
                    <a:pt x="0" y="28727"/>
                  </a:moveTo>
                  <a:cubicBezTo>
                    <a:pt x="0" y="12862"/>
                    <a:pt x="12862" y="0"/>
                    <a:pt x="28727" y="0"/>
                  </a:cubicBezTo>
                  <a:lnTo>
                    <a:pt x="1102647" y="0"/>
                  </a:lnTo>
                  <a:cubicBezTo>
                    <a:pt x="1118512" y="0"/>
                    <a:pt x="1131374" y="12862"/>
                    <a:pt x="1131374" y="28727"/>
                  </a:cubicBezTo>
                  <a:lnTo>
                    <a:pt x="1131374" y="759820"/>
                  </a:lnTo>
                  <a:cubicBezTo>
                    <a:pt x="1131374" y="775685"/>
                    <a:pt x="1118512" y="788547"/>
                    <a:pt x="1102647" y="788547"/>
                  </a:cubicBezTo>
                  <a:lnTo>
                    <a:pt x="0" y="28727"/>
                  </a:lnTo>
                  <a:close/>
                </a:path>
              </a:pathLst>
            </a:custGeom>
            <a:solidFill>
              <a:srgbClr val="7E006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lIns="91440" tIns="91440" rIns="34294" bIns="34294" rtlCol="0" anchor="b" anchorCtr="0"/>
            <a:lstStyle/>
            <a:p>
              <a:pPr marL="0" marR="0" lvl="0" indent="0" algn="ctr" defTabSz="932406" rtl="0" eaLnBrk="1" fontAlgn="auto" latinLnBrk="0" hangingPunct="1">
                <a:lnSpc>
                  <a:spcPct val="100000"/>
                </a:lnSpc>
                <a:spcBef>
                  <a:spcPts val="0"/>
                </a:spcBef>
                <a:spcAft>
                  <a:spcPts val="0"/>
                </a:spcAft>
                <a:buClrTx/>
                <a:buSzTx/>
                <a:buFontTx/>
                <a:buNone/>
                <a:tabLst/>
                <a:defRPr/>
              </a:pPr>
              <a:endParaRPr kumimoji="0" lang="en-US" sz="800" b="0" i="0" u="none" strike="noStrike" kern="1200" cap="none" spc="0" normalizeH="0" baseline="0" noProof="0" dirty="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grpSp>
      <p:sp>
        <p:nvSpPr>
          <p:cNvPr id="157" name="AutoShape 165"/>
          <p:cNvSpPr>
            <a:spLocks noChangeAspect="1" noChangeArrowheads="1" noTextEdit="1"/>
          </p:cNvSpPr>
          <p:nvPr userDrawn="1"/>
        </p:nvSpPr>
        <p:spPr bwMode="auto">
          <a:xfrm>
            <a:off x="8536089" y="3902532"/>
            <a:ext cx="1057275" cy="820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32688" rtl="0" eaLnBrk="1" fontAlgn="auto" latinLnBrk="0" hangingPunct="1">
              <a:lnSpc>
                <a:spcPct val="100000"/>
              </a:lnSpc>
              <a:spcBef>
                <a:spcPts val="0"/>
              </a:spcBef>
              <a:spcAft>
                <a:spcPts val="0"/>
              </a:spcAft>
              <a:buClrTx/>
              <a:buSzTx/>
              <a:buFontTx/>
              <a:buNone/>
              <a:tabLst/>
              <a:defRPr/>
            </a:pPr>
            <a:endParaRPr kumimoji="0" lang="en-US" sz="1836" b="0" i="0" u="none" strike="noStrike" kern="1200" cap="none" spc="0" normalizeH="0" baseline="0" noProof="0">
              <a:ln>
                <a:noFill/>
              </a:ln>
              <a:solidFill>
                <a:srgbClr val="404040"/>
              </a:solidFill>
              <a:effectLst/>
              <a:uLnTx/>
              <a:uFillTx/>
              <a:latin typeface="Segoe UI"/>
              <a:ea typeface="+mn-ea"/>
              <a:cs typeface="+mn-cs"/>
            </a:endParaRPr>
          </a:p>
        </p:txBody>
      </p:sp>
      <p:grpSp>
        <p:nvGrpSpPr>
          <p:cNvPr id="158" name="Group 157"/>
          <p:cNvGrpSpPr/>
          <p:nvPr userDrawn="1"/>
        </p:nvGrpSpPr>
        <p:grpSpPr>
          <a:xfrm>
            <a:off x="8537163" y="3947827"/>
            <a:ext cx="875225" cy="709078"/>
            <a:chOff x="8283062" y="3056784"/>
            <a:chExt cx="875225" cy="709078"/>
          </a:xfrm>
        </p:grpSpPr>
        <p:sp>
          <p:nvSpPr>
            <p:cNvPr id="159" name="Freeform 167"/>
            <p:cNvSpPr>
              <a:spLocks/>
            </p:cNvSpPr>
            <p:nvPr/>
          </p:nvSpPr>
          <p:spPr bwMode="auto">
            <a:xfrm>
              <a:off x="8408194" y="3421856"/>
              <a:ext cx="750093" cy="344006"/>
            </a:xfrm>
            <a:custGeom>
              <a:avLst/>
              <a:gdLst>
                <a:gd name="T0" fmla="*/ 243 w 243"/>
                <a:gd name="T1" fmla="*/ 122 h 122"/>
                <a:gd name="T2" fmla="*/ 195 w 243"/>
                <a:gd name="T3" fmla="*/ 66 h 122"/>
                <a:gd name="T4" fmla="*/ 103 w 243"/>
                <a:gd name="T5" fmla="*/ 58 h 122"/>
                <a:gd name="T6" fmla="*/ 10 w 243"/>
                <a:gd name="T7" fmla="*/ 33 h 122"/>
                <a:gd name="T8" fmla="*/ 2 w 243"/>
                <a:gd name="T9" fmla="*/ 0 h 122"/>
              </a:gdLst>
              <a:ahLst/>
              <a:cxnLst>
                <a:cxn ang="0">
                  <a:pos x="T0" y="T1"/>
                </a:cxn>
                <a:cxn ang="0">
                  <a:pos x="T2" y="T3"/>
                </a:cxn>
                <a:cxn ang="0">
                  <a:pos x="T4" y="T5"/>
                </a:cxn>
                <a:cxn ang="0">
                  <a:pos x="T6" y="T7"/>
                </a:cxn>
                <a:cxn ang="0">
                  <a:pos x="T8" y="T9"/>
                </a:cxn>
              </a:cxnLst>
              <a:rect l="0" t="0" r="r" b="b"/>
              <a:pathLst>
                <a:path w="243" h="122">
                  <a:moveTo>
                    <a:pt x="243" y="122"/>
                  </a:moveTo>
                  <a:cubicBezTo>
                    <a:pt x="238" y="101"/>
                    <a:pt x="224" y="79"/>
                    <a:pt x="195" y="66"/>
                  </a:cubicBezTo>
                  <a:cubicBezTo>
                    <a:pt x="167" y="54"/>
                    <a:pt x="135" y="55"/>
                    <a:pt x="103" y="58"/>
                  </a:cubicBezTo>
                  <a:cubicBezTo>
                    <a:pt x="65" y="62"/>
                    <a:pt x="27" y="56"/>
                    <a:pt x="10" y="33"/>
                  </a:cubicBezTo>
                  <a:cubicBezTo>
                    <a:pt x="3" y="23"/>
                    <a:pt x="0" y="11"/>
                    <a:pt x="2" y="0"/>
                  </a:cubicBezTo>
                </a:path>
              </a:pathLst>
            </a:custGeom>
            <a:noFill/>
            <a:ln w="38100" cap="flat">
              <a:solidFill>
                <a:srgbClr val="333333"/>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32688" rtl="0" eaLnBrk="1" fontAlgn="auto" latinLnBrk="0" hangingPunct="1">
                <a:lnSpc>
                  <a:spcPct val="100000"/>
                </a:lnSpc>
                <a:spcBef>
                  <a:spcPts val="0"/>
                </a:spcBef>
                <a:spcAft>
                  <a:spcPts val="0"/>
                </a:spcAft>
                <a:buClrTx/>
                <a:buSzTx/>
                <a:buFontTx/>
                <a:buNone/>
                <a:tabLst/>
                <a:defRPr/>
              </a:pPr>
              <a:endParaRPr kumimoji="0" lang="en-US" sz="1836" b="0" i="0" u="none" strike="noStrike" kern="1200" cap="none" spc="0" normalizeH="0" baseline="0" noProof="0">
                <a:ln>
                  <a:noFill/>
                </a:ln>
                <a:solidFill>
                  <a:srgbClr val="404040"/>
                </a:solidFill>
                <a:effectLst/>
                <a:uLnTx/>
                <a:uFillTx/>
                <a:latin typeface="Segoe UI"/>
                <a:ea typeface="+mn-ea"/>
                <a:cs typeface="+mn-cs"/>
              </a:endParaRPr>
            </a:p>
          </p:txBody>
        </p:sp>
        <p:sp>
          <p:nvSpPr>
            <p:cNvPr id="160" name="Freeform 168"/>
            <p:cNvSpPr>
              <a:spLocks/>
            </p:cNvSpPr>
            <p:nvPr/>
          </p:nvSpPr>
          <p:spPr bwMode="auto">
            <a:xfrm>
              <a:off x="8283062" y="3056784"/>
              <a:ext cx="254000" cy="398462"/>
            </a:xfrm>
            <a:custGeom>
              <a:avLst/>
              <a:gdLst>
                <a:gd name="T0" fmla="*/ 20 w 67"/>
                <a:gd name="T1" fmla="*/ 0 h 105"/>
                <a:gd name="T2" fmla="*/ 20 w 67"/>
                <a:gd name="T3" fmla="*/ 16 h 105"/>
                <a:gd name="T4" fmla="*/ 47 w 67"/>
                <a:gd name="T5" fmla="*/ 16 h 105"/>
                <a:gd name="T6" fmla="*/ 47 w 67"/>
                <a:gd name="T7" fmla="*/ 0 h 105"/>
                <a:gd name="T8" fmla="*/ 53 w 67"/>
                <a:gd name="T9" fmla="*/ 0 h 105"/>
                <a:gd name="T10" fmla="*/ 53 w 67"/>
                <a:gd name="T11" fmla="*/ 16 h 105"/>
                <a:gd name="T12" fmla="*/ 67 w 67"/>
                <a:gd name="T13" fmla="*/ 16 h 105"/>
                <a:gd name="T14" fmla="*/ 67 w 67"/>
                <a:gd name="T15" fmla="*/ 56 h 105"/>
                <a:gd name="T16" fmla="*/ 44 w 67"/>
                <a:gd name="T17" fmla="*/ 84 h 105"/>
                <a:gd name="T18" fmla="*/ 44 w 67"/>
                <a:gd name="T19" fmla="*/ 105 h 105"/>
                <a:gd name="T20" fmla="*/ 24 w 67"/>
                <a:gd name="T21" fmla="*/ 105 h 105"/>
                <a:gd name="T22" fmla="*/ 24 w 67"/>
                <a:gd name="T23" fmla="*/ 84 h 105"/>
                <a:gd name="T24" fmla="*/ 0 w 67"/>
                <a:gd name="T25" fmla="*/ 56 h 105"/>
                <a:gd name="T26" fmla="*/ 0 w 67"/>
                <a:gd name="T27" fmla="*/ 16 h 105"/>
                <a:gd name="T28" fmla="*/ 14 w 67"/>
                <a:gd name="T29" fmla="*/ 16 h 105"/>
                <a:gd name="T30" fmla="*/ 14 w 67"/>
                <a:gd name="T31" fmla="*/ 0 h 105"/>
                <a:gd name="T32" fmla="*/ 20 w 67"/>
                <a:gd name="T33" fmla="*/ 0 h 1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67" h="105">
                  <a:moveTo>
                    <a:pt x="20" y="0"/>
                  </a:moveTo>
                  <a:cubicBezTo>
                    <a:pt x="20" y="16"/>
                    <a:pt x="20" y="16"/>
                    <a:pt x="20" y="16"/>
                  </a:cubicBezTo>
                  <a:cubicBezTo>
                    <a:pt x="20" y="16"/>
                    <a:pt x="20" y="16"/>
                    <a:pt x="47" y="16"/>
                  </a:cubicBezTo>
                  <a:cubicBezTo>
                    <a:pt x="47" y="0"/>
                    <a:pt x="47" y="0"/>
                    <a:pt x="47" y="0"/>
                  </a:cubicBezTo>
                  <a:cubicBezTo>
                    <a:pt x="53" y="0"/>
                    <a:pt x="53" y="0"/>
                    <a:pt x="53" y="0"/>
                  </a:cubicBezTo>
                  <a:cubicBezTo>
                    <a:pt x="53" y="4"/>
                    <a:pt x="53" y="9"/>
                    <a:pt x="53" y="16"/>
                  </a:cubicBezTo>
                  <a:cubicBezTo>
                    <a:pt x="53" y="16"/>
                    <a:pt x="53" y="16"/>
                    <a:pt x="67" y="16"/>
                  </a:cubicBezTo>
                  <a:cubicBezTo>
                    <a:pt x="67" y="16"/>
                    <a:pt x="67" y="16"/>
                    <a:pt x="67" y="56"/>
                  </a:cubicBezTo>
                  <a:cubicBezTo>
                    <a:pt x="67" y="65"/>
                    <a:pt x="57" y="79"/>
                    <a:pt x="44" y="84"/>
                  </a:cubicBezTo>
                  <a:cubicBezTo>
                    <a:pt x="44" y="84"/>
                    <a:pt x="44" y="84"/>
                    <a:pt x="44" y="105"/>
                  </a:cubicBezTo>
                  <a:cubicBezTo>
                    <a:pt x="24" y="105"/>
                    <a:pt x="24" y="105"/>
                    <a:pt x="24" y="105"/>
                  </a:cubicBezTo>
                  <a:cubicBezTo>
                    <a:pt x="24" y="105"/>
                    <a:pt x="24" y="105"/>
                    <a:pt x="24" y="84"/>
                  </a:cubicBezTo>
                  <a:cubicBezTo>
                    <a:pt x="10" y="79"/>
                    <a:pt x="0" y="65"/>
                    <a:pt x="0" y="56"/>
                  </a:cubicBezTo>
                  <a:cubicBezTo>
                    <a:pt x="0" y="56"/>
                    <a:pt x="0" y="56"/>
                    <a:pt x="0" y="16"/>
                  </a:cubicBezTo>
                  <a:cubicBezTo>
                    <a:pt x="0" y="16"/>
                    <a:pt x="0" y="16"/>
                    <a:pt x="14" y="16"/>
                  </a:cubicBezTo>
                  <a:cubicBezTo>
                    <a:pt x="14" y="16"/>
                    <a:pt x="14" y="16"/>
                    <a:pt x="14" y="0"/>
                  </a:cubicBezTo>
                  <a:lnTo>
                    <a:pt x="20" y="0"/>
                  </a:lnTo>
                  <a:close/>
                </a:path>
              </a:pathLst>
            </a:custGeom>
            <a:solidFill>
              <a:srgbClr val="333333"/>
            </a:solidFill>
            <a:ln>
              <a:noFill/>
            </a:ln>
          </p:spPr>
          <p:txBody>
            <a:bodyPr vert="horz" wrap="square" lIns="91440" tIns="45720" rIns="91440" bIns="45720" numCol="1" anchor="t" anchorCtr="0" compatLnSpc="1">
              <a:prstTxWarp prst="textNoShape">
                <a:avLst/>
              </a:prstTxWarp>
            </a:bodyPr>
            <a:lstStyle/>
            <a:p>
              <a:pPr marL="0" marR="0" lvl="0" indent="0" algn="l" defTabSz="932688" rtl="0" eaLnBrk="1" fontAlgn="auto" latinLnBrk="0" hangingPunct="1">
                <a:lnSpc>
                  <a:spcPct val="100000"/>
                </a:lnSpc>
                <a:spcBef>
                  <a:spcPts val="0"/>
                </a:spcBef>
                <a:spcAft>
                  <a:spcPts val="0"/>
                </a:spcAft>
                <a:buClrTx/>
                <a:buSzTx/>
                <a:buFontTx/>
                <a:buNone/>
                <a:tabLst/>
                <a:defRPr/>
              </a:pPr>
              <a:endParaRPr kumimoji="0" lang="en-US" sz="1836" b="0" i="0" u="none" strike="noStrike" kern="1200" cap="none" spc="0" normalizeH="0" baseline="0" noProof="0">
                <a:ln>
                  <a:noFill/>
                </a:ln>
                <a:solidFill>
                  <a:srgbClr val="404040"/>
                </a:solidFill>
                <a:effectLst/>
                <a:uLnTx/>
                <a:uFillTx/>
                <a:latin typeface="Segoe UI"/>
                <a:ea typeface="+mn-ea"/>
                <a:cs typeface="+mn-cs"/>
              </a:endParaRPr>
            </a:p>
          </p:txBody>
        </p:sp>
      </p:grpSp>
      <p:grpSp>
        <p:nvGrpSpPr>
          <p:cNvPr id="161" name="Group 160"/>
          <p:cNvGrpSpPr/>
          <p:nvPr userDrawn="1"/>
        </p:nvGrpSpPr>
        <p:grpSpPr>
          <a:xfrm>
            <a:off x="9412385" y="3947827"/>
            <a:ext cx="606272" cy="715942"/>
            <a:chOff x="9158285" y="3056784"/>
            <a:chExt cx="606272" cy="715942"/>
          </a:xfrm>
        </p:grpSpPr>
        <p:sp>
          <p:nvSpPr>
            <p:cNvPr id="162" name="Freeform 168"/>
            <p:cNvSpPr>
              <a:spLocks/>
            </p:cNvSpPr>
            <p:nvPr/>
          </p:nvSpPr>
          <p:spPr bwMode="auto">
            <a:xfrm>
              <a:off x="9510557" y="3056784"/>
              <a:ext cx="254000" cy="398462"/>
            </a:xfrm>
            <a:custGeom>
              <a:avLst/>
              <a:gdLst>
                <a:gd name="T0" fmla="*/ 20 w 67"/>
                <a:gd name="T1" fmla="*/ 0 h 105"/>
                <a:gd name="T2" fmla="*/ 20 w 67"/>
                <a:gd name="T3" fmla="*/ 16 h 105"/>
                <a:gd name="T4" fmla="*/ 47 w 67"/>
                <a:gd name="T5" fmla="*/ 16 h 105"/>
                <a:gd name="T6" fmla="*/ 47 w 67"/>
                <a:gd name="T7" fmla="*/ 0 h 105"/>
                <a:gd name="T8" fmla="*/ 53 w 67"/>
                <a:gd name="T9" fmla="*/ 0 h 105"/>
                <a:gd name="T10" fmla="*/ 53 w 67"/>
                <a:gd name="T11" fmla="*/ 16 h 105"/>
                <a:gd name="T12" fmla="*/ 67 w 67"/>
                <a:gd name="T13" fmla="*/ 16 h 105"/>
                <a:gd name="T14" fmla="*/ 67 w 67"/>
                <a:gd name="T15" fmla="*/ 56 h 105"/>
                <a:gd name="T16" fmla="*/ 44 w 67"/>
                <a:gd name="T17" fmla="*/ 84 h 105"/>
                <a:gd name="T18" fmla="*/ 44 w 67"/>
                <a:gd name="T19" fmla="*/ 105 h 105"/>
                <a:gd name="T20" fmla="*/ 24 w 67"/>
                <a:gd name="T21" fmla="*/ 105 h 105"/>
                <a:gd name="T22" fmla="*/ 24 w 67"/>
                <a:gd name="T23" fmla="*/ 84 h 105"/>
                <a:gd name="T24" fmla="*/ 0 w 67"/>
                <a:gd name="T25" fmla="*/ 56 h 105"/>
                <a:gd name="T26" fmla="*/ 0 w 67"/>
                <a:gd name="T27" fmla="*/ 16 h 105"/>
                <a:gd name="T28" fmla="*/ 14 w 67"/>
                <a:gd name="T29" fmla="*/ 16 h 105"/>
                <a:gd name="T30" fmla="*/ 14 w 67"/>
                <a:gd name="T31" fmla="*/ 0 h 105"/>
                <a:gd name="T32" fmla="*/ 20 w 67"/>
                <a:gd name="T33" fmla="*/ 0 h 1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67" h="105">
                  <a:moveTo>
                    <a:pt x="20" y="0"/>
                  </a:moveTo>
                  <a:cubicBezTo>
                    <a:pt x="20" y="16"/>
                    <a:pt x="20" y="16"/>
                    <a:pt x="20" y="16"/>
                  </a:cubicBezTo>
                  <a:cubicBezTo>
                    <a:pt x="20" y="16"/>
                    <a:pt x="20" y="16"/>
                    <a:pt x="47" y="16"/>
                  </a:cubicBezTo>
                  <a:cubicBezTo>
                    <a:pt x="47" y="0"/>
                    <a:pt x="47" y="0"/>
                    <a:pt x="47" y="0"/>
                  </a:cubicBezTo>
                  <a:cubicBezTo>
                    <a:pt x="53" y="0"/>
                    <a:pt x="53" y="0"/>
                    <a:pt x="53" y="0"/>
                  </a:cubicBezTo>
                  <a:cubicBezTo>
                    <a:pt x="53" y="4"/>
                    <a:pt x="53" y="9"/>
                    <a:pt x="53" y="16"/>
                  </a:cubicBezTo>
                  <a:cubicBezTo>
                    <a:pt x="53" y="16"/>
                    <a:pt x="53" y="16"/>
                    <a:pt x="67" y="16"/>
                  </a:cubicBezTo>
                  <a:cubicBezTo>
                    <a:pt x="67" y="16"/>
                    <a:pt x="67" y="16"/>
                    <a:pt x="67" y="56"/>
                  </a:cubicBezTo>
                  <a:cubicBezTo>
                    <a:pt x="67" y="65"/>
                    <a:pt x="57" y="79"/>
                    <a:pt x="44" y="84"/>
                  </a:cubicBezTo>
                  <a:cubicBezTo>
                    <a:pt x="44" y="84"/>
                    <a:pt x="44" y="84"/>
                    <a:pt x="44" y="105"/>
                  </a:cubicBezTo>
                  <a:cubicBezTo>
                    <a:pt x="24" y="105"/>
                    <a:pt x="24" y="105"/>
                    <a:pt x="24" y="105"/>
                  </a:cubicBezTo>
                  <a:cubicBezTo>
                    <a:pt x="24" y="105"/>
                    <a:pt x="24" y="105"/>
                    <a:pt x="24" y="84"/>
                  </a:cubicBezTo>
                  <a:cubicBezTo>
                    <a:pt x="10" y="79"/>
                    <a:pt x="0" y="65"/>
                    <a:pt x="0" y="56"/>
                  </a:cubicBezTo>
                  <a:cubicBezTo>
                    <a:pt x="0" y="56"/>
                    <a:pt x="0" y="56"/>
                    <a:pt x="0" y="16"/>
                  </a:cubicBezTo>
                  <a:cubicBezTo>
                    <a:pt x="0" y="16"/>
                    <a:pt x="0" y="16"/>
                    <a:pt x="14" y="16"/>
                  </a:cubicBezTo>
                  <a:cubicBezTo>
                    <a:pt x="14" y="16"/>
                    <a:pt x="14" y="16"/>
                    <a:pt x="14" y="0"/>
                  </a:cubicBezTo>
                  <a:lnTo>
                    <a:pt x="20" y="0"/>
                  </a:lnTo>
                  <a:close/>
                </a:path>
              </a:pathLst>
            </a:custGeom>
            <a:solidFill>
              <a:srgbClr val="333333"/>
            </a:solidFill>
            <a:ln>
              <a:noFill/>
            </a:ln>
          </p:spPr>
          <p:txBody>
            <a:bodyPr vert="horz" wrap="square" lIns="91440" tIns="45720" rIns="91440" bIns="45720" numCol="1" anchor="t" anchorCtr="0" compatLnSpc="1">
              <a:prstTxWarp prst="textNoShape">
                <a:avLst/>
              </a:prstTxWarp>
            </a:bodyPr>
            <a:lstStyle/>
            <a:p>
              <a:pPr marL="0" marR="0" lvl="0" indent="0" algn="l" defTabSz="932688" rtl="0" eaLnBrk="1" fontAlgn="auto" latinLnBrk="0" hangingPunct="1">
                <a:lnSpc>
                  <a:spcPct val="100000"/>
                </a:lnSpc>
                <a:spcBef>
                  <a:spcPts val="0"/>
                </a:spcBef>
                <a:spcAft>
                  <a:spcPts val="0"/>
                </a:spcAft>
                <a:buClrTx/>
                <a:buSzTx/>
                <a:buFontTx/>
                <a:buNone/>
                <a:tabLst/>
                <a:defRPr/>
              </a:pPr>
              <a:endParaRPr kumimoji="0" lang="en-US" sz="1836" b="0" i="0" u="none" strike="noStrike" kern="1200" cap="none" spc="0" normalizeH="0" baseline="0" noProof="0">
                <a:ln>
                  <a:noFill/>
                </a:ln>
                <a:solidFill>
                  <a:srgbClr val="404040"/>
                </a:solidFill>
                <a:effectLst/>
                <a:uLnTx/>
                <a:uFillTx/>
                <a:latin typeface="Segoe UI"/>
                <a:ea typeface="+mn-ea"/>
                <a:cs typeface="+mn-cs"/>
              </a:endParaRPr>
            </a:p>
          </p:txBody>
        </p:sp>
        <p:sp>
          <p:nvSpPr>
            <p:cNvPr id="163" name="Freeform 167"/>
            <p:cNvSpPr>
              <a:spLocks/>
            </p:cNvSpPr>
            <p:nvPr/>
          </p:nvSpPr>
          <p:spPr bwMode="auto">
            <a:xfrm flipH="1">
              <a:off x="9158285" y="3428720"/>
              <a:ext cx="489298" cy="344006"/>
            </a:xfrm>
            <a:custGeom>
              <a:avLst/>
              <a:gdLst>
                <a:gd name="T0" fmla="*/ 243 w 243"/>
                <a:gd name="T1" fmla="*/ 122 h 122"/>
                <a:gd name="T2" fmla="*/ 195 w 243"/>
                <a:gd name="T3" fmla="*/ 66 h 122"/>
                <a:gd name="T4" fmla="*/ 103 w 243"/>
                <a:gd name="T5" fmla="*/ 58 h 122"/>
                <a:gd name="T6" fmla="*/ 10 w 243"/>
                <a:gd name="T7" fmla="*/ 33 h 122"/>
                <a:gd name="T8" fmla="*/ 2 w 243"/>
                <a:gd name="T9" fmla="*/ 0 h 122"/>
              </a:gdLst>
              <a:ahLst/>
              <a:cxnLst>
                <a:cxn ang="0">
                  <a:pos x="T0" y="T1"/>
                </a:cxn>
                <a:cxn ang="0">
                  <a:pos x="T2" y="T3"/>
                </a:cxn>
                <a:cxn ang="0">
                  <a:pos x="T4" y="T5"/>
                </a:cxn>
                <a:cxn ang="0">
                  <a:pos x="T6" y="T7"/>
                </a:cxn>
                <a:cxn ang="0">
                  <a:pos x="T8" y="T9"/>
                </a:cxn>
              </a:cxnLst>
              <a:rect l="0" t="0" r="r" b="b"/>
              <a:pathLst>
                <a:path w="243" h="122">
                  <a:moveTo>
                    <a:pt x="243" y="122"/>
                  </a:moveTo>
                  <a:cubicBezTo>
                    <a:pt x="238" y="101"/>
                    <a:pt x="224" y="79"/>
                    <a:pt x="195" y="66"/>
                  </a:cubicBezTo>
                  <a:cubicBezTo>
                    <a:pt x="167" y="54"/>
                    <a:pt x="135" y="55"/>
                    <a:pt x="103" y="58"/>
                  </a:cubicBezTo>
                  <a:cubicBezTo>
                    <a:pt x="65" y="62"/>
                    <a:pt x="27" y="56"/>
                    <a:pt x="10" y="33"/>
                  </a:cubicBezTo>
                  <a:cubicBezTo>
                    <a:pt x="3" y="23"/>
                    <a:pt x="0" y="11"/>
                    <a:pt x="2" y="0"/>
                  </a:cubicBezTo>
                </a:path>
              </a:pathLst>
            </a:custGeom>
            <a:noFill/>
            <a:ln w="38100" cap="flat">
              <a:solidFill>
                <a:srgbClr val="333333"/>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32688" rtl="0" eaLnBrk="1" fontAlgn="auto" latinLnBrk="0" hangingPunct="1">
                <a:lnSpc>
                  <a:spcPct val="100000"/>
                </a:lnSpc>
                <a:spcBef>
                  <a:spcPts val="0"/>
                </a:spcBef>
                <a:spcAft>
                  <a:spcPts val="0"/>
                </a:spcAft>
                <a:buClrTx/>
                <a:buSzTx/>
                <a:buFontTx/>
                <a:buNone/>
                <a:tabLst/>
                <a:defRPr/>
              </a:pPr>
              <a:endParaRPr kumimoji="0" lang="en-US" sz="1836" b="0" i="0" u="none" strike="noStrike" kern="1200" cap="none" spc="0" normalizeH="0" baseline="0" noProof="0">
                <a:ln>
                  <a:noFill/>
                </a:ln>
                <a:solidFill>
                  <a:srgbClr val="404040"/>
                </a:solidFill>
                <a:effectLst/>
                <a:uLnTx/>
                <a:uFillTx/>
                <a:latin typeface="Segoe UI"/>
                <a:ea typeface="+mn-ea"/>
                <a:cs typeface="+mn-cs"/>
              </a:endParaRPr>
            </a:p>
          </p:txBody>
        </p:sp>
      </p:grpSp>
      <p:grpSp>
        <p:nvGrpSpPr>
          <p:cNvPr id="164" name="Group 163"/>
          <p:cNvGrpSpPr/>
          <p:nvPr userDrawn="1"/>
        </p:nvGrpSpPr>
        <p:grpSpPr>
          <a:xfrm>
            <a:off x="8398942" y="4591116"/>
            <a:ext cx="1331448" cy="1851838"/>
            <a:chOff x="8144842" y="4004140"/>
            <a:chExt cx="1331448" cy="1851838"/>
          </a:xfrm>
        </p:grpSpPr>
        <p:pic>
          <p:nvPicPr>
            <p:cNvPr id="165" name="Picture 164"/>
            <p:cNvPicPr>
              <a:picLocks noChangeAspect="1"/>
            </p:cNvPicPr>
            <p:nvPr/>
          </p:nvPicPr>
          <p:blipFill>
            <a:blip r:embed="rId2"/>
            <a:stretch>
              <a:fillRect/>
            </a:stretch>
          </p:blipFill>
          <p:spPr>
            <a:xfrm>
              <a:off x="8843731" y="4004140"/>
              <a:ext cx="632559" cy="1851838"/>
            </a:xfrm>
            <a:prstGeom prst="rect">
              <a:avLst/>
            </a:prstGeom>
          </p:spPr>
        </p:pic>
        <p:pic>
          <p:nvPicPr>
            <p:cNvPr id="166" name="Picture 165"/>
            <p:cNvPicPr>
              <a:picLocks noChangeAspect="1"/>
            </p:cNvPicPr>
            <p:nvPr/>
          </p:nvPicPr>
          <p:blipFill>
            <a:blip r:embed="rId3"/>
            <a:stretch>
              <a:fillRect/>
            </a:stretch>
          </p:blipFill>
          <p:spPr>
            <a:xfrm>
              <a:off x="8144842" y="4762867"/>
              <a:ext cx="1080760" cy="1093111"/>
            </a:xfrm>
            <a:prstGeom prst="rect">
              <a:avLst/>
            </a:prstGeom>
          </p:spPr>
        </p:pic>
      </p:grpSp>
      <p:grpSp>
        <p:nvGrpSpPr>
          <p:cNvPr id="167" name="Group 166"/>
          <p:cNvGrpSpPr/>
          <p:nvPr userDrawn="1"/>
        </p:nvGrpSpPr>
        <p:grpSpPr>
          <a:xfrm>
            <a:off x="10892139" y="3947827"/>
            <a:ext cx="454025" cy="1444602"/>
            <a:chOff x="10638038" y="3056784"/>
            <a:chExt cx="454025" cy="1444602"/>
          </a:xfrm>
        </p:grpSpPr>
        <p:sp>
          <p:nvSpPr>
            <p:cNvPr id="168" name="Freeform 168"/>
            <p:cNvSpPr>
              <a:spLocks/>
            </p:cNvSpPr>
            <p:nvPr/>
          </p:nvSpPr>
          <p:spPr bwMode="auto">
            <a:xfrm>
              <a:off x="10738051" y="3056784"/>
              <a:ext cx="254000" cy="398462"/>
            </a:xfrm>
            <a:custGeom>
              <a:avLst/>
              <a:gdLst>
                <a:gd name="T0" fmla="*/ 20 w 67"/>
                <a:gd name="T1" fmla="*/ 0 h 105"/>
                <a:gd name="T2" fmla="*/ 20 w 67"/>
                <a:gd name="T3" fmla="*/ 16 h 105"/>
                <a:gd name="T4" fmla="*/ 47 w 67"/>
                <a:gd name="T5" fmla="*/ 16 h 105"/>
                <a:gd name="T6" fmla="*/ 47 w 67"/>
                <a:gd name="T7" fmla="*/ 0 h 105"/>
                <a:gd name="T8" fmla="*/ 53 w 67"/>
                <a:gd name="T9" fmla="*/ 0 h 105"/>
                <a:gd name="T10" fmla="*/ 53 w 67"/>
                <a:gd name="T11" fmla="*/ 16 h 105"/>
                <a:gd name="T12" fmla="*/ 67 w 67"/>
                <a:gd name="T13" fmla="*/ 16 h 105"/>
                <a:gd name="T14" fmla="*/ 67 w 67"/>
                <a:gd name="T15" fmla="*/ 56 h 105"/>
                <a:gd name="T16" fmla="*/ 44 w 67"/>
                <a:gd name="T17" fmla="*/ 84 h 105"/>
                <a:gd name="T18" fmla="*/ 44 w 67"/>
                <a:gd name="T19" fmla="*/ 105 h 105"/>
                <a:gd name="T20" fmla="*/ 24 w 67"/>
                <a:gd name="T21" fmla="*/ 105 h 105"/>
                <a:gd name="T22" fmla="*/ 24 w 67"/>
                <a:gd name="T23" fmla="*/ 84 h 105"/>
                <a:gd name="T24" fmla="*/ 0 w 67"/>
                <a:gd name="T25" fmla="*/ 56 h 105"/>
                <a:gd name="T26" fmla="*/ 0 w 67"/>
                <a:gd name="T27" fmla="*/ 16 h 105"/>
                <a:gd name="T28" fmla="*/ 14 w 67"/>
                <a:gd name="T29" fmla="*/ 16 h 105"/>
                <a:gd name="T30" fmla="*/ 14 w 67"/>
                <a:gd name="T31" fmla="*/ 0 h 105"/>
                <a:gd name="T32" fmla="*/ 20 w 67"/>
                <a:gd name="T33" fmla="*/ 0 h 1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67" h="105">
                  <a:moveTo>
                    <a:pt x="20" y="0"/>
                  </a:moveTo>
                  <a:cubicBezTo>
                    <a:pt x="20" y="16"/>
                    <a:pt x="20" y="16"/>
                    <a:pt x="20" y="16"/>
                  </a:cubicBezTo>
                  <a:cubicBezTo>
                    <a:pt x="20" y="16"/>
                    <a:pt x="20" y="16"/>
                    <a:pt x="47" y="16"/>
                  </a:cubicBezTo>
                  <a:cubicBezTo>
                    <a:pt x="47" y="0"/>
                    <a:pt x="47" y="0"/>
                    <a:pt x="47" y="0"/>
                  </a:cubicBezTo>
                  <a:cubicBezTo>
                    <a:pt x="53" y="0"/>
                    <a:pt x="53" y="0"/>
                    <a:pt x="53" y="0"/>
                  </a:cubicBezTo>
                  <a:cubicBezTo>
                    <a:pt x="53" y="4"/>
                    <a:pt x="53" y="9"/>
                    <a:pt x="53" y="16"/>
                  </a:cubicBezTo>
                  <a:cubicBezTo>
                    <a:pt x="53" y="16"/>
                    <a:pt x="53" y="16"/>
                    <a:pt x="67" y="16"/>
                  </a:cubicBezTo>
                  <a:cubicBezTo>
                    <a:pt x="67" y="16"/>
                    <a:pt x="67" y="16"/>
                    <a:pt x="67" y="56"/>
                  </a:cubicBezTo>
                  <a:cubicBezTo>
                    <a:pt x="67" y="65"/>
                    <a:pt x="57" y="79"/>
                    <a:pt x="44" y="84"/>
                  </a:cubicBezTo>
                  <a:cubicBezTo>
                    <a:pt x="44" y="84"/>
                    <a:pt x="44" y="84"/>
                    <a:pt x="44" y="105"/>
                  </a:cubicBezTo>
                  <a:cubicBezTo>
                    <a:pt x="24" y="105"/>
                    <a:pt x="24" y="105"/>
                    <a:pt x="24" y="105"/>
                  </a:cubicBezTo>
                  <a:cubicBezTo>
                    <a:pt x="24" y="105"/>
                    <a:pt x="24" y="105"/>
                    <a:pt x="24" y="84"/>
                  </a:cubicBezTo>
                  <a:cubicBezTo>
                    <a:pt x="10" y="79"/>
                    <a:pt x="0" y="65"/>
                    <a:pt x="0" y="56"/>
                  </a:cubicBezTo>
                  <a:cubicBezTo>
                    <a:pt x="0" y="56"/>
                    <a:pt x="0" y="56"/>
                    <a:pt x="0" y="16"/>
                  </a:cubicBezTo>
                  <a:cubicBezTo>
                    <a:pt x="0" y="16"/>
                    <a:pt x="0" y="16"/>
                    <a:pt x="14" y="16"/>
                  </a:cubicBezTo>
                  <a:cubicBezTo>
                    <a:pt x="14" y="16"/>
                    <a:pt x="14" y="16"/>
                    <a:pt x="14" y="0"/>
                  </a:cubicBezTo>
                  <a:lnTo>
                    <a:pt x="20" y="0"/>
                  </a:lnTo>
                  <a:close/>
                </a:path>
              </a:pathLst>
            </a:custGeom>
            <a:solidFill>
              <a:srgbClr val="333333"/>
            </a:solidFill>
            <a:ln>
              <a:noFill/>
            </a:ln>
          </p:spPr>
          <p:txBody>
            <a:bodyPr vert="horz" wrap="square" lIns="91440" tIns="45720" rIns="91440" bIns="45720" numCol="1" anchor="t" anchorCtr="0" compatLnSpc="1">
              <a:prstTxWarp prst="textNoShape">
                <a:avLst/>
              </a:prstTxWarp>
            </a:bodyPr>
            <a:lstStyle/>
            <a:p>
              <a:pPr marL="0" marR="0" lvl="0" indent="0" algn="l" defTabSz="932688" rtl="0" eaLnBrk="1" fontAlgn="auto" latinLnBrk="0" hangingPunct="1">
                <a:lnSpc>
                  <a:spcPct val="100000"/>
                </a:lnSpc>
                <a:spcBef>
                  <a:spcPts val="0"/>
                </a:spcBef>
                <a:spcAft>
                  <a:spcPts val="0"/>
                </a:spcAft>
                <a:buClrTx/>
                <a:buSzTx/>
                <a:buFontTx/>
                <a:buNone/>
                <a:tabLst/>
                <a:defRPr/>
              </a:pPr>
              <a:endParaRPr kumimoji="0" lang="en-US" sz="1836" b="0" i="0" u="none" strike="noStrike" kern="1200" cap="none" spc="0" normalizeH="0" baseline="0" noProof="0">
                <a:ln>
                  <a:noFill/>
                </a:ln>
                <a:solidFill>
                  <a:srgbClr val="404040"/>
                </a:solidFill>
                <a:effectLst/>
                <a:uLnTx/>
                <a:uFillTx/>
                <a:latin typeface="Segoe UI"/>
                <a:ea typeface="+mn-ea"/>
                <a:cs typeface="+mn-cs"/>
              </a:endParaRPr>
            </a:p>
          </p:txBody>
        </p:sp>
        <p:sp>
          <p:nvSpPr>
            <p:cNvPr id="169" name="Freeform 172"/>
            <p:cNvSpPr>
              <a:spLocks/>
            </p:cNvSpPr>
            <p:nvPr/>
          </p:nvSpPr>
          <p:spPr bwMode="auto">
            <a:xfrm>
              <a:off x="10638038" y="3417123"/>
              <a:ext cx="454025" cy="1084263"/>
            </a:xfrm>
            <a:custGeom>
              <a:avLst/>
              <a:gdLst>
                <a:gd name="T0" fmla="*/ 126 w 249"/>
                <a:gd name="T1" fmla="*/ 0 h 430"/>
                <a:gd name="T2" fmla="*/ 157 w 249"/>
                <a:gd name="T3" fmla="*/ 104 h 430"/>
                <a:gd name="T4" fmla="*/ 221 w 249"/>
                <a:gd name="T5" fmla="*/ 149 h 430"/>
                <a:gd name="T6" fmla="*/ 243 w 249"/>
                <a:gd name="T7" fmla="*/ 223 h 430"/>
                <a:gd name="T8" fmla="*/ 153 w 249"/>
                <a:gd name="T9" fmla="*/ 286 h 430"/>
                <a:gd name="T10" fmla="*/ 86 w 249"/>
                <a:gd name="T11" fmla="*/ 298 h 430"/>
                <a:gd name="T12" fmla="*/ 5 w 249"/>
                <a:gd name="T13" fmla="*/ 321 h 430"/>
                <a:gd name="T14" fmla="*/ 65 w 249"/>
                <a:gd name="T15" fmla="*/ 361 h 430"/>
                <a:gd name="T16" fmla="*/ 110 w 249"/>
                <a:gd name="T17" fmla="*/ 430 h 4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49" h="430">
                  <a:moveTo>
                    <a:pt x="126" y="0"/>
                  </a:moveTo>
                  <a:cubicBezTo>
                    <a:pt x="123" y="36"/>
                    <a:pt x="123" y="82"/>
                    <a:pt x="157" y="104"/>
                  </a:cubicBezTo>
                  <a:cubicBezTo>
                    <a:pt x="179" y="119"/>
                    <a:pt x="203" y="128"/>
                    <a:pt x="221" y="149"/>
                  </a:cubicBezTo>
                  <a:cubicBezTo>
                    <a:pt x="238" y="169"/>
                    <a:pt x="249" y="196"/>
                    <a:pt x="243" y="223"/>
                  </a:cubicBezTo>
                  <a:cubicBezTo>
                    <a:pt x="234" y="265"/>
                    <a:pt x="190" y="277"/>
                    <a:pt x="153" y="286"/>
                  </a:cubicBezTo>
                  <a:cubicBezTo>
                    <a:pt x="131" y="292"/>
                    <a:pt x="109" y="296"/>
                    <a:pt x="86" y="298"/>
                  </a:cubicBezTo>
                  <a:cubicBezTo>
                    <a:pt x="66" y="301"/>
                    <a:pt x="11" y="293"/>
                    <a:pt x="5" y="321"/>
                  </a:cubicBezTo>
                  <a:cubicBezTo>
                    <a:pt x="0" y="350"/>
                    <a:pt x="48" y="353"/>
                    <a:pt x="65" y="361"/>
                  </a:cubicBezTo>
                  <a:cubicBezTo>
                    <a:pt x="92" y="375"/>
                    <a:pt x="107" y="400"/>
                    <a:pt x="110" y="430"/>
                  </a:cubicBezTo>
                </a:path>
              </a:pathLst>
            </a:custGeom>
            <a:noFill/>
            <a:ln w="38100" cap="flat">
              <a:solidFill>
                <a:srgbClr val="333333"/>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32688" rtl="0" eaLnBrk="1" fontAlgn="auto" latinLnBrk="0" hangingPunct="1">
                <a:lnSpc>
                  <a:spcPct val="100000"/>
                </a:lnSpc>
                <a:spcBef>
                  <a:spcPts val="0"/>
                </a:spcBef>
                <a:spcAft>
                  <a:spcPts val="0"/>
                </a:spcAft>
                <a:buClrTx/>
                <a:buSzTx/>
                <a:buFontTx/>
                <a:buNone/>
                <a:tabLst/>
                <a:defRPr/>
              </a:pPr>
              <a:endParaRPr kumimoji="0" lang="en-US" sz="1836" b="0" i="0" u="none" strike="noStrike" kern="1200" cap="none" spc="0" normalizeH="0" baseline="0" noProof="0">
                <a:ln>
                  <a:noFill/>
                </a:ln>
                <a:solidFill>
                  <a:srgbClr val="404040"/>
                </a:solidFill>
                <a:effectLst/>
                <a:uLnTx/>
                <a:uFillTx/>
                <a:latin typeface="Segoe UI"/>
                <a:ea typeface="+mn-ea"/>
                <a:cs typeface="+mn-cs"/>
              </a:endParaRPr>
            </a:p>
          </p:txBody>
        </p:sp>
      </p:grpSp>
      <p:grpSp>
        <p:nvGrpSpPr>
          <p:cNvPr id="170" name="Group 169"/>
          <p:cNvGrpSpPr/>
          <p:nvPr userDrawn="1"/>
        </p:nvGrpSpPr>
        <p:grpSpPr>
          <a:xfrm>
            <a:off x="7245450" y="3947827"/>
            <a:ext cx="382588" cy="1813666"/>
            <a:chOff x="6991350" y="3056784"/>
            <a:chExt cx="382588" cy="1813666"/>
          </a:xfrm>
        </p:grpSpPr>
        <p:grpSp>
          <p:nvGrpSpPr>
            <p:cNvPr id="171" name="Group 170"/>
            <p:cNvGrpSpPr/>
            <p:nvPr/>
          </p:nvGrpSpPr>
          <p:grpSpPr>
            <a:xfrm>
              <a:off x="6991350" y="3092450"/>
              <a:ext cx="382588" cy="1778000"/>
              <a:chOff x="6991350" y="3092450"/>
              <a:chExt cx="382588" cy="1778000"/>
            </a:xfrm>
          </p:grpSpPr>
          <p:sp>
            <p:nvSpPr>
              <p:cNvPr id="173" name="AutoShape 160"/>
              <p:cNvSpPr>
                <a:spLocks noChangeAspect="1" noChangeArrowheads="1" noTextEdit="1"/>
              </p:cNvSpPr>
              <p:nvPr/>
            </p:nvSpPr>
            <p:spPr bwMode="auto">
              <a:xfrm>
                <a:off x="6991350" y="3092450"/>
                <a:ext cx="382588" cy="177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32688" rtl="0" eaLnBrk="1" fontAlgn="auto" latinLnBrk="0" hangingPunct="1">
                  <a:lnSpc>
                    <a:spcPct val="100000"/>
                  </a:lnSpc>
                  <a:spcBef>
                    <a:spcPts val="0"/>
                  </a:spcBef>
                  <a:spcAft>
                    <a:spcPts val="0"/>
                  </a:spcAft>
                  <a:buClrTx/>
                  <a:buSzTx/>
                  <a:buFontTx/>
                  <a:buNone/>
                  <a:tabLst/>
                  <a:defRPr/>
                </a:pPr>
                <a:endParaRPr kumimoji="0" lang="en-US" sz="1836" b="0" i="0" u="none" strike="noStrike" kern="1200" cap="none" spc="0" normalizeH="0" baseline="0" noProof="0">
                  <a:ln>
                    <a:noFill/>
                  </a:ln>
                  <a:solidFill>
                    <a:srgbClr val="404040"/>
                  </a:solidFill>
                  <a:effectLst/>
                  <a:uLnTx/>
                  <a:uFillTx/>
                  <a:latin typeface="Segoe UI"/>
                  <a:ea typeface="+mn-ea"/>
                  <a:cs typeface="+mn-cs"/>
                </a:endParaRPr>
              </a:p>
            </p:txBody>
          </p:sp>
          <p:sp>
            <p:nvSpPr>
              <p:cNvPr id="174" name="Freeform 162"/>
              <p:cNvSpPr>
                <a:spLocks/>
              </p:cNvSpPr>
              <p:nvPr/>
            </p:nvSpPr>
            <p:spPr bwMode="auto">
              <a:xfrm>
                <a:off x="7058192" y="3428720"/>
                <a:ext cx="315592" cy="856674"/>
              </a:xfrm>
              <a:custGeom>
                <a:avLst/>
                <a:gdLst>
                  <a:gd name="T0" fmla="*/ 29 w 73"/>
                  <a:gd name="T1" fmla="*/ 0 h 320"/>
                  <a:gd name="T2" fmla="*/ 26 w 73"/>
                  <a:gd name="T3" fmla="*/ 52 h 320"/>
                  <a:gd name="T4" fmla="*/ 12 w 73"/>
                  <a:gd name="T5" fmla="*/ 64 h 320"/>
                  <a:gd name="T6" fmla="*/ 1 w 73"/>
                  <a:gd name="T7" fmla="*/ 86 h 320"/>
                  <a:gd name="T8" fmla="*/ 42 w 73"/>
                  <a:gd name="T9" fmla="*/ 130 h 320"/>
                  <a:gd name="T10" fmla="*/ 70 w 73"/>
                  <a:gd name="T11" fmla="*/ 183 h 320"/>
                  <a:gd name="T12" fmla="*/ 49 w 73"/>
                  <a:gd name="T13" fmla="*/ 251 h 320"/>
                  <a:gd name="T14" fmla="*/ 53 w 73"/>
                  <a:gd name="T15" fmla="*/ 320 h 32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3" h="320">
                    <a:moveTo>
                      <a:pt x="29" y="0"/>
                    </a:moveTo>
                    <a:cubicBezTo>
                      <a:pt x="29" y="17"/>
                      <a:pt x="33" y="35"/>
                      <a:pt x="26" y="52"/>
                    </a:cubicBezTo>
                    <a:cubicBezTo>
                      <a:pt x="24" y="58"/>
                      <a:pt x="18" y="61"/>
                      <a:pt x="12" y="64"/>
                    </a:cubicBezTo>
                    <a:cubicBezTo>
                      <a:pt x="5" y="69"/>
                      <a:pt x="1" y="78"/>
                      <a:pt x="1" y="86"/>
                    </a:cubicBezTo>
                    <a:cubicBezTo>
                      <a:pt x="0" y="111"/>
                      <a:pt x="26" y="116"/>
                      <a:pt x="42" y="130"/>
                    </a:cubicBezTo>
                    <a:cubicBezTo>
                      <a:pt x="58" y="144"/>
                      <a:pt x="68" y="163"/>
                      <a:pt x="70" y="183"/>
                    </a:cubicBezTo>
                    <a:cubicBezTo>
                      <a:pt x="73" y="209"/>
                      <a:pt x="58" y="228"/>
                      <a:pt x="49" y="251"/>
                    </a:cubicBezTo>
                    <a:cubicBezTo>
                      <a:pt x="40" y="273"/>
                      <a:pt x="42" y="299"/>
                      <a:pt x="53" y="320"/>
                    </a:cubicBezTo>
                  </a:path>
                </a:pathLst>
              </a:custGeom>
              <a:noFill/>
              <a:ln w="38100" cap="flat">
                <a:solidFill>
                  <a:srgbClr val="333333"/>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32688" rtl="0" eaLnBrk="1" fontAlgn="auto" latinLnBrk="0" hangingPunct="1">
                  <a:lnSpc>
                    <a:spcPct val="100000"/>
                  </a:lnSpc>
                  <a:spcBef>
                    <a:spcPts val="0"/>
                  </a:spcBef>
                  <a:spcAft>
                    <a:spcPts val="0"/>
                  </a:spcAft>
                  <a:buClrTx/>
                  <a:buSzTx/>
                  <a:buFontTx/>
                  <a:buNone/>
                  <a:tabLst/>
                  <a:defRPr/>
                </a:pPr>
                <a:endParaRPr kumimoji="0" lang="en-US" sz="1836" b="0" i="0" u="none" strike="noStrike" kern="1200" cap="none" spc="0" normalizeH="0" baseline="0" noProof="0">
                  <a:ln>
                    <a:noFill/>
                  </a:ln>
                  <a:solidFill>
                    <a:srgbClr val="404040"/>
                  </a:solidFill>
                  <a:effectLst/>
                  <a:uLnTx/>
                  <a:uFillTx/>
                  <a:latin typeface="Segoe UI"/>
                  <a:ea typeface="+mn-ea"/>
                  <a:cs typeface="+mn-cs"/>
                </a:endParaRPr>
              </a:p>
            </p:txBody>
          </p:sp>
        </p:grpSp>
        <p:sp>
          <p:nvSpPr>
            <p:cNvPr id="172" name="Freeform 168"/>
            <p:cNvSpPr>
              <a:spLocks/>
            </p:cNvSpPr>
            <p:nvPr/>
          </p:nvSpPr>
          <p:spPr bwMode="auto">
            <a:xfrm>
              <a:off x="7055567" y="3056784"/>
              <a:ext cx="254000" cy="398462"/>
            </a:xfrm>
            <a:custGeom>
              <a:avLst/>
              <a:gdLst>
                <a:gd name="T0" fmla="*/ 20 w 67"/>
                <a:gd name="T1" fmla="*/ 0 h 105"/>
                <a:gd name="T2" fmla="*/ 20 w 67"/>
                <a:gd name="T3" fmla="*/ 16 h 105"/>
                <a:gd name="T4" fmla="*/ 47 w 67"/>
                <a:gd name="T5" fmla="*/ 16 h 105"/>
                <a:gd name="T6" fmla="*/ 47 w 67"/>
                <a:gd name="T7" fmla="*/ 0 h 105"/>
                <a:gd name="T8" fmla="*/ 53 w 67"/>
                <a:gd name="T9" fmla="*/ 0 h 105"/>
                <a:gd name="T10" fmla="*/ 53 w 67"/>
                <a:gd name="T11" fmla="*/ 16 h 105"/>
                <a:gd name="T12" fmla="*/ 67 w 67"/>
                <a:gd name="T13" fmla="*/ 16 h 105"/>
                <a:gd name="T14" fmla="*/ 67 w 67"/>
                <a:gd name="T15" fmla="*/ 56 h 105"/>
                <a:gd name="T16" fmla="*/ 44 w 67"/>
                <a:gd name="T17" fmla="*/ 84 h 105"/>
                <a:gd name="T18" fmla="*/ 44 w 67"/>
                <a:gd name="T19" fmla="*/ 105 h 105"/>
                <a:gd name="T20" fmla="*/ 24 w 67"/>
                <a:gd name="T21" fmla="*/ 105 h 105"/>
                <a:gd name="T22" fmla="*/ 24 w 67"/>
                <a:gd name="T23" fmla="*/ 84 h 105"/>
                <a:gd name="T24" fmla="*/ 0 w 67"/>
                <a:gd name="T25" fmla="*/ 56 h 105"/>
                <a:gd name="T26" fmla="*/ 0 w 67"/>
                <a:gd name="T27" fmla="*/ 16 h 105"/>
                <a:gd name="T28" fmla="*/ 14 w 67"/>
                <a:gd name="T29" fmla="*/ 16 h 105"/>
                <a:gd name="T30" fmla="*/ 14 w 67"/>
                <a:gd name="T31" fmla="*/ 0 h 105"/>
                <a:gd name="T32" fmla="*/ 20 w 67"/>
                <a:gd name="T33" fmla="*/ 0 h 1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67" h="105">
                  <a:moveTo>
                    <a:pt x="20" y="0"/>
                  </a:moveTo>
                  <a:cubicBezTo>
                    <a:pt x="20" y="16"/>
                    <a:pt x="20" y="16"/>
                    <a:pt x="20" y="16"/>
                  </a:cubicBezTo>
                  <a:cubicBezTo>
                    <a:pt x="20" y="16"/>
                    <a:pt x="20" y="16"/>
                    <a:pt x="47" y="16"/>
                  </a:cubicBezTo>
                  <a:cubicBezTo>
                    <a:pt x="47" y="0"/>
                    <a:pt x="47" y="0"/>
                    <a:pt x="47" y="0"/>
                  </a:cubicBezTo>
                  <a:cubicBezTo>
                    <a:pt x="53" y="0"/>
                    <a:pt x="53" y="0"/>
                    <a:pt x="53" y="0"/>
                  </a:cubicBezTo>
                  <a:cubicBezTo>
                    <a:pt x="53" y="4"/>
                    <a:pt x="53" y="9"/>
                    <a:pt x="53" y="16"/>
                  </a:cubicBezTo>
                  <a:cubicBezTo>
                    <a:pt x="53" y="16"/>
                    <a:pt x="53" y="16"/>
                    <a:pt x="67" y="16"/>
                  </a:cubicBezTo>
                  <a:cubicBezTo>
                    <a:pt x="67" y="16"/>
                    <a:pt x="67" y="16"/>
                    <a:pt x="67" y="56"/>
                  </a:cubicBezTo>
                  <a:cubicBezTo>
                    <a:pt x="67" y="65"/>
                    <a:pt x="57" y="79"/>
                    <a:pt x="44" y="84"/>
                  </a:cubicBezTo>
                  <a:cubicBezTo>
                    <a:pt x="44" y="84"/>
                    <a:pt x="44" y="84"/>
                    <a:pt x="44" y="105"/>
                  </a:cubicBezTo>
                  <a:cubicBezTo>
                    <a:pt x="24" y="105"/>
                    <a:pt x="24" y="105"/>
                    <a:pt x="24" y="105"/>
                  </a:cubicBezTo>
                  <a:cubicBezTo>
                    <a:pt x="24" y="105"/>
                    <a:pt x="24" y="105"/>
                    <a:pt x="24" y="84"/>
                  </a:cubicBezTo>
                  <a:cubicBezTo>
                    <a:pt x="10" y="79"/>
                    <a:pt x="0" y="65"/>
                    <a:pt x="0" y="56"/>
                  </a:cubicBezTo>
                  <a:cubicBezTo>
                    <a:pt x="0" y="56"/>
                    <a:pt x="0" y="56"/>
                    <a:pt x="0" y="16"/>
                  </a:cubicBezTo>
                  <a:cubicBezTo>
                    <a:pt x="0" y="16"/>
                    <a:pt x="0" y="16"/>
                    <a:pt x="14" y="16"/>
                  </a:cubicBezTo>
                  <a:cubicBezTo>
                    <a:pt x="14" y="16"/>
                    <a:pt x="14" y="16"/>
                    <a:pt x="14" y="0"/>
                  </a:cubicBezTo>
                  <a:lnTo>
                    <a:pt x="20" y="0"/>
                  </a:lnTo>
                  <a:close/>
                </a:path>
              </a:pathLst>
            </a:custGeom>
            <a:solidFill>
              <a:srgbClr val="333333"/>
            </a:solidFill>
            <a:ln>
              <a:noFill/>
            </a:ln>
          </p:spPr>
          <p:txBody>
            <a:bodyPr vert="horz" wrap="square" lIns="91440" tIns="45720" rIns="91440" bIns="45720" numCol="1" anchor="t" anchorCtr="0" compatLnSpc="1">
              <a:prstTxWarp prst="textNoShape">
                <a:avLst/>
              </a:prstTxWarp>
            </a:bodyPr>
            <a:lstStyle/>
            <a:p>
              <a:pPr marL="0" marR="0" lvl="0" indent="0" algn="l" defTabSz="932688" rtl="0" eaLnBrk="1" fontAlgn="auto" latinLnBrk="0" hangingPunct="1">
                <a:lnSpc>
                  <a:spcPct val="100000"/>
                </a:lnSpc>
                <a:spcBef>
                  <a:spcPts val="0"/>
                </a:spcBef>
                <a:spcAft>
                  <a:spcPts val="0"/>
                </a:spcAft>
                <a:buClrTx/>
                <a:buSzTx/>
                <a:buFontTx/>
                <a:buNone/>
                <a:tabLst/>
                <a:defRPr/>
              </a:pPr>
              <a:endParaRPr kumimoji="0" lang="en-US" sz="1836" b="0" i="0" u="none" strike="noStrike" kern="1200" cap="none" spc="0" normalizeH="0" baseline="0" noProof="0">
                <a:ln>
                  <a:noFill/>
                </a:ln>
                <a:solidFill>
                  <a:srgbClr val="404040"/>
                </a:solidFill>
                <a:effectLst/>
                <a:uLnTx/>
                <a:uFillTx/>
                <a:latin typeface="Segoe UI"/>
                <a:ea typeface="+mn-ea"/>
                <a:cs typeface="+mn-cs"/>
              </a:endParaRPr>
            </a:p>
          </p:txBody>
        </p:sp>
      </p:grpSp>
    </p:spTree>
    <p:extLst>
      <p:ext uri="{BB962C8B-B14F-4D97-AF65-F5344CB8AC3E}">
        <p14:creationId xmlns:p14="http://schemas.microsoft.com/office/powerpoint/2010/main" val="37708222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decel="10000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640" fill="hold"/>
                                        <p:tgtEl>
                                          <p:spTgt spid="8"/>
                                        </p:tgtEl>
                                        <p:attrNameLst>
                                          <p:attrName>ppt_x</p:attrName>
                                        </p:attrNameLst>
                                      </p:cBhvr>
                                      <p:tavLst>
                                        <p:tav tm="0">
                                          <p:val>
                                            <p:strVal val="0-#ppt_w/2"/>
                                          </p:val>
                                        </p:tav>
                                        <p:tav tm="100000">
                                          <p:val>
                                            <p:strVal val="#ppt_x"/>
                                          </p:val>
                                        </p:tav>
                                      </p:tavLst>
                                    </p:anim>
                                    <p:anim calcmode="lin" valueType="num">
                                      <p:cBhvr additive="base">
                                        <p:cTn id="8" dur="640" fill="hold"/>
                                        <p:tgtEl>
                                          <p:spTgt spid="8"/>
                                        </p:tgtEl>
                                        <p:attrNameLst>
                                          <p:attrName>ppt_y</p:attrName>
                                        </p:attrNameLst>
                                      </p:cBhvr>
                                      <p:tavLst>
                                        <p:tav tm="0">
                                          <p:val>
                                            <p:strVal val="#ppt_y"/>
                                          </p:val>
                                        </p:tav>
                                        <p:tav tm="100000">
                                          <p:val>
                                            <p:strVal val="#ppt_y"/>
                                          </p:val>
                                        </p:tav>
                                      </p:tavLst>
                                    </p:anim>
                                  </p:childTnLst>
                                </p:cTn>
                              </p:par>
                            </p:childTnLst>
                          </p:cTn>
                        </p:par>
                        <p:par>
                          <p:cTn id="9" fill="hold">
                            <p:stCondLst>
                              <p:cond delay="640"/>
                            </p:stCondLst>
                            <p:childTnLst>
                              <p:par>
                                <p:cTn id="10" presetID="2" presetClass="entr" presetSubtype="2" decel="100000" fill="hold" grpId="0" nodeType="afterEffect">
                                  <p:stCondLst>
                                    <p:cond delay="0"/>
                                  </p:stCondLst>
                                  <p:childTnLst>
                                    <p:set>
                                      <p:cBhvr>
                                        <p:cTn id="11" dur="1" fill="hold">
                                          <p:stCondLst>
                                            <p:cond delay="0"/>
                                          </p:stCondLst>
                                        </p:cTn>
                                        <p:tgtEl>
                                          <p:spTgt spid="7"/>
                                        </p:tgtEl>
                                        <p:attrNameLst>
                                          <p:attrName>style.visibility</p:attrName>
                                        </p:attrNameLst>
                                      </p:cBhvr>
                                      <p:to>
                                        <p:strVal val="visible"/>
                                      </p:to>
                                    </p:set>
                                    <p:anim calcmode="lin" valueType="num">
                                      <p:cBhvr additive="base">
                                        <p:cTn id="12" dur="640" fill="hold"/>
                                        <p:tgtEl>
                                          <p:spTgt spid="7"/>
                                        </p:tgtEl>
                                        <p:attrNameLst>
                                          <p:attrName>ppt_x</p:attrName>
                                        </p:attrNameLst>
                                      </p:cBhvr>
                                      <p:tavLst>
                                        <p:tav tm="0">
                                          <p:val>
                                            <p:strVal val="1+#ppt_w/2"/>
                                          </p:val>
                                        </p:tav>
                                        <p:tav tm="100000">
                                          <p:val>
                                            <p:strVal val="#ppt_x"/>
                                          </p:val>
                                        </p:tav>
                                      </p:tavLst>
                                    </p:anim>
                                    <p:anim calcmode="lin" valueType="num">
                                      <p:cBhvr additive="base">
                                        <p:cTn id="13" dur="640" fill="hold"/>
                                        <p:tgtEl>
                                          <p:spTgt spid="7"/>
                                        </p:tgtEl>
                                        <p:attrNameLst>
                                          <p:attrName>ppt_y</p:attrName>
                                        </p:attrNameLst>
                                      </p:cBhvr>
                                      <p:tavLst>
                                        <p:tav tm="0">
                                          <p:val>
                                            <p:strVal val="#ppt_y"/>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42" presetClass="entr" presetSubtype="0" fill="hold" grpId="0" nodeType="clickEffect">
                                  <p:stCondLst>
                                    <p:cond delay="0"/>
                                  </p:stCondLst>
                                  <p:childTnLst>
                                    <p:set>
                                      <p:cBhvr>
                                        <p:cTn id="17" dur="1" fill="hold">
                                          <p:stCondLst>
                                            <p:cond delay="0"/>
                                          </p:stCondLst>
                                        </p:cTn>
                                        <p:tgtEl>
                                          <p:spTgt spid="128"/>
                                        </p:tgtEl>
                                        <p:attrNameLst>
                                          <p:attrName>style.visibility</p:attrName>
                                        </p:attrNameLst>
                                      </p:cBhvr>
                                      <p:to>
                                        <p:strVal val="visible"/>
                                      </p:to>
                                    </p:set>
                                    <p:animEffect transition="in" filter="fade">
                                      <p:cBhvr>
                                        <p:cTn id="18" dur="500"/>
                                        <p:tgtEl>
                                          <p:spTgt spid="128"/>
                                        </p:tgtEl>
                                      </p:cBhvr>
                                    </p:animEffect>
                                    <p:anim calcmode="lin" valueType="num">
                                      <p:cBhvr>
                                        <p:cTn id="19" dur="500" fill="hold"/>
                                        <p:tgtEl>
                                          <p:spTgt spid="128"/>
                                        </p:tgtEl>
                                        <p:attrNameLst>
                                          <p:attrName>ppt_x</p:attrName>
                                        </p:attrNameLst>
                                      </p:cBhvr>
                                      <p:tavLst>
                                        <p:tav tm="0">
                                          <p:val>
                                            <p:strVal val="#ppt_x"/>
                                          </p:val>
                                        </p:tav>
                                        <p:tav tm="100000">
                                          <p:val>
                                            <p:strVal val="#ppt_x"/>
                                          </p:val>
                                        </p:tav>
                                      </p:tavLst>
                                    </p:anim>
                                    <p:anim calcmode="lin" valueType="num">
                                      <p:cBhvr>
                                        <p:cTn id="20" dur="500" fill="hold"/>
                                        <p:tgtEl>
                                          <p:spTgt spid="128"/>
                                        </p:tgtEl>
                                        <p:attrNameLst>
                                          <p:attrName>ppt_y</p:attrName>
                                        </p:attrNameLst>
                                      </p:cBhvr>
                                      <p:tavLst>
                                        <p:tav tm="0">
                                          <p:val>
                                            <p:strVal val="#ppt_y+.1"/>
                                          </p:val>
                                        </p:tav>
                                        <p:tav tm="100000">
                                          <p:val>
                                            <p:strVal val="#ppt_y"/>
                                          </p:val>
                                        </p:tav>
                                      </p:tavLst>
                                    </p:anim>
                                  </p:childTnLst>
                                </p:cTn>
                              </p:par>
                            </p:childTnLst>
                          </p:cTn>
                        </p:par>
                        <p:par>
                          <p:cTn id="21" fill="hold">
                            <p:stCondLst>
                              <p:cond delay="500"/>
                            </p:stCondLst>
                            <p:childTnLst>
                              <p:par>
                                <p:cTn id="22" presetID="42" presetClass="entr" presetSubtype="0" fill="hold" grpId="0" nodeType="afterEffect">
                                  <p:stCondLst>
                                    <p:cond delay="0"/>
                                  </p:stCondLst>
                                  <p:childTnLst>
                                    <p:set>
                                      <p:cBhvr>
                                        <p:cTn id="23" dur="1" fill="hold">
                                          <p:stCondLst>
                                            <p:cond delay="0"/>
                                          </p:stCondLst>
                                        </p:cTn>
                                        <p:tgtEl>
                                          <p:spTgt spid="129"/>
                                        </p:tgtEl>
                                        <p:attrNameLst>
                                          <p:attrName>style.visibility</p:attrName>
                                        </p:attrNameLst>
                                      </p:cBhvr>
                                      <p:to>
                                        <p:strVal val="visible"/>
                                      </p:to>
                                    </p:set>
                                    <p:animEffect transition="in" filter="fade">
                                      <p:cBhvr>
                                        <p:cTn id="24" dur="500"/>
                                        <p:tgtEl>
                                          <p:spTgt spid="129"/>
                                        </p:tgtEl>
                                      </p:cBhvr>
                                    </p:animEffect>
                                    <p:anim calcmode="lin" valueType="num">
                                      <p:cBhvr>
                                        <p:cTn id="25" dur="500" fill="hold"/>
                                        <p:tgtEl>
                                          <p:spTgt spid="129"/>
                                        </p:tgtEl>
                                        <p:attrNameLst>
                                          <p:attrName>ppt_x</p:attrName>
                                        </p:attrNameLst>
                                      </p:cBhvr>
                                      <p:tavLst>
                                        <p:tav tm="0">
                                          <p:val>
                                            <p:strVal val="#ppt_x"/>
                                          </p:val>
                                        </p:tav>
                                        <p:tav tm="100000">
                                          <p:val>
                                            <p:strVal val="#ppt_x"/>
                                          </p:val>
                                        </p:tav>
                                      </p:tavLst>
                                    </p:anim>
                                    <p:anim calcmode="lin" valueType="num">
                                      <p:cBhvr>
                                        <p:cTn id="26" dur="500" fill="hold"/>
                                        <p:tgtEl>
                                          <p:spTgt spid="129"/>
                                        </p:tgtEl>
                                        <p:attrNameLst>
                                          <p:attrName>ppt_y</p:attrName>
                                        </p:attrNameLst>
                                      </p:cBhvr>
                                      <p:tavLst>
                                        <p:tav tm="0">
                                          <p:val>
                                            <p:strVal val="#ppt_y+.1"/>
                                          </p:val>
                                        </p:tav>
                                        <p:tav tm="100000">
                                          <p:val>
                                            <p:strVal val="#ppt_y"/>
                                          </p:val>
                                        </p:tav>
                                      </p:tavLst>
                                    </p:anim>
                                  </p:childTnLst>
                                </p:cTn>
                              </p:par>
                            </p:childTnLst>
                          </p:cTn>
                        </p:par>
                        <p:par>
                          <p:cTn id="27" fill="hold">
                            <p:stCondLst>
                              <p:cond delay="1000"/>
                            </p:stCondLst>
                            <p:childTnLst>
                              <p:par>
                                <p:cTn id="28" presetID="42" presetClass="entr" presetSubtype="0" fill="hold" grpId="0" nodeType="afterEffect">
                                  <p:stCondLst>
                                    <p:cond delay="0"/>
                                  </p:stCondLst>
                                  <p:childTnLst>
                                    <p:set>
                                      <p:cBhvr>
                                        <p:cTn id="29" dur="1" fill="hold">
                                          <p:stCondLst>
                                            <p:cond delay="0"/>
                                          </p:stCondLst>
                                        </p:cTn>
                                        <p:tgtEl>
                                          <p:spTgt spid="130"/>
                                        </p:tgtEl>
                                        <p:attrNameLst>
                                          <p:attrName>style.visibility</p:attrName>
                                        </p:attrNameLst>
                                      </p:cBhvr>
                                      <p:to>
                                        <p:strVal val="visible"/>
                                      </p:to>
                                    </p:set>
                                    <p:animEffect transition="in" filter="fade">
                                      <p:cBhvr>
                                        <p:cTn id="30" dur="500"/>
                                        <p:tgtEl>
                                          <p:spTgt spid="130"/>
                                        </p:tgtEl>
                                      </p:cBhvr>
                                    </p:animEffect>
                                    <p:anim calcmode="lin" valueType="num">
                                      <p:cBhvr>
                                        <p:cTn id="31" dur="500" fill="hold"/>
                                        <p:tgtEl>
                                          <p:spTgt spid="130"/>
                                        </p:tgtEl>
                                        <p:attrNameLst>
                                          <p:attrName>ppt_x</p:attrName>
                                        </p:attrNameLst>
                                      </p:cBhvr>
                                      <p:tavLst>
                                        <p:tav tm="0">
                                          <p:val>
                                            <p:strVal val="#ppt_x"/>
                                          </p:val>
                                        </p:tav>
                                        <p:tav tm="100000">
                                          <p:val>
                                            <p:strVal val="#ppt_x"/>
                                          </p:val>
                                        </p:tav>
                                      </p:tavLst>
                                    </p:anim>
                                    <p:anim calcmode="lin" valueType="num">
                                      <p:cBhvr>
                                        <p:cTn id="32" dur="500" fill="hold"/>
                                        <p:tgtEl>
                                          <p:spTgt spid="130"/>
                                        </p:tgtEl>
                                        <p:attrNameLst>
                                          <p:attrName>ppt_y</p:attrName>
                                        </p:attrNameLst>
                                      </p:cBhvr>
                                      <p:tavLst>
                                        <p:tav tm="0">
                                          <p:val>
                                            <p:strVal val="#ppt_y+.1"/>
                                          </p:val>
                                        </p:tav>
                                        <p:tav tm="100000">
                                          <p:val>
                                            <p:strVal val="#ppt_y"/>
                                          </p:val>
                                        </p:tav>
                                      </p:tavLst>
                                    </p:anim>
                                  </p:childTnLst>
                                </p:cTn>
                              </p:par>
                            </p:childTnLst>
                          </p:cTn>
                        </p:par>
                        <p:par>
                          <p:cTn id="33" fill="hold">
                            <p:stCondLst>
                              <p:cond delay="1500"/>
                            </p:stCondLst>
                            <p:childTnLst>
                              <p:par>
                                <p:cTn id="34" presetID="42" presetClass="entr" presetSubtype="0" fill="hold" grpId="0" nodeType="afterEffect">
                                  <p:stCondLst>
                                    <p:cond delay="0"/>
                                  </p:stCondLst>
                                  <p:childTnLst>
                                    <p:set>
                                      <p:cBhvr>
                                        <p:cTn id="35" dur="1" fill="hold">
                                          <p:stCondLst>
                                            <p:cond delay="0"/>
                                          </p:stCondLst>
                                        </p:cTn>
                                        <p:tgtEl>
                                          <p:spTgt spid="131"/>
                                        </p:tgtEl>
                                        <p:attrNameLst>
                                          <p:attrName>style.visibility</p:attrName>
                                        </p:attrNameLst>
                                      </p:cBhvr>
                                      <p:to>
                                        <p:strVal val="visible"/>
                                      </p:to>
                                    </p:set>
                                    <p:animEffect transition="in" filter="fade">
                                      <p:cBhvr>
                                        <p:cTn id="36" dur="500"/>
                                        <p:tgtEl>
                                          <p:spTgt spid="131"/>
                                        </p:tgtEl>
                                      </p:cBhvr>
                                    </p:animEffect>
                                    <p:anim calcmode="lin" valueType="num">
                                      <p:cBhvr>
                                        <p:cTn id="37" dur="500" fill="hold"/>
                                        <p:tgtEl>
                                          <p:spTgt spid="131"/>
                                        </p:tgtEl>
                                        <p:attrNameLst>
                                          <p:attrName>ppt_x</p:attrName>
                                        </p:attrNameLst>
                                      </p:cBhvr>
                                      <p:tavLst>
                                        <p:tav tm="0">
                                          <p:val>
                                            <p:strVal val="#ppt_x"/>
                                          </p:val>
                                        </p:tav>
                                        <p:tav tm="100000">
                                          <p:val>
                                            <p:strVal val="#ppt_x"/>
                                          </p:val>
                                        </p:tav>
                                      </p:tavLst>
                                    </p:anim>
                                    <p:anim calcmode="lin" valueType="num">
                                      <p:cBhvr>
                                        <p:cTn id="38" dur="500" fill="hold"/>
                                        <p:tgtEl>
                                          <p:spTgt spid="131"/>
                                        </p:tgtEl>
                                        <p:attrNameLst>
                                          <p:attrName>ppt_y</p:attrName>
                                        </p:attrNameLst>
                                      </p:cBhvr>
                                      <p:tavLst>
                                        <p:tav tm="0">
                                          <p:val>
                                            <p:strVal val="#ppt_y+.1"/>
                                          </p:val>
                                        </p:tav>
                                        <p:tav tm="100000">
                                          <p:val>
                                            <p:strVal val="#ppt_y"/>
                                          </p:val>
                                        </p:tav>
                                      </p:tavLst>
                                    </p:anim>
                                  </p:childTnLst>
                                </p:cTn>
                              </p:par>
                            </p:childTnLst>
                          </p:cTn>
                        </p:par>
                        <p:par>
                          <p:cTn id="39" fill="hold">
                            <p:stCondLst>
                              <p:cond delay="2000"/>
                            </p:stCondLst>
                            <p:childTnLst>
                              <p:par>
                                <p:cTn id="40" presetID="42" presetClass="entr" presetSubtype="0" fill="hold" grpId="0" nodeType="afterEffect">
                                  <p:stCondLst>
                                    <p:cond delay="0"/>
                                  </p:stCondLst>
                                  <p:childTnLst>
                                    <p:set>
                                      <p:cBhvr>
                                        <p:cTn id="41" dur="1" fill="hold">
                                          <p:stCondLst>
                                            <p:cond delay="0"/>
                                          </p:stCondLst>
                                        </p:cTn>
                                        <p:tgtEl>
                                          <p:spTgt spid="132"/>
                                        </p:tgtEl>
                                        <p:attrNameLst>
                                          <p:attrName>style.visibility</p:attrName>
                                        </p:attrNameLst>
                                      </p:cBhvr>
                                      <p:to>
                                        <p:strVal val="visible"/>
                                      </p:to>
                                    </p:set>
                                    <p:animEffect transition="in" filter="fade">
                                      <p:cBhvr>
                                        <p:cTn id="42" dur="500"/>
                                        <p:tgtEl>
                                          <p:spTgt spid="132"/>
                                        </p:tgtEl>
                                      </p:cBhvr>
                                    </p:animEffect>
                                    <p:anim calcmode="lin" valueType="num">
                                      <p:cBhvr>
                                        <p:cTn id="43" dur="500" fill="hold"/>
                                        <p:tgtEl>
                                          <p:spTgt spid="132"/>
                                        </p:tgtEl>
                                        <p:attrNameLst>
                                          <p:attrName>ppt_x</p:attrName>
                                        </p:attrNameLst>
                                      </p:cBhvr>
                                      <p:tavLst>
                                        <p:tav tm="0">
                                          <p:val>
                                            <p:strVal val="#ppt_x"/>
                                          </p:val>
                                        </p:tav>
                                        <p:tav tm="100000">
                                          <p:val>
                                            <p:strVal val="#ppt_x"/>
                                          </p:val>
                                        </p:tav>
                                      </p:tavLst>
                                    </p:anim>
                                    <p:anim calcmode="lin" valueType="num">
                                      <p:cBhvr>
                                        <p:cTn id="44" dur="500" fill="hold"/>
                                        <p:tgtEl>
                                          <p:spTgt spid="132"/>
                                        </p:tgtEl>
                                        <p:attrNameLst>
                                          <p:attrName>ppt_y</p:attrName>
                                        </p:attrNameLst>
                                      </p:cBhvr>
                                      <p:tavLst>
                                        <p:tav tm="0">
                                          <p:val>
                                            <p:strVal val="#ppt_y+.1"/>
                                          </p:val>
                                        </p:tav>
                                        <p:tav tm="100000">
                                          <p:val>
                                            <p:strVal val="#ppt_y"/>
                                          </p:val>
                                        </p:tav>
                                      </p:tavLst>
                                    </p:anim>
                                  </p:childTnLst>
                                </p:cTn>
                              </p:par>
                            </p:childTnLst>
                          </p:cTn>
                        </p:par>
                        <p:par>
                          <p:cTn id="45" fill="hold">
                            <p:stCondLst>
                              <p:cond delay="2500"/>
                            </p:stCondLst>
                            <p:childTnLst>
                              <p:par>
                                <p:cTn id="46" presetID="42" presetClass="entr" presetSubtype="0" fill="hold" grpId="0" nodeType="afterEffect">
                                  <p:stCondLst>
                                    <p:cond delay="0"/>
                                  </p:stCondLst>
                                  <p:childTnLst>
                                    <p:set>
                                      <p:cBhvr>
                                        <p:cTn id="47" dur="1" fill="hold">
                                          <p:stCondLst>
                                            <p:cond delay="0"/>
                                          </p:stCondLst>
                                        </p:cTn>
                                        <p:tgtEl>
                                          <p:spTgt spid="133"/>
                                        </p:tgtEl>
                                        <p:attrNameLst>
                                          <p:attrName>style.visibility</p:attrName>
                                        </p:attrNameLst>
                                      </p:cBhvr>
                                      <p:to>
                                        <p:strVal val="visible"/>
                                      </p:to>
                                    </p:set>
                                    <p:animEffect transition="in" filter="fade">
                                      <p:cBhvr>
                                        <p:cTn id="48" dur="500"/>
                                        <p:tgtEl>
                                          <p:spTgt spid="133"/>
                                        </p:tgtEl>
                                      </p:cBhvr>
                                    </p:animEffect>
                                    <p:anim calcmode="lin" valueType="num">
                                      <p:cBhvr>
                                        <p:cTn id="49" dur="500" fill="hold"/>
                                        <p:tgtEl>
                                          <p:spTgt spid="133"/>
                                        </p:tgtEl>
                                        <p:attrNameLst>
                                          <p:attrName>ppt_x</p:attrName>
                                        </p:attrNameLst>
                                      </p:cBhvr>
                                      <p:tavLst>
                                        <p:tav tm="0">
                                          <p:val>
                                            <p:strVal val="#ppt_x"/>
                                          </p:val>
                                        </p:tav>
                                        <p:tav tm="100000">
                                          <p:val>
                                            <p:strVal val="#ppt_x"/>
                                          </p:val>
                                        </p:tav>
                                      </p:tavLst>
                                    </p:anim>
                                    <p:anim calcmode="lin" valueType="num">
                                      <p:cBhvr>
                                        <p:cTn id="50" dur="500" fill="hold"/>
                                        <p:tgtEl>
                                          <p:spTgt spid="133"/>
                                        </p:tgtEl>
                                        <p:attrNameLst>
                                          <p:attrName>ppt_y</p:attrName>
                                        </p:attrNameLst>
                                      </p:cBhvr>
                                      <p:tavLst>
                                        <p:tav tm="0">
                                          <p:val>
                                            <p:strVal val="#ppt_y+.1"/>
                                          </p:val>
                                        </p:tav>
                                        <p:tav tm="100000">
                                          <p:val>
                                            <p:strVal val="#ppt_y"/>
                                          </p:val>
                                        </p:tav>
                                      </p:tavLst>
                                    </p:anim>
                                  </p:childTnLst>
                                </p:cTn>
                              </p:par>
                            </p:childTnLst>
                          </p:cTn>
                        </p:par>
                        <p:par>
                          <p:cTn id="51" fill="hold">
                            <p:stCondLst>
                              <p:cond delay="3000"/>
                            </p:stCondLst>
                            <p:childTnLst>
                              <p:par>
                                <p:cTn id="52" presetID="42" presetClass="entr" presetSubtype="0" fill="hold" grpId="0" nodeType="afterEffect">
                                  <p:stCondLst>
                                    <p:cond delay="0"/>
                                  </p:stCondLst>
                                  <p:childTnLst>
                                    <p:set>
                                      <p:cBhvr>
                                        <p:cTn id="53" dur="1" fill="hold">
                                          <p:stCondLst>
                                            <p:cond delay="0"/>
                                          </p:stCondLst>
                                        </p:cTn>
                                        <p:tgtEl>
                                          <p:spTgt spid="134"/>
                                        </p:tgtEl>
                                        <p:attrNameLst>
                                          <p:attrName>style.visibility</p:attrName>
                                        </p:attrNameLst>
                                      </p:cBhvr>
                                      <p:to>
                                        <p:strVal val="visible"/>
                                      </p:to>
                                    </p:set>
                                    <p:animEffect transition="in" filter="fade">
                                      <p:cBhvr>
                                        <p:cTn id="54" dur="500"/>
                                        <p:tgtEl>
                                          <p:spTgt spid="134"/>
                                        </p:tgtEl>
                                      </p:cBhvr>
                                    </p:animEffect>
                                    <p:anim calcmode="lin" valueType="num">
                                      <p:cBhvr>
                                        <p:cTn id="55" dur="500" fill="hold"/>
                                        <p:tgtEl>
                                          <p:spTgt spid="134"/>
                                        </p:tgtEl>
                                        <p:attrNameLst>
                                          <p:attrName>ppt_x</p:attrName>
                                        </p:attrNameLst>
                                      </p:cBhvr>
                                      <p:tavLst>
                                        <p:tav tm="0">
                                          <p:val>
                                            <p:strVal val="#ppt_x"/>
                                          </p:val>
                                        </p:tav>
                                        <p:tav tm="100000">
                                          <p:val>
                                            <p:strVal val="#ppt_x"/>
                                          </p:val>
                                        </p:tav>
                                      </p:tavLst>
                                    </p:anim>
                                    <p:anim calcmode="lin" valueType="num">
                                      <p:cBhvr>
                                        <p:cTn id="56" dur="500" fill="hold"/>
                                        <p:tgtEl>
                                          <p:spTgt spid="134"/>
                                        </p:tgtEl>
                                        <p:attrNameLst>
                                          <p:attrName>ppt_y</p:attrName>
                                        </p:attrNameLst>
                                      </p:cBhvr>
                                      <p:tavLst>
                                        <p:tav tm="0">
                                          <p:val>
                                            <p:strVal val="#ppt_y+.1"/>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2" presetClass="entr" presetSubtype="4" fill="hold" nodeType="clickEffect">
                                  <p:stCondLst>
                                    <p:cond delay="0"/>
                                  </p:stCondLst>
                                  <p:childTnLst>
                                    <p:set>
                                      <p:cBhvr>
                                        <p:cTn id="60" dur="1" fill="hold">
                                          <p:stCondLst>
                                            <p:cond delay="0"/>
                                          </p:stCondLst>
                                        </p:cTn>
                                        <p:tgtEl>
                                          <p:spTgt spid="170"/>
                                        </p:tgtEl>
                                        <p:attrNameLst>
                                          <p:attrName>style.visibility</p:attrName>
                                        </p:attrNameLst>
                                      </p:cBhvr>
                                      <p:to>
                                        <p:strVal val="visible"/>
                                      </p:to>
                                    </p:set>
                                    <p:animEffect transition="in" filter="wipe(down)">
                                      <p:cBhvr>
                                        <p:cTn id="61" dur="1000"/>
                                        <p:tgtEl>
                                          <p:spTgt spid="170"/>
                                        </p:tgtEl>
                                      </p:cBhvr>
                                    </p:animEffect>
                                  </p:childTnLst>
                                </p:cTn>
                              </p:par>
                            </p:childTnLst>
                          </p:cTn>
                        </p:par>
                        <p:par>
                          <p:cTn id="62" fill="hold">
                            <p:stCondLst>
                              <p:cond delay="1000"/>
                            </p:stCondLst>
                            <p:childTnLst>
                              <p:par>
                                <p:cTn id="63" presetID="19" presetClass="emph" presetSubtype="0" fill="hold" grpId="0" nodeType="afterEffect">
                                  <p:stCondLst>
                                    <p:cond delay="0"/>
                                  </p:stCondLst>
                                  <p:childTnLst>
                                    <p:animClr clrSpc="rgb" dir="cw">
                                      <p:cBhvr override="childStyle">
                                        <p:cTn id="64" dur="500" fill="hold"/>
                                        <p:tgtEl>
                                          <p:spTgt spid="135"/>
                                        </p:tgtEl>
                                        <p:attrNameLst>
                                          <p:attrName>style.color</p:attrName>
                                        </p:attrNameLst>
                                      </p:cBhvr>
                                      <p:to>
                                        <a:srgbClr val="0078D7"/>
                                      </p:to>
                                    </p:animClr>
                                    <p:animClr clrSpc="rgb" dir="cw">
                                      <p:cBhvr>
                                        <p:cTn id="65" dur="500" fill="hold"/>
                                        <p:tgtEl>
                                          <p:spTgt spid="135"/>
                                        </p:tgtEl>
                                        <p:attrNameLst>
                                          <p:attrName>fillcolor</p:attrName>
                                        </p:attrNameLst>
                                      </p:cBhvr>
                                      <p:to>
                                        <a:srgbClr val="0078D7"/>
                                      </p:to>
                                    </p:animClr>
                                    <p:set>
                                      <p:cBhvr>
                                        <p:cTn id="66" dur="500" fill="hold"/>
                                        <p:tgtEl>
                                          <p:spTgt spid="135"/>
                                        </p:tgtEl>
                                        <p:attrNameLst>
                                          <p:attrName>fill.type</p:attrName>
                                        </p:attrNameLst>
                                      </p:cBhvr>
                                      <p:to>
                                        <p:strVal val="solid"/>
                                      </p:to>
                                    </p:set>
                                    <p:set>
                                      <p:cBhvr>
                                        <p:cTn id="67" dur="500" fill="hold"/>
                                        <p:tgtEl>
                                          <p:spTgt spid="135"/>
                                        </p:tgtEl>
                                        <p:attrNameLst>
                                          <p:attrName>fill.on</p:attrName>
                                        </p:attrNameLst>
                                      </p:cBhvr>
                                      <p:to>
                                        <p:strVal val="true"/>
                                      </p:to>
                                    </p:set>
                                  </p:childTnLst>
                                </p:cTn>
                              </p:par>
                            </p:childTnLst>
                          </p:cTn>
                        </p:par>
                        <p:par>
                          <p:cTn id="68" fill="hold">
                            <p:stCondLst>
                              <p:cond delay="1500"/>
                            </p:stCondLst>
                            <p:childTnLst>
                              <p:par>
                                <p:cTn id="69" presetID="22" presetClass="entr" presetSubtype="4" fill="hold" nodeType="afterEffect">
                                  <p:stCondLst>
                                    <p:cond delay="0"/>
                                  </p:stCondLst>
                                  <p:childTnLst>
                                    <p:set>
                                      <p:cBhvr>
                                        <p:cTn id="70" dur="1" fill="hold">
                                          <p:stCondLst>
                                            <p:cond delay="0"/>
                                          </p:stCondLst>
                                        </p:cTn>
                                        <p:tgtEl>
                                          <p:spTgt spid="158"/>
                                        </p:tgtEl>
                                        <p:attrNameLst>
                                          <p:attrName>style.visibility</p:attrName>
                                        </p:attrNameLst>
                                      </p:cBhvr>
                                      <p:to>
                                        <p:strVal val="visible"/>
                                      </p:to>
                                    </p:set>
                                    <p:animEffect transition="in" filter="wipe(down)">
                                      <p:cBhvr>
                                        <p:cTn id="71" dur="600"/>
                                        <p:tgtEl>
                                          <p:spTgt spid="158"/>
                                        </p:tgtEl>
                                      </p:cBhvr>
                                    </p:animEffect>
                                  </p:childTnLst>
                                </p:cTn>
                              </p:par>
                            </p:childTnLst>
                          </p:cTn>
                        </p:par>
                        <p:par>
                          <p:cTn id="72" fill="hold">
                            <p:stCondLst>
                              <p:cond delay="2100"/>
                            </p:stCondLst>
                            <p:childTnLst>
                              <p:par>
                                <p:cTn id="73" presetID="19" presetClass="emph" presetSubtype="0" fill="hold" grpId="0" nodeType="afterEffect">
                                  <p:stCondLst>
                                    <p:cond delay="0"/>
                                  </p:stCondLst>
                                  <p:childTnLst>
                                    <p:animClr clrSpc="rgb" dir="cw">
                                      <p:cBhvr override="childStyle">
                                        <p:cTn id="74" dur="500" fill="hold"/>
                                        <p:tgtEl>
                                          <p:spTgt spid="137"/>
                                        </p:tgtEl>
                                        <p:attrNameLst>
                                          <p:attrName>style.color</p:attrName>
                                        </p:attrNameLst>
                                      </p:cBhvr>
                                      <p:to>
                                        <a:srgbClr val="FF8C00"/>
                                      </p:to>
                                    </p:animClr>
                                    <p:animClr clrSpc="rgb" dir="cw">
                                      <p:cBhvr>
                                        <p:cTn id="75" dur="500" fill="hold"/>
                                        <p:tgtEl>
                                          <p:spTgt spid="137"/>
                                        </p:tgtEl>
                                        <p:attrNameLst>
                                          <p:attrName>fillcolor</p:attrName>
                                        </p:attrNameLst>
                                      </p:cBhvr>
                                      <p:to>
                                        <a:srgbClr val="FF8C00"/>
                                      </p:to>
                                    </p:animClr>
                                    <p:set>
                                      <p:cBhvr>
                                        <p:cTn id="76" dur="500" fill="hold"/>
                                        <p:tgtEl>
                                          <p:spTgt spid="137"/>
                                        </p:tgtEl>
                                        <p:attrNameLst>
                                          <p:attrName>fill.type</p:attrName>
                                        </p:attrNameLst>
                                      </p:cBhvr>
                                      <p:to>
                                        <p:strVal val="solid"/>
                                      </p:to>
                                    </p:set>
                                    <p:set>
                                      <p:cBhvr>
                                        <p:cTn id="77" dur="500" fill="hold"/>
                                        <p:tgtEl>
                                          <p:spTgt spid="137"/>
                                        </p:tgtEl>
                                        <p:attrNameLst>
                                          <p:attrName>fill.on</p:attrName>
                                        </p:attrNameLst>
                                      </p:cBhvr>
                                      <p:to>
                                        <p:strVal val="true"/>
                                      </p:to>
                                    </p:set>
                                  </p:childTnLst>
                                </p:cTn>
                              </p:par>
                            </p:childTnLst>
                          </p:cTn>
                        </p:par>
                        <p:par>
                          <p:cTn id="78" fill="hold">
                            <p:stCondLst>
                              <p:cond delay="2600"/>
                            </p:stCondLst>
                            <p:childTnLst>
                              <p:par>
                                <p:cTn id="79" presetID="22" presetClass="entr" presetSubtype="4" fill="hold" nodeType="afterEffect">
                                  <p:stCondLst>
                                    <p:cond delay="0"/>
                                  </p:stCondLst>
                                  <p:childTnLst>
                                    <p:set>
                                      <p:cBhvr>
                                        <p:cTn id="80" dur="1" fill="hold">
                                          <p:stCondLst>
                                            <p:cond delay="0"/>
                                          </p:stCondLst>
                                        </p:cTn>
                                        <p:tgtEl>
                                          <p:spTgt spid="161"/>
                                        </p:tgtEl>
                                        <p:attrNameLst>
                                          <p:attrName>style.visibility</p:attrName>
                                        </p:attrNameLst>
                                      </p:cBhvr>
                                      <p:to>
                                        <p:strVal val="visible"/>
                                      </p:to>
                                    </p:set>
                                    <p:animEffect transition="in" filter="wipe(down)">
                                      <p:cBhvr>
                                        <p:cTn id="81" dur="600"/>
                                        <p:tgtEl>
                                          <p:spTgt spid="161"/>
                                        </p:tgtEl>
                                      </p:cBhvr>
                                    </p:animEffect>
                                  </p:childTnLst>
                                </p:cTn>
                              </p:par>
                            </p:childTnLst>
                          </p:cTn>
                        </p:par>
                        <p:par>
                          <p:cTn id="82" fill="hold">
                            <p:stCondLst>
                              <p:cond delay="3200"/>
                            </p:stCondLst>
                            <p:childTnLst>
                              <p:par>
                                <p:cTn id="83" presetID="19" presetClass="emph" presetSubtype="0" fill="hold" grpId="0" nodeType="afterEffect">
                                  <p:stCondLst>
                                    <p:cond delay="0"/>
                                  </p:stCondLst>
                                  <p:childTnLst>
                                    <p:animClr clrSpc="rgb" dir="cw">
                                      <p:cBhvr override="childStyle">
                                        <p:cTn id="84" dur="500" fill="hold"/>
                                        <p:tgtEl>
                                          <p:spTgt spid="139"/>
                                        </p:tgtEl>
                                        <p:attrNameLst>
                                          <p:attrName>style.color</p:attrName>
                                        </p:attrNameLst>
                                      </p:cBhvr>
                                      <p:to>
                                        <a:srgbClr val="5C2D91"/>
                                      </p:to>
                                    </p:animClr>
                                    <p:animClr clrSpc="rgb" dir="cw">
                                      <p:cBhvr>
                                        <p:cTn id="85" dur="500" fill="hold"/>
                                        <p:tgtEl>
                                          <p:spTgt spid="139"/>
                                        </p:tgtEl>
                                        <p:attrNameLst>
                                          <p:attrName>fillcolor</p:attrName>
                                        </p:attrNameLst>
                                      </p:cBhvr>
                                      <p:to>
                                        <a:srgbClr val="5C2D91"/>
                                      </p:to>
                                    </p:animClr>
                                    <p:set>
                                      <p:cBhvr>
                                        <p:cTn id="86" dur="500" fill="hold"/>
                                        <p:tgtEl>
                                          <p:spTgt spid="139"/>
                                        </p:tgtEl>
                                        <p:attrNameLst>
                                          <p:attrName>fill.type</p:attrName>
                                        </p:attrNameLst>
                                      </p:cBhvr>
                                      <p:to>
                                        <p:strVal val="solid"/>
                                      </p:to>
                                    </p:set>
                                    <p:set>
                                      <p:cBhvr>
                                        <p:cTn id="87" dur="500" fill="hold"/>
                                        <p:tgtEl>
                                          <p:spTgt spid="139"/>
                                        </p:tgtEl>
                                        <p:attrNameLst>
                                          <p:attrName>fill.on</p:attrName>
                                        </p:attrNameLst>
                                      </p:cBhvr>
                                      <p:to>
                                        <p:strVal val="true"/>
                                      </p:to>
                                    </p:set>
                                  </p:childTnLst>
                                </p:cTn>
                              </p:par>
                            </p:childTnLst>
                          </p:cTn>
                        </p:par>
                        <p:par>
                          <p:cTn id="88" fill="hold">
                            <p:stCondLst>
                              <p:cond delay="3700"/>
                            </p:stCondLst>
                            <p:childTnLst>
                              <p:par>
                                <p:cTn id="89" presetID="22" presetClass="entr" presetSubtype="4" fill="hold" nodeType="afterEffect">
                                  <p:stCondLst>
                                    <p:cond delay="0"/>
                                  </p:stCondLst>
                                  <p:childTnLst>
                                    <p:set>
                                      <p:cBhvr>
                                        <p:cTn id="90" dur="1" fill="hold">
                                          <p:stCondLst>
                                            <p:cond delay="0"/>
                                          </p:stCondLst>
                                        </p:cTn>
                                        <p:tgtEl>
                                          <p:spTgt spid="167"/>
                                        </p:tgtEl>
                                        <p:attrNameLst>
                                          <p:attrName>style.visibility</p:attrName>
                                        </p:attrNameLst>
                                      </p:cBhvr>
                                      <p:to>
                                        <p:strVal val="visible"/>
                                      </p:to>
                                    </p:set>
                                    <p:animEffect transition="in" filter="wipe(down)">
                                      <p:cBhvr>
                                        <p:cTn id="91" dur="1000"/>
                                        <p:tgtEl>
                                          <p:spTgt spid="167"/>
                                        </p:tgtEl>
                                      </p:cBhvr>
                                    </p:animEffect>
                                  </p:childTnLst>
                                </p:cTn>
                              </p:par>
                            </p:childTnLst>
                          </p:cTn>
                        </p:par>
                        <p:par>
                          <p:cTn id="92" fill="hold">
                            <p:stCondLst>
                              <p:cond delay="4700"/>
                            </p:stCondLst>
                            <p:childTnLst>
                              <p:par>
                                <p:cTn id="93" presetID="19" presetClass="emph" presetSubtype="0" fill="hold" grpId="0" nodeType="afterEffect">
                                  <p:stCondLst>
                                    <p:cond delay="0"/>
                                  </p:stCondLst>
                                  <p:childTnLst>
                                    <p:animClr clrSpc="rgb" dir="cw">
                                      <p:cBhvr override="childStyle">
                                        <p:cTn id="94" dur="500" fill="hold"/>
                                        <p:tgtEl>
                                          <p:spTgt spid="141"/>
                                        </p:tgtEl>
                                        <p:attrNameLst>
                                          <p:attrName>style.color</p:attrName>
                                        </p:attrNameLst>
                                      </p:cBhvr>
                                      <p:to>
                                        <a:srgbClr val="D83B01"/>
                                      </p:to>
                                    </p:animClr>
                                    <p:animClr clrSpc="rgb" dir="cw">
                                      <p:cBhvr>
                                        <p:cTn id="95" dur="500" fill="hold"/>
                                        <p:tgtEl>
                                          <p:spTgt spid="141"/>
                                        </p:tgtEl>
                                        <p:attrNameLst>
                                          <p:attrName>fillcolor</p:attrName>
                                        </p:attrNameLst>
                                      </p:cBhvr>
                                      <p:to>
                                        <a:srgbClr val="D83B01"/>
                                      </p:to>
                                    </p:animClr>
                                    <p:set>
                                      <p:cBhvr>
                                        <p:cTn id="96" dur="500" fill="hold"/>
                                        <p:tgtEl>
                                          <p:spTgt spid="141"/>
                                        </p:tgtEl>
                                        <p:attrNameLst>
                                          <p:attrName>fill.type</p:attrName>
                                        </p:attrNameLst>
                                      </p:cBhvr>
                                      <p:to>
                                        <p:strVal val="solid"/>
                                      </p:to>
                                    </p:set>
                                    <p:set>
                                      <p:cBhvr>
                                        <p:cTn id="97" dur="500" fill="hold"/>
                                        <p:tgtEl>
                                          <p:spTgt spid="141"/>
                                        </p:tgtEl>
                                        <p:attrNameLst>
                                          <p:attrName>fill.on</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128" grpId="0" animBg="1"/>
      <p:bldP spid="129" grpId="0" animBg="1"/>
      <p:bldP spid="130" grpId="0" animBg="1"/>
      <p:bldP spid="131" grpId="0" animBg="1"/>
      <p:bldP spid="132" grpId="0" animBg="1"/>
      <p:bldP spid="133" grpId="0" animBg="1"/>
      <p:bldP spid="134" grpId="0" animBg="1"/>
      <p:bldP spid="135" grpId="0" animBg="1"/>
      <p:bldP spid="137" grpId="0" animBg="1"/>
      <p:bldP spid="139" grpId="0" animBg="1"/>
      <p:bldP spid="141" grpId="0" animBg="1"/>
    </p:bldLst>
  </p:timing>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Engage slide">
    <p:spTree>
      <p:nvGrpSpPr>
        <p:cNvPr id="1" name=""/>
        <p:cNvGrpSpPr/>
        <p:nvPr/>
      </p:nvGrpSpPr>
      <p:grpSpPr>
        <a:xfrm>
          <a:off x="0" y="0"/>
          <a:ext cx="0" cy="0"/>
          <a:chOff x="0" y="0"/>
          <a:chExt cx="0" cy="0"/>
        </a:xfrm>
      </p:grpSpPr>
      <p:sp>
        <p:nvSpPr>
          <p:cNvPr id="3" name="AutoShape 118"/>
          <p:cNvSpPr>
            <a:spLocks noChangeAspect="1" noChangeArrowheads="1" noTextEdit="1"/>
          </p:cNvSpPr>
          <p:nvPr userDrawn="1"/>
        </p:nvSpPr>
        <p:spPr bwMode="auto">
          <a:xfrm>
            <a:off x="8220382" y="1499787"/>
            <a:ext cx="3643372" cy="33244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89606" tIns="44802" rIns="89606" bIns="44802" numCol="1" anchor="t" anchorCtr="0" compatLnSpc="1">
            <a:prstTxWarp prst="textNoShape">
              <a:avLst/>
            </a:prstTxWarp>
          </a:bodyPr>
          <a:lstStyle/>
          <a:p>
            <a:pPr defTabSz="914005">
              <a:defRPr/>
            </a:pPr>
            <a:endParaRPr lang="en-US" sz="1764">
              <a:solidFill>
                <a:srgbClr val="404040"/>
              </a:solidFill>
              <a:latin typeface="Segoe UI"/>
            </a:endParaRPr>
          </a:p>
        </p:txBody>
      </p:sp>
      <p:sp>
        <p:nvSpPr>
          <p:cNvPr id="4" name="AutoShape 151"/>
          <p:cNvSpPr>
            <a:spLocks noChangeAspect="1" noChangeArrowheads="1" noTextEdit="1"/>
          </p:cNvSpPr>
          <p:nvPr userDrawn="1"/>
        </p:nvSpPr>
        <p:spPr bwMode="auto">
          <a:xfrm>
            <a:off x="8209493" y="4919145"/>
            <a:ext cx="3654262" cy="1535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89606" tIns="44802" rIns="89606" bIns="44802" numCol="1" anchor="t" anchorCtr="0" compatLnSpc="1">
            <a:prstTxWarp prst="textNoShape">
              <a:avLst/>
            </a:prstTxWarp>
          </a:bodyPr>
          <a:lstStyle/>
          <a:p>
            <a:pPr defTabSz="914005">
              <a:defRPr/>
            </a:pPr>
            <a:endParaRPr lang="en-US" sz="1764">
              <a:solidFill>
                <a:srgbClr val="404040"/>
              </a:solidFill>
              <a:latin typeface="Segoe UI"/>
            </a:endParaRPr>
          </a:p>
        </p:txBody>
      </p:sp>
      <p:sp>
        <p:nvSpPr>
          <p:cNvPr id="5" name="AutoShape 167"/>
          <p:cNvSpPr>
            <a:spLocks noChangeAspect="1" noChangeArrowheads="1" noTextEdit="1"/>
          </p:cNvSpPr>
          <p:nvPr userDrawn="1"/>
        </p:nvSpPr>
        <p:spPr bwMode="auto">
          <a:xfrm>
            <a:off x="6316245" y="4919145"/>
            <a:ext cx="1698788" cy="1535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89606" tIns="44802" rIns="89606" bIns="44802" numCol="1" anchor="t" anchorCtr="0" compatLnSpc="1">
            <a:prstTxWarp prst="textNoShape">
              <a:avLst/>
            </a:prstTxWarp>
          </a:bodyPr>
          <a:lstStyle/>
          <a:p>
            <a:pPr defTabSz="914005">
              <a:defRPr/>
            </a:pPr>
            <a:endParaRPr lang="en-US" sz="1764">
              <a:solidFill>
                <a:srgbClr val="404040"/>
              </a:solidFill>
              <a:latin typeface="Segoe UI"/>
            </a:endParaRPr>
          </a:p>
        </p:txBody>
      </p:sp>
      <p:sp>
        <p:nvSpPr>
          <p:cNvPr id="6" name="AutoShape 177"/>
          <p:cNvSpPr>
            <a:spLocks noChangeAspect="1" noChangeArrowheads="1" noTextEdit="1"/>
          </p:cNvSpPr>
          <p:nvPr userDrawn="1"/>
        </p:nvSpPr>
        <p:spPr bwMode="auto">
          <a:xfrm>
            <a:off x="4401218" y="4919145"/>
            <a:ext cx="1709678" cy="1535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89606" tIns="44802" rIns="89606" bIns="44802" numCol="1" anchor="t" anchorCtr="0" compatLnSpc="1">
            <a:prstTxWarp prst="textNoShape">
              <a:avLst/>
            </a:prstTxWarp>
          </a:bodyPr>
          <a:lstStyle/>
          <a:p>
            <a:pPr defTabSz="914005">
              <a:defRPr/>
            </a:pPr>
            <a:endParaRPr lang="en-US" sz="1764">
              <a:solidFill>
                <a:srgbClr val="404040"/>
              </a:solidFill>
              <a:latin typeface="Segoe UI"/>
            </a:endParaRPr>
          </a:p>
        </p:txBody>
      </p:sp>
      <p:sp>
        <p:nvSpPr>
          <p:cNvPr id="7" name="AutoShape 219"/>
          <p:cNvSpPr>
            <a:spLocks noChangeAspect="1" noChangeArrowheads="1" noTextEdit="1"/>
          </p:cNvSpPr>
          <p:nvPr userDrawn="1"/>
        </p:nvSpPr>
        <p:spPr bwMode="auto">
          <a:xfrm>
            <a:off x="2486194" y="3240578"/>
            <a:ext cx="1709679" cy="153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89606" tIns="44802" rIns="89606" bIns="44802" numCol="1" anchor="t" anchorCtr="0" compatLnSpc="1">
            <a:prstTxWarp prst="textNoShape">
              <a:avLst/>
            </a:prstTxWarp>
          </a:bodyPr>
          <a:lstStyle/>
          <a:p>
            <a:pPr defTabSz="914005">
              <a:defRPr/>
            </a:pPr>
            <a:endParaRPr lang="en-US" sz="1764">
              <a:solidFill>
                <a:srgbClr val="404040"/>
              </a:solidFill>
              <a:latin typeface="Segoe UI"/>
            </a:endParaRPr>
          </a:p>
        </p:txBody>
      </p:sp>
      <p:sp>
        <p:nvSpPr>
          <p:cNvPr id="8" name="AutoShape 257"/>
          <p:cNvSpPr>
            <a:spLocks noChangeAspect="1" noChangeArrowheads="1" noTextEdit="1"/>
          </p:cNvSpPr>
          <p:nvPr userDrawn="1"/>
        </p:nvSpPr>
        <p:spPr bwMode="auto">
          <a:xfrm>
            <a:off x="583614" y="3240578"/>
            <a:ext cx="1697232" cy="153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89606" tIns="44802" rIns="89606" bIns="44802" numCol="1" anchor="t" anchorCtr="0" compatLnSpc="1">
            <a:prstTxWarp prst="textNoShape">
              <a:avLst/>
            </a:prstTxWarp>
          </a:bodyPr>
          <a:lstStyle/>
          <a:p>
            <a:pPr defTabSz="914005">
              <a:defRPr/>
            </a:pPr>
            <a:endParaRPr lang="en-US" sz="1764">
              <a:solidFill>
                <a:srgbClr val="404040"/>
              </a:solidFill>
              <a:latin typeface="Segoe UI"/>
            </a:endParaRPr>
          </a:p>
        </p:txBody>
      </p:sp>
      <p:sp>
        <p:nvSpPr>
          <p:cNvPr id="9" name="AutoShape 3"/>
          <p:cNvSpPr>
            <a:spLocks noChangeAspect="1" noChangeArrowheads="1" noTextEdit="1"/>
          </p:cNvSpPr>
          <p:nvPr userDrawn="1"/>
        </p:nvSpPr>
        <p:spPr bwMode="auto">
          <a:xfrm>
            <a:off x="583613" y="1499786"/>
            <a:ext cx="1697233" cy="15447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89606" tIns="44802" rIns="89606" bIns="44802" numCol="1" anchor="t" anchorCtr="0" compatLnSpc="1">
            <a:prstTxWarp prst="textNoShape">
              <a:avLst/>
            </a:prstTxWarp>
          </a:bodyPr>
          <a:lstStyle/>
          <a:p>
            <a:pPr defTabSz="914005">
              <a:defRPr/>
            </a:pPr>
            <a:endParaRPr lang="en-US" sz="1764">
              <a:solidFill>
                <a:srgbClr val="404040"/>
              </a:solidFill>
              <a:latin typeface="Segoe UI"/>
            </a:endParaRPr>
          </a:p>
        </p:txBody>
      </p:sp>
      <p:sp>
        <p:nvSpPr>
          <p:cNvPr id="10" name="AutoShape 77"/>
          <p:cNvSpPr>
            <a:spLocks noChangeAspect="1" noChangeArrowheads="1" noTextEdit="1"/>
          </p:cNvSpPr>
          <p:nvPr userDrawn="1"/>
        </p:nvSpPr>
        <p:spPr bwMode="auto">
          <a:xfrm>
            <a:off x="4401220" y="1499789"/>
            <a:ext cx="1709677" cy="1544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89606" tIns="44802" rIns="89606" bIns="44802" numCol="1" anchor="t" anchorCtr="0" compatLnSpc="1">
            <a:prstTxWarp prst="textNoShape">
              <a:avLst/>
            </a:prstTxWarp>
          </a:bodyPr>
          <a:lstStyle/>
          <a:p>
            <a:pPr defTabSz="914005">
              <a:defRPr/>
            </a:pPr>
            <a:endParaRPr lang="en-US" sz="1764">
              <a:solidFill>
                <a:srgbClr val="404040"/>
              </a:solidFill>
              <a:latin typeface="Segoe UI"/>
            </a:endParaRPr>
          </a:p>
        </p:txBody>
      </p:sp>
      <p:grpSp>
        <p:nvGrpSpPr>
          <p:cNvPr id="11" name="Group 10"/>
          <p:cNvGrpSpPr/>
          <p:nvPr userDrawn="1"/>
        </p:nvGrpSpPr>
        <p:grpSpPr>
          <a:xfrm>
            <a:off x="449017" y="1212184"/>
            <a:ext cx="5522617" cy="1864634"/>
            <a:chOff x="446695" y="1211263"/>
            <a:chExt cx="5524839" cy="1865385"/>
          </a:xfrm>
        </p:grpSpPr>
        <p:sp>
          <p:nvSpPr>
            <p:cNvPr id="12" name="Rectangle 5"/>
            <p:cNvSpPr>
              <a:spLocks noChangeArrowheads="1"/>
            </p:cNvSpPr>
            <p:nvPr/>
          </p:nvSpPr>
          <p:spPr bwMode="auto">
            <a:xfrm>
              <a:off x="446695" y="1211263"/>
              <a:ext cx="5524839" cy="1865385"/>
            </a:xfrm>
            <a:prstGeom prst="rect">
              <a:avLst/>
            </a:prstGeom>
            <a:solidFill>
              <a:schemeClr val="accent1"/>
            </a:solidFill>
            <a:ln>
              <a:noFill/>
            </a:ln>
          </p:spPr>
          <p:txBody>
            <a:bodyPr vert="horz" wrap="square" lIns="182806" tIns="44802" rIns="89606" bIns="44802" numCol="1" anchor="ctr" anchorCtr="0" compatLnSpc="1">
              <a:prstTxWarp prst="textNoShape">
                <a:avLst/>
              </a:prstTxWarp>
            </a:bodyPr>
            <a:lstStyle/>
            <a:p>
              <a:pPr defTabSz="914005">
                <a:lnSpc>
                  <a:spcPct val="80000"/>
                </a:lnSpc>
                <a:spcBef>
                  <a:spcPts val="587"/>
                </a:spcBef>
                <a:spcAft>
                  <a:spcPts val="587"/>
                </a:spcAft>
                <a:defRPr/>
              </a:pPr>
              <a:r>
                <a:rPr lang="en-US" sz="3998" b="1" dirty="0">
                  <a:gradFill>
                    <a:gsLst>
                      <a:gs pos="0">
                        <a:srgbClr val="FFFFFF"/>
                      </a:gs>
                      <a:gs pos="100000">
                        <a:srgbClr val="FFFFFF"/>
                      </a:gs>
                    </a:gsLst>
                    <a:lin ang="5400000" scaled="0"/>
                  </a:gradFill>
                  <a:latin typeface="Segoe UI Light"/>
                </a:rPr>
                <a:t>Office 365 Network</a:t>
              </a:r>
            </a:p>
            <a:p>
              <a:pPr defTabSz="914005">
                <a:lnSpc>
                  <a:spcPct val="80000"/>
                </a:lnSpc>
                <a:spcBef>
                  <a:spcPts val="587"/>
                </a:spcBef>
                <a:spcAft>
                  <a:spcPts val="587"/>
                </a:spcAft>
                <a:defRPr/>
              </a:pPr>
              <a:r>
                <a:rPr lang="en-US" sz="1799" dirty="0">
                  <a:solidFill>
                    <a:srgbClr val="404040"/>
                  </a:solidFill>
                  <a:latin typeface="Segoe UI"/>
                  <a:hlinkClick r:id="rId2"/>
                </a:rPr>
                <a:t>https://www.yammer.com/itpronetwork</a:t>
              </a:r>
              <a:r>
                <a:rPr lang="en-US" sz="1799" dirty="0">
                  <a:solidFill>
                    <a:srgbClr val="404040"/>
                  </a:solidFill>
                  <a:latin typeface="Segoe UI"/>
                </a:rPr>
                <a:t> </a:t>
              </a:r>
            </a:p>
          </p:txBody>
        </p:sp>
        <p:sp>
          <p:nvSpPr>
            <p:cNvPr id="13" name="Freeform 9"/>
            <p:cNvSpPr>
              <a:spLocks noChangeAspect="1" noEditPoints="1"/>
            </p:cNvSpPr>
            <p:nvPr/>
          </p:nvSpPr>
          <p:spPr bwMode="black">
            <a:xfrm>
              <a:off x="4932958" y="1756934"/>
              <a:ext cx="865676" cy="818616"/>
            </a:xfrm>
            <a:custGeom>
              <a:avLst/>
              <a:gdLst>
                <a:gd name="T0" fmla="*/ 513 w 589"/>
                <a:gd name="T1" fmla="*/ 0 h 556"/>
                <a:gd name="T2" fmla="*/ 76 w 589"/>
                <a:gd name="T3" fmla="*/ 0 h 556"/>
                <a:gd name="T4" fmla="*/ 0 w 589"/>
                <a:gd name="T5" fmla="*/ 76 h 556"/>
                <a:gd name="T6" fmla="*/ 0 w 589"/>
                <a:gd name="T7" fmla="*/ 412 h 556"/>
                <a:gd name="T8" fmla="*/ 76 w 589"/>
                <a:gd name="T9" fmla="*/ 488 h 556"/>
                <a:gd name="T10" fmla="*/ 155 w 589"/>
                <a:gd name="T11" fmla="*/ 488 h 556"/>
                <a:gd name="T12" fmla="*/ 155 w 589"/>
                <a:gd name="T13" fmla="*/ 556 h 556"/>
                <a:gd name="T14" fmla="*/ 251 w 589"/>
                <a:gd name="T15" fmla="*/ 488 h 556"/>
                <a:gd name="T16" fmla="*/ 513 w 589"/>
                <a:gd name="T17" fmla="*/ 488 h 556"/>
                <a:gd name="T18" fmla="*/ 589 w 589"/>
                <a:gd name="T19" fmla="*/ 412 h 556"/>
                <a:gd name="T20" fmla="*/ 589 w 589"/>
                <a:gd name="T21" fmla="*/ 76 h 556"/>
                <a:gd name="T22" fmla="*/ 513 w 589"/>
                <a:gd name="T23" fmla="*/ 0 h 556"/>
                <a:gd name="T24" fmla="*/ 413 w 589"/>
                <a:gd name="T25" fmla="*/ 119 h 556"/>
                <a:gd name="T26" fmla="*/ 439 w 589"/>
                <a:gd name="T27" fmla="*/ 126 h 556"/>
                <a:gd name="T28" fmla="*/ 432 w 589"/>
                <a:gd name="T29" fmla="*/ 153 h 556"/>
                <a:gd name="T30" fmla="*/ 322 w 589"/>
                <a:gd name="T31" fmla="*/ 193 h 556"/>
                <a:gd name="T32" fmla="*/ 413 w 589"/>
                <a:gd name="T33" fmla="*/ 119 h 556"/>
                <a:gd name="T34" fmla="*/ 315 w 589"/>
                <a:gd name="T35" fmla="*/ 108 h 556"/>
                <a:gd name="T36" fmla="*/ 314 w 589"/>
                <a:gd name="T37" fmla="*/ 109 h 556"/>
                <a:gd name="T38" fmla="*/ 315 w 589"/>
                <a:gd name="T39" fmla="*/ 109 h 556"/>
                <a:gd name="T40" fmla="*/ 313 w 589"/>
                <a:gd name="T41" fmla="*/ 113 h 556"/>
                <a:gd name="T42" fmla="*/ 223 w 589"/>
                <a:gd name="T43" fmla="*/ 337 h 556"/>
                <a:gd name="T44" fmla="*/ 144 w 589"/>
                <a:gd name="T45" fmla="*/ 405 h 556"/>
                <a:gd name="T46" fmla="*/ 123 w 589"/>
                <a:gd name="T47" fmla="*/ 403 h 556"/>
                <a:gd name="T48" fmla="*/ 111 w 589"/>
                <a:gd name="T49" fmla="*/ 381 h 556"/>
                <a:gd name="T50" fmla="*/ 129 w 589"/>
                <a:gd name="T51" fmla="*/ 368 h 556"/>
                <a:gd name="T52" fmla="*/ 141 w 589"/>
                <a:gd name="T53" fmla="*/ 368 h 556"/>
                <a:gd name="T54" fmla="*/ 185 w 589"/>
                <a:gd name="T55" fmla="*/ 329 h 556"/>
                <a:gd name="T56" fmla="*/ 190 w 589"/>
                <a:gd name="T57" fmla="*/ 318 h 556"/>
                <a:gd name="T58" fmla="*/ 104 w 589"/>
                <a:gd name="T59" fmla="*/ 107 h 556"/>
                <a:gd name="T60" fmla="*/ 116 w 589"/>
                <a:gd name="T61" fmla="*/ 81 h 556"/>
                <a:gd name="T62" fmla="*/ 143 w 589"/>
                <a:gd name="T63" fmla="*/ 91 h 556"/>
                <a:gd name="T64" fmla="*/ 144 w 589"/>
                <a:gd name="T65" fmla="*/ 94 h 556"/>
                <a:gd name="T66" fmla="*/ 144 w 589"/>
                <a:gd name="T67" fmla="*/ 94 h 556"/>
                <a:gd name="T68" fmla="*/ 211 w 589"/>
                <a:gd name="T69" fmla="*/ 265 h 556"/>
                <a:gd name="T70" fmla="*/ 213 w 589"/>
                <a:gd name="T71" fmla="*/ 265 h 556"/>
                <a:gd name="T72" fmla="*/ 276 w 589"/>
                <a:gd name="T73" fmla="*/ 97 h 556"/>
                <a:gd name="T74" fmla="*/ 277 w 589"/>
                <a:gd name="T75" fmla="*/ 97 h 556"/>
                <a:gd name="T76" fmla="*/ 277 w 589"/>
                <a:gd name="T77" fmla="*/ 96 h 556"/>
                <a:gd name="T78" fmla="*/ 277 w 589"/>
                <a:gd name="T79" fmla="*/ 95 h 556"/>
                <a:gd name="T80" fmla="*/ 302 w 589"/>
                <a:gd name="T81" fmla="*/ 83 h 556"/>
                <a:gd name="T82" fmla="*/ 315 w 589"/>
                <a:gd name="T83" fmla="*/ 108 h 556"/>
                <a:gd name="T84" fmla="*/ 439 w 589"/>
                <a:gd name="T85" fmla="*/ 363 h 556"/>
                <a:gd name="T86" fmla="*/ 413 w 589"/>
                <a:gd name="T87" fmla="*/ 370 h 556"/>
                <a:gd name="T88" fmla="*/ 322 w 589"/>
                <a:gd name="T89" fmla="*/ 296 h 556"/>
                <a:gd name="T90" fmla="*/ 432 w 589"/>
                <a:gd name="T91" fmla="*/ 336 h 556"/>
                <a:gd name="T92" fmla="*/ 439 w 589"/>
                <a:gd name="T93" fmla="*/ 363 h 556"/>
                <a:gd name="T94" fmla="*/ 467 w 589"/>
                <a:gd name="T95" fmla="*/ 263 h 556"/>
                <a:gd name="T96" fmla="*/ 351 w 589"/>
                <a:gd name="T97" fmla="*/ 244 h 556"/>
                <a:gd name="T98" fmla="*/ 467 w 589"/>
                <a:gd name="T99" fmla="*/ 224 h 556"/>
                <a:gd name="T100" fmla="*/ 486 w 589"/>
                <a:gd name="T101" fmla="*/ 243 h 556"/>
                <a:gd name="T102" fmla="*/ 467 w 589"/>
                <a:gd name="T103" fmla="*/ 263 h 5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589" h="556">
                  <a:moveTo>
                    <a:pt x="513" y="0"/>
                  </a:moveTo>
                  <a:cubicBezTo>
                    <a:pt x="76" y="0"/>
                    <a:pt x="76" y="0"/>
                    <a:pt x="76" y="0"/>
                  </a:cubicBezTo>
                  <a:cubicBezTo>
                    <a:pt x="35" y="0"/>
                    <a:pt x="0" y="34"/>
                    <a:pt x="0" y="76"/>
                  </a:cubicBezTo>
                  <a:cubicBezTo>
                    <a:pt x="0" y="412"/>
                    <a:pt x="0" y="412"/>
                    <a:pt x="0" y="412"/>
                  </a:cubicBezTo>
                  <a:cubicBezTo>
                    <a:pt x="0" y="454"/>
                    <a:pt x="35" y="488"/>
                    <a:pt x="76" y="488"/>
                  </a:cubicBezTo>
                  <a:cubicBezTo>
                    <a:pt x="155" y="488"/>
                    <a:pt x="155" y="488"/>
                    <a:pt x="155" y="488"/>
                  </a:cubicBezTo>
                  <a:cubicBezTo>
                    <a:pt x="155" y="556"/>
                    <a:pt x="155" y="556"/>
                    <a:pt x="155" y="556"/>
                  </a:cubicBezTo>
                  <a:cubicBezTo>
                    <a:pt x="251" y="488"/>
                    <a:pt x="251" y="488"/>
                    <a:pt x="251" y="488"/>
                  </a:cubicBezTo>
                  <a:cubicBezTo>
                    <a:pt x="513" y="488"/>
                    <a:pt x="513" y="488"/>
                    <a:pt x="513" y="488"/>
                  </a:cubicBezTo>
                  <a:cubicBezTo>
                    <a:pt x="554" y="488"/>
                    <a:pt x="589" y="454"/>
                    <a:pt x="589" y="412"/>
                  </a:cubicBezTo>
                  <a:cubicBezTo>
                    <a:pt x="589" y="76"/>
                    <a:pt x="589" y="76"/>
                    <a:pt x="589" y="76"/>
                  </a:cubicBezTo>
                  <a:cubicBezTo>
                    <a:pt x="589" y="34"/>
                    <a:pt x="554" y="0"/>
                    <a:pt x="513" y="0"/>
                  </a:cubicBezTo>
                  <a:close/>
                  <a:moveTo>
                    <a:pt x="413" y="119"/>
                  </a:moveTo>
                  <a:cubicBezTo>
                    <a:pt x="422" y="114"/>
                    <a:pt x="434" y="117"/>
                    <a:pt x="439" y="126"/>
                  </a:cubicBezTo>
                  <a:cubicBezTo>
                    <a:pt x="445" y="136"/>
                    <a:pt x="441" y="147"/>
                    <a:pt x="432" y="153"/>
                  </a:cubicBezTo>
                  <a:cubicBezTo>
                    <a:pt x="423" y="158"/>
                    <a:pt x="328" y="203"/>
                    <a:pt x="322" y="193"/>
                  </a:cubicBezTo>
                  <a:cubicBezTo>
                    <a:pt x="317" y="184"/>
                    <a:pt x="403" y="124"/>
                    <a:pt x="413" y="119"/>
                  </a:cubicBezTo>
                  <a:close/>
                  <a:moveTo>
                    <a:pt x="315" y="108"/>
                  </a:moveTo>
                  <a:cubicBezTo>
                    <a:pt x="315" y="108"/>
                    <a:pt x="315" y="108"/>
                    <a:pt x="314" y="109"/>
                  </a:cubicBezTo>
                  <a:cubicBezTo>
                    <a:pt x="315" y="109"/>
                    <a:pt x="315" y="109"/>
                    <a:pt x="315" y="109"/>
                  </a:cubicBezTo>
                  <a:cubicBezTo>
                    <a:pt x="314" y="110"/>
                    <a:pt x="314" y="111"/>
                    <a:pt x="313" y="113"/>
                  </a:cubicBezTo>
                  <a:cubicBezTo>
                    <a:pt x="309" y="122"/>
                    <a:pt x="223" y="337"/>
                    <a:pt x="223" y="337"/>
                  </a:cubicBezTo>
                  <a:cubicBezTo>
                    <a:pt x="207" y="377"/>
                    <a:pt x="191" y="405"/>
                    <a:pt x="144" y="405"/>
                  </a:cubicBezTo>
                  <a:cubicBezTo>
                    <a:pt x="137" y="405"/>
                    <a:pt x="130" y="404"/>
                    <a:pt x="123" y="403"/>
                  </a:cubicBezTo>
                  <a:cubicBezTo>
                    <a:pt x="114" y="400"/>
                    <a:pt x="108" y="391"/>
                    <a:pt x="111" y="381"/>
                  </a:cubicBezTo>
                  <a:cubicBezTo>
                    <a:pt x="113" y="373"/>
                    <a:pt x="121" y="367"/>
                    <a:pt x="129" y="368"/>
                  </a:cubicBezTo>
                  <a:cubicBezTo>
                    <a:pt x="130" y="368"/>
                    <a:pt x="138" y="368"/>
                    <a:pt x="141" y="368"/>
                  </a:cubicBezTo>
                  <a:cubicBezTo>
                    <a:pt x="167" y="368"/>
                    <a:pt x="176" y="353"/>
                    <a:pt x="185" y="329"/>
                  </a:cubicBezTo>
                  <a:cubicBezTo>
                    <a:pt x="190" y="318"/>
                    <a:pt x="190" y="318"/>
                    <a:pt x="190" y="318"/>
                  </a:cubicBezTo>
                  <a:cubicBezTo>
                    <a:pt x="190" y="318"/>
                    <a:pt x="112" y="128"/>
                    <a:pt x="104" y="107"/>
                  </a:cubicBezTo>
                  <a:cubicBezTo>
                    <a:pt x="100" y="96"/>
                    <a:pt x="106" y="85"/>
                    <a:pt x="116" y="81"/>
                  </a:cubicBezTo>
                  <a:cubicBezTo>
                    <a:pt x="127" y="77"/>
                    <a:pt x="138" y="82"/>
                    <a:pt x="143" y="91"/>
                  </a:cubicBezTo>
                  <a:cubicBezTo>
                    <a:pt x="144" y="94"/>
                    <a:pt x="144" y="94"/>
                    <a:pt x="144" y="94"/>
                  </a:cubicBezTo>
                  <a:cubicBezTo>
                    <a:pt x="144" y="94"/>
                    <a:pt x="144" y="94"/>
                    <a:pt x="144" y="94"/>
                  </a:cubicBezTo>
                  <a:cubicBezTo>
                    <a:pt x="211" y="265"/>
                    <a:pt x="211" y="265"/>
                    <a:pt x="211" y="265"/>
                  </a:cubicBezTo>
                  <a:cubicBezTo>
                    <a:pt x="213" y="265"/>
                    <a:pt x="213" y="265"/>
                    <a:pt x="213" y="265"/>
                  </a:cubicBezTo>
                  <a:cubicBezTo>
                    <a:pt x="213" y="265"/>
                    <a:pt x="270" y="115"/>
                    <a:pt x="276" y="97"/>
                  </a:cubicBezTo>
                  <a:cubicBezTo>
                    <a:pt x="277" y="97"/>
                    <a:pt x="277" y="97"/>
                    <a:pt x="277" y="97"/>
                  </a:cubicBezTo>
                  <a:cubicBezTo>
                    <a:pt x="277" y="96"/>
                    <a:pt x="277" y="96"/>
                    <a:pt x="277" y="96"/>
                  </a:cubicBezTo>
                  <a:cubicBezTo>
                    <a:pt x="277" y="96"/>
                    <a:pt x="277" y="95"/>
                    <a:pt x="277" y="95"/>
                  </a:cubicBezTo>
                  <a:cubicBezTo>
                    <a:pt x="281" y="85"/>
                    <a:pt x="292" y="80"/>
                    <a:pt x="302" y="83"/>
                  </a:cubicBezTo>
                  <a:cubicBezTo>
                    <a:pt x="312" y="86"/>
                    <a:pt x="318" y="97"/>
                    <a:pt x="315" y="108"/>
                  </a:cubicBezTo>
                  <a:close/>
                  <a:moveTo>
                    <a:pt x="439" y="363"/>
                  </a:moveTo>
                  <a:cubicBezTo>
                    <a:pt x="434" y="372"/>
                    <a:pt x="422" y="376"/>
                    <a:pt x="413" y="370"/>
                  </a:cubicBezTo>
                  <a:cubicBezTo>
                    <a:pt x="403" y="365"/>
                    <a:pt x="317" y="305"/>
                    <a:pt x="322" y="296"/>
                  </a:cubicBezTo>
                  <a:cubicBezTo>
                    <a:pt x="328" y="286"/>
                    <a:pt x="423" y="331"/>
                    <a:pt x="432" y="336"/>
                  </a:cubicBezTo>
                  <a:cubicBezTo>
                    <a:pt x="441" y="342"/>
                    <a:pt x="445" y="353"/>
                    <a:pt x="439" y="363"/>
                  </a:cubicBezTo>
                  <a:close/>
                  <a:moveTo>
                    <a:pt x="467" y="263"/>
                  </a:moveTo>
                  <a:cubicBezTo>
                    <a:pt x="456" y="263"/>
                    <a:pt x="351" y="255"/>
                    <a:pt x="351" y="244"/>
                  </a:cubicBezTo>
                  <a:cubicBezTo>
                    <a:pt x="351" y="234"/>
                    <a:pt x="456" y="224"/>
                    <a:pt x="467" y="224"/>
                  </a:cubicBezTo>
                  <a:cubicBezTo>
                    <a:pt x="477" y="224"/>
                    <a:pt x="486" y="232"/>
                    <a:pt x="486" y="243"/>
                  </a:cubicBezTo>
                  <a:cubicBezTo>
                    <a:pt x="486" y="254"/>
                    <a:pt x="477" y="263"/>
                    <a:pt x="467" y="263"/>
                  </a:cubicBezTo>
                  <a:close/>
                </a:path>
              </a:pathLst>
            </a:custGeom>
            <a:solidFill>
              <a:srgbClr val="FFFFFF"/>
            </a:solidFill>
            <a:ln>
              <a:noFill/>
            </a:ln>
          </p:spPr>
          <p:txBody>
            <a:bodyPr vert="horz" wrap="square" lIns="89606" tIns="44802" rIns="89606" bIns="44802" numCol="1" anchor="t" anchorCtr="0" compatLnSpc="1">
              <a:prstTxWarp prst="textNoShape">
                <a:avLst/>
              </a:prstTxWarp>
            </a:bodyPr>
            <a:lstStyle/>
            <a:p>
              <a:pPr defTabSz="932319">
                <a:defRPr/>
              </a:pPr>
              <a:endParaRPr lang="en-US" sz="1764" kern="0" dirty="0">
                <a:solidFill>
                  <a:srgbClr val="505050"/>
                </a:solidFill>
                <a:latin typeface="Segoe UI"/>
              </a:endParaRPr>
            </a:p>
          </p:txBody>
        </p:sp>
      </p:grpSp>
      <p:grpSp>
        <p:nvGrpSpPr>
          <p:cNvPr id="14" name="Group 13"/>
          <p:cNvGrpSpPr/>
          <p:nvPr userDrawn="1"/>
        </p:nvGrpSpPr>
        <p:grpSpPr>
          <a:xfrm>
            <a:off x="8205829" y="1218557"/>
            <a:ext cx="3782426" cy="3620806"/>
            <a:chOff x="8206628" y="1217640"/>
            <a:chExt cx="3783948" cy="3622263"/>
          </a:xfrm>
        </p:grpSpPr>
        <p:grpSp>
          <p:nvGrpSpPr>
            <p:cNvPr id="15" name="Group 14"/>
            <p:cNvGrpSpPr/>
            <p:nvPr/>
          </p:nvGrpSpPr>
          <p:grpSpPr>
            <a:xfrm>
              <a:off x="10137980" y="1225066"/>
              <a:ext cx="1836984" cy="3614837"/>
              <a:chOff x="10137980" y="1225066"/>
              <a:chExt cx="1836984" cy="3614837"/>
            </a:xfrm>
          </p:grpSpPr>
          <p:sp>
            <p:nvSpPr>
              <p:cNvPr id="20" name="Rectangle 179"/>
              <p:cNvSpPr>
                <a:spLocks noChangeArrowheads="1"/>
              </p:cNvSpPr>
              <p:nvPr/>
            </p:nvSpPr>
            <p:spPr bwMode="auto">
              <a:xfrm>
                <a:off x="10137980" y="1225066"/>
                <a:ext cx="1836984" cy="3614837"/>
              </a:xfrm>
              <a:prstGeom prst="rect">
                <a:avLst/>
              </a:prstGeom>
              <a:solidFill>
                <a:srgbClr val="0078D7"/>
              </a:solidFill>
              <a:ln>
                <a:noFill/>
              </a:ln>
            </p:spPr>
            <p:txBody>
              <a:bodyPr vert="horz" wrap="square" lIns="89606" tIns="44802" rIns="89606" bIns="44802" numCol="1" anchor="t" anchorCtr="0" compatLnSpc="1">
                <a:prstTxWarp prst="textNoShape">
                  <a:avLst/>
                </a:prstTxWarp>
              </a:bodyPr>
              <a:lstStyle/>
              <a:p>
                <a:pPr defTabSz="914005">
                  <a:defRPr/>
                </a:pPr>
                <a:endParaRPr lang="en-US" sz="1764">
                  <a:solidFill>
                    <a:srgbClr val="404040"/>
                  </a:solidFill>
                  <a:latin typeface="Segoe UI"/>
                </a:endParaRPr>
              </a:p>
            </p:txBody>
          </p:sp>
          <p:sp>
            <p:nvSpPr>
              <p:cNvPr id="21" name="Freeform 316"/>
              <p:cNvSpPr>
                <a:spLocks/>
              </p:cNvSpPr>
              <p:nvPr/>
            </p:nvSpPr>
            <p:spPr bwMode="auto">
              <a:xfrm>
                <a:off x="10342441" y="3438133"/>
                <a:ext cx="1444690" cy="1092432"/>
              </a:xfrm>
              <a:custGeom>
                <a:avLst/>
                <a:gdLst>
                  <a:gd name="T0" fmla="*/ 1244 w 2575"/>
                  <a:gd name="T1" fmla="*/ 688 h 1947"/>
                  <a:gd name="T2" fmla="*/ 1541 w 2575"/>
                  <a:gd name="T3" fmla="*/ 140 h 1947"/>
                  <a:gd name="T4" fmla="*/ 1624 w 2575"/>
                  <a:gd name="T5" fmla="*/ 122 h 1947"/>
                  <a:gd name="T6" fmla="*/ 1701 w 2575"/>
                  <a:gd name="T7" fmla="*/ 67 h 1947"/>
                  <a:gd name="T8" fmla="*/ 1736 w 2575"/>
                  <a:gd name="T9" fmla="*/ 115 h 1947"/>
                  <a:gd name="T10" fmla="*/ 1710 w 2575"/>
                  <a:gd name="T11" fmla="*/ 202 h 1947"/>
                  <a:gd name="T12" fmla="*/ 2253 w 2575"/>
                  <a:gd name="T13" fmla="*/ 661 h 1947"/>
                  <a:gd name="T14" fmla="*/ 2294 w 2575"/>
                  <a:gd name="T15" fmla="*/ 706 h 1947"/>
                  <a:gd name="T16" fmla="*/ 2564 w 2575"/>
                  <a:gd name="T17" fmla="*/ 695 h 1947"/>
                  <a:gd name="T18" fmla="*/ 2339 w 2575"/>
                  <a:gd name="T19" fmla="*/ 828 h 1947"/>
                  <a:gd name="T20" fmla="*/ 2337 w 2575"/>
                  <a:gd name="T21" fmla="*/ 849 h 1947"/>
                  <a:gd name="T22" fmla="*/ 2575 w 2575"/>
                  <a:gd name="T23" fmla="*/ 865 h 1947"/>
                  <a:gd name="T24" fmla="*/ 2273 w 2575"/>
                  <a:gd name="T25" fmla="*/ 984 h 1947"/>
                  <a:gd name="T26" fmla="*/ 1768 w 2575"/>
                  <a:gd name="T27" fmla="*/ 1630 h 1947"/>
                  <a:gd name="T28" fmla="*/ 0 w 2575"/>
                  <a:gd name="T29" fmla="*/ 1328 h 1947"/>
                  <a:gd name="T30" fmla="*/ 951 w 2575"/>
                  <a:gd name="T31" fmla="*/ 1291 h 1947"/>
                  <a:gd name="T32" fmla="*/ 862 w 2575"/>
                  <a:gd name="T33" fmla="*/ 1069 h 1947"/>
                  <a:gd name="T34" fmla="*/ 574 w 2575"/>
                  <a:gd name="T35" fmla="*/ 940 h 1947"/>
                  <a:gd name="T36" fmla="*/ 585 w 2575"/>
                  <a:gd name="T37" fmla="*/ 881 h 1947"/>
                  <a:gd name="T38" fmla="*/ 722 w 2575"/>
                  <a:gd name="T39" fmla="*/ 839 h 1947"/>
                  <a:gd name="T40" fmla="*/ 453 w 2575"/>
                  <a:gd name="T41" fmla="*/ 615 h 1947"/>
                  <a:gd name="T42" fmla="*/ 475 w 2575"/>
                  <a:gd name="T43" fmla="*/ 571 h 1947"/>
                  <a:gd name="T44" fmla="*/ 592 w 2575"/>
                  <a:gd name="T45" fmla="*/ 557 h 1947"/>
                  <a:gd name="T46" fmla="*/ 388 w 2575"/>
                  <a:gd name="T47" fmla="*/ 303 h 1947"/>
                  <a:gd name="T48" fmla="*/ 457 w 2575"/>
                  <a:gd name="T49" fmla="*/ 259 h 1947"/>
                  <a:gd name="T50" fmla="*/ 1244 w 2575"/>
                  <a:gd name="T51" fmla="*/ 688 h 19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2575" h="1947">
                    <a:moveTo>
                      <a:pt x="1244" y="688"/>
                    </a:moveTo>
                    <a:cubicBezTo>
                      <a:pt x="1326" y="429"/>
                      <a:pt x="1427" y="262"/>
                      <a:pt x="1541" y="140"/>
                    </a:cubicBezTo>
                    <a:cubicBezTo>
                      <a:pt x="1628" y="51"/>
                      <a:pt x="1674" y="21"/>
                      <a:pt x="1624" y="122"/>
                    </a:cubicBezTo>
                    <a:cubicBezTo>
                      <a:pt x="1644" y="103"/>
                      <a:pt x="1676" y="78"/>
                      <a:pt x="1701" y="67"/>
                    </a:cubicBezTo>
                    <a:cubicBezTo>
                      <a:pt x="1843" y="0"/>
                      <a:pt x="1832" y="55"/>
                      <a:pt x="1736" y="115"/>
                    </a:cubicBezTo>
                    <a:cubicBezTo>
                      <a:pt x="1999" y="21"/>
                      <a:pt x="1989" y="140"/>
                      <a:pt x="1710" y="202"/>
                    </a:cubicBezTo>
                    <a:cubicBezTo>
                      <a:pt x="1939" y="207"/>
                      <a:pt x="2182" y="351"/>
                      <a:pt x="2253" y="661"/>
                    </a:cubicBezTo>
                    <a:cubicBezTo>
                      <a:pt x="2262" y="704"/>
                      <a:pt x="2250" y="700"/>
                      <a:pt x="2294" y="706"/>
                    </a:cubicBezTo>
                    <a:cubicBezTo>
                      <a:pt x="2387" y="725"/>
                      <a:pt x="2477" y="723"/>
                      <a:pt x="2564" y="695"/>
                    </a:cubicBezTo>
                    <a:cubicBezTo>
                      <a:pt x="2554" y="759"/>
                      <a:pt x="2470" y="800"/>
                      <a:pt x="2339" y="828"/>
                    </a:cubicBezTo>
                    <a:cubicBezTo>
                      <a:pt x="2289" y="839"/>
                      <a:pt x="2280" y="835"/>
                      <a:pt x="2337" y="849"/>
                    </a:cubicBezTo>
                    <a:cubicBezTo>
                      <a:pt x="2410" y="865"/>
                      <a:pt x="2490" y="869"/>
                      <a:pt x="2575" y="865"/>
                    </a:cubicBezTo>
                    <a:cubicBezTo>
                      <a:pt x="2509" y="943"/>
                      <a:pt x="2403" y="982"/>
                      <a:pt x="2273" y="984"/>
                    </a:cubicBezTo>
                    <a:cubicBezTo>
                      <a:pt x="2191" y="1282"/>
                      <a:pt x="2005" y="1497"/>
                      <a:pt x="1768" y="1630"/>
                    </a:cubicBezTo>
                    <a:cubicBezTo>
                      <a:pt x="1212" y="1947"/>
                      <a:pt x="405" y="1901"/>
                      <a:pt x="0" y="1328"/>
                    </a:cubicBezTo>
                    <a:cubicBezTo>
                      <a:pt x="265" y="1536"/>
                      <a:pt x="658" y="1582"/>
                      <a:pt x="951" y="1291"/>
                    </a:cubicBezTo>
                    <a:cubicBezTo>
                      <a:pt x="759" y="1291"/>
                      <a:pt x="711" y="1147"/>
                      <a:pt x="862" y="1069"/>
                    </a:cubicBezTo>
                    <a:cubicBezTo>
                      <a:pt x="718" y="1066"/>
                      <a:pt x="626" y="1023"/>
                      <a:pt x="574" y="940"/>
                    </a:cubicBezTo>
                    <a:cubicBezTo>
                      <a:pt x="553" y="908"/>
                      <a:pt x="553" y="906"/>
                      <a:pt x="585" y="881"/>
                    </a:cubicBezTo>
                    <a:cubicBezTo>
                      <a:pt x="622" y="855"/>
                      <a:pt x="672" y="844"/>
                      <a:pt x="722" y="839"/>
                    </a:cubicBezTo>
                    <a:cubicBezTo>
                      <a:pt x="574" y="796"/>
                      <a:pt x="485" y="718"/>
                      <a:pt x="453" y="615"/>
                    </a:cubicBezTo>
                    <a:cubicBezTo>
                      <a:pt x="441" y="578"/>
                      <a:pt x="439" y="580"/>
                      <a:pt x="475" y="571"/>
                    </a:cubicBezTo>
                    <a:cubicBezTo>
                      <a:pt x="510" y="564"/>
                      <a:pt x="553" y="557"/>
                      <a:pt x="592" y="557"/>
                    </a:cubicBezTo>
                    <a:cubicBezTo>
                      <a:pt x="475" y="486"/>
                      <a:pt x="407" y="399"/>
                      <a:pt x="388" y="303"/>
                    </a:cubicBezTo>
                    <a:cubicBezTo>
                      <a:pt x="372" y="211"/>
                      <a:pt x="388" y="234"/>
                      <a:pt x="457" y="259"/>
                    </a:cubicBezTo>
                    <a:cubicBezTo>
                      <a:pt x="761" y="376"/>
                      <a:pt x="1063" y="502"/>
                      <a:pt x="1244" y="688"/>
                    </a:cubicBezTo>
                    <a:close/>
                  </a:path>
                </a:pathLst>
              </a:custGeom>
              <a:solidFill>
                <a:schemeClr val="bg1"/>
              </a:solidFill>
              <a:ln>
                <a:noFill/>
              </a:ln>
            </p:spPr>
            <p:txBody>
              <a:bodyPr vert="horz" wrap="square" lIns="89606" tIns="44802" rIns="89606" bIns="44802" numCol="1" anchor="t" anchorCtr="0" compatLnSpc="1">
                <a:prstTxWarp prst="textNoShape">
                  <a:avLst/>
                </a:prstTxWarp>
              </a:bodyPr>
              <a:lstStyle/>
              <a:p>
                <a:pPr defTabSz="914005">
                  <a:defRPr/>
                </a:pPr>
                <a:endParaRPr lang="en-US" sz="1764">
                  <a:solidFill>
                    <a:srgbClr val="404040"/>
                  </a:solidFill>
                  <a:latin typeface="Segoe UI"/>
                </a:endParaRPr>
              </a:p>
            </p:txBody>
          </p:sp>
        </p:grpSp>
        <p:grpSp>
          <p:nvGrpSpPr>
            <p:cNvPr id="16" name="Group 15"/>
            <p:cNvGrpSpPr/>
            <p:nvPr/>
          </p:nvGrpSpPr>
          <p:grpSpPr>
            <a:xfrm>
              <a:off x="8206628" y="1217640"/>
              <a:ext cx="3783948" cy="1856191"/>
              <a:chOff x="8206628" y="1217640"/>
              <a:chExt cx="3783948" cy="1856191"/>
            </a:xfrm>
          </p:grpSpPr>
          <p:sp>
            <p:nvSpPr>
              <p:cNvPr id="17" name="Rectangle 120"/>
              <p:cNvSpPr>
                <a:spLocks noChangeArrowheads="1"/>
              </p:cNvSpPr>
              <p:nvPr/>
            </p:nvSpPr>
            <p:spPr bwMode="auto">
              <a:xfrm>
                <a:off x="8206628" y="1217640"/>
                <a:ext cx="3783948" cy="1856191"/>
              </a:xfrm>
              <a:prstGeom prst="rect">
                <a:avLst/>
              </a:prstGeom>
              <a:solidFill>
                <a:srgbClr val="0078D7"/>
              </a:solidFill>
              <a:ln>
                <a:noFill/>
              </a:ln>
            </p:spPr>
            <p:txBody>
              <a:bodyPr vert="horz" wrap="square" lIns="89606" tIns="44802" rIns="89606" bIns="44802" numCol="1" anchor="t" anchorCtr="0" compatLnSpc="1">
                <a:prstTxWarp prst="textNoShape">
                  <a:avLst/>
                </a:prstTxWarp>
              </a:bodyPr>
              <a:lstStyle/>
              <a:p>
                <a:pPr defTabSz="914005">
                  <a:defRPr/>
                </a:pPr>
                <a:endParaRPr lang="en-US" sz="1764">
                  <a:solidFill>
                    <a:srgbClr val="404040"/>
                  </a:solidFill>
                  <a:latin typeface="Segoe UI"/>
                </a:endParaRPr>
              </a:p>
            </p:txBody>
          </p:sp>
          <p:sp>
            <p:nvSpPr>
              <p:cNvPr id="18" name="Rectangle 103"/>
              <p:cNvSpPr/>
              <p:nvPr/>
            </p:nvSpPr>
            <p:spPr>
              <a:xfrm>
                <a:off x="8232083" y="2234890"/>
                <a:ext cx="3633944" cy="363592"/>
              </a:xfrm>
              <a:prstGeom prst="rect">
                <a:avLst/>
              </a:prstGeom>
            </p:spPr>
            <p:txBody>
              <a:bodyPr wrap="square" lIns="0" rIns="0" bIns="89606" anchor="b" anchorCtr="0">
                <a:spAutoFit/>
              </a:bodyPr>
              <a:lstStyle/>
              <a:p>
                <a:pPr algn="ctr" defTabSz="914005">
                  <a:lnSpc>
                    <a:spcPct val="80000"/>
                  </a:lnSpc>
                  <a:spcBef>
                    <a:spcPts val="587"/>
                  </a:spcBef>
                  <a:spcAft>
                    <a:spcPts val="587"/>
                  </a:spcAft>
                  <a:defRPr/>
                </a:pPr>
                <a:r>
                  <a:rPr lang="en-US" sz="1799" dirty="0">
                    <a:solidFill>
                      <a:srgbClr val="404040"/>
                    </a:solidFill>
                    <a:latin typeface="Segoe UI"/>
                    <a:hlinkClick r:id="rId3"/>
                  </a:rPr>
                  <a:t>@</a:t>
                </a:r>
                <a:r>
                  <a:rPr lang="en-US" sz="1799" dirty="0" err="1">
                    <a:solidFill>
                      <a:srgbClr val="404040"/>
                    </a:solidFill>
                    <a:latin typeface="Segoe UI"/>
                    <a:hlinkClick r:id="rId3"/>
                  </a:rPr>
                  <a:t>OfficeDev</a:t>
                </a:r>
                <a:r>
                  <a:rPr lang="en-US" sz="1799" dirty="0">
                    <a:solidFill>
                      <a:srgbClr val="404040"/>
                    </a:solidFill>
                    <a:latin typeface="Segoe UI"/>
                  </a:rPr>
                  <a:t> </a:t>
                </a:r>
              </a:p>
            </p:txBody>
          </p:sp>
          <p:sp>
            <p:nvSpPr>
              <p:cNvPr id="19" name="Rectangle 104"/>
              <p:cNvSpPr/>
              <p:nvPr/>
            </p:nvSpPr>
            <p:spPr>
              <a:xfrm>
                <a:off x="8247644" y="1490659"/>
                <a:ext cx="3644837" cy="863080"/>
              </a:xfrm>
              <a:prstGeom prst="rect">
                <a:avLst/>
              </a:prstGeom>
            </p:spPr>
            <p:txBody>
              <a:bodyPr wrap="square" lIns="179213" tIns="143370" rIns="179213" bIns="89606">
                <a:spAutoFit/>
              </a:bodyPr>
              <a:lstStyle/>
              <a:p>
                <a:pPr algn="ctr" defTabSz="914005">
                  <a:spcBef>
                    <a:spcPts val="587"/>
                  </a:spcBef>
                  <a:spcAft>
                    <a:spcPts val="587"/>
                  </a:spcAft>
                  <a:defRPr/>
                </a:pPr>
                <a:r>
                  <a:rPr lang="en-US" sz="3998" b="1" dirty="0">
                    <a:gradFill>
                      <a:gsLst>
                        <a:gs pos="0">
                          <a:srgbClr val="FFFFFF"/>
                        </a:gs>
                        <a:gs pos="100000">
                          <a:srgbClr val="FFFFFF"/>
                        </a:gs>
                      </a:gsLst>
                      <a:lin ang="5400000" scaled="0"/>
                    </a:gradFill>
                    <a:latin typeface="Segoe UI Light"/>
                  </a:rPr>
                  <a:t>Twitter</a:t>
                </a:r>
              </a:p>
            </p:txBody>
          </p:sp>
        </p:grpSp>
      </p:grpSp>
      <p:grpSp>
        <p:nvGrpSpPr>
          <p:cNvPr id="22" name="Group 21"/>
          <p:cNvGrpSpPr/>
          <p:nvPr userDrawn="1"/>
        </p:nvGrpSpPr>
        <p:grpSpPr>
          <a:xfrm>
            <a:off x="8221381" y="3155932"/>
            <a:ext cx="1835475" cy="1683431"/>
            <a:chOff x="8272463" y="3235325"/>
            <a:chExt cx="1761331" cy="1615428"/>
          </a:xfrm>
        </p:grpSpPr>
        <p:sp>
          <p:nvSpPr>
            <p:cNvPr id="23" name="Rectangle 179"/>
            <p:cNvSpPr>
              <a:spLocks noChangeArrowheads="1"/>
            </p:cNvSpPr>
            <p:nvPr/>
          </p:nvSpPr>
          <p:spPr bwMode="auto">
            <a:xfrm>
              <a:off x="8272463" y="3235325"/>
              <a:ext cx="1761331" cy="1615428"/>
            </a:xfrm>
            <a:prstGeom prst="rect">
              <a:avLst/>
            </a:prstGeom>
            <a:solidFill>
              <a:schemeClr val="bg1">
                <a:lumMod val="75000"/>
              </a:schemeClr>
            </a:solidFill>
            <a:ln>
              <a:noFill/>
            </a:ln>
          </p:spPr>
          <p:txBody>
            <a:bodyPr vert="horz" wrap="square" lIns="89606" tIns="44802" rIns="89606" bIns="44802" numCol="1" anchor="t" anchorCtr="0" compatLnSpc="1">
              <a:prstTxWarp prst="textNoShape">
                <a:avLst/>
              </a:prstTxWarp>
            </a:bodyPr>
            <a:lstStyle/>
            <a:p>
              <a:pPr defTabSz="914005">
                <a:defRPr/>
              </a:pPr>
              <a:endParaRPr lang="en-US" sz="1764">
                <a:solidFill>
                  <a:srgbClr val="404040"/>
                </a:solidFill>
                <a:latin typeface="Segoe UI"/>
              </a:endParaRPr>
            </a:p>
          </p:txBody>
        </p:sp>
        <p:grpSp>
          <p:nvGrpSpPr>
            <p:cNvPr id="24" name="Group 23"/>
            <p:cNvGrpSpPr/>
            <p:nvPr/>
          </p:nvGrpSpPr>
          <p:grpSpPr>
            <a:xfrm>
              <a:off x="8385175" y="3462338"/>
              <a:ext cx="1535113" cy="1117599"/>
              <a:chOff x="8385175" y="3462338"/>
              <a:chExt cx="1535113" cy="1117599"/>
            </a:xfrm>
          </p:grpSpPr>
          <p:sp>
            <p:nvSpPr>
              <p:cNvPr id="25" name="AutoShape 333"/>
              <p:cNvSpPr>
                <a:spLocks noChangeAspect="1" noChangeArrowheads="1" noTextEdit="1"/>
              </p:cNvSpPr>
              <p:nvPr/>
            </p:nvSpPr>
            <p:spPr bwMode="auto">
              <a:xfrm>
                <a:off x="8385175" y="3462338"/>
                <a:ext cx="1535113" cy="1116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89606" tIns="44802" rIns="89606" bIns="44802" numCol="1" anchor="t" anchorCtr="0" compatLnSpc="1">
                <a:prstTxWarp prst="textNoShape">
                  <a:avLst/>
                </a:prstTxWarp>
              </a:bodyPr>
              <a:lstStyle/>
              <a:p>
                <a:pPr defTabSz="914005">
                  <a:defRPr/>
                </a:pPr>
                <a:endParaRPr lang="en-US" sz="1764">
                  <a:solidFill>
                    <a:srgbClr val="404040"/>
                  </a:solidFill>
                  <a:latin typeface="Segoe UI"/>
                </a:endParaRPr>
              </a:p>
            </p:txBody>
          </p:sp>
          <p:sp>
            <p:nvSpPr>
              <p:cNvPr id="26" name="Freeform 335"/>
              <p:cNvSpPr>
                <a:spLocks/>
              </p:cNvSpPr>
              <p:nvPr/>
            </p:nvSpPr>
            <p:spPr bwMode="auto">
              <a:xfrm>
                <a:off x="9421813" y="3917950"/>
                <a:ext cx="498475" cy="661987"/>
              </a:xfrm>
              <a:custGeom>
                <a:avLst/>
                <a:gdLst>
                  <a:gd name="T0" fmla="*/ 227 w 227"/>
                  <a:gd name="T1" fmla="*/ 301 h 301"/>
                  <a:gd name="T2" fmla="*/ 162 w 227"/>
                  <a:gd name="T3" fmla="*/ 178 h 301"/>
                  <a:gd name="T4" fmla="*/ 168 w 227"/>
                  <a:gd name="T5" fmla="*/ 138 h 301"/>
                  <a:gd name="T6" fmla="*/ 168 w 227"/>
                  <a:gd name="T7" fmla="*/ 91 h 301"/>
                  <a:gd name="T8" fmla="*/ 90 w 227"/>
                  <a:gd name="T9" fmla="*/ 0 h 301"/>
                  <a:gd name="T10" fmla="*/ 0 w 227"/>
                  <a:gd name="T11" fmla="*/ 91 h 301"/>
                  <a:gd name="T12" fmla="*/ 0 w 227"/>
                  <a:gd name="T13" fmla="*/ 138 h 301"/>
                  <a:gd name="T14" fmla="*/ 51 w 227"/>
                  <a:gd name="T15" fmla="*/ 219 h 301"/>
                  <a:gd name="T16" fmla="*/ 77 w 227"/>
                  <a:gd name="T17" fmla="*/ 301 h 301"/>
                  <a:gd name="T18" fmla="*/ 227 w 227"/>
                  <a:gd name="T19" fmla="*/ 301 h 3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27" h="301">
                    <a:moveTo>
                      <a:pt x="227" y="301"/>
                    </a:moveTo>
                    <a:cubicBezTo>
                      <a:pt x="162" y="178"/>
                      <a:pt x="162" y="178"/>
                      <a:pt x="162" y="178"/>
                    </a:cubicBezTo>
                    <a:cubicBezTo>
                      <a:pt x="166" y="166"/>
                      <a:pt x="168" y="153"/>
                      <a:pt x="168" y="138"/>
                    </a:cubicBezTo>
                    <a:cubicBezTo>
                      <a:pt x="168" y="91"/>
                      <a:pt x="168" y="91"/>
                      <a:pt x="168" y="91"/>
                    </a:cubicBezTo>
                    <a:cubicBezTo>
                      <a:pt x="168" y="41"/>
                      <a:pt x="140" y="0"/>
                      <a:pt x="90" y="0"/>
                    </a:cubicBezTo>
                    <a:cubicBezTo>
                      <a:pt x="41" y="0"/>
                      <a:pt x="0" y="41"/>
                      <a:pt x="0" y="91"/>
                    </a:cubicBezTo>
                    <a:cubicBezTo>
                      <a:pt x="0" y="138"/>
                      <a:pt x="0" y="138"/>
                      <a:pt x="0" y="138"/>
                    </a:cubicBezTo>
                    <a:cubicBezTo>
                      <a:pt x="0" y="174"/>
                      <a:pt x="21" y="205"/>
                      <a:pt x="51" y="219"/>
                    </a:cubicBezTo>
                    <a:cubicBezTo>
                      <a:pt x="77" y="301"/>
                      <a:pt x="77" y="301"/>
                      <a:pt x="77" y="301"/>
                    </a:cubicBezTo>
                    <a:lnTo>
                      <a:pt x="227" y="301"/>
                    </a:lnTo>
                    <a:close/>
                  </a:path>
                </a:pathLst>
              </a:custGeom>
              <a:solidFill>
                <a:srgbClr val="6D563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9606" tIns="44802" rIns="89606" bIns="44802" numCol="1" anchor="t" anchorCtr="0" compatLnSpc="1">
                <a:prstTxWarp prst="textNoShape">
                  <a:avLst/>
                </a:prstTxWarp>
              </a:bodyPr>
              <a:lstStyle/>
              <a:p>
                <a:pPr defTabSz="914005">
                  <a:defRPr/>
                </a:pPr>
                <a:endParaRPr lang="en-US" sz="1764">
                  <a:solidFill>
                    <a:srgbClr val="404040"/>
                  </a:solidFill>
                  <a:latin typeface="Segoe UI"/>
                </a:endParaRPr>
              </a:p>
            </p:txBody>
          </p:sp>
          <p:sp>
            <p:nvSpPr>
              <p:cNvPr id="27" name="Freeform 336"/>
              <p:cNvSpPr>
                <a:spLocks/>
              </p:cNvSpPr>
              <p:nvPr/>
            </p:nvSpPr>
            <p:spPr bwMode="auto">
              <a:xfrm>
                <a:off x="9428163" y="4271963"/>
                <a:ext cx="136525" cy="88900"/>
              </a:xfrm>
              <a:custGeom>
                <a:avLst/>
                <a:gdLst>
                  <a:gd name="T0" fmla="*/ 23 w 62"/>
                  <a:gd name="T1" fmla="*/ 40 h 40"/>
                  <a:gd name="T2" fmla="*/ 62 w 62"/>
                  <a:gd name="T3" fmla="*/ 0 h 40"/>
                  <a:gd name="T4" fmla="*/ 0 w 62"/>
                  <a:gd name="T5" fmla="*/ 0 h 40"/>
                  <a:gd name="T6" fmla="*/ 23 w 62"/>
                  <a:gd name="T7" fmla="*/ 40 h 40"/>
                </a:gdLst>
                <a:ahLst/>
                <a:cxnLst>
                  <a:cxn ang="0">
                    <a:pos x="T0" y="T1"/>
                  </a:cxn>
                  <a:cxn ang="0">
                    <a:pos x="T2" y="T3"/>
                  </a:cxn>
                  <a:cxn ang="0">
                    <a:pos x="T4" y="T5"/>
                  </a:cxn>
                  <a:cxn ang="0">
                    <a:pos x="T6" y="T7"/>
                  </a:cxn>
                </a:cxnLst>
                <a:rect l="0" t="0" r="r" b="b"/>
                <a:pathLst>
                  <a:path w="62" h="40">
                    <a:moveTo>
                      <a:pt x="23" y="40"/>
                    </a:moveTo>
                    <a:cubicBezTo>
                      <a:pt x="62" y="0"/>
                      <a:pt x="62" y="0"/>
                      <a:pt x="62" y="0"/>
                    </a:cubicBezTo>
                    <a:cubicBezTo>
                      <a:pt x="0" y="0"/>
                      <a:pt x="0" y="0"/>
                      <a:pt x="0" y="0"/>
                    </a:cubicBezTo>
                    <a:cubicBezTo>
                      <a:pt x="4" y="15"/>
                      <a:pt x="12" y="29"/>
                      <a:pt x="23" y="40"/>
                    </a:cubicBezTo>
                    <a:close/>
                  </a:path>
                </a:pathLst>
              </a:custGeom>
              <a:solidFill>
                <a:srgbClr val="49372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9606" tIns="44802" rIns="89606" bIns="44802" numCol="1" anchor="t" anchorCtr="0" compatLnSpc="1">
                <a:prstTxWarp prst="textNoShape">
                  <a:avLst/>
                </a:prstTxWarp>
              </a:bodyPr>
              <a:lstStyle/>
              <a:p>
                <a:pPr defTabSz="914005">
                  <a:defRPr/>
                </a:pPr>
                <a:endParaRPr lang="en-US" sz="1764">
                  <a:solidFill>
                    <a:srgbClr val="404040"/>
                  </a:solidFill>
                  <a:latin typeface="Segoe UI"/>
                </a:endParaRPr>
              </a:p>
            </p:txBody>
          </p:sp>
          <p:sp>
            <p:nvSpPr>
              <p:cNvPr id="28" name="Rectangle 337"/>
              <p:cNvSpPr>
                <a:spLocks noChangeArrowheads="1"/>
              </p:cNvSpPr>
              <p:nvPr/>
            </p:nvSpPr>
            <p:spPr bwMode="auto">
              <a:xfrm>
                <a:off x="8458200" y="3541713"/>
                <a:ext cx="1143000" cy="655637"/>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89606" tIns="44802" rIns="89606" bIns="44802" numCol="1" anchor="t" anchorCtr="0" compatLnSpc="1">
                <a:prstTxWarp prst="textNoShape">
                  <a:avLst/>
                </a:prstTxWarp>
              </a:bodyPr>
              <a:lstStyle/>
              <a:p>
                <a:pPr defTabSz="914005">
                  <a:defRPr/>
                </a:pPr>
                <a:endParaRPr lang="en-US" sz="1764">
                  <a:solidFill>
                    <a:srgbClr val="404040"/>
                  </a:solidFill>
                  <a:latin typeface="Segoe UI"/>
                </a:endParaRPr>
              </a:p>
            </p:txBody>
          </p:sp>
          <p:sp>
            <p:nvSpPr>
              <p:cNvPr id="29" name="Rectangle 338"/>
              <p:cNvSpPr>
                <a:spLocks noChangeArrowheads="1"/>
              </p:cNvSpPr>
              <p:nvPr/>
            </p:nvSpPr>
            <p:spPr bwMode="auto">
              <a:xfrm>
                <a:off x="8458200" y="3644900"/>
                <a:ext cx="211138" cy="552450"/>
              </a:xfrm>
              <a:prstGeom prst="rect">
                <a:avLst/>
              </a:prstGeom>
              <a:solidFill>
                <a:srgbClr val="D2D2D2"/>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89606" tIns="44802" rIns="89606" bIns="44802" numCol="1" anchor="t" anchorCtr="0" compatLnSpc="1">
                <a:prstTxWarp prst="textNoShape">
                  <a:avLst/>
                </a:prstTxWarp>
              </a:bodyPr>
              <a:lstStyle/>
              <a:p>
                <a:pPr defTabSz="914005">
                  <a:defRPr/>
                </a:pPr>
                <a:endParaRPr lang="en-US" sz="1764">
                  <a:solidFill>
                    <a:srgbClr val="404040"/>
                  </a:solidFill>
                  <a:latin typeface="Segoe UI"/>
                </a:endParaRPr>
              </a:p>
            </p:txBody>
          </p:sp>
          <p:sp>
            <p:nvSpPr>
              <p:cNvPr id="30" name="Rectangle 339"/>
              <p:cNvSpPr>
                <a:spLocks noChangeArrowheads="1"/>
              </p:cNvSpPr>
              <p:nvPr/>
            </p:nvSpPr>
            <p:spPr bwMode="auto">
              <a:xfrm>
                <a:off x="8472488" y="3552825"/>
                <a:ext cx="1138238" cy="92075"/>
              </a:xfrm>
              <a:prstGeom prst="rect">
                <a:avLst/>
              </a:prstGeom>
              <a:solidFill>
                <a:srgbClr val="0072C6"/>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89606" tIns="44802" rIns="89606" bIns="44802" numCol="1" anchor="t" anchorCtr="0" compatLnSpc="1">
                <a:prstTxWarp prst="textNoShape">
                  <a:avLst/>
                </a:prstTxWarp>
              </a:bodyPr>
              <a:lstStyle/>
              <a:p>
                <a:pPr defTabSz="914005">
                  <a:defRPr/>
                </a:pPr>
                <a:endParaRPr lang="en-US" sz="1764">
                  <a:solidFill>
                    <a:srgbClr val="404040"/>
                  </a:solidFill>
                  <a:latin typeface="Segoe UI"/>
                </a:endParaRPr>
              </a:p>
            </p:txBody>
          </p:sp>
          <p:sp>
            <p:nvSpPr>
              <p:cNvPr id="31" name="Freeform 340"/>
              <p:cNvSpPr>
                <a:spLocks noEditPoints="1"/>
              </p:cNvSpPr>
              <p:nvPr/>
            </p:nvSpPr>
            <p:spPr bwMode="auto">
              <a:xfrm>
                <a:off x="8385175" y="3463925"/>
                <a:ext cx="1304925" cy="812800"/>
              </a:xfrm>
              <a:custGeom>
                <a:avLst/>
                <a:gdLst>
                  <a:gd name="T0" fmla="*/ 585 w 594"/>
                  <a:gd name="T1" fmla="*/ 0 h 369"/>
                  <a:gd name="T2" fmla="*/ 8 w 594"/>
                  <a:gd name="T3" fmla="*/ 0 h 369"/>
                  <a:gd name="T4" fmla="*/ 0 w 594"/>
                  <a:gd name="T5" fmla="*/ 9 h 369"/>
                  <a:gd name="T6" fmla="*/ 0 w 594"/>
                  <a:gd name="T7" fmla="*/ 360 h 369"/>
                  <a:gd name="T8" fmla="*/ 8 w 594"/>
                  <a:gd name="T9" fmla="*/ 369 h 369"/>
                  <a:gd name="T10" fmla="*/ 585 w 594"/>
                  <a:gd name="T11" fmla="*/ 369 h 369"/>
                  <a:gd name="T12" fmla="*/ 594 w 594"/>
                  <a:gd name="T13" fmla="*/ 360 h 369"/>
                  <a:gd name="T14" fmla="*/ 594 w 594"/>
                  <a:gd name="T15" fmla="*/ 9 h 369"/>
                  <a:gd name="T16" fmla="*/ 585 w 594"/>
                  <a:gd name="T17" fmla="*/ 0 h 369"/>
                  <a:gd name="T18" fmla="*/ 548 w 594"/>
                  <a:gd name="T19" fmla="*/ 314 h 369"/>
                  <a:gd name="T20" fmla="*/ 541 w 594"/>
                  <a:gd name="T21" fmla="*/ 321 h 369"/>
                  <a:gd name="T22" fmla="*/ 53 w 594"/>
                  <a:gd name="T23" fmla="*/ 321 h 369"/>
                  <a:gd name="T24" fmla="*/ 46 w 594"/>
                  <a:gd name="T25" fmla="*/ 314 h 369"/>
                  <a:gd name="T26" fmla="*/ 46 w 594"/>
                  <a:gd name="T27" fmla="*/ 52 h 369"/>
                  <a:gd name="T28" fmla="*/ 53 w 594"/>
                  <a:gd name="T29" fmla="*/ 45 h 369"/>
                  <a:gd name="T30" fmla="*/ 541 w 594"/>
                  <a:gd name="T31" fmla="*/ 45 h 369"/>
                  <a:gd name="T32" fmla="*/ 548 w 594"/>
                  <a:gd name="T33" fmla="*/ 52 h 369"/>
                  <a:gd name="T34" fmla="*/ 548 w 594"/>
                  <a:gd name="T35" fmla="*/ 314 h 3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594" h="369">
                    <a:moveTo>
                      <a:pt x="585" y="0"/>
                    </a:moveTo>
                    <a:cubicBezTo>
                      <a:pt x="8" y="0"/>
                      <a:pt x="8" y="0"/>
                      <a:pt x="8" y="0"/>
                    </a:cubicBezTo>
                    <a:cubicBezTo>
                      <a:pt x="4" y="0"/>
                      <a:pt x="0" y="4"/>
                      <a:pt x="0" y="9"/>
                    </a:cubicBezTo>
                    <a:cubicBezTo>
                      <a:pt x="0" y="360"/>
                      <a:pt x="0" y="360"/>
                      <a:pt x="0" y="360"/>
                    </a:cubicBezTo>
                    <a:cubicBezTo>
                      <a:pt x="0" y="365"/>
                      <a:pt x="4" y="369"/>
                      <a:pt x="8" y="369"/>
                    </a:cubicBezTo>
                    <a:cubicBezTo>
                      <a:pt x="585" y="369"/>
                      <a:pt x="585" y="369"/>
                      <a:pt x="585" y="369"/>
                    </a:cubicBezTo>
                    <a:cubicBezTo>
                      <a:pt x="590" y="369"/>
                      <a:pt x="594" y="365"/>
                      <a:pt x="594" y="360"/>
                    </a:cubicBezTo>
                    <a:cubicBezTo>
                      <a:pt x="594" y="9"/>
                      <a:pt x="594" y="9"/>
                      <a:pt x="594" y="9"/>
                    </a:cubicBezTo>
                    <a:cubicBezTo>
                      <a:pt x="594" y="4"/>
                      <a:pt x="590" y="0"/>
                      <a:pt x="585" y="0"/>
                    </a:cubicBezTo>
                    <a:close/>
                    <a:moveTo>
                      <a:pt x="548" y="314"/>
                    </a:moveTo>
                    <a:cubicBezTo>
                      <a:pt x="548" y="318"/>
                      <a:pt x="544" y="321"/>
                      <a:pt x="541" y="321"/>
                    </a:cubicBezTo>
                    <a:cubicBezTo>
                      <a:pt x="53" y="321"/>
                      <a:pt x="53" y="321"/>
                      <a:pt x="53" y="321"/>
                    </a:cubicBezTo>
                    <a:cubicBezTo>
                      <a:pt x="49" y="321"/>
                      <a:pt x="46" y="318"/>
                      <a:pt x="46" y="314"/>
                    </a:cubicBezTo>
                    <a:cubicBezTo>
                      <a:pt x="46" y="52"/>
                      <a:pt x="46" y="52"/>
                      <a:pt x="46" y="52"/>
                    </a:cubicBezTo>
                    <a:cubicBezTo>
                      <a:pt x="46" y="48"/>
                      <a:pt x="49" y="45"/>
                      <a:pt x="53" y="45"/>
                    </a:cubicBezTo>
                    <a:cubicBezTo>
                      <a:pt x="541" y="45"/>
                      <a:pt x="541" y="45"/>
                      <a:pt x="541" y="45"/>
                    </a:cubicBezTo>
                    <a:cubicBezTo>
                      <a:pt x="544" y="45"/>
                      <a:pt x="548" y="48"/>
                      <a:pt x="548" y="52"/>
                    </a:cubicBezTo>
                    <a:lnTo>
                      <a:pt x="548" y="31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9606" tIns="44802" rIns="89606" bIns="44802" numCol="1" anchor="t" anchorCtr="0" compatLnSpc="1">
                <a:prstTxWarp prst="textNoShape">
                  <a:avLst/>
                </a:prstTxWarp>
              </a:bodyPr>
              <a:lstStyle/>
              <a:p>
                <a:pPr defTabSz="914005">
                  <a:defRPr/>
                </a:pPr>
                <a:endParaRPr lang="en-US" sz="1764">
                  <a:solidFill>
                    <a:srgbClr val="404040"/>
                  </a:solidFill>
                  <a:latin typeface="Segoe UI"/>
                </a:endParaRPr>
              </a:p>
            </p:txBody>
          </p:sp>
          <p:sp>
            <p:nvSpPr>
              <p:cNvPr id="32" name="Freeform 341"/>
              <p:cNvSpPr>
                <a:spLocks/>
              </p:cNvSpPr>
              <p:nvPr/>
            </p:nvSpPr>
            <p:spPr bwMode="auto">
              <a:xfrm>
                <a:off x="9010650" y="4197350"/>
                <a:ext cx="53975" cy="52387"/>
              </a:xfrm>
              <a:custGeom>
                <a:avLst/>
                <a:gdLst>
                  <a:gd name="T0" fmla="*/ 34 w 34"/>
                  <a:gd name="T1" fmla="*/ 33 h 33"/>
                  <a:gd name="T2" fmla="*/ 0 w 34"/>
                  <a:gd name="T3" fmla="*/ 29 h 33"/>
                  <a:gd name="T4" fmla="*/ 0 w 34"/>
                  <a:gd name="T5" fmla="*/ 6 h 33"/>
                  <a:gd name="T6" fmla="*/ 34 w 34"/>
                  <a:gd name="T7" fmla="*/ 0 h 33"/>
                  <a:gd name="T8" fmla="*/ 34 w 34"/>
                  <a:gd name="T9" fmla="*/ 33 h 33"/>
                </a:gdLst>
                <a:ahLst/>
                <a:cxnLst>
                  <a:cxn ang="0">
                    <a:pos x="T0" y="T1"/>
                  </a:cxn>
                  <a:cxn ang="0">
                    <a:pos x="T2" y="T3"/>
                  </a:cxn>
                  <a:cxn ang="0">
                    <a:pos x="T4" y="T5"/>
                  </a:cxn>
                  <a:cxn ang="0">
                    <a:pos x="T6" y="T7"/>
                  </a:cxn>
                  <a:cxn ang="0">
                    <a:pos x="T8" y="T9"/>
                  </a:cxn>
                </a:cxnLst>
                <a:rect l="0" t="0" r="r" b="b"/>
                <a:pathLst>
                  <a:path w="34" h="33">
                    <a:moveTo>
                      <a:pt x="34" y="33"/>
                    </a:moveTo>
                    <a:lnTo>
                      <a:pt x="0" y="29"/>
                    </a:lnTo>
                    <a:lnTo>
                      <a:pt x="0" y="6"/>
                    </a:lnTo>
                    <a:lnTo>
                      <a:pt x="34" y="0"/>
                    </a:lnTo>
                    <a:lnTo>
                      <a:pt x="34" y="33"/>
                    </a:lnTo>
                    <a:close/>
                  </a:path>
                </a:pathLst>
              </a:custGeom>
              <a:solidFill>
                <a:srgbClr val="50505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9606" tIns="44802" rIns="89606" bIns="44802" numCol="1" anchor="t" anchorCtr="0" compatLnSpc="1">
                <a:prstTxWarp prst="textNoShape">
                  <a:avLst/>
                </a:prstTxWarp>
              </a:bodyPr>
              <a:lstStyle/>
              <a:p>
                <a:pPr defTabSz="914005">
                  <a:defRPr/>
                </a:pPr>
                <a:endParaRPr lang="en-US" sz="1764">
                  <a:solidFill>
                    <a:srgbClr val="404040"/>
                  </a:solidFill>
                  <a:latin typeface="Segoe UI"/>
                </a:endParaRPr>
              </a:p>
            </p:txBody>
          </p:sp>
          <p:sp>
            <p:nvSpPr>
              <p:cNvPr id="33" name="Freeform 348"/>
              <p:cNvSpPr>
                <a:spLocks/>
              </p:cNvSpPr>
              <p:nvPr/>
            </p:nvSpPr>
            <p:spPr bwMode="auto">
              <a:xfrm>
                <a:off x="9629775" y="3830638"/>
                <a:ext cx="160338" cy="173037"/>
              </a:xfrm>
              <a:custGeom>
                <a:avLst/>
                <a:gdLst>
                  <a:gd name="T0" fmla="*/ 7 w 73"/>
                  <a:gd name="T1" fmla="*/ 13 h 79"/>
                  <a:gd name="T2" fmla="*/ 7 w 73"/>
                  <a:gd name="T3" fmla="*/ 39 h 79"/>
                  <a:gd name="T4" fmla="*/ 40 w 73"/>
                  <a:gd name="T5" fmla="*/ 72 h 79"/>
                  <a:gd name="T6" fmla="*/ 66 w 73"/>
                  <a:gd name="T7" fmla="*/ 72 h 79"/>
                  <a:gd name="T8" fmla="*/ 66 w 73"/>
                  <a:gd name="T9" fmla="*/ 46 h 79"/>
                  <a:gd name="T10" fmla="*/ 20 w 73"/>
                  <a:gd name="T11" fmla="*/ 0 h 79"/>
                  <a:gd name="T12" fmla="*/ 7 w 73"/>
                  <a:gd name="T13" fmla="*/ 13 h 79"/>
                </a:gdLst>
                <a:ahLst/>
                <a:cxnLst>
                  <a:cxn ang="0">
                    <a:pos x="T0" y="T1"/>
                  </a:cxn>
                  <a:cxn ang="0">
                    <a:pos x="T2" y="T3"/>
                  </a:cxn>
                  <a:cxn ang="0">
                    <a:pos x="T4" y="T5"/>
                  </a:cxn>
                  <a:cxn ang="0">
                    <a:pos x="T6" y="T7"/>
                  </a:cxn>
                  <a:cxn ang="0">
                    <a:pos x="T8" y="T9"/>
                  </a:cxn>
                  <a:cxn ang="0">
                    <a:pos x="T10" y="T11"/>
                  </a:cxn>
                  <a:cxn ang="0">
                    <a:pos x="T12" y="T13"/>
                  </a:cxn>
                </a:cxnLst>
                <a:rect l="0" t="0" r="r" b="b"/>
                <a:pathLst>
                  <a:path w="73" h="79">
                    <a:moveTo>
                      <a:pt x="7" y="13"/>
                    </a:moveTo>
                    <a:cubicBezTo>
                      <a:pt x="0" y="20"/>
                      <a:pt x="0" y="32"/>
                      <a:pt x="7" y="39"/>
                    </a:cubicBezTo>
                    <a:cubicBezTo>
                      <a:pt x="40" y="72"/>
                      <a:pt x="40" y="72"/>
                      <a:pt x="40" y="72"/>
                    </a:cubicBezTo>
                    <a:cubicBezTo>
                      <a:pt x="47" y="79"/>
                      <a:pt x="59" y="79"/>
                      <a:pt x="66" y="72"/>
                    </a:cubicBezTo>
                    <a:cubicBezTo>
                      <a:pt x="73" y="65"/>
                      <a:pt x="73" y="53"/>
                      <a:pt x="66" y="46"/>
                    </a:cubicBezTo>
                    <a:cubicBezTo>
                      <a:pt x="20" y="0"/>
                      <a:pt x="20" y="0"/>
                      <a:pt x="20" y="0"/>
                    </a:cubicBezTo>
                    <a:lnTo>
                      <a:pt x="7" y="13"/>
                    </a:lnTo>
                    <a:close/>
                  </a:path>
                </a:pathLst>
              </a:custGeom>
              <a:solidFill>
                <a:srgbClr val="6D563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9606" tIns="44802" rIns="89606" bIns="44802" numCol="1" anchor="t" anchorCtr="0" compatLnSpc="1">
                <a:prstTxWarp prst="textNoShape">
                  <a:avLst/>
                </a:prstTxWarp>
              </a:bodyPr>
              <a:lstStyle/>
              <a:p>
                <a:pPr defTabSz="914005">
                  <a:defRPr/>
                </a:pPr>
                <a:endParaRPr lang="en-US" sz="1764">
                  <a:solidFill>
                    <a:srgbClr val="404040"/>
                  </a:solidFill>
                  <a:latin typeface="Segoe UI"/>
                </a:endParaRPr>
              </a:p>
            </p:txBody>
          </p:sp>
          <p:sp>
            <p:nvSpPr>
              <p:cNvPr id="34" name="Freeform 349"/>
              <p:cNvSpPr>
                <a:spLocks/>
              </p:cNvSpPr>
              <p:nvPr/>
            </p:nvSpPr>
            <p:spPr bwMode="auto">
              <a:xfrm>
                <a:off x="9691688" y="3906838"/>
                <a:ext cx="98425" cy="250825"/>
              </a:xfrm>
              <a:custGeom>
                <a:avLst/>
                <a:gdLst>
                  <a:gd name="T0" fmla="*/ 45 w 45"/>
                  <a:gd name="T1" fmla="*/ 86 h 114"/>
                  <a:gd name="T2" fmla="*/ 23 w 45"/>
                  <a:gd name="T3" fmla="*/ 109 h 114"/>
                  <a:gd name="T4" fmla="*/ 23 w 45"/>
                  <a:gd name="T5" fmla="*/ 109 h 114"/>
                  <a:gd name="T6" fmla="*/ 0 w 45"/>
                  <a:gd name="T7" fmla="*/ 101 h 114"/>
                  <a:gd name="T8" fmla="*/ 0 w 45"/>
                  <a:gd name="T9" fmla="*/ 13 h 114"/>
                  <a:gd name="T10" fmla="*/ 23 w 45"/>
                  <a:gd name="T11" fmla="*/ 5 h 114"/>
                  <a:gd name="T12" fmla="*/ 23 w 45"/>
                  <a:gd name="T13" fmla="*/ 5 h 114"/>
                  <a:gd name="T14" fmla="*/ 45 w 45"/>
                  <a:gd name="T15" fmla="*/ 28 h 114"/>
                  <a:gd name="T16" fmla="*/ 45 w 45"/>
                  <a:gd name="T17" fmla="*/ 86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5" h="114">
                    <a:moveTo>
                      <a:pt x="45" y="86"/>
                    </a:moveTo>
                    <a:cubicBezTo>
                      <a:pt x="45" y="98"/>
                      <a:pt x="35" y="109"/>
                      <a:pt x="23" y="109"/>
                    </a:cubicBezTo>
                    <a:cubicBezTo>
                      <a:pt x="23" y="109"/>
                      <a:pt x="23" y="109"/>
                      <a:pt x="23" y="109"/>
                    </a:cubicBezTo>
                    <a:cubicBezTo>
                      <a:pt x="10" y="109"/>
                      <a:pt x="0" y="114"/>
                      <a:pt x="0" y="101"/>
                    </a:cubicBezTo>
                    <a:cubicBezTo>
                      <a:pt x="0" y="13"/>
                      <a:pt x="0" y="13"/>
                      <a:pt x="0" y="13"/>
                    </a:cubicBezTo>
                    <a:cubicBezTo>
                      <a:pt x="0" y="0"/>
                      <a:pt x="10" y="5"/>
                      <a:pt x="23" y="5"/>
                    </a:cubicBezTo>
                    <a:cubicBezTo>
                      <a:pt x="23" y="5"/>
                      <a:pt x="23" y="5"/>
                      <a:pt x="23" y="5"/>
                    </a:cubicBezTo>
                    <a:cubicBezTo>
                      <a:pt x="35" y="5"/>
                      <a:pt x="45" y="16"/>
                      <a:pt x="45" y="28"/>
                    </a:cubicBezTo>
                    <a:lnTo>
                      <a:pt x="45" y="86"/>
                    </a:lnTo>
                    <a:close/>
                  </a:path>
                </a:pathLst>
              </a:custGeom>
              <a:solidFill>
                <a:srgbClr val="6D563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9606" tIns="44802" rIns="89606" bIns="44802" numCol="1" anchor="t" anchorCtr="0" compatLnSpc="1">
                <a:prstTxWarp prst="textNoShape">
                  <a:avLst/>
                </a:prstTxWarp>
              </a:bodyPr>
              <a:lstStyle/>
              <a:p>
                <a:pPr defTabSz="914005">
                  <a:defRPr/>
                </a:pPr>
                <a:endParaRPr lang="en-US" sz="1764">
                  <a:solidFill>
                    <a:srgbClr val="404040"/>
                  </a:solidFill>
                  <a:latin typeface="Segoe UI"/>
                </a:endParaRPr>
              </a:p>
            </p:txBody>
          </p:sp>
          <p:sp>
            <p:nvSpPr>
              <p:cNvPr id="35" name="Freeform 350"/>
              <p:cNvSpPr>
                <a:spLocks/>
              </p:cNvSpPr>
              <p:nvPr/>
            </p:nvSpPr>
            <p:spPr bwMode="auto">
              <a:xfrm>
                <a:off x="9663113" y="3830638"/>
                <a:ext cx="49213" cy="36512"/>
              </a:xfrm>
              <a:custGeom>
                <a:avLst/>
                <a:gdLst>
                  <a:gd name="T0" fmla="*/ 5 w 22"/>
                  <a:gd name="T1" fmla="*/ 0 h 17"/>
                  <a:gd name="T2" fmla="*/ 0 w 22"/>
                  <a:gd name="T3" fmla="*/ 5 h 17"/>
                  <a:gd name="T4" fmla="*/ 7 w 22"/>
                  <a:gd name="T5" fmla="*/ 12 h 17"/>
                  <a:gd name="T6" fmla="*/ 22 w 22"/>
                  <a:gd name="T7" fmla="*/ 17 h 17"/>
                  <a:gd name="T8" fmla="*/ 5 w 22"/>
                  <a:gd name="T9" fmla="*/ 0 h 17"/>
                </a:gdLst>
                <a:ahLst/>
                <a:cxnLst>
                  <a:cxn ang="0">
                    <a:pos x="T0" y="T1"/>
                  </a:cxn>
                  <a:cxn ang="0">
                    <a:pos x="T2" y="T3"/>
                  </a:cxn>
                  <a:cxn ang="0">
                    <a:pos x="T4" y="T5"/>
                  </a:cxn>
                  <a:cxn ang="0">
                    <a:pos x="T6" y="T7"/>
                  </a:cxn>
                  <a:cxn ang="0">
                    <a:pos x="T8" y="T9"/>
                  </a:cxn>
                </a:cxnLst>
                <a:rect l="0" t="0" r="r" b="b"/>
                <a:pathLst>
                  <a:path w="22" h="17">
                    <a:moveTo>
                      <a:pt x="5" y="0"/>
                    </a:moveTo>
                    <a:cubicBezTo>
                      <a:pt x="0" y="5"/>
                      <a:pt x="0" y="5"/>
                      <a:pt x="0" y="5"/>
                    </a:cubicBezTo>
                    <a:cubicBezTo>
                      <a:pt x="7" y="12"/>
                      <a:pt x="7" y="12"/>
                      <a:pt x="7" y="12"/>
                    </a:cubicBezTo>
                    <a:cubicBezTo>
                      <a:pt x="11" y="16"/>
                      <a:pt x="17" y="17"/>
                      <a:pt x="22" y="17"/>
                    </a:cubicBezTo>
                    <a:lnTo>
                      <a:pt x="5" y="0"/>
                    </a:lnTo>
                    <a:close/>
                  </a:path>
                </a:pathLst>
              </a:custGeom>
              <a:solidFill>
                <a:srgbClr val="C69377"/>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9606" tIns="44802" rIns="89606" bIns="44802" numCol="1" anchor="t" anchorCtr="0" compatLnSpc="1">
                <a:prstTxWarp prst="textNoShape">
                  <a:avLst/>
                </a:prstTxWarp>
              </a:bodyPr>
              <a:lstStyle/>
              <a:p>
                <a:pPr defTabSz="914005">
                  <a:defRPr/>
                </a:pPr>
                <a:endParaRPr lang="en-US" sz="1764">
                  <a:solidFill>
                    <a:srgbClr val="404040"/>
                  </a:solidFill>
                  <a:latin typeface="Segoe UI"/>
                </a:endParaRPr>
              </a:p>
            </p:txBody>
          </p:sp>
          <p:sp>
            <p:nvSpPr>
              <p:cNvPr id="36" name="Freeform 351"/>
              <p:cNvSpPr>
                <a:spLocks/>
              </p:cNvSpPr>
              <p:nvPr/>
            </p:nvSpPr>
            <p:spPr bwMode="auto">
              <a:xfrm>
                <a:off x="9564688" y="4078288"/>
                <a:ext cx="161925" cy="427037"/>
              </a:xfrm>
              <a:custGeom>
                <a:avLst/>
                <a:gdLst>
                  <a:gd name="T0" fmla="*/ 74 w 74"/>
                  <a:gd name="T1" fmla="*/ 0 h 194"/>
                  <a:gd name="T2" fmla="*/ 0 w 74"/>
                  <a:gd name="T3" fmla="*/ 97 h 194"/>
                  <a:gd name="T4" fmla="*/ 74 w 74"/>
                  <a:gd name="T5" fmla="*/ 194 h 194"/>
                  <a:gd name="T6" fmla="*/ 74 w 74"/>
                  <a:gd name="T7" fmla="*/ 0 h 194"/>
                </a:gdLst>
                <a:ahLst/>
                <a:cxnLst>
                  <a:cxn ang="0">
                    <a:pos x="T0" y="T1"/>
                  </a:cxn>
                  <a:cxn ang="0">
                    <a:pos x="T2" y="T3"/>
                  </a:cxn>
                  <a:cxn ang="0">
                    <a:pos x="T4" y="T5"/>
                  </a:cxn>
                  <a:cxn ang="0">
                    <a:pos x="T6" y="T7"/>
                  </a:cxn>
                </a:cxnLst>
                <a:rect l="0" t="0" r="r" b="b"/>
                <a:pathLst>
                  <a:path w="74" h="194">
                    <a:moveTo>
                      <a:pt x="74" y="0"/>
                    </a:moveTo>
                    <a:cubicBezTo>
                      <a:pt x="32" y="12"/>
                      <a:pt x="0" y="51"/>
                      <a:pt x="0" y="97"/>
                    </a:cubicBezTo>
                    <a:cubicBezTo>
                      <a:pt x="0" y="143"/>
                      <a:pt x="32" y="182"/>
                      <a:pt x="74" y="194"/>
                    </a:cubicBezTo>
                    <a:lnTo>
                      <a:pt x="74" y="0"/>
                    </a:lnTo>
                    <a:close/>
                  </a:path>
                </a:pathLst>
              </a:custGeom>
              <a:solidFill>
                <a:srgbClr val="6D563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9606" tIns="44802" rIns="89606" bIns="44802" numCol="1" anchor="t" anchorCtr="0" compatLnSpc="1">
                <a:prstTxWarp prst="textNoShape">
                  <a:avLst/>
                </a:prstTxWarp>
              </a:bodyPr>
              <a:lstStyle/>
              <a:p>
                <a:pPr defTabSz="914005">
                  <a:defRPr/>
                </a:pPr>
                <a:endParaRPr lang="en-US" sz="1764">
                  <a:solidFill>
                    <a:srgbClr val="404040"/>
                  </a:solidFill>
                  <a:latin typeface="Segoe UI"/>
                </a:endParaRPr>
              </a:p>
            </p:txBody>
          </p:sp>
          <p:sp>
            <p:nvSpPr>
              <p:cNvPr id="37" name="Line 352"/>
              <p:cNvSpPr>
                <a:spLocks noChangeShapeType="1"/>
              </p:cNvSpPr>
              <p:nvPr/>
            </p:nvSpPr>
            <p:spPr bwMode="auto">
              <a:xfrm flipH="1">
                <a:off x="8505825" y="3686175"/>
                <a:ext cx="138113" cy="0"/>
              </a:xfrm>
              <a:prstGeom prst="line">
                <a:avLst/>
              </a:prstGeom>
              <a:noFill/>
              <a:ln w="11113" cap="flat">
                <a:solidFill>
                  <a:srgbClr val="969696"/>
                </a:solidFill>
                <a:prstDash val="solid"/>
                <a:miter lim="800000"/>
                <a:headEnd/>
                <a:tailEnd/>
              </a:ln>
              <a:extLst>
                <a:ext uri="{909E8E84-426E-40DD-AFC4-6F175D3DCCD1}">
                  <a14:hiddenFill xmlns:a14="http://schemas.microsoft.com/office/drawing/2010/main">
                    <a:noFill/>
                  </a14:hiddenFill>
                </a:ext>
              </a:extLst>
            </p:spPr>
            <p:txBody>
              <a:bodyPr vert="horz" wrap="square" lIns="89606" tIns="44802" rIns="89606" bIns="44802" numCol="1" anchor="t" anchorCtr="0" compatLnSpc="1">
                <a:prstTxWarp prst="textNoShape">
                  <a:avLst/>
                </a:prstTxWarp>
              </a:bodyPr>
              <a:lstStyle/>
              <a:p>
                <a:pPr defTabSz="914005">
                  <a:defRPr/>
                </a:pPr>
                <a:endParaRPr lang="en-US" sz="1764">
                  <a:solidFill>
                    <a:srgbClr val="404040"/>
                  </a:solidFill>
                  <a:latin typeface="Segoe UI"/>
                </a:endParaRPr>
              </a:p>
            </p:txBody>
          </p:sp>
          <p:sp>
            <p:nvSpPr>
              <p:cNvPr id="38" name="Line 353"/>
              <p:cNvSpPr>
                <a:spLocks noChangeShapeType="1"/>
              </p:cNvSpPr>
              <p:nvPr/>
            </p:nvSpPr>
            <p:spPr bwMode="auto">
              <a:xfrm flipH="1">
                <a:off x="8505825" y="3717925"/>
                <a:ext cx="138113" cy="0"/>
              </a:xfrm>
              <a:prstGeom prst="line">
                <a:avLst/>
              </a:prstGeom>
              <a:noFill/>
              <a:ln w="11113" cap="flat">
                <a:solidFill>
                  <a:srgbClr val="969696"/>
                </a:solidFill>
                <a:prstDash val="solid"/>
                <a:miter lim="800000"/>
                <a:headEnd/>
                <a:tailEnd/>
              </a:ln>
              <a:extLst>
                <a:ext uri="{909E8E84-426E-40DD-AFC4-6F175D3DCCD1}">
                  <a14:hiddenFill xmlns:a14="http://schemas.microsoft.com/office/drawing/2010/main">
                    <a:noFill/>
                  </a14:hiddenFill>
                </a:ext>
              </a:extLst>
            </p:spPr>
            <p:txBody>
              <a:bodyPr vert="horz" wrap="square" lIns="89606" tIns="44802" rIns="89606" bIns="44802" numCol="1" anchor="t" anchorCtr="0" compatLnSpc="1">
                <a:prstTxWarp prst="textNoShape">
                  <a:avLst/>
                </a:prstTxWarp>
              </a:bodyPr>
              <a:lstStyle/>
              <a:p>
                <a:pPr defTabSz="914005">
                  <a:defRPr/>
                </a:pPr>
                <a:endParaRPr lang="en-US" sz="1764">
                  <a:solidFill>
                    <a:srgbClr val="404040"/>
                  </a:solidFill>
                  <a:latin typeface="Segoe UI"/>
                </a:endParaRPr>
              </a:p>
            </p:txBody>
          </p:sp>
          <p:sp>
            <p:nvSpPr>
              <p:cNvPr id="39" name="Line 354"/>
              <p:cNvSpPr>
                <a:spLocks noChangeShapeType="1"/>
              </p:cNvSpPr>
              <p:nvPr/>
            </p:nvSpPr>
            <p:spPr bwMode="auto">
              <a:xfrm flipH="1">
                <a:off x="8505825" y="3746500"/>
                <a:ext cx="138113" cy="0"/>
              </a:xfrm>
              <a:prstGeom prst="line">
                <a:avLst/>
              </a:prstGeom>
              <a:noFill/>
              <a:ln w="11113" cap="flat">
                <a:solidFill>
                  <a:srgbClr val="969696"/>
                </a:solidFill>
                <a:prstDash val="solid"/>
                <a:miter lim="800000"/>
                <a:headEnd/>
                <a:tailEnd/>
              </a:ln>
              <a:extLst>
                <a:ext uri="{909E8E84-426E-40DD-AFC4-6F175D3DCCD1}">
                  <a14:hiddenFill xmlns:a14="http://schemas.microsoft.com/office/drawing/2010/main">
                    <a:noFill/>
                  </a14:hiddenFill>
                </a:ext>
              </a:extLst>
            </p:spPr>
            <p:txBody>
              <a:bodyPr vert="horz" wrap="square" lIns="89606" tIns="44802" rIns="89606" bIns="44802" numCol="1" anchor="t" anchorCtr="0" compatLnSpc="1">
                <a:prstTxWarp prst="textNoShape">
                  <a:avLst/>
                </a:prstTxWarp>
              </a:bodyPr>
              <a:lstStyle/>
              <a:p>
                <a:pPr defTabSz="914005">
                  <a:defRPr/>
                </a:pPr>
                <a:endParaRPr lang="en-US" sz="1764">
                  <a:solidFill>
                    <a:srgbClr val="404040"/>
                  </a:solidFill>
                  <a:latin typeface="Segoe UI"/>
                </a:endParaRPr>
              </a:p>
            </p:txBody>
          </p:sp>
          <p:sp>
            <p:nvSpPr>
              <p:cNvPr id="40" name="Line 355"/>
              <p:cNvSpPr>
                <a:spLocks noChangeShapeType="1"/>
              </p:cNvSpPr>
              <p:nvPr/>
            </p:nvSpPr>
            <p:spPr bwMode="auto">
              <a:xfrm flipH="1">
                <a:off x="8505825" y="3776663"/>
                <a:ext cx="138113" cy="0"/>
              </a:xfrm>
              <a:prstGeom prst="line">
                <a:avLst/>
              </a:prstGeom>
              <a:noFill/>
              <a:ln w="11113" cap="flat">
                <a:solidFill>
                  <a:srgbClr val="969696"/>
                </a:solidFill>
                <a:prstDash val="solid"/>
                <a:miter lim="800000"/>
                <a:headEnd/>
                <a:tailEnd/>
              </a:ln>
              <a:extLst>
                <a:ext uri="{909E8E84-426E-40DD-AFC4-6F175D3DCCD1}">
                  <a14:hiddenFill xmlns:a14="http://schemas.microsoft.com/office/drawing/2010/main">
                    <a:noFill/>
                  </a14:hiddenFill>
                </a:ext>
              </a:extLst>
            </p:spPr>
            <p:txBody>
              <a:bodyPr vert="horz" wrap="square" lIns="89606" tIns="44802" rIns="89606" bIns="44802" numCol="1" anchor="t" anchorCtr="0" compatLnSpc="1">
                <a:prstTxWarp prst="textNoShape">
                  <a:avLst/>
                </a:prstTxWarp>
              </a:bodyPr>
              <a:lstStyle/>
              <a:p>
                <a:pPr defTabSz="914005">
                  <a:defRPr/>
                </a:pPr>
                <a:endParaRPr lang="en-US" sz="1764">
                  <a:solidFill>
                    <a:srgbClr val="404040"/>
                  </a:solidFill>
                  <a:latin typeface="Segoe UI"/>
                </a:endParaRPr>
              </a:p>
            </p:txBody>
          </p:sp>
          <p:sp>
            <p:nvSpPr>
              <p:cNvPr id="41" name="Line 356"/>
              <p:cNvSpPr>
                <a:spLocks noChangeShapeType="1"/>
              </p:cNvSpPr>
              <p:nvPr/>
            </p:nvSpPr>
            <p:spPr bwMode="auto">
              <a:xfrm flipH="1">
                <a:off x="8505825" y="3808413"/>
                <a:ext cx="138113" cy="0"/>
              </a:xfrm>
              <a:prstGeom prst="line">
                <a:avLst/>
              </a:prstGeom>
              <a:noFill/>
              <a:ln w="11113" cap="flat">
                <a:solidFill>
                  <a:srgbClr val="969696"/>
                </a:solidFill>
                <a:prstDash val="solid"/>
                <a:miter lim="800000"/>
                <a:headEnd/>
                <a:tailEnd/>
              </a:ln>
              <a:extLst>
                <a:ext uri="{909E8E84-426E-40DD-AFC4-6F175D3DCCD1}">
                  <a14:hiddenFill xmlns:a14="http://schemas.microsoft.com/office/drawing/2010/main">
                    <a:noFill/>
                  </a14:hiddenFill>
                </a:ext>
              </a:extLst>
            </p:spPr>
            <p:txBody>
              <a:bodyPr vert="horz" wrap="square" lIns="89606" tIns="44802" rIns="89606" bIns="44802" numCol="1" anchor="t" anchorCtr="0" compatLnSpc="1">
                <a:prstTxWarp prst="textNoShape">
                  <a:avLst/>
                </a:prstTxWarp>
              </a:bodyPr>
              <a:lstStyle/>
              <a:p>
                <a:pPr defTabSz="914005">
                  <a:defRPr/>
                </a:pPr>
                <a:endParaRPr lang="en-US" sz="1764">
                  <a:solidFill>
                    <a:srgbClr val="404040"/>
                  </a:solidFill>
                  <a:latin typeface="Segoe UI"/>
                </a:endParaRPr>
              </a:p>
            </p:txBody>
          </p:sp>
          <p:sp>
            <p:nvSpPr>
              <p:cNvPr id="42" name="Line 357"/>
              <p:cNvSpPr>
                <a:spLocks noChangeShapeType="1"/>
              </p:cNvSpPr>
              <p:nvPr/>
            </p:nvSpPr>
            <p:spPr bwMode="auto">
              <a:xfrm flipH="1">
                <a:off x="8505825" y="3838575"/>
                <a:ext cx="138113" cy="0"/>
              </a:xfrm>
              <a:prstGeom prst="line">
                <a:avLst/>
              </a:prstGeom>
              <a:noFill/>
              <a:ln w="11113" cap="flat">
                <a:solidFill>
                  <a:srgbClr val="969696"/>
                </a:solidFill>
                <a:prstDash val="solid"/>
                <a:miter lim="800000"/>
                <a:headEnd/>
                <a:tailEnd/>
              </a:ln>
              <a:extLst>
                <a:ext uri="{909E8E84-426E-40DD-AFC4-6F175D3DCCD1}">
                  <a14:hiddenFill xmlns:a14="http://schemas.microsoft.com/office/drawing/2010/main">
                    <a:noFill/>
                  </a14:hiddenFill>
                </a:ext>
              </a:extLst>
            </p:spPr>
            <p:txBody>
              <a:bodyPr vert="horz" wrap="square" lIns="89606" tIns="44802" rIns="89606" bIns="44802" numCol="1" anchor="t" anchorCtr="0" compatLnSpc="1">
                <a:prstTxWarp prst="textNoShape">
                  <a:avLst/>
                </a:prstTxWarp>
              </a:bodyPr>
              <a:lstStyle/>
              <a:p>
                <a:pPr defTabSz="914005">
                  <a:defRPr/>
                </a:pPr>
                <a:endParaRPr lang="en-US" sz="1764">
                  <a:solidFill>
                    <a:srgbClr val="404040"/>
                  </a:solidFill>
                  <a:latin typeface="Segoe UI"/>
                </a:endParaRPr>
              </a:p>
            </p:txBody>
          </p:sp>
          <p:sp>
            <p:nvSpPr>
              <p:cNvPr id="43" name="Line 358"/>
              <p:cNvSpPr>
                <a:spLocks noChangeShapeType="1"/>
              </p:cNvSpPr>
              <p:nvPr/>
            </p:nvSpPr>
            <p:spPr bwMode="auto">
              <a:xfrm flipH="1">
                <a:off x="8505825" y="3870325"/>
                <a:ext cx="138113" cy="0"/>
              </a:xfrm>
              <a:prstGeom prst="line">
                <a:avLst/>
              </a:prstGeom>
              <a:noFill/>
              <a:ln w="11113" cap="flat">
                <a:solidFill>
                  <a:srgbClr val="969696"/>
                </a:solidFill>
                <a:prstDash val="solid"/>
                <a:miter lim="800000"/>
                <a:headEnd/>
                <a:tailEnd/>
              </a:ln>
              <a:extLst>
                <a:ext uri="{909E8E84-426E-40DD-AFC4-6F175D3DCCD1}">
                  <a14:hiddenFill xmlns:a14="http://schemas.microsoft.com/office/drawing/2010/main">
                    <a:noFill/>
                  </a14:hiddenFill>
                </a:ext>
              </a:extLst>
            </p:spPr>
            <p:txBody>
              <a:bodyPr vert="horz" wrap="square" lIns="89606" tIns="44802" rIns="89606" bIns="44802" numCol="1" anchor="t" anchorCtr="0" compatLnSpc="1">
                <a:prstTxWarp prst="textNoShape">
                  <a:avLst/>
                </a:prstTxWarp>
              </a:bodyPr>
              <a:lstStyle/>
              <a:p>
                <a:pPr defTabSz="914005">
                  <a:defRPr/>
                </a:pPr>
                <a:endParaRPr lang="en-US" sz="1764">
                  <a:solidFill>
                    <a:srgbClr val="404040"/>
                  </a:solidFill>
                  <a:latin typeface="Segoe UI"/>
                </a:endParaRPr>
              </a:p>
            </p:txBody>
          </p:sp>
          <p:pic>
            <p:nvPicPr>
              <p:cNvPr id="44" name="Picture 43"/>
              <p:cNvPicPr>
                <a:picLocks noChangeAspect="1"/>
              </p:cNvPicPr>
              <p:nvPr/>
            </p:nvPicPr>
            <p:blipFill>
              <a:blip r:embed="rId4"/>
              <a:stretch>
                <a:fillRect/>
              </a:stretch>
            </p:blipFill>
            <p:spPr>
              <a:xfrm>
                <a:off x="8749942" y="3693929"/>
                <a:ext cx="307105" cy="443035"/>
              </a:xfrm>
              <a:prstGeom prst="rect">
                <a:avLst/>
              </a:prstGeom>
            </p:spPr>
          </p:pic>
          <p:grpSp>
            <p:nvGrpSpPr>
              <p:cNvPr id="45" name="Group 44"/>
              <p:cNvGrpSpPr/>
              <p:nvPr/>
            </p:nvGrpSpPr>
            <p:grpSpPr>
              <a:xfrm rot="5400000">
                <a:off x="9166188" y="3758283"/>
                <a:ext cx="306387" cy="444499"/>
                <a:chOff x="6878638" y="-701675"/>
                <a:chExt cx="306387" cy="444499"/>
              </a:xfrm>
            </p:grpSpPr>
            <p:sp>
              <p:nvSpPr>
                <p:cNvPr id="46" name="AutoShape 374"/>
                <p:cNvSpPr>
                  <a:spLocks noChangeAspect="1" noChangeArrowheads="1" noTextEdit="1"/>
                </p:cNvSpPr>
                <p:nvPr/>
              </p:nvSpPr>
              <p:spPr bwMode="auto">
                <a:xfrm>
                  <a:off x="6878638" y="-701675"/>
                  <a:ext cx="306387" cy="442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89606" tIns="44802" rIns="89606" bIns="44802" numCol="1" anchor="t" anchorCtr="0" compatLnSpc="1">
                  <a:prstTxWarp prst="textNoShape">
                    <a:avLst/>
                  </a:prstTxWarp>
                </a:bodyPr>
                <a:lstStyle/>
                <a:p>
                  <a:pPr defTabSz="914005">
                    <a:defRPr/>
                  </a:pPr>
                  <a:endParaRPr lang="en-US" sz="1764">
                    <a:solidFill>
                      <a:srgbClr val="404040"/>
                    </a:solidFill>
                    <a:latin typeface="Segoe UI"/>
                  </a:endParaRPr>
                </a:p>
              </p:txBody>
            </p:sp>
            <p:sp>
              <p:nvSpPr>
                <p:cNvPr id="47" name="Freeform 376"/>
                <p:cNvSpPr>
                  <a:spLocks/>
                </p:cNvSpPr>
                <p:nvPr/>
              </p:nvSpPr>
              <p:spPr bwMode="auto">
                <a:xfrm>
                  <a:off x="6878638" y="-598488"/>
                  <a:ext cx="52387" cy="60325"/>
                </a:xfrm>
                <a:custGeom>
                  <a:avLst/>
                  <a:gdLst>
                    <a:gd name="T0" fmla="*/ 6 w 31"/>
                    <a:gd name="T1" fmla="*/ 35 h 35"/>
                    <a:gd name="T2" fmla="*/ 31 w 31"/>
                    <a:gd name="T3" fmla="*/ 35 h 35"/>
                    <a:gd name="T4" fmla="*/ 31 w 31"/>
                    <a:gd name="T5" fmla="*/ 0 h 35"/>
                    <a:gd name="T6" fmla="*/ 6 w 31"/>
                    <a:gd name="T7" fmla="*/ 0 h 35"/>
                    <a:gd name="T8" fmla="*/ 0 w 31"/>
                    <a:gd name="T9" fmla="*/ 6 h 35"/>
                    <a:gd name="T10" fmla="*/ 0 w 31"/>
                    <a:gd name="T11" fmla="*/ 29 h 35"/>
                    <a:gd name="T12" fmla="*/ 6 w 31"/>
                    <a:gd name="T13" fmla="*/ 35 h 35"/>
                  </a:gdLst>
                  <a:ahLst/>
                  <a:cxnLst>
                    <a:cxn ang="0">
                      <a:pos x="T0" y="T1"/>
                    </a:cxn>
                    <a:cxn ang="0">
                      <a:pos x="T2" y="T3"/>
                    </a:cxn>
                    <a:cxn ang="0">
                      <a:pos x="T4" y="T5"/>
                    </a:cxn>
                    <a:cxn ang="0">
                      <a:pos x="T6" y="T7"/>
                    </a:cxn>
                    <a:cxn ang="0">
                      <a:pos x="T8" y="T9"/>
                    </a:cxn>
                    <a:cxn ang="0">
                      <a:pos x="T10" y="T11"/>
                    </a:cxn>
                    <a:cxn ang="0">
                      <a:pos x="T12" y="T13"/>
                    </a:cxn>
                  </a:cxnLst>
                  <a:rect l="0" t="0" r="r" b="b"/>
                  <a:pathLst>
                    <a:path w="31" h="35">
                      <a:moveTo>
                        <a:pt x="6" y="35"/>
                      </a:moveTo>
                      <a:cubicBezTo>
                        <a:pt x="31" y="35"/>
                        <a:pt x="31" y="35"/>
                        <a:pt x="31" y="35"/>
                      </a:cubicBezTo>
                      <a:cubicBezTo>
                        <a:pt x="31" y="0"/>
                        <a:pt x="31" y="0"/>
                        <a:pt x="31" y="0"/>
                      </a:cubicBezTo>
                      <a:cubicBezTo>
                        <a:pt x="6" y="0"/>
                        <a:pt x="6" y="0"/>
                        <a:pt x="6" y="0"/>
                      </a:cubicBezTo>
                      <a:cubicBezTo>
                        <a:pt x="3" y="0"/>
                        <a:pt x="0" y="3"/>
                        <a:pt x="0" y="6"/>
                      </a:cubicBezTo>
                      <a:cubicBezTo>
                        <a:pt x="0" y="29"/>
                        <a:pt x="0" y="29"/>
                        <a:pt x="0" y="29"/>
                      </a:cubicBezTo>
                      <a:cubicBezTo>
                        <a:pt x="0" y="32"/>
                        <a:pt x="3" y="35"/>
                        <a:pt x="6" y="35"/>
                      </a:cubicBezTo>
                      <a:close/>
                    </a:path>
                  </a:pathLst>
                </a:custGeom>
                <a:solidFill>
                  <a:schemeClr val="accent4"/>
                </a:solidFill>
                <a:ln>
                  <a:noFill/>
                </a:ln>
              </p:spPr>
              <p:txBody>
                <a:bodyPr vert="horz" wrap="square" lIns="89606" tIns="44802" rIns="89606" bIns="44802" numCol="1" anchor="t" anchorCtr="0" compatLnSpc="1">
                  <a:prstTxWarp prst="textNoShape">
                    <a:avLst/>
                  </a:prstTxWarp>
                </a:bodyPr>
                <a:lstStyle/>
                <a:p>
                  <a:pPr defTabSz="914005">
                    <a:defRPr/>
                  </a:pPr>
                  <a:endParaRPr lang="en-US" sz="1764">
                    <a:solidFill>
                      <a:srgbClr val="404040"/>
                    </a:solidFill>
                    <a:latin typeface="Segoe UI"/>
                  </a:endParaRPr>
                </a:p>
              </p:txBody>
            </p:sp>
            <p:sp>
              <p:nvSpPr>
                <p:cNvPr id="48" name="Rectangle 377"/>
                <p:cNvSpPr>
                  <a:spLocks noChangeArrowheads="1"/>
                </p:cNvSpPr>
                <p:nvPr/>
              </p:nvSpPr>
              <p:spPr bwMode="auto">
                <a:xfrm>
                  <a:off x="6897688" y="-538163"/>
                  <a:ext cx="20637" cy="61912"/>
                </a:xfrm>
                <a:prstGeom prst="rect">
                  <a:avLst/>
                </a:prstGeom>
                <a:solidFill>
                  <a:srgbClr val="0072C6"/>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89606" tIns="44802" rIns="89606" bIns="44802" numCol="1" anchor="t" anchorCtr="0" compatLnSpc="1">
                  <a:prstTxWarp prst="textNoShape">
                    <a:avLst/>
                  </a:prstTxWarp>
                </a:bodyPr>
                <a:lstStyle/>
                <a:p>
                  <a:pPr defTabSz="914005">
                    <a:defRPr/>
                  </a:pPr>
                  <a:endParaRPr lang="en-US" sz="1764">
                    <a:solidFill>
                      <a:srgbClr val="404040"/>
                    </a:solidFill>
                    <a:latin typeface="Segoe UI"/>
                  </a:endParaRPr>
                </a:p>
              </p:txBody>
            </p:sp>
            <p:sp>
              <p:nvSpPr>
                <p:cNvPr id="49" name="Rectangle 378"/>
                <p:cNvSpPr>
                  <a:spLocks noChangeArrowheads="1"/>
                </p:cNvSpPr>
                <p:nvPr/>
              </p:nvSpPr>
              <p:spPr bwMode="auto">
                <a:xfrm>
                  <a:off x="6897688" y="-538163"/>
                  <a:ext cx="20637" cy="2222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89606" tIns="44802" rIns="89606" bIns="44802" numCol="1" anchor="t" anchorCtr="0" compatLnSpc="1">
                  <a:prstTxWarp prst="textNoShape">
                    <a:avLst/>
                  </a:prstTxWarp>
                </a:bodyPr>
                <a:lstStyle/>
                <a:p>
                  <a:pPr defTabSz="914005">
                    <a:defRPr/>
                  </a:pPr>
                  <a:endParaRPr lang="en-US" sz="1764">
                    <a:solidFill>
                      <a:srgbClr val="404040"/>
                    </a:solidFill>
                    <a:latin typeface="Segoe UI"/>
                  </a:endParaRPr>
                </a:p>
              </p:txBody>
            </p:sp>
            <p:sp>
              <p:nvSpPr>
                <p:cNvPr id="50" name="Rectangle 379"/>
                <p:cNvSpPr>
                  <a:spLocks noChangeArrowheads="1"/>
                </p:cNvSpPr>
                <p:nvPr/>
              </p:nvSpPr>
              <p:spPr bwMode="auto">
                <a:xfrm>
                  <a:off x="6897688" y="-439738"/>
                  <a:ext cx="20637" cy="47625"/>
                </a:xfrm>
                <a:prstGeom prst="rect">
                  <a:avLst/>
                </a:prstGeom>
                <a:solidFill>
                  <a:srgbClr val="0072C6"/>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89606" tIns="44802" rIns="89606" bIns="44802" numCol="1" anchor="t" anchorCtr="0" compatLnSpc="1">
                  <a:prstTxWarp prst="textNoShape">
                    <a:avLst/>
                  </a:prstTxWarp>
                </a:bodyPr>
                <a:lstStyle/>
                <a:p>
                  <a:pPr defTabSz="914005">
                    <a:defRPr/>
                  </a:pPr>
                  <a:endParaRPr lang="en-US" sz="1764">
                    <a:solidFill>
                      <a:srgbClr val="404040"/>
                    </a:solidFill>
                    <a:latin typeface="Segoe UI"/>
                  </a:endParaRPr>
                </a:p>
              </p:txBody>
            </p:sp>
            <p:sp>
              <p:nvSpPr>
                <p:cNvPr id="51" name="Rectangle 380"/>
                <p:cNvSpPr>
                  <a:spLocks noChangeArrowheads="1"/>
                </p:cNvSpPr>
                <p:nvPr/>
              </p:nvSpPr>
              <p:spPr bwMode="auto">
                <a:xfrm>
                  <a:off x="6897688" y="-439738"/>
                  <a:ext cx="20637" cy="2222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89606" tIns="44802" rIns="89606" bIns="44802" numCol="1" anchor="t" anchorCtr="0" compatLnSpc="1">
                  <a:prstTxWarp prst="textNoShape">
                    <a:avLst/>
                  </a:prstTxWarp>
                </a:bodyPr>
                <a:lstStyle/>
                <a:p>
                  <a:pPr defTabSz="914005">
                    <a:defRPr/>
                  </a:pPr>
                  <a:endParaRPr lang="en-US" sz="1764">
                    <a:solidFill>
                      <a:srgbClr val="404040"/>
                    </a:solidFill>
                    <a:latin typeface="Segoe UI"/>
                  </a:endParaRPr>
                </a:p>
              </p:txBody>
            </p:sp>
            <p:sp>
              <p:nvSpPr>
                <p:cNvPr id="52" name="Freeform 381"/>
                <p:cNvSpPr>
                  <a:spLocks/>
                </p:cNvSpPr>
                <p:nvPr/>
              </p:nvSpPr>
              <p:spPr bwMode="auto">
                <a:xfrm>
                  <a:off x="6884988" y="-501650"/>
                  <a:ext cx="44450" cy="61912"/>
                </a:xfrm>
                <a:custGeom>
                  <a:avLst/>
                  <a:gdLst>
                    <a:gd name="T0" fmla="*/ 26 w 26"/>
                    <a:gd name="T1" fmla="*/ 29 h 36"/>
                    <a:gd name="T2" fmla="*/ 18 w 26"/>
                    <a:gd name="T3" fmla="*/ 36 h 36"/>
                    <a:gd name="T4" fmla="*/ 7 w 26"/>
                    <a:gd name="T5" fmla="*/ 36 h 36"/>
                    <a:gd name="T6" fmla="*/ 0 w 26"/>
                    <a:gd name="T7" fmla="*/ 29 h 36"/>
                    <a:gd name="T8" fmla="*/ 0 w 26"/>
                    <a:gd name="T9" fmla="*/ 7 h 36"/>
                    <a:gd name="T10" fmla="*/ 7 w 26"/>
                    <a:gd name="T11" fmla="*/ 0 h 36"/>
                    <a:gd name="T12" fmla="*/ 18 w 26"/>
                    <a:gd name="T13" fmla="*/ 0 h 36"/>
                    <a:gd name="T14" fmla="*/ 26 w 26"/>
                    <a:gd name="T15" fmla="*/ 7 h 36"/>
                    <a:gd name="T16" fmla="*/ 26 w 26"/>
                    <a:gd name="T17" fmla="*/ 29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6" h="36">
                      <a:moveTo>
                        <a:pt x="26" y="29"/>
                      </a:moveTo>
                      <a:cubicBezTo>
                        <a:pt x="26" y="33"/>
                        <a:pt x="22" y="36"/>
                        <a:pt x="18" y="36"/>
                      </a:cubicBezTo>
                      <a:cubicBezTo>
                        <a:pt x="7" y="36"/>
                        <a:pt x="7" y="36"/>
                        <a:pt x="7" y="36"/>
                      </a:cubicBezTo>
                      <a:cubicBezTo>
                        <a:pt x="3" y="36"/>
                        <a:pt x="0" y="33"/>
                        <a:pt x="0" y="29"/>
                      </a:cubicBezTo>
                      <a:cubicBezTo>
                        <a:pt x="0" y="7"/>
                        <a:pt x="0" y="7"/>
                        <a:pt x="0" y="7"/>
                      </a:cubicBezTo>
                      <a:cubicBezTo>
                        <a:pt x="0" y="3"/>
                        <a:pt x="3" y="0"/>
                        <a:pt x="7" y="0"/>
                      </a:cubicBezTo>
                      <a:cubicBezTo>
                        <a:pt x="18" y="0"/>
                        <a:pt x="18" y="0"/>
                        <a:pt x="18" y="0"/>
                      </a:cubicBezTo>
                      <a:cubicBezTo>
                        <a:pt x="22" y="0"/>
                        <a:pt x="26" y="3"/>
                        <a:pt x="26" y="7"/>
                      </a:cubicBezTo>
                      <a:lnTo>
                        <a:pt x="26" y="29"/>
                      </a:lnTo>
                      <a:close/>
                    </a:path>
                  </a:pathLst>
                </a:custGeom>
                <a:solidFill>
                  <a:schemeClr val="accent4"/>
                </a:solidFill>
                <a:ln>
                  <a:noFill/>
                </a:ln>
              </p:spPr>
              <p:txBody>
                <a:bodyPr vert="horz" wrap="square" lIns="89606" tIns="44802" rIns="89606" bIns="44802" numCol="1" anchor="t" anchorCtr="0" compatLnSpc="1">
                  <a:prstTxWarp prst="textNoShape">
                    <a:avLst/>
                  </a:prstTxWarp>
                </a:bodyPr>
                <a:lstStyle/>
                <a:p>
                  <a:pPr defTabSz="914005">
                    <a:defRPr/>
                  </a:pPr>
                  <a:endParaRPr lang="en-US" sz="1764">
                    <a:solidFill>
                      <a:srgbClr val="404040"/>
                    </a:solidFill>
                    <a:latin typeface="Segoe UI"/>
                  </a:endParaRPr>
                </a:p>
              </p:txBody>
            </p:sp>
            <p:sp>
              <p:nvSpPr>
                <p:cNvPr id="53" name="Rectangle 382"/>
                <p:cNvSpPr>
                  <a:spLocks noChangeArrowheads="1"/>
                </p:cNvSpPr>
                <p:nvPr/>
              </p:nvSpPr>
              <p:spPr bwMode="auto">
                <a:xfrm>
                  <a:off x="6978650" y="-506413"/>
                  <a:ext cx="109537" cy="60325"/>
                </a:xfrm>
                <a:prstGeom prst="rect">
                  <a:avLst/>
                </a:prstGeom>
                <a:solidFill>
                  <a:schemeClr val="accent4"/>
                </a:solidFill>
                <a:ln>
                  <a:noFill/>
                </a:ln>
              </p:spPr>
              <p:txBody>
                <a:bodyPr vert="horz" wrap="square" lIns="89606" tIns="44802" rIns="89606" bIns="44802" numCol="1" anchor="t" anchorCtr="0" compatLnSpc="1">
                  <a:prstTxWarp prst="textNoShape">
                    <a:avLst/>
                  </a:prstTxWarp>
                </a:bodyPr>
                <a:lstStyle/>
                <a:p>
                  <a:pPr defTabSz="914005">
                    <a:defRPr/>
                  </a:pPr>
                  <a:endParaRPr lang="en-US" sz="1764">
                    <a:solidFill>
                      <a:srgbClr val="404040"/>
                    </a:solidFill>
                    <a:latin typeface="Segoe UI"/>
                  </a:endParaRPr>
                </a:p>
              </p:txBody>
            </p:sp>
            <p:sp>
              <p:nvSpPr>
                <p:cNvPr id="54" name="Rectangle 383"/>
                <p:cNvSpPr>
                  <a:spLocks noChangeArrowheads="1"/>
                </p:cNvSpPr>
                <p:nvPr/>
              </p:nvSpPr>
              <p:spPr bwMode="auto">
                <a:xfrm>
                  <a:off x="6978650" y="-519113"/>
                  <a:ext cx="109537" cy="1270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89606" tIns="44802" rIns="89606" bIns="44802" numCol="1" anchor="t" anchorCtr="0" compatLnSpc="1">
                  <a:prstTxWarp prst="textNoShape">
                    <a:avLst/>
                  </a:prstTxWarp>
                </a:bodyPr>
                <a:lstStyle/>
                <a:p>
                  <a:pPr defTabSz="914005">
                    <a:defRPr/>
                  </a:pPr>
                  <a:endParaRPr lang="en-US" sz="1764">
                    <a:solidFill>
                      <a:srgbClr val="404040"/>
                    </a:solidFill>
                    <a:latin typeface="Segoe UI"/>
                  </a:endParaRPr>
                </a:p>
              </p:txBody>
            </p:sp>
            <p:sp>
              <p:nvSpPr>
                <p:cNvPr id="55" name="Rectangle 384"/>
                <p:cNvSpPr>
                  <a:spLocks noChangeArrowheads="1"/>
                </p:cNvSpPr>
                <p:nvPr/>
              </p:nvSpPr>
              <p:spPr bwMode="auto">
                <a:xfrm>
                  <a:off x="6931025" y="-620713"/>
                  <a:ext cx="201612" cy="104775"/>
                </a:xfrm>
                <a:prstGeom prst="rect">
                  <a:avLst/>
                </a:prstGeom>
                <a:solidFill>
                  <a:schemeClr val="accent4"/>
                </a:solidFill>
                <a:ln>
                  <a:noFill/>
                </a:ln>
              </p:spPr>
              <p:txBody>
                <a:bodyPr vert="horz" wrap="square" lIns="89606" tIns="44802" rIns="89606" bIns="44802" numCol="1" anchor="t" anchorCtr="0" compatLnSpc="1">
                  <a:prstTxWarp prst="textNoShape">
                    <a:avLst/>
                  </a:prstTxWarp>
                </a:bodyPr>
                <a:lstStyle/>
                <a:p>
                  <a:pPr defTabSz="914005">
                    <a:defRPr/>
                  </a:pPr>
                  <a:endParaRPr lang="en-US" sz="1764">
                    <a:solidFill>
                      <a:srgbClr val="404040"/>
                    </a:solidFill>
                    <a:latin typeface="Segoe UI"/>
                  </a:endParaRPr>
                </a:p>
              </p:txBody>
            </p:sp>
            <p:sp>
              <p:nvSpPr>
                <p:cNvPr id="56" name="Freeform 385"/>
                <p:cNvSpPr>
                  <a:spLocks/>
                </p:cNvSpPr>
                <p:nvPr/>
              </p:nvSpPr>
              <p:spPr bwMode="auto">
                <a:xfrm>
                  <a:off x="6967538" y="-681038"/>
                  <a:ext cx="130175" cy="63500"/>
                </a:xfrm>
                <a:custGeom>
                  <a:avLst/>
                  <a:gdLst>
                    <a:gd name="T0" fmla="*/ 39 w 77"/>
                    <a:gd name="T1" fmla="*/ 0 h 38"/>
                    <a:gd name="T2" fmla="*/ 0 w 77"/>
                    <a:gd name="T3" fmla="*/ 38 h 38"/>
                    <a:gd name="T4" fmla="*/ 77 w 77"/>
                    <a:gd name="T5" fmla="*/ 38 h 38"/>
                    <a:gd name="T6" fmla="*/ 39 w 77"/>
                    <a:gd name="T7" fmla="*/ 0 h 38"/>
                  </a:gdLst>
                  <a:ahLst/>
                  <a:cxnLst>
                    <a:cxn ang="0">
                      <a:pos x="T0" y="T1"/>
                    </a:cxn>
                    <a:cxn ang="0">
                      <a:pos x="T2" y="T3"/>
                    </a:cxn>
                    <a:cxn ang="0">
                      <a:pos x="T4" y="T5"/>
                    </a:cxn>
                    <a:cxn ang="0">
                      <a:pos x="T6" y="T7"/>
                    </a:cxn>
                  </a:cxnLst>
                  <a:rect l="0" t="0" r="r" b="b"/>
                  <a:pathLst>
                    <a:path w="77" h="38">
                      <a:moveTo>
                        <a:pt x="39" y="0"/>
                      </a:moveTo>
                      <a:cubicBezTo>
                        <a:pt x="18" y="0"/>
                        <a:pt x="0" y="17"/>
                        <a:pt x="0" y="38"/>
                      </a:cubicBezTo>
                      <a:cubicBezTo>
                        <a:pt x="77" y="38"/>
                        <a:pt x="77" y="38"/>
                        <a:pt x="77" y="38"/>
                      </a:cubicBezTo>
                      <a:cubicBezTo>
                        <a:pt x="77" y="17"/>
                        <a:pt x="60" y="0"/>
                        <a:pt x="39" y="0"/>
                      </a:cubicBezTo>
                      <a:close/>
                    </a:path>
                  </a:pathLst>
                </a:custGeom>
                <a:solidFill>
                  <a:schemeClr val="accent4"/>
                </a:solidFill>
                <a:ln>
                  <a:noFill/>
                </a:ln>
              </p:spPr>
              <p:txBody>
                <a:bodyPr vert="horz" wrap="square" lIns="89606" tIns="44802" rIns="89606" bIns="44802" numCol="1" anchor="t" anchorCtr="0" compatLnSpc="1">
                  <a:prstTxWarp prst="textNoShape">
                    <a:avLst/>
                  </a:prstTxWarp>
                </a:bodyPr>
                <a:lstStyle/>
                <a:p>
                  <a:pPr defTabSz="914005">
                    <a:defRPr/>
                  </a:pPr>
                  <a:endParaRPr lang="en-US" sz="1764">
                    <a:solidFill>
                      <a:srgbClr val="404040"/>
                    </a:solidFill>
                    <a:latin typeface="Segoe UI"/>
                  </a:endParaRPr>
                </a:p>
              </p:txBody>
            </p:sp>
            <p:sp>
              <p:nvSpPr>
                <p:cNvPr id="57" name="Oval 386"/>
                <p:cNvSpPr>
                  <a:spLocks noChangeArrowheads="1"/>
                </p:cNvSpPr>
                <p:nvPr/>
              </p:nvSpPr>
              <p:spPr bwMode="auto">
                <a:xfrm>
                  <a:off x="6992938" y="-650875"/>
                  <a:ext cx="17462" cy="17462"/>
                </a:xfrm>
                <a:prstGeom prst="ellipse">
                  <a:avLst/>
                </a:prstGeom>
                <a:solidFill>
                  <a:schemeClr val="tx2"/>
                </a:solidFill>
                <a:ln>
                  <a:noFill/>
                </a:ln>
              </p:spPr>
              <p:txBody>
                <a:bodyPr vert="horz" wrap="square" lIns="89606" tIns="44802" rIns="89606" bIns="44802" numCol="1" anchor="t" anchorCtr="0" compatLnSpc="1">
                  <a:prstTxWarp prst="textNoShape">
                    <a:avLst/>
                  </a:prstTxWarp>
                </a:bodyPr>
                <a:lstStyle/>
                <a:p>
                  <a:pPr defTabSz="914005">
                    <a:defRPr/>
                  </a:pPr>
                  <a:endParaRPr lang="en-US" sz="1764">
                    <a:solidFill>
                      <a:srgbClr val="404040"/>
                    </a:solidFill>
                    <a:latin typeface="Segoe UI"/>
                  </a:endParaRPr>
                </a:p>
              </p:txBody>
            </p:sp>
            <p:sp>
              <p:nvSpPr>
                <p:cNvPr id="58" name="Oval 387"/>
                <p:cNvSpPr>
                  <a:spLocks noChangeArrowheads="1"/>
                </p:cNvSpPr>
                <p:nvPr/>
              </p:nvSpPr>
              <p:spPr bwMode="auto">
                <a:xfrm>
                  <a:off x="7058025" y="-650875"/>
                  <a:ext cx="15875" cy="17462"/>
                </a:xfrm>
                <a:prstGeom prst="ellipse">
                  <a:avLst/>
                </a:prstGeom>
                <a:solidFill>
                  <a:schemeClr val="tx2"/>
                </a:solidFill>
                <a:ln>
                  <a:noFill/>
                </a:ln>
              </p:spPr>
              <p:txBody>
                <a:bodyPr vert="horz" wrap="square" lIns="89606" tIns="44802" rIns="89606" bIns="44802" numCol="1" anchor="t" anchorCtr="0" compatLnSpc="1">
                  <a:prstTxWarp prst="textNoShape">
                    <a:avLst/>
                  </a:prstTxWarp>
                </a:bodyPr>
                <a:lstStyle/>
                <a:p>
                  <a:pPr defTabSz="914005">
                    <a:defRPr/>
                  </a:pPr>
                  <a:endParaRPr lang="en-US" sz="1764">
                    <a:solidFill>
                      <a:srgbClr val="404040"/>
                    </a:solidFill>
                    <a:latin typeface="Segoe UI"/>
                  </a:endParaRPr>
                </a:p>
              </p:txBody>
            </p:sp>
            <p:sp>
              <p:nvSpPr>
                <p:cNvPr id="59" name="Freeform 388"/>
                <p:cNvSpPr>
                  <a:spLocks/>
                </p:cNvSpPr>
                <p:nvPr/>
              </p:nvSpPr>
              <p:spPr bwMode="auto">
                <a:xfrm>
                  <a:off x="6973888" y="-588963"/>
                  <a:ext cx="114300" cy="41275"/>
                </a:xfrm>
                <a:custGeom>
                  <a:avLst/>
                  <a:gdLst>
                    <a:gd name="T0" fmla="*/ 67 w 67"/>
                    <a:gd name="T1" fmla="*/ 13 h 25"/>
                    <a:gd name="T2" fmla="*/ 55 w 67"/>
                    <a:gd name="T3" fmla="*/ 25 h 25"/>
                    <a:gd name="T4" fmla="*/ 12 w 67"/>
                    <a:gd name="T5" fmla="*/ 25 h 25"/>
                    <a:gd name="T6" fmla="*/ 0 w 67"/>
                    <a:gd name="T7" fmla="*/ 13 h 25"/>
                    <a:gd name="T8" fmla="*/ 0 w 67"/>
                    <a:gd name="T9" fmla="*/ 13 h 25"/>
                    <a:gd name="T10" fmla="*/ 12 w 67"/>
                    <a:gd name="T11" fmla="*/ 0 h 25"/>
                    <a:gd name="T12" fmla="*/ 55 w 67"/>
                    <a:gd name="T13" fmla="*/ 0 h 25"/>
                    <a:gd name="T14" fmla="*/ 67 w 67"/>
                    <a:gd name="T15" fmla="*/ 13 h 2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7" h="25">
                      <a:moveTo>
                        <a:pt x="67" y="13"/>
                      </a:moveTo>
                      <a:cubicBezTo>
                        <a:pt x="67" y="19"/>
                        <a:pt x="62" y="25"/>
                        <a:pt x="55" y="25"/>
                      </a:cubicBezTo>
                      <a:cubicBezTo>
                        <a:pt x="12" y="25"/>
                        <a:pt x="12" y="25"/>
                        <a:pt x="12" y="25"/>
                      </a:cubicBezTo>
                      <a:cubicBezTo>
                        <a:pt x="6" y="25"/>
                        <a:pt x="0" y="19"/>
                        <a:pt x="0" y="13"/>
                      </a:cubicBezTo>
                      <a:cubicBezTo>
                        <a:pt x="0" y="13"/>
                        <a:pt x="0" y="13"/>
                        <a:pt x="0" y="13"/>
                      </a:cubicBezTo>
                      <a:cubicBezTo>
                        <a:pt x="0" y="6"/>
                        <a:pt x="6" y="0"/>
                        <a:pt x="12" y="0"/>
                      </a:cubicBezTo>
                      <a:cubicBezTo>
                        <a:pt x="55" y="0"/>
                        <a:pt x="55" y="0"/>
                        <a:pt x="55" y="0"/>
                      </a:cubicBezTo>
                      <a:cubicBezTo>
                        <a:pt x="62" y="0"/>
                        <a:pt x="67" y="6"/>
                        <a:pt x="67" y="13"/>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9606" tIns="44802" rIns="89606" bIns="44802" numCol="1" anchor="t" anchorCtr="0" compatLnSpc="1">
                  <a:prstTxWarp prst="textNoShape">
                    <a:avLst/>
                  </a:prstTxWarp>
                </a:bodyPr>
                <a:lstStyle/>
                <a:p>
                  <a:pPr defTabSz="914005">
                    <a:defRPr/>
                  </a:pPr>
                  <a:endParaRPr lang="en-US" sz="1764">
                    <a:solidFill>
                      <a:srgbClr val="404040"/>
                    </a:solidFill>
                    <a:latin typeface="Segoe UI"/>
                  </a:endParaRPr>
                </a:p>
              </p:txBody>
            </p:sp>
            <p:sp>
              <p:nvSpPr>
                <p:cNvPr id="60" name="Freeform 389"/>
                <p:cNvSpPr>
                  <a:spLocks/>
                </p:cNvSpPr>
                <p:nvPr/>
              </p:nvSpPr>
              <p:spPr bwMode="auto">
                <a:xfrm>
                  <a:off x="7027863" y="-579438"/>
                  <a:ext cx="6350" cy="25400"/>
                </a:xfrm>
                <a:custGeom>
                  <a:avLst/>
                  <a:gdLst>
                    <a:gd name="T0" fmla="*/ 3 w 3"/>
                    <a:gd name="T1" fmla="*/ 14 h 15"/>
                    <a:gd name="T2" fmla="*/ 2 w 3"/>
                    <a:gd name="T3" fmla="*/ 15 h 15"/>
                    <a:gd name="T4" fmla="*/ 2 w 3"/>
                    <a:gd name="T5" fmla="*/ 15 h 15"/>
                    <a:gd name="T6" fmla="*/ 0 w 3"/>
                    <a:gd name="T7" fmla="*/ 14 h 15"/>
                    <a:gd name="T8" fmla="*/ 0 w 3"/>
                    <a:gd name="T9" fmla="*/ 2 h 15"/>
                    <a:gd name="T10" fmla="*/ 2 w 3"/>
                    <a:gd name="T11" fmla="*/ 0 h 15"/>
                    <a:gd name="T12" fmla="*/ 2 w 3"/>
                    <a:gd name="T13" fmla="*/ 0 h 15"/>
                    <a:gd name="T14" fmla="*/ 3 w 3"/>
                    <a:gd name="T15" fmla="*/ 2 h 15"/>
                    <a:gd name="T16" fmla="*/ 3 w 3"/>
                    <a:gd name="T17" fmla="*/ 14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 h="15">
                      <a:moveTo>
                        <a:pt x="3" y="14"/>
                      </a:moveTo>
                      <a:cubicBezTo>
                        <a:pt x="3" y="14"/>
                        <a:pt x="2" y="15"/>
                        <a:pt x="2" y="15"/>
                      </a:cubicBezTo>
                      <a:cubicBezTo>
                        <a:pt x="2" y="15"/>
                        <a:pt x="2" y="15"/>
                        <a:pt x="2" y="15"/>
                      </a:cubicBezTo>
                      <a:cubicBezTo>
                        <a:pt x="1" y="15"/>
                        <a:pt x="0" y="14"/>
                        <a:pt x="0" y="14"/>
                      </a:cubicBezTo>
                      <a:cubicBezTo>
                        <a:pt x="0" y="2"/>
                        <a:pt x="0" y="2"/>
                        <a:pt x="0" y="2"/>
                      </a:cubicBezTo>
                      <a:cubicBezTo>
                        <a:pt x="0" y="1"/>
                        <a:pt x="1" y="0"/>
                        <a:pt x="2" y="0"/>
                      </a:cubicBezTo>
                      <a:cubicBezTo>
                        <a:pt x="2" y="0"/>
                        <a:pt x="2" y="0"/>
                        <a:pt x="2" y="0"/>
                      </a:cubicBezTo>
                      <a:cubicBezTo>
                        <a:pt x="2" y="0"/>
                        <a:pt x="3" y="1"/>
                        <a:pt x="3" y="2"/>
                      </a:cubicBezTo>
                      <a:lnTo>
                        <a:pt x="3" y="14"/>
                      </a:lnTo>
                      <a:close/>
                    </a:path>
                  </a:pathLst>
                </a:custGeom>
                <a:solidFill>
                  <a:srgbClr val="B8A4FF"/>
                </a:solidFill>
                <a:ln>
                  <a:noFill/>
                </a:ln>
              </p:spPr>
              <p:txBody>
                <a:bodyPr vert="horz" wrap="square" lIns="89606" tIns="44802" rIns="89606" bIns="44802" numCol="1" anchor="t" anchorCtr="0" compatLnSpc="1">
                  <a:prstTxWarp prst="textNoShape">
                    <a:avLst/>
                  </a:prstTxWarp>
                </a:bodyPr>
                <a:lstStyle/>
                <a:p>
                  <a:pPr defTabSz="914005">
                    <a:defRPr/>
                  </a:pPr>
                  <a:endParaRPr lang="en-US" sz="1764">
                    <a:solidFill>
                      <a:srgbClr val="404040"/>
                    </a:solidFill>
                    <a:latin typeface="Segoe UI"/>
                  </a:endParaRPr>
                </a:p>
              </p:txBody>
            </p:sp>
            <p:sp>
              <p:nvSpPr>
                <p:cNvPr id="61" name="Freeform 390"/>
                <p:cNvSpPr>
                  <a:spLocks/>
                </p:cNvSpPr>
                <p:nvPr/>
              </p:nvSpPr>
              <p:spPr bwMode="auto">
                <a:xfrm>
                  <a:off x="7016750" y="-579438"/>
                  <a:ext cx="4762" cy="25400"/>
                </a:xfrm>
                <a:custGeom>
                  <a:avLst/>
                  <a:gdLst>
                    <a:gd name="T0" fmla="*/ 3 w 3"/>
                    <a:gd name="T1" fmla="*/ 14 h 15"/>
                    <a:gd name="T2" fmla="*/ 1 w 3"/>
                    <a:gd name="T3" fmla="*/ 15 h 15"/>
                    <a:gd name="T4" fmla="*/ 1 w 3"/>
                    <a:gd name="T5" fmla="*/ 15 h 15"/>
                    <a:gd name="T6" fmla="*/ 0 w 3"/>
                    <a:gd name="T7" fmla="*/ 14 h 15"/>
                    <a:gd name="T8" fmla="*/ 0 w 3"/>
                    <a:gd name="T9" fmla="*/ 2 h 15"/>
                    <a:gd name="T10" fmla="*/ 1 w 3"/>
                    <a:gd name="T11" fmla="*/ 0 h 15"/>
                    <a:gd name="T12" fmla="*/ 1 w 3"/>
                    <a:gd name="T13" fmla="*/ 0 h 15"/>
                    <a:gd name="T14" fmla="*/ 3 w 3"/>
                    <a:gd name="T15" fmla="*/ 2 h 15"/>
                    <a:gd name="T16" fmla="*/ 3 w 3"/>
                    <a:gd name="T17" fmla="*/ 14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 h="15">
                      <a:moveTo>
                        <a:pt x="3" y="14"/>
                      </a:moveTo>
                      <a:cubicBezTo>
                        <a:pt x="3" y="14"/>
                        <a:pt x="2" y="15"/>
                        <a:pt x="1" y="15"/>
                      </a:cubicBezTo>
                      <a:cubicBezTo>
                        <a:pt x="1" y="15"/>
                        <a:pt x="1" y="15"/>
                        <a:pt x="1" y="15"/>
                      </a:cubicBezTo>
                      <a:cubicBezTo>
                        <a:pt x="0" y="15"/>
                        <a:pt x="0" y="14"/>
                        <a:pt x="0" y="14"/>
                      </a:cubicBezTo>
                      <a:cubicBezTo>
                        <a:pt x="0" y="2"/>
                        <a:pt x="0" y="2"/>
                        <a:pt x="0" y="2"/>
                      </a:cubicBezTo>
                      <a:cubicBezTo>
                        <a:pt x="0" y="1"/>
                        <a:pt x="0" y="0"/>
                        <a:pt x="1" y="0"/>
                      </a:cubicBezTo>
                      <a:cubicBezTo>
                        <a:pt x="1" y="0"/>
                        <a:pt x="1" y="0"/>
                        <a:pt x="1" y="0"/>
                      </a:cubicBezTo>
                      <a:cubicBezTo>
                        <a:pt x="2" y="0"/>
                        <a:pt x="3" y="1"/>
                        <a:pt x="3" y="2"/>
                      </a:cubicBezTo>
                      <a:lnTo>
                        <a:pt x="3" y="14"/>
                      </a:lnTo>
                      <a:close/>
                    </a:path>
                  </a:pathLst>
                </a:custGeom>
                <a:solidFill>
                  <a:srgbClr val="B8A4FF"/>
                </a:solidFill>
                <a:ln>
                  <a:noFill/>
                </a:ln>
              </p:spPr>
              <p:txBody>
                <a:bodyPr vert="horz" wrap="square" lIns="89606" tIns="44802" rIns="89606" bIns="44802" numCol="1" anchor="t" anchorCtr="0" compatLnSpc="1">
                  <a:prstTxWarp prst="textNoShape">
                    <a:avLst/>
                  </a:prstTxWarp>
                </a:bodyPr>
                <a:lstStyle/>
                <a:p>
                  <a:pPr defTabSz="914005">
                    <a:defRPr/>
                  </a:pPr>
                  <a:endParaRPr lang="en-US" sz="1764">
                    <a:solidFill>
                      <a:srgbClr val="404040"/>
                    </a:solidFill>
                    <a:latin typeface="Segoe UI"/>
                  </a:endParaRPr>
                </a:p>
              </p:txBody>
            </p:sp>
            <p:sp>
              <p:nvSpPr>
                <p:cNvPr id="62" name="Freeform 391"/>
                <p:cNvSpPr>
                  <a:spLocks/>
                </p:cNvSpPr>
                <p:nvPr/>
              </p:nvSpPr>
              <p:spPr bwMode="auto">
                <a:xfrm>
                  <a:off x="7002463" y="-579438"/>
                  <a:ext cx="4762" cy="25400"/>
                </a:xfrm>
                <a:custGeom>
                  <a:avLst/>
                  <a:gdLst>
                    <a:gd name="T0" fmla="*/ 3 w 3"/>
                    <a:gd name="T1" fmla="*/ 14 h 15"/>
                    <a:gd name="T2" fmla="*/ 2 w 3"/>
                    <a:gd name="T3" fmla="*/ 15 h 15"/>
                    <a:gd name="T4" fmla="*/ 2 w 3"/>
                    <a:gd name="T5" fmla="*/ 15 h 15"/>
                    <a:gd name="T6" fmla="*/ 0 w 3"/>
                    <a:gd name="T7" fmla="*/ 14 h 15"/>
                    <a:gd name="T8" fmla="*/ 0 w 3"/>
                    <a:gd name="T9" fmla="*/ 2 h 15"/>
                    <a:gd name="T10" fmla="*/ 2 w 3"/>
                    <a:gd name="T11" fmla="*/ 0 h 15"/>
                    <a:gd name="T12" fmla="*/ 2 w 3"/>
                    <a:gd name="T13" fmla="*/ 0 h 15"/>
                    <a:gd name="T14" fmla="*/ 3 w 3"/>
                    <a:gd name="T15" fmla="*/ 2 h 15"/>
                    <a:gd name="T16" fmla="*/ 3 w 3"/>
                    <a:gd name="T17" fmla="*/ 14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 h="15">
                      <a:moveTo>
                        <a:pt x="3" y="14"/>
                      </a:moveTo>
                      <a:cubicBezTo>
                        <a:pt x="3" y="14"/>
                        <a:pt x="3" y="15"/>
                        <a:pt x="2" y="15"/>
                      </a:cubicBezTo>
                      <a:cubicBezTo>
                        <a:pt x="2" y="15"/>
                        <a:pt x="2" y="15"/>
                        <a:pt x="2" y="15"/>
                      </a:cubicBezTo>
                      <a:cubicBezTo>
                        <a:pt x="1" y="15"/>
                        <a:pt x="0" y="14"/>
                        <a:pt x="0" y="14"/>
                      </a:cubicBezTo>
                      <a:cubicBezTo>
                        <a:pt x="0" y="2"/>
                        <a:pt x="0" y="2"/>
                        <a:pt x="0" y="2"/>
                      </a:cubicBezTo>
                      <a:cubicBezTo>
                        <a:pt x="0" y="1"/>
                        <a:pt x="1" y="0"/>
                        <a:pt x="2" y="0"/>
                      </a:cubicBezTo>
                      <a:cubicBezTo>
                        <a:pt x="2" y="0"/>
                        <a:pt x="2" y="0"/>
                        <a:pt x="2" y="0"/>
                      </a:cubicBezTo>
                      <a:cubicBezTo>
                        <a:pt x="3" y="0"/>
                        <a:pt x="3" y="1"/>
                        <a:pt x="3" y="2"/>
                      </a:cubicBezTo>
                      <a:lnTo>
                        <a:pt x="3" y="14"/>
                      </a:lnTo>
                      <a:close/>
                    </a:path>
                  </a:pathLst>
                </a:custGeom>
                <a:solidFill>
                  <a:srgbClr val="B8A4FF"/>
                </a:solidFill>
                <a:ln>
                  <a:noFill/>
                </a:ln>
              </p:spPr>
              <p:txBody>
                <a:bodyPr vert="horz" wrap="square" lIns="89606" tIns="44802" rIns="89606" bIns="44802" numCol="1" anchor="t" anchorCtr="0" compatLnSpc="1">
                  <a:prstTxWarp prst="textNoShape">
                    <a:avLst/>
                  </a:prstTxWarp>
                </a:bodyPr>
                <a:lstStyle/>
                <a:p>
                  <a:pPr defTabSz="914005">
                    <a:defRPr/>
                  </a:pPr>
                  <a:endParaRPr lang="en-US" sz="1764">
                    <a:solidFill>
                      <a:srgbClr val="404040"/>
                    </a:solidFill>
                    <a:latin typeface="Segoe UI"/>
                  </a:endParaRPr>
                </a:p>
              </p:txBody>
            </p:sp>
            <p:sp>
              <p:nvSpPr>
                <p:cNvPr id="63" name="Freeform 392"/>
                <p:cNvSpPr>
                  <a:spLocks/>
                </p:cNvSpPr>
                <p:nvPr/>
              </p:nvSpPr>
              <p:spPr bwMode="auto">
                <a:xfrm>
                  <a:off x="6991350" y="-579438"/>
                  <a:ext cx="4762" cy="25400"/>
                </a:xfrm>
                <a:custGeom>
                  <a:avLst/>
                  <a:gdLst>
                    <a:gd name="T0" fmla="*/ 3 w 3"/>
                    <a:gd name="T1" fmla="*/ 14 h 15"/>
                    <a:gd name="T2" fmla="*/ 1 w 3"/>
                    <a:gd name="T3" fmla="*/ 15 h 15"/>
                    <a:gd name="T4" fmla="*/ 1 w 3"/>
                    <a:gd name="T5" fmla="*/ 15 h 15"/>
                    <a:gd name="T6" fmla="*/ 0 w 3"/>
                    <a:gd name="T7" fmla="*/ 14 h 15"/>
                    <a:gd name="T8" fmla="*/ 0 w 3"/>
                    <a:gd name="T9" fmla="*/ 2 h 15"/>
                    <a:gd name="T10" fmla="*/ 1 w 3"/>
                    <a:gd name="T11" fmla="*/ 0 h 15"/>
                    <a:gd name="T12" fmla="*/ 1 w 3"/>
                    <a:gd name="T13" fmla="*/ 0 h 15"/>
                    <a:gd name="T14" fmla="*/ 3 w 3"/>
                    <a:gd name="T15" fmla="*/ 2 h 15"/>
                    <a:gd name="T16" fmla="*/ 3 w 3"/>
                    <a:gd name="T17" fmla="*/ 14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 h="15">
                      <a:moveTo>
                        <a:pt x="3" y="14"/>
                      </a:moveTo>
                      <a:cubicBezTo>
                        <a:pt x="3" y="14"/>
                        <a:pt x="2" y="15"/>
                        <a:pt x="1" y="15"/>
                      </a:cubicBezTo>
                      <a:cubicBezTo>
                        <a:pt x="1" y="15"/>
                        <a:pt x="1" y="15"/>
                        <a:pt x="1" y="15"/>
                      </a:cubicBezTo>
                      <a:cubicBezTo>
                        <a:pt x="1" y="15"/>
                        <a:pt x="0" y="14"/>
                        <a:pt x="0" y="14"/>
                      </a:cubicBezTo>
                      <a:cubicBezTo>
                        <a:pt x="0" y="2"/>
                        <a:pt x="0" y="2"/>
                        <a:pt x="0" y="2"/>
                      </a:cubicBezTo>
                      <a:cubicBezTo>
                        <a:pt x="0" y="1"/>
                        <a:pt x="1" y="0"/>
                        <a:pt x="1" y="0"/>
                      </a:cubicBezTo>
                      <a:cubicBezTo>
                        <a:pt x="1" y="0"/>
                        <a:pt x="1" y="0"/>
                        <a:pt x="1" y="0"/>
                      </a:cubicBezTo>
                      <a:cubicBezTo>
                        <a:pt x="2" y="0"/>
                        <a:pt x="3" y="1"/>
                        <a:pt x="3" y="2"/>
                      </a:cubicBezTo>
                      <a:lnTo>
                        <a:pt x="3" y="14"/>
                      </a:lnTo>
                      <a:close/>
                    </a:path>
                  </a:pathLst>
                </a:custGeom>
                <a:solidFill>
                  <a:srgbClr val="B8A4FF"/>
                </a:solidFill>
                <a:ln>
                  <a:noFill/>
                </a:ln>
              </p:spPr>
              <p:txBody>
                <a:bodyPr vert="horz" wrap="square" lIns="89606" tIns="44802" rIns="89606" bIns="44802" numCol="1" anchor="t" anchorCtr="0" compatLnSpc="1">
                  <a:prstTxWarp prst="textNoShape">
                    <a:avLst/>
                  </a:prstTxWarp>
                </a:bodyPr>
                <a:lstStyle/>
                <a:p>
                  <a:pPr defTabSz="914005">
                    <a:defRPr/>
                  </a:pPr>
                  <a:endParaRPr lang="en-US" sz="1764">
                    <a:solidFill>
                      <a:srgbClr val="404040"/>
                    </a:solidFill>
                    <a:latin typeface="Segoe UI"/>
                  </a:endParaRPr>
                </a:p>
              </p:txBody>
            </p:sp>
            <p:sp>
              <p:nvSpPr>
                <p:cNvPr id="64" name="Freeform 393"/>
                <p:cNvSpPr>
                  <a:spLocks/>
                </p:cNvSpPr>
                <p:nvPr/>
              </p:nvSpPr>
              <p:spPr bwMode="auto">
                <a:xfrm>
                  <a:off x="7065963" y="-579438"/>
                  <a:ext cx="4762" cy="25400"/>
                </a:xfrm>
                <a:custGeom>
                  <a:avLst/>
                  <a:gdLst>
                    <a:gd name="T0" fmla="*/ 3 w 3"/>
                    <a:gd name="T1" fmla="*/ 14 h 15"/>
                    <a:gd name="T2" fmla="*/ 2 w 3"/>
                    <a:gd name="T3" fmla="*/ 15 h 15"/>
                    <a:gd name="T4" fmla="*/ 2 w 3"/>
                    <a:gd name="T5" fmla="*/ 15 h 15"/>
                    <a:gd name="T6" fmla="*/ 0 w 3"/>
                    <a:gd name="T7" fmla="*/ 14 h 15"/>
                    <a:gd name="T8" fmla="*/ 0 w 3"/>
                    <a:gd name="T9" fmla="*/ 2 h 15"/>
                    <a:gd name="T10" fmla="*/ 2 w 3"/>
                    <a:gd name="T11" fmla="*/ 0 h 15"/>
                    <a:gd name="T12" fmla="*/ 2 w 3"/>
                    <a:gd name="T13" fmla="*/ 0 h 15"/>
                    <a:gd name="T14" fmla="*/ 3 w 3"/>
                    <a:gd name="T15" fmla="*/ 2 h 15"/>
                    <a:gd name="T16" fmla="*/ 3 w 3"/>
                    <a:gd name="T17" fmla="*/ 14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 h="15">
                      <a:moveTo>
                        <a:pt x="3" y="14"/>
                      </a:moveTo>
                      <a:cubicBezTo>
                        <a:pt x="3" y="14"/>
                        <a:pt x="3" y="15"/>
                        <a:pt x="2" y="15"/>
                      </a:cubicBezTo>
                      <a:cubicBezTo>
                        <a:pt x="2" y="15"/>
                        <a:pt x="2" y="15"/>
                        <a:pt x="2" y="15"/>
                      </a:cubicBezTo>
                      <a:cubicBezTo>
                        <a:pt x="1" y="15"/>
                        <a:pt x="0" y="14"/>
                        <a:pt x="0" y="14"/>
                      </a:cubicBezTo>
                      <a:cubicBezTo>
                        <a:pt x="0" y="2"/>
                        <a:pt x="0" y="2"/>
                        <a:pt x="0" y="2"/>
                      </a:cubicBezTo>
                      <a:cubicBezTo>
                        <a:pt x="0" y="1"/>
                        <a:pt x="1" y="0"/>
                        <a:pt x="2" y="0"/>
                      </a:cubicBezTo>
                      <a:cubicBezTo>
                        <a:pt x="2" y="0"/>
                        <a:pt x="2" y="0"/>
                        <a:pt x="2" y="0"/>
                      </a:cubicBezTo>
                      <a:cubicBezTo>
                        <a:pt x="3" y="0"/>
                        <a:pt x="3" y="1"/>
                        <a:pt x="3" y="2"/>
                      </a:cubicBezTo>
                      <a:lnTo>
                        <a:pt x="3" y="14"/>
                      </a:lnTo>
                      <a:close/>
                    </a:path>
                  </a:pathLst>
                </a:custGeom>
                <a:solidFill>
                  <a:srgbClr val="B8A4FF"/>
                </a:solidFill>
                <a:ln>
                  <a:noFill/>
                </a:ln>
              </p:spPr>
              <p:txBody>
                <a:bodyPr vert="horz" wrap="square" lIns="89606" tIns="44802" rIns="89606" bIns="44802" numCol="1" anchor="t" anchorCtr="0" compatLnSpc="1">
                  <a:prstTxWarp prst="textNoShape">
                    <a:avLst/>
                  </a:prstTxWarp>
                </a:bodyPr>
                <a:lstStyle/>
                <a:p>
                  <a:pPr defTabSz="914005">
                    <a:defRPr/>
                  </a:pPr>
                  <a:endParaRPr lang="en-US" sz="1764">
                    <a:solidFill>
                      <a:srgbClr val="404040"/>
                    </a:solidFill>
                    <a:latin typeface="Segoe UI"/>
                  </a:endParaRPr>
                </a:p>
              </p:txBody>
            </p:sp>
            <p:sp>
              <p:nvSpPr>
                <p:cNvPr id="65" name="Freeform 394"/>
                <p:cNvSpPr>
                  <a:spLocks/>
                </p:cNvSpPr>
                <p:nvPr/>
              </p:nvSpPr>
              <p:spPr bwMode="auto">
                <a:xfrm>
                  <a:off x="7053263" y="-579438"/>
                  <a:ext cx="6350" cy="25400"/>
                </a:xfrm>
                <a:custGeom>
                  <a:avLst/>
                  <a:gdLst>
                    <a:gd name="T0" fmla="*/ 3 w 3"/>
                    <a:gd name="T1" fmla="*/ 14 h 15"/>
                    <a:gd name="T2" fmla="*/ 1 w 3"/>
                    <a:gd name="T3" fmla="*/ 15 h 15"/>
                    <a:gd name="T4" fmla="*/ 1 w 3"/>
                    <a:gd name="T5" fmla="*/ 15 h 15"/>
                    <a:gd name="T6" fmla="*/ 0 w 3"/>
                    <a:gd name="T7" fmla="*/ 14 h 15"/>
                    <a:gd name="T8" fmla="*/ 0 w 3"/>
                    <a:gd name="T9" fmla="*/ 2 h 15"/>
                    <a:gd name="T10" fmla="*/ 1 w 3"/>
                    <a:gd name="T11" fmla="*/ 0 h 15"/>
                    <a:gd name="T12" fmla="*/ 1 w 3"/>
                    <a:gd name="T13" fmla="*/ 0 h 15"/>
                    <a:gd name="T14" fmla="*/ 3 w 3"/>
                    <a:gd name="T15" fmla="*/ 2 h 15"/>
                    <a:gd name="T16" fmla="*/ 3 w 3"/>
                    <a:gd name="T17" fmla="*/ 14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 h="15">
                      <a:moveTo>
                        <a:pt x="3" y="14"/>
                      </a:moveTo>
                      <a:cubicBezTo>
                        <a:pt x="3" y="14"/>
                        <a:pt x="2" y="15"/>
                        <a:pt x="1" y="15"/>
                      </a:cubicBezTo>
                      <a:cubicBezTo>
                        <a:pt x="1" y="15"/>
                        <a:pt x="1" y="15"/>
                        <a:pt x="1" y="15"/>
                      </a:cubicBezTo>
                      <a:cubicBezTo>
                        <a:pt x="1" y="15"/>
                        <a:pt x="0" y="14"/>
                        <a:pt x="0" y="14"/>
                      </a:cubicBezTo>
                      <a:cubicBezTo>
                        <a:pt x="0" y="2"/>
                        <a:pt x="0" y="2"/>
                        <a:pt x="0" y="2"/>
                      </a:cubicBezTo>
                      <a:cubicBezTo>
                        <a:pt x="0" y="1"/>
                        <a:pt x="1" y="0"/>
                        <a:pt x="1" y="0"/>
                      </a:cubicBezTo>
                      <a:cubicBezTo>
                        <a:pt x="1" y="0"/>
                        <a:pt x="1" y="0"/>
                        <a:pt x="1" y="0"/>
                      </a:cubicBezTo>
                      <a:cubicBezTo>
                        <a:pt x="2" y="0"/>
                        <a:pt x="3" y="1"/>
                        <a:pt x="3" y="2"/>
                      </a:cubicBezTo>
                      <a:lnTo>
                        <a:pt x="3" y="14"/>
                      </a:lnTo>
                      <a:close/>
                    </a:path>
                  </a:pathLst>
                </a:custGeom>
                <a:solidFill>
                  <a:srgbClr val="B8A4FF"/>
                </a:solidFill>
                <a:ln>
                  <a:noFill/>
                </a:ln>
              </p:spPr>
              <p:txBody>
                <a:bodyPr vert="horz" wrap="square" lIns="89606" tIns="44802" rIns="89606" bIns="44802" numCol="1" anchor="t" anchorCtr="0" compatLnSpc="1">
                  <a:prstTxWarp prst="textNoShape">
                    <a:avLst/>
                  </a:prstTxWarp>
                </a:bodyPr>
                <a:lstStyle/>
                <a:p>
                  <a:pPr defTabSz="914005">
                    <a:defRPr/>
                  </a:pPr>
                  <a:endParaRPr lang="en-US" sz="1764">
                    <a:solidFill>
                      <a:srgbClr val="404040"/>
                    </a:solidFill>
                    <a:latin typeface="Segoe UI"/>
                  </a:endParaRPr>
                </a:p>
              </p:txBody>
            </p:sp>
            <p:sp>
              <p:nvSpPr>
                <p:cNvPr id="66" name="Freeform 395"/>
                <p:cNvSpPr>
                  <a:spLocks/>
                </p:cNvSpPr>
                <p:nvPr/>
              </p:nvSpPr>
              <p:spPr bwMode="auto">
                <a:xfrm>
                  <a:off x="7040563" y="-579438"/>
                  <a:ext cx="4762" cy="25400"/>
                </a:xfrm>
                <a:custGeom>
                  <a:avLst/>
                  <a:gdLst>
                    <a:gd name="T0" fmla="*/ 3 w 3"/>
                    <a:gd name="T1" fmla="*/ 14 h 15"/>
                    <a:gd name="T2" fmla="*/ 2 w 3"/>
                    <a:gd name="T3" fmla="*/ 15 h 15"/>
                    <a:gd name="T4" fmla="*/ 2 w 3"/>
                    <a:gd name="T5" fmla="*/ 15 h 15"/>
                    <a:gd name="T6" fmla="*/ 0 w 3"/>
                    <a:gd name="T7" fmla="*/ 14 h 15"/>
                    <a:gd name="T8" fmla="*/ 0 w 3"/>
                    <a:gd name="T9" fmla="*/ 2 h 15"/>
                    <a:gd name="T10" fmla="*/ 2 w 3"/>
                    <a:gd name="T11" fmla="*/ 0 h 15"/>
                    <a:gd name="T12" fmla="*/ 2 w 3"/>
                    <a:gd name="T13" fmla="*/ 0 h 15"/>
                    <a:gd name="T14" fmla="*/ 3 w 3"/>
                    <a:gd name="T15" fmla="*/ 2 h 15"/>
                    <a:gd name="T16" fmla="*/ 3 w 3"/>
                    <a:gd name="T17" fmla="*/ 14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 h="15">
                      <a:moveTo>
                        <a:pt x="3" y="14"/>
                      </a:moveTo>
                      <a:cubicBezTo>
                        <a:pt x="3" y="14"/>
                        <a:pt x="3" y="15"/>
                        <a:pt x="2" y="15"/>
                      </a:cubicBezTo>
                      <a:cubicBezTo>
                        <a:pt x="2" y="15"/>
                        <a:pt x="2" y="15"/>
                        <a:pt x="2" y="15"/>
                      </a:cubicBezTo>
                      <a:cubicBezTo>
                        <a:pt x="1" y="15"/>
                        <a:pt x="0" y="14"/>
                        <a:pt x="0" y="14"/>
                      </a:cubicBezTo>
                      <a:cubicBezTo>
                        <a:pt x="0" y="2"/>
                        <a:pt x="0" y="2"/>
                        <a:pt x="0" y="2"/>
                      </a:cubicBezTo>
                      <a:cubicBezTo>
                        <a:pt x="0" y="1"/>
                        <a:pt x="1" y="0"/>
                        <a:pt x="2" y="0"/>
                      </a:cubicBezTo>
                      <a:cubicBezTo>
                        <a:pt x="2" y="0"/>
                        <a:pt x="2" y="0"/>
                        <a:pt x="2" y="0"/>
                      </a:cubicBezTo>
                      <a:cubicBezTo>
                        <a:pt x="3" y="0"/>
                        <a:pt x="3" y="1"/>
                        <a:pt x="3" y="2"/>
                      </a:cubicBezTo>
                      <a:lnTo>
                        <a:pt x="3" y="14"/>
                      </a:lnTo>
                      <a:close/>
                    </a:path>
                  </a:pathLst>
                </a:custGeom>
                <a:solidFill>
                  <a:srgbClr val="B8A4FF"/>
                </a:solidFill>
                <a:ln>
                  <a:noFill/>
                </a:ln>
              </p:spPr>
              <p:txBody>
                <a:bodyPr vert="horz" wrap="square" lIns="89606" tIns="44802" rIns="89606" bIns="44802" numCol="1" anchor="t" anchorCtr="0" compatLnSpc="1">
                  <a:prstTxWarp prst="textNoShape">
                    <a:avLst/>
                  </a:prstTxWarp>
                </a:bodyPr>
                <a:lstStyle/>
                <a:p>
                  <a:pPr defTabSz="914005">
                    <a:defRPr/>
                  </a:pPr>
                  <a:endParaRPr lang="en-US" sz="1764">
                    <a:solidFill>
                      <a:srgbClr val="404040"/>
                    </a:solidFill>
                    <a:latin typeface="Segoe UI"/>
                  </a:endParaRPr>
                </a:p>
              </p:txBody>
            </p:sp>
            <p:sp>
              <p:nvSpPr>
                <p:cNvPr id="67" name="Freeform 396"/>
                <p:cNvSpPr>
                  <a:spLocks/>
                </p:cNvSpPr>
                <p:nvPr/>
              </p:nvSpPr>
              <p:spPr bwMode="auto">
                <a:xfrm>
                  <a:off x="6953250" y="-454025"/>
                  <a:ext cx="155575" cy="44450"/>
                </a:xfrm>
                <a:custGeom>
                  <a:avLst/>
                  <a:gdLst>
                    <a:gd name="T0" fmla="*/ 7 w 91"/>
                    <a:gd name="T1" fmla="*/ 26 h 26"/>
                    <a:gd name="T2" fmla="*/ 0 w 91"/>
                    <a:gd name="T3" fmla="*/ 19 h 26"/>
                    <a:gd name="T4" fmla="*/ 0 w 91"/>
                    <a:gd name="T5" fmla="*/ 8 h 26"/>
                    <a:gd name="T6" fmla="*/ 7 w 91"/>
                    <a:gd name="T7" fmla="*/ 0 h 26"/>
                    <a:gd name="T8" fmla="*/ 84 w 91"/>
                    <a:gd name="T9" fmla="*/ 0 h 26"/>
                    <a:gd name="T10" fmla="*/ 91 w 91"/>
                    <a:gd name="T11" fmla="*/ 8 h 26"/>
                    <a:gd name="T12" fmla="*/ 91 w 91"/>
                    <a:gd name="T13" fmla="*/ 19 h 26"/>
                    <a:gd name="T14" fmla="*/ 84 w 91"/>
                    <a:gd name="T15" fmla="*/ 26 h 26"/>
                    <a:gd name="T16" fmla="*/ 7 w 91"/>
                    <a:gd name="T17" fmla="*/ 26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1" h="26">
                      <a:moveTo>
                        <a:pt x="7" y="26"/>
                      </a:moveTo>
                      <a:cubicBezTo>
                        <a:pt x="3" y="26"/>
                        <a:pt x="0" y="23"/>
                        <a:pt x="0" y="19"/>
                      </a:cubicBezTo>
                      <a:cubicBezTo>
                        <a:pt x="0" y="8"/>
                        <a:pt x="0" y="8"/>
                        <a:pt x="0" y="8"/>
                      </a:cubicBezTo>
                      <a:cubicBezTo>
                        <a:pt x="0" y="4"/>
                        <a:pt x="3" y="0"/>
                        <a:pt x="7" y="0"/>
                      </a:cubicBezTo>
                      <a:cubicBezTo>
                        <a:pt x="84" y="0"/>
                        <a:pt x="84" y="0"/>
                        <a:pt x="84" y="0"/>
                      </a:cubicBezTo>
                      <a:cubicBezTo>
                        <a:pt x="88" y="0"/>
                        <a:pt x="91" y="4"/>
                        <a:pt x="91" y="8"/>
                      </a:cubicBezTo>
                      <a:cubicBezTo>
                        <a:pt x="91" y="19"/>
                        <a:pt x="91" y="19"/>
                        <a:pt x="91" y="19"/>
                      </a:cubicBezTo>
                      <a:cubicBezTo>
                        <a:pt x="91" y="23"/>
                        <a:pt x="88" y="26"/>
                        <a:pt x="84" y="26"/>
                      </a:cubicBezTo>
                      <a:lnTo>
                        <a:pt x="7" y="26"/>
                      </a:lnTo>
                      <a:close/>
                    </a:path>
                  </a:pathLst>
                </a:custGeom>
                <a:solidFill>
                  <a:schemeClr val="accent4"/>
                </a:solidFill>
                <a:ln>
                  <a:noFill/>
                </a:ln>
              </p:spPr>
              <p:txBody>
                <a:bodyPr vert="horz" wrap="square" lIns="89606" tIns="44802" rIns="89606" bIns="44802" numCol="1" anchor="t" anchorCtr="0" compatLnSpc="1">
                  <a:prstTxWarp prst="textNoShape">
                    <a:avLst/>
                  </a:prstTxWarp>
                </a:bodyPr>
                <a:lstStyle/>
                <a:p>
                  <a:pPr defTabSz="914005">
                    <a:defRPr/>
                  </a:pPr>
                  <a:endParaRPr lang="en-US" sz="1764">
                    <a:solidFill>
                      <a:srgbClr val="404040"/>
                    </a:solidFill>
                    <a:latin typeface="Segoe UI"/>
                  </a:endParaRPr>
                </a:p>
              </p:txBody>
            </p:sp>
            <p:sp>
              <p:nvSpPr>
                <p:cNvPr id="68" name="Rectangle 397"/>
                <p:cNvSpPr>
                  <a:spLocks noChangeArrowheads="1"/>
                </p:cNvSpPr>
                <p:nvPr/>
              </p:nvSpPr>
              <p:spPr bwMode="auto">
                <a:xfrm>
                  <a:off x="6980238" y="-409575"/>
                  <a:ext cx="20637" cy="123825"/>
                </a:xfrm>
                <a:prstGeom prst="rect">
                  <a:avLst/>
                </a:prstGeom>
                <a:solidFill>
                  <a:schemeClr val="accent4"/>
                </a:solidFill>
                <a:ln>
                  <a:noFill/>
                </a:ln>
              </p:spPr>
              <p:txBody>
                <a:bodyPr vert="horz" wrap="square" lIns="89606" tIns="44802" rIns="89606" bIns="44802" numCol="1" anchor="t" anchorCtr="0" compatLnSpc="1">
                  <a:prstTxWarp prst="textNoShape">
                    <a:avLst/>
                  </a:prstTxWarp>
                </a:bodyPr>
                <a:lstStyle/>
                <a:p>
                  <a:pPr defTabSz="914005">
                    <a:defRPr/>
                  </a:pPr>
                  <a:endParaRPr lang="en-US" sz="1764">
                    <a:solidFill>
                      <a:srgbClr val="404040"/>
                    </a:solidFill>
                    <a:latin typeface="Segoe UI"/>
                  </a:endParaRPr>
                </a:p>
              </p:txBody>
            </p:sp>
            <p:sp>
              <p:nvSpPr>
                <p:cNvPr id="69" name="Rectangle 398"/>
                <p:cNvSpPr>
                  <a:spLocks noChangeArrowheads="1"/>
                </p:cNvSpPr>
                <p:nvPr/>
              </p:nvSpPr>
              <p:spPr bwMode="auto">
                <a:xfrm>
                  <a:off x="6980238" y="-409575"/>
                  <a:ext cx="20637" cy="20637"/>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89606" tIns="44802" rIns="89606" bIns="44802" numCol="1" anchor="t" anchorCtr="0" compatLnSpc="1">
                  <a:prstTxWarp prst="textNoShape">
                    <a:avLst/>
                  </a:prstTxWarp>
                </a:bodyPr>
                <a:lstStyle/>
                <a:p>
                  <a:pPr defTabSz="914005">
                    <a:defRPr/>
                  </a:pPr>
                  <a:endParaRPr lang="en-US" sz="1764">
                    <a:solidFill>
                      <a:srgbClr val="404040"/>
                    </a:solidFill>
                    <a:latin typeface="Segoe UI"/>
                  </a:endParaRPr>
                </a:p>
              </p:txBody>
            </p:sp>
            <p:sp>
              <p:nvSpPr>
                <p:cNvPr id="70" name="Rectangle 399"/>
                <p:cNvSpPr>
                  <a:spLocks noChangeArrowheads="1"/>
                </p:cNvSpPr>
                <p:nvPr/>
              </p:nvSpPr>
              <p:spPr bwMode="auto">
                <a:xfrm>
                  <a:off x="7069138" y="-409575"/>
                  <a:ext cx="19050" cy="123825"/>
                </a:xfrm>
                <a:prstGeom prst="rect">
                  <a:avLst/>
                </a:prstGeom>
                <a:solidFill>
                  <a:schemeClr val="accent4"/>
                </a:solidFill>
                <a:ln>
                  <a:noFill/>
                </a:ln>
              </p:spPr>
              <p:txBody>
                <a:bodyPr vert="horz" wrap="square" lIns="89606" tIns="44802" rIns="89606" bIns="44802" numCol="1" anchor="t" anchorCtr="0" compatLnSpc="1">
                  <a:prstTxWarp prst="textNoShape">
                    <a:avLst/>
                  </a:prstTxWarp>
                </a:bodyPr>
                <a:lstStyle/>
                <a:p>
                  <a:pPr defTabSz="914005">
                    <a:defRPr/>
                  </a:pPr>
                  <a:endParaRPr lang="en-US" sz="1764">
                    <a:solidFill>
                      <a:srgbClr val="404040"/>
                    </a:solidFill>
                    <a:latin typeface="Segoe UI"/>
                  </a:endParaRPr>
                </a:p>
              </p:txBody>
            </p:sp>
            <p:sp>
              <p:nvSpPr>
                <p:cNvPr id="71" name="Rectangle 400"/>
                <p:cNvSpPr>
                  <a:spLocks noChangeArrowheads="1"/>
                </p:cNvSpPr>
                <p:nvPr/>
              </p:nvSpPr>
              <p:spPr bwMode="auto">
                <a:xfrm>
                  <a:off x="7069138" y="-409575"/>
                  <a:ext cx="19050" cy="20637"/>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89606" tIns="44802" rIns="89606" bIns="44802" numCol="1" anchor="t" anchorCtr="0" compatLnSpc="1">
                  <a:prstTxWarp prst="textNoShape">
                    <a:avLst/>
                  </a:prstTxWarp>
                </a:bodyPr>
                <a:lstStyle/>
                <a:p>
                  <a:pPr defTabSz="914005">
                    <a:defRPr/>
                  </a:pPr>
                  <a:endParaRPr lang="en-US" sz="1764">
                    <a:solidFill>
                      <a:srgbClr val="404040"/>
                    </a:solidFill>
                    <a:latin typeface="Segoe UI"/>
                  </a:endParaRPr>
                </a:p>
              </p:txBody>
            </p:sp>
            <p:sp>
              <p:nvSpPr>
                <p:cNvPr id="72" name="Freeform 401"/>
                <p:cNvSpPr>
                  <a:spLocks/>
                </p:cNvSpPr>
                <p:nvPr/>
              </p:nvSpPr>
              <p:spPr bwMode="auto">
                <a:xfrm>
                  <a:off x="7104063" y="-649288"/>
                  <a:ext cx="11112" cy="22225"/>
                </a:xfrm>
                <a:custGeom>
                  <a:avLst/>
                  <a:gdLst>
                    <a:gd name="T0" fmla="*/ 0 w 7"/>
                    <a:gd name="T1" fmla="*/ 0 h 13"/>
                    <a:gd name="T2" fmla="*/ 0 w 7"/>
                    <a:gd name="T3" fmla="*/ 0 h 13"/>
                    <a:gd name="T4" fmla="*/ 0 w 7"/>
                    <a:gd name="T5" fmla="*/ 13 h 13"/>
                    <a:gd name="T6" fmla="*/ 0 w 7"/>
                    <a:gd name="T7" fmla="*/ 13 h 13"/>
                    <a:gd name="T8" fmla="*/ 7 w 7"/>
                    <a:gd name="T9" fmla="*/ 6 h 13"/>
                    <a:gd name="T10" fmla="*/ 0 w 7"/>
                    <a:gd name="T11" fmla="*/ 0 h 13"/>
                  </a:gdLst>
                  <a:ahLst/>
                  <a:cxnLst>
                    <a:cxn ang="0">
                      <a:pos x="T0" y="T1"/>
                    </a:cxn>
                    <a:cxn ang="0">
                      <a:pos x="T2" y="T3"/>
                    </a:cxn>
                    <a:cxn ang="0">
                      <a:pos x="T4" y="T5"/>
                    </a:cxn>
                    <a:cxn ang="0">
                      <a:pos x="T6" y="T7"/>
                    </a:cxn>
                    <a:cxn ang="0">
                      <a:pos x="T8" y="T9"/>
                    </a:cxn>
                    <a:cxn ang="0">
                      <a:pos x="T10" y="T11"/>
                    </a:cxn>
                  </a:cxnLst>
                  <a:rect l="0" t="0" r="r" b="b"/>
                  <a:pathLst>
                    <a:path w="7" h="13">
                      <a:moveTo>
                        <a:pt x="0" y="0"/>
                      </a:moveTo>
                      <a:cubicBezTo>
                        <a:pt x="0" y="0"/>
                        <a:pt x="0" y="0"/>
                        <a:pt x="0" y="0"/>
                      </a:cubicBezTo>
                      <a:cubicBezTo>
                        <a:pt x="0" y="13"/>
                        <a:pt x="0" y="13"/>
                        <a:pt x="0" y="13"/>
                      </a:cubicBezTo>
                      <a:cubicBezTo>
                        <a:pt x="0" y="13"/>
                        <a:pt x="0" y="13"/>
                        <a:pt x="0" y="13"/>
                      </a:cubicBezTo>
                      <a:cubicBezTo>
                        <a:pt x="4" y="13"/>
                        <a:pt x="7" y="10"/>
                        <a:pt x="7" y="6"/>
                      </a:cubicBezTo>
                      <a:cubicBezTo>
                        <a:pt x="7" y="3"/>
                        <a:pt x="4" y="0"/>
                        <a:pt x="0" y="0"/>
                      </a:cubicBezTo>
                      <a:close/>
                    </a:path>
                  </a:pathLst>
                </a:custGeom>
                <a:solidFill>
                  <a:schemeClr val="accent4"/>
                </a:solidFill>
                <a:ln>
                  <a:noFill/>
                </a:ln>
              </p:spPr>
              <p:txBody>
                <a:bodyPr vert="horz" wrap="square" lIns="89606" tIns="44802" rIns="89606" bIns="44802" numCol="1" anchor="t" anchorCtr="0" compatLnSpc="1">
                  <a:prstTxWarp prst="textNoShape">
                    <a:avLst/>
                  </a:prstTxWarp>
                </a:bodyPr>
                <a:lstStyle/>
                <a:p>
                  <a:pPr defTabSz="914005">
                    <a:defRPr/>
                  </a:pPr>
                  <a:endParaRPr lang="en-US" sz="1764">
                    <a:solidFill>
                      <a:srgbClr val="404040"/>
                    </a:solidFill>
                    <a:latin typeface="Segoe UI"/>
                  </a:endParaRPr>
                </a:p>
              </p:txBody>
            </p:sp>
            <p:sp>
              <p:nvSpPr>
                <p:cNvPr id="73" name="Rectangle 402"/>
                <p:cNvSpPr>
                  <a:spLocks noChangeArrowheads="1"/>
                </p:cNvSpPr>
                <p:nvPr/>
              </p:nvSpPr>
              <p:spPr bwMode="auto">
                <a:xfrm>
                  <a:off x="7104063" y="-700088"/>
                  <a:ext cx="1587" cy="61912"/>
                </a:xfrm>
                <a:prstGeom prst="rect">
                  <a:avLst/>
                </a:prstGeom>
                <a:solidFill>
                  <a:schemeClr val="accent4"/>
                </a:solidFill>
                <a:ln>
                  <a:noFill/>
                </a:ln>
              </p:spPr>
              <p:txBody>
                <a:bodyPr vert="horz" wrap="square" lIns="89606" tIns="44802" rIns="89606" bIns="44802" numCol="1" anchor="t" anchorCtr="0" compatLnSpc="1">
                  <a:prstTxWarp prst="textNoShape">
                    <a:avLst/>
                  </a:prstTxWarp>
                </a:bodyPr>
                <a:lstStyle/>
                <a:p>
                  <a:pPr defTabSz="914005">
                    <a:defRPr/>
                  </a:pPr>
                  <a:endParaRPr lang="en-US" sz="1764">
                    <a:solidFill>
                      <a:srgbClr val="404040"/>
                    </a:solidFill>
                    <a:latin typeface="Segoe UI"/>
                  </a:endParaRPr>
                </a:p>
              </p:txBody>
            </p:sp>
            <p:sp>
              <p:nvSpPr>
                <p:cNvPr id="74" name="Freeform 403"/>
                <p:cNvSpPr>
                  <a:spLocks/>
                </p:cNvSpPr>
                <p:nvPr/>
              </p:nvSpPr>
              <p:spPr bwMode="auto">
                <a:xfrm>
                  <a:off x="6951663" y="-649288"/>
                  <a:ext cx="12700" cy="22225"/>
                </a:xfrm>
                <a:custGeom>
                  <a:avLst/>
                  <a:gdLst>
                    <a:gd name="T0" fmla="*/ 7 w 7"/>
                    <a:gd name="T1" fmla="*/ 0 h 13"/>
                    <a:gd name="T2" fmla="*/ 7 w 7"/>
                    <a:gd name="T3" fmla="*/ 0 h 13"/>
                    <a:gd name="T4" fmla="*/ 7 w 7"/>
                    <a:gd name="T5" fmla="*/ 13 h 13"/>
                    <a:gd name="T6" fmla="*/ 7 w 7"/>
                    <a:gd name="T7" fmla="*/ 13 h 13"/>
                    <a:gd name="T8" fmla="*/ 0 w 7"/>
                    <a:gd name="T9" fmla="*/ 6 h 13"/>
                    <a:gd name="T10" fmla="*/ 7 w 7"/>
                    <a:gd name="T11" fmla="*/ 0 h 13"/>
                  </a:gdLst>
                  <a:ahLst/>
                  <a:cxnLst>
                    <a:cxn ang="0">
                      <a:pos x="T0" y="T1"/>
                    </a:cxn>
                    <a:cxn ang="0">
                      <a:pos x="T2" y="T3"/>
                    </a:cxn>
                    <a:cxn ang="0">
                      <a:pos x="T4" y="T5"/>
                    </a:cxn>
                    <a:cxn ang="0">
                      <a:pos x="T6" y="T7"/>
                    </a:cxn>
                    <a:cxn ang="0">
                      <a:pos x="T8" y="T9"/>
                    </a:cxn>
                    <a:cxn ang="0">
                      <a:pos x="T10" y="T11"/>
                    </a:cxn>
                  </a:cxnLst>
                  <a:rect l="0" t="0" r="r" b="b"/>
                  <a:pathLst>
                    <a:path w="7" h="13">
                      <a:moveTo>
                        <a:pt x="7" y="0"/>
                      </a:moveTo>
                      <a:cubicBezTo>
                        <a:pt x="7" y="0"/>
                        <a:pt x="7" y="0"/>
                        <a:pt x="7" y="0"/>
                      </a:cubicBezTo>
                      <a:cubicBezTo>
                        <a:pt x="7" y="13"/>
                        <a:pt x="7" y="13"/>
                        <a:pt x="7" y="13"/>
                      </a:cubicBezTo>
                      <a:cubicBezTo>
                        <a:pt x="7" y="13"/>
                        <a:pt x="7" y="13"/>
                        <a:pt x="7" y="13"/>
                      </a:cubicBezTo>
                      <a:cubicBezTo>
                        <a:pt x="3" y="13"/>
                        <a:pt x="0" y="10"/>
                        <a:pt x="0" y="6"/>
                      </a:cubicBezTo>
                      <a:cubicBezTo>
                        <a:pt x="0" y="3"/>
                        <a:pt x="3" y="0"/>
                        <a:pt x="7" y="0"/>
                      </a:cubicBezTo>
                      <a:close/>
                    </a:path>
                  </a:pathLst>
                </a:custGeom>
                <a:solidFill>
                  <a:schemeClr val="accent4"/>
                </a:solidFill>
                <a:ln>
                  <a:noFill/>
                </a:ln>
              </p:spPr>
              <p:txBody>
                <a:bodyPr vert="horz" wrap="square" lIns="89606" tIns="44802" rIns="89606" bIns="44802" numCol="1" anchor="t" anchorCtr="0" compatLnSpc="1">
                  <a:prstTxWarp prst="textNoShape">
                    <a:avLst/>
                  </a:prstTxWarp>
                </a:bodyPr>
                <a:lstStyle/>
                <a:p>
                  <a:pPr defTabSz="914005">
                    <a:defRPr/>
                  </a:pPr>
                  <a:endParaRPr lang="en-US" sz="1764">
                    <a:solidFill>
                      <a:srgbClr val="404040"/>
                    </a:solidFill>
                    <a:latin typeface="Segoe UI"/>
                  </a:endParaRPr>
                </a:p>
              </p:txBody>
            </p:sp>
            <p:sp>
              <p:nvSpPr>
                <p:cNvPr id="75" name="Rectangle 404"/>
                <p:cNvSpPr>
                  <a:spLocks noChangeArrowheads="1"/>
                </p:cNvSpPr>
                <p:nvPr/>
              </p:nvSpPr>
              <p:spPr bwMode="auto">
                <a:xfrm>
                  <a:off x="6959600" y="-700088"/>
                  <a:ext cx="4762" cy="61912"/>
                </a:xfrm>
                <a:prstGeom prst="rect">
                  <a:avLst/>
                </a:prstGeom>
                <a:solidFill>
                  <a:schemeClr val="accent4"/>
                </a:solidFill>
                <a:ln>
                  <a:noFill/>
                </a:ln>
              </p:spPr>
              <p:txBody>
                <a:bodyPr vert="horz" wrap="square" lIns="89606" tIns="44802" rIns="89606" bIns="44802" numCol="1" anchor="t" anchorCtr="0" compatLnSpc="1">
                  <a:prstTxWarp prst="textNoShape">
                    <a:avLst/>
                  </a:prstTxWarp>
                </a:bodyPr>
                <a:lstStyle/>
                <a:p>
                  <a:pPr defTabSz="914005">
                    <a:defRPr/>
                  </a:pPr>
                  <a:endParaRPr lang="en-US" sz="1764">
                    <a:solidFill>
                      <a:srgbClr val="404040"/>
                    </a:solidFill>
                    <a:latin typeface="Segoe UI"/>
                  </a:endParaRPr>
                </a:p>
              </p:txBody>
            </p:sp>
            <p:sp>
              <p:nvSpPr>
                <p:cNvPr id="76" name="Freeform 405"/>
                <p:cNvSpPr>
                  <a:spLocks/>
                </p:cNvSpPr>
                <p:nvPr/>
              </p:nvSpPr>
              <p:spPr bwMode="auto">
                <a:xfrm>
                  <a:off x="6959600" y="-288925"/>
                  <a:ext cx="61912" cy="20637"/>
                </a:xfrm>
                <a:custGeom>
                  <a:avLst/>
                  <a:gdLst>
                    <a:gd name="T0" fmla="*/ 36 w 36"/>
                    <a:gd name="T1" fmla="*/ 12 h 12"/>
                    <a:gd name="T2" fmla="*/ 23 w 36"/>
                    <a:gd name="T3" fmla="*/ 0 h 12"/>
                    <a:gd name="T4" fmla="*/ 13 w 36"/>
                    <a:gd name="T5" fmla="*/ 0 h 12"/>
                    <a:gd name="T6" fmla="*/ 0 w 36"/>
                    <a:gd name="T7" fmla="*/ 12 h 12"/>
                    <a:gd name="T8" fmla="*/ 36 w 36"/>
                    <a:gd name="T9" fmla="*/ 12 h 12"/>
                  </a:gdLst>
                  <a:ahLst/>
                  <a:cxnLst>
                    <a:cxn ang="0">
                      <a:pos x="T0" y="T1"/>
                    </a:cxn>
                    <a:cxn ang="0">
                      <a:pos x="T2" y="T3"/>
                    </a:cxn>
                    <a:cxn ang="0">
                      <a:pos x="T4" y="T5"/>
                    </a:cxn>
                    <a:cxn ang="0">
                      <a:pos x="T6" y="T7"/>
                    </a:cxn>
                    <a:cxn ang="0">
                      <a:pos x="T8" y="T9"/>
                    </a:cxn>
                  </a:cxnLst>
                  <a:rect l="0" t="0" r="r" b="b"/>
                  <a:pathLst>
                    <a:path w="36" h="12">
                      <a:moveTo>
                        <a:pt x="36" y="12"/>
                      </a:moveTo>
                      <a:cubicBezTo>
                        <a:pt x="36" y="5"/>
                        <a:pt x="30" y="0"/>
                        <a:pt x="23" y="0"/>
                      </a:cubicBezTo>
                      <a:cubicBezTo>
                        <a:pt x="13" y="0"/>
                        <a:pt x="13" y="0"/>
                        <a:pt x="13" y="0"/>
                      </a:cubicBezTo>
                      <a:cubicBezTo>
                        <a:pt x="6" y="0"/>
                        <a:pt x="0" y="5"/>
                        <a:pt x="0" y="12"/>
                      </a:cubicBezTo>
                      <a:lnTo>
                        <a:pt x="36" y="12"/>
                      </a:lnTo>
                      <a:close/>
                    </a:path>
                  </a:pathLst>
                </a:custGeom>
                <a:solidFill>
                  <a:schemeClr val="accent4"/>
                </a:solidFill>
                <a:ln>
                  <a:noFill/>
                </a:ln>
              </p:spPr>
              <p:txBody>
                <a:bodyPr vert="horz" wrap="square" lIns="89606" tIns="44802" rIns="89606" bIns="44802" numCol="1" anchor="t" anchorCtr="0" compatLnSpc="1">
                  <a:prstTxWarp prst="textNoShape">
                    <a:avLst/>
                  </a:prstTxWarp>
                </a:bodyPr>
                <a:lstStyle/>
                <a:p>
                  <a:pPr defTabSz="914005">
                    <a:defRPr/>
                  </a:pPr>
                  <a:endParaRPr lang="en-US" sz="1764">
                    <a:solidFill>
                      <a:srgbClr val="404040"/>
                    </a:solidFill>
                    <a:latin typeface="Segoe UI"/>
                  </a:endParaRPr>
                </a:p>
              </p:txBody>
            </p:sp>
            <p:sp>
              <p:nvSpPr>
                <p:cNvPr id="77" name="Rectangle 406"/>
                <p:cNvSpPr>
                  <a:spLocks noChangeArrowheads="1"/>
                </p:cNvSpPr>
                <p:nvPr/>
              </p:nvSpPr>
              <p:spPr bwMode="auto">
                <a:xfrm>
                  <a:off x="6959600" y="-268288"/>
                  <a:ext cx="61912" cy="1111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89606" tIns="44802" rIns="89606" bIns="44802" numCol="1" anchor="t" anchorCtr="0" compatLnSpc="1">
                  <a:prstTxWarp prst="textNoShape">
                    <a:avLst/>
                  </a:prstTxWarp>
                </a:bodyPr>
                <a:lstStyle/>
                <a:p>
                  <a:pPr defTabSz="914005">
                    <a:defRPr/>
                  </a:pPr>
                  <a:endParaRPr lang="en-US" sz="1764">
                    <a:solidFill>
                      <a:srgbClr val="404040"/>
                    </a:solidFill>
                    <a:latin typeface="Segoe UI"/>
                  </a:endParaRPr>
                </a:p>
              </p:txBody>
            </p:sp>
            <p:sp>
              <p:nvSpPr>
                <p:cNvPr id="78" name="Freeform 407"/>
                <p:cNvSpPr>
                  <a:spLocks/>
                </p:cNvSpPr>
                <p:nvPr/>
              </p:nvSpPr>
              <p:spPr bwMode="auto">
                <a:xfrm>
                  <a:off x="7046913" y="-288925"/>
                  <a:ext cx="63500" cy="20637"/>
                </a:xfrm>
                <a:custGeom>
                  <a:avLst/>
                  <a:gdLst>
                    <a:gd name="T0" fmla="*/ 37 w 37"/>
                    <a:gd name="T1" fmla="*/ 12 h 12"/>
                    <a:gd name="T2" fmla="*/ 23 w 37"/>
                    <a:gd name="T3" fmla="*/ 0 h 12"/>
                    <a:gd name="T4" fmla="*/ 14 w 37"/>
                    <a:gd name="T5" fmla="*/ 0 h 12"/>
                    <a:gd name="T6" fmla="*/ 0 w 37"/>
                    <a:gd name="T7" fmla="*/ 12 h 12"/>
                    <a:gd name="T8" fmla="*/ 37 w 37"/>
                    <a:gd name="T9" fmla="*/ 12 h 12"/>
                  </a:gdLst>
                  <a:ahLst/>
                  <a:cxnLst>
                    <a:cxn ang="0">
                      <a:pos x="T0" y="T1"/>
                    </a:cxn>
                    <a:cxn ang="0">
                      <a:pos x="T2" y="T3"/>
                    </a:cxn>
                    <a:cxn ang="0">
                      <a:pos x="T4" y="T5"/>
                    </a:cxn>
                    <a:cxn ang="0">
                      <a:pos x="T6" y="T7"/>
                    </a:cxn>
                    <a:cxn ang="0">
                      <a:pos x="T8" y="T9"/>
                    </a:cxn>
                  </a:cxnLst>
                  <a:rect l="0" t="0" r="r" b="b"/>
                  <a:pathLst>
                    <a:path w="37" h="12">
                      <a:moveTo>
                        <a:pt x="37" y="12"/>
                      </a:moveTo>
                      <a:cubicBezTo>
                        <a:pt x="36" y="5"/>
                        <a:pt x="30" y="0"/>
                        <a:pt x="23" y="0"/>
                      </a:cubicBezTo>
                      <a:cubicBezTo>
                        <a:pt x="14" y="0"/>
                        <a:pt x="14" y="0"/>
                        <a:pt x="14" y="0"/>
                      </a:cubicBezTo>
                      <a:cubicBezTo>
                        <a:pt x="7" y="0"/>
                        <a:pt x="1" y="5"/>
                        <a:pt x="0" y="12"/>
                      </a:cubicBezTo>
                      <a:lnTo>
                        <a:pt x="37" y="12"/>
                      </a:lnTo>
                      <a:close/>
                    </a:path>
                  </a:pathLst>
                </a:custGeom>
                <a:solidFill>
                  <a:schemeClr val="accent4"/>
                </a:solidFill>
                <a:ln>
                  <a:noFill/>
                </a:ln>
              </p:spPr>
              <p:txBody>
                <a:bodyPr vert="horz" wrap="square" lIns="89606" tIns="44802" rIns="89606" bIns="44802" numCol="1" anchor="t" anchorCtr="0" compatLnSpc="1">
                  <a:prstTxWarp prst="textNoShape">
                    <a:avLst/>
                  </a:prstTxWarp>
                </a:bodyPr>
                <a:lstStyle/>
                <a:p>
                  <a:pPr defTabSz="914005">
                    <a:defRPr/>
                  </a:pPr>
                  <a:endParaRPr lang="en-US" sz="1764">
                    <a:solidFill>
                      <a:srgbClr val="404040"/>
                    </a:solidFill>
                    <a:latin typeface="Segoe UI"/>
                  </a:endParaRPr>
                </a:p>
              </p:txBody>
            </p:sp>
            <p:sp>
              <p:nvSpPr>
                <p:cNvPr id="79" name="Rectangle 408"/>
                <p:cNvSpPr>
                  <a:spLocks noChangeArrowheads="1"/>
                </p:cNvSpPr>
                <p:nvPr/>
              </p:nvSpPr>
              <p:spPr bwMode="auto">
                <a:xfrm>
                  <a:off x="7046913" y="-268288"/>
                  <a:ext cx="63500" cy="1111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89606" tIns="44802" rIns="89606" bIns="44802" numCol="1" anchor="t" anchorCtr="0" compatLnSpc="1">
                  <a:prstTxWarp prst="textNoShape">
                    <a:avLst/>
                  </a:prstTxWarp>
                </a:bodyPr>
                <a:lstStyle/>
                <a:p>
                  <a:pPr defTabSz="914005">
                    <a:defRPr/>
                  </a:pPr>
                  <a:endParaRPr lang="en-US" sz="1764">
                    <a:solidFill>
                      <a:srgbClr val="404040"/>
                    </a:solidFill>
                    <a:latin typeface="Segoe UI"/>
                  </a:endParaRPr>
                </a:p>
              </p:txBody>
            </p:sp>
            <p:sp>
              <p:nvSpPr>
                <p:cNvPr id="80" name="Freeform 409"/>
                <p:cNvSpPr>
                  <a:spLocks/>
                </p:cNvSpPr>
                <p:nvPr/>
              </p:nvSpPr>
              <p:spPr bwMode="auto">
                <a:xfrm>
                  <a:off x="6878638" y="-404813"/>
                  <a:ext cx="57150" cy="50800"/>
                </a:xfrm>
                <a:custGeom>
                  <a:avLst/>
                  <a:gdLst>
                    <a:gd name="T0" fmla="*/ 11 w 34"/>
                    <a:gd name="T1" fmla="*/ 24 h 30"/>
                    <a:gd name="T2" fmla="*/ 8 w 34"/>
                    <a:gd name="T3" fmla="*/ 18 h 30"/>
                    <a:gd name="T4" fmla="*/ 17 w 34"/>
                    <a:gd name="T5" fmla="*/ 9 h 30"/>
                    <a:gd name="T6" fmla="*/ 26 w 34"/>
                    <a:gd name="T7" fmla="*/ 18 h 30"/>
                    <a:gd name="T8" fmla="*/ 23 w 34"/>
                    <a:gd name="T9" fmla="*/ 24 h 30"/>
                    <a:gd name="T10" fmla="*/ 29 w 34"/>
                    <a:gd name="T11" fmla="*/ 30 h 30"/>
                    <a:gd name="T12" fmla="*/ 34 w 34"/>
                    <a:gd name="T13" fmla="*/ 18 h 30"/>
                    <a:gd name="T14" fmla="*/ 17 w 34"/>
                    <a:gd name="T15" fmla="*/ 0 h 30"/>
                    <a:gd name="T16" fmla="*/ 0 w 34"/>
                    <a:gd name="T17" fmla="*/ 18 h 30"/>
                    <a:gd name="T18" fmla="*/ 5 w 34"/>
                    <a:gd name="T19" fmla="*/ 30 h 30"/>
                    <a:gd name="T20" fmla="*/ 11 w 34"/>
                    <a:gd name="T21" fmla="*/ 24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4" h="30">
                      <a:moveTo>
                        <a:pt x="11" y="24"/>
                      </a:moveTo>
                      <a:cubicBezTo>
                        <a:pt x="9" y="22"/>
                        <a:pt x="8" y="20"/>
                        <a:pt x="8" y="18"/>
                      </a:cubicBezTo>
                      <a:cubicBezTo>
                        <a:pt x="8" y="13"/>
                        <a:pt x="12" y="9"/>
                        <a:pt x="17" y="9"/>
                      </a:cubicBezTo>
                      <a:cubicBezTo>
                        <a:pt x="22" y="9"/>
                        <a:pt x="26" y="13"/>
                        <a:pt x="26" y="18"/>
                      </a:cubicBezTo>
                      <a:cubicBezTo>
                        <a:pt x="26" y="20"/>
                        <a:pt x="25" y="22"/>
                        <a:pt x="23" y="24"/>
                      </a:cubicBezTo>
                      <a:cubicBezTo>
                        <a:pt x="29" y="30"/>
                        <a:pt x="29" y="30"/>
                        <a:pt x="29" y="30"/>
                      </a:cubicBezTo>
                      <a:cubicBezTo>
                        <a:pt x="32" y="27"/>
                        <a:pt x="34" y="22"/>
                        <a:pt x="34" y="18"/>
                      </a:cubicBezTo>
                      <a:cubicBezTo>
                        <a:pt x="34" y="8"/>
                        <a:pt x="27" y="0"/>
                        <a:pt x="17" y="0"/>
                      </a:cubicBezTo>
                      <a:cubicBezTo>
                        <a:pt x="7" y="0"/>
                        <a:pt x="0" y="8"/>
                        <a:pt x="0" y="18"/>
                      </a:cubicBezTo>
                      <a:cubicBezTo>
                        <a:pt x="0" y="22"/>
                        <a:pt x="2" y="27"/>
                        <a:pt x="5" y="30"/>
                      </a:cubicBezTo>
                      <a:lnTo>
                        <a:pt x="11" y="24"/>
                      </a:lnTo>
                      <a:close/>
                    </a:path>
                  </a:pathLst>
                </a:custGeom>
                <a:solidFill>
                  <a:schemeClr val="accent4"/>
                </a:solidFill>
                <a:ln>
                  <a:noFill/>
                </a:ln>
              </p:spPr>
              <p:txBody>
                <a:bodyPr vert="horz" wrap="square" lIns="89606" tIns="44802" rIns="89606" bIns="44802" numCol="1" anchor="t" anchorCtr="0" compatLnSpc="1">
                  <a:prstTxWarp prst="textNoShape">
                    <a:avLst/>
                  </a:prstTxWarp>
                </a:bodyPr>
                <a:lstStyle/>
                <a:p>
                  <a:pPr defTabSz="914005">
                    <a:defRPr/>
                  </a:pPr>
                  <a:endParaRPr lang="en-US" sz="1764">
                    <a:solidFill>
                      <a:srgbClr val="404040"/>
                    </a:solidFill>
                    <a:latin typeface="Segoe UI"/>
                  </a:endParaRPr>
                </a:p>
              </p:txBody>
            </p:sp>
            <p:sp>
              <p:nvSpPr>
                <p:cNvPr id="81" name="Freeform 410"/>
                <p:cNvSpPr>
                  <a:spLocks/>
                </p:cNvSpPr>
                <p:nvPr/>
              </p:nvSpPr>
              <p:spPr bwMode="auto">
                <a:xfrm>
                  <a:off x="7131050" y="-598488"/>
                  <a:ext cx="50800" cy="60325"/>
                </a:xfrm>
                <a:custGeom>
                  <a:avLst/>
                  <a:gdLst>
                    <a:gd name="T0" fmla="*/ 24 w 30"/>
                    <a:gd name="T1" fmla="*/ 35 h 35"/>
                    <a:gd name="T2" fmla="*/ 0 w 30"/>
                    <a:gd name="T3" fmla="*/ 35 h 35"/>
                    <a:gd name="T4" fmla="*/ 0 w 30"/>
                    <a:gd name="T5" fmla="*/ 0 h 35"/>
                    <a:gd name="T6" fmla="*/ 24 w 30"/>
                    <a:gd name="T7" fmla="*/ 0 h 35"/>
                    <a:gd name="T8" fmla="*/ 30 w 30"/>
                    <a:gd name="T9" fmla="*/ 6 h 35"/>
                    <a:gd name="T10" fmla="*/ 30 w 30"/>
                    <a:gd name="T11" fmla="*/ 29 h 35"/>
                    <a:gd name="T12" fmla="*/ 24 w 30"/>
                    <a:gd name="T13" fmla="*/ 35 h 35"/>
                  </a:gdLst>
                  <a:ahLst/>
                  <a:cxnLst>
                    <a:cxn ang="0">
                      <a:pos x="T0" y="T1"/>
                    </a:cxn>
                    <a:cxn ang="0">
                      <a:pos x="T2" y="T3"/>
                    </a:cxn>
                    <a:cxn ang="0">
                      <a:pos x="T4" y="T5"/>
                    </a:cxn>
                    <a:cxn ang="0">
                      <a:pos x="T6" y="T7"/>
                    </a:cxn>
                    <a:cxn ang="0">
                      <a:pos x="T8" y="T9"/>
                    </a:cxn>
                    <a:cxn ang="0">
                      <a:pos x="T10" y="T11"/>
                    </a:cxn>
                    <a:cxn ang="0">
                      <a:pos x="T12" y="T13"/>
                    </a:cxn>
                  </a:cxnLst>
                  <a:rect l="0" t="0" r="r" b="b"/>
                  <a:pathLst>
                    <a:path w="30" h="35">
                      <a:moveTo>
                        <a:pt x="24" y="35"/>
                      </a:moveTo>
                      <a:cubicBezTo>
                        <a:pt x="0" y="35"/>
                        <a:pt x="0" y="35"/>
                        <a:pt x="0" y="35"/>
                      </a:cubicBezTo>
                      <a:cubicBezTo>
                        <a:pt x="0" y="0"/>
                        <a:pt x="0" y="0"/>
                        <a:pt x="0" y="0"/>
                      </a:cubicBezTo>
                      <a:cubicBezTo>
                        <a:pt x="24" y="0"/>
                        <a:pt x="24" y="0"/>
                        <a:pt x="24" y="0"/>
                      </a:cubicBezTo>
                      <a:cubicBezTo>
                        <a:pt x="28" y="0"/>
                        <a:pt x="30" y="3"/>
                        <a:pt x="30" y="6"/>
                      </a:cubicBezTo>
                      <a:cubicBezTo>
                        <a:pt x="30" y="29"/>
                        <a:pt x="30" y="29"/>
                        <a:pt x="30" y="29"/>
                      </a:cubicBezTo>
                      <a:cubicBezTo>
                        <a:pt x="30" y="32"/>
                        <a:pt x="28" y="35"/>
                        <a:pt x="24" y="35"/>
                      </a:cubicBezTo>
                      <a:close/>
                    </a:path>
                  </a:pathLst>
                </a:custGeom>
                <a:solidFill>
                  <a:schemeClr val="accent4"/>
                </a:solidFill>
                <a:ln>
                  <a:noFill/>
                </a:ln>
              </p:spPr>
              <p:txBody>
                <a:bodyPr vert="horz" wrap="square" lIns="89606" tIns="44802" rIns="89606" bIns="44802" numCol="1" anchor="t" anchorCtr="0" compatLnSpc="1">
                  <a:prstTxWarp prst="textNoShape">
                    <a:avLst/>
                  </a:prstTxWarp>
                </a:bodyPr>
                <a:lstStyle/>
                <a:p>
                  <a:pPr defTabSz="914005">
                    <a:defRPr/>
                  </a:pPr>
                  <a:endParaRPr lang="en-US" sz="1764">
                    <a:solidFill>
                      <a:srgbClr val="404040"/>
                    </a:solidFill>
                    <a:latin typeface="Segoe UI"/>
                  </a:endParaRPr>
                </a:p>
              </p:txBody>
            </p:sp>
            <p:sp>
              <p:nvSpPr>
                <p:cNvPr id="82" name="Rectangle 411"/>
                <p:cNvSpPr>
                  <a:spLocks noChangeArrowheads="1"/>
                </p:cNvSpPr>
                <p:nvPr/>
              </p:nvSpPr>
              <p:spPr bwMode="auto">
                <a:xfrm>
                  <a:off x="7143750" y="-538163"/>
                  <a:ext cx="19050" cy="61912"/>
                </a:xfrm>
                <a:prstGeom prst="rect">
                  <a:avLst/>
                </a:prstGeom>
                <a:solidFill>
                  <a:srgbClr val="0072C6"/>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89606" tIns="44802" rIns="89606" bIns="44802" numCol="1" anchor="t" anchorCtr="0" compatLnSpc="1">
                  <a:prstTxWarp prst="textNoShape">
                    <a:avLst/>
                  </a:prstTxWarp>
                </a:bodyPr>
                <a:lstStyle/>
                <a:p>
                  <a:pPr defTabSz="914005">
                    <a:defRPr/>
                  </a:pPr>
                  <a:endParaRPr lang="en-US" sz="1764">
                    <a:solidFill>
                      <a:srgbClr val="404040"/>
                    </a:solidFill>
                    <a:latin typeface="Segoe UI"/>
                  </a:endParaRPr>
                </a:p>
              </p:txBody>
            </p:sp>
            <p:sp>
              <p:nvSpPr>
                <p:cNvPr id="83" name="Rectangle 412"/>
                <p:cNvSpPr>
                  <a:spLocks noChangeArrowheads="1"/>
                </p:cNvSpPr>
                <p:nvPr/>
              </p:nvSpPr>
              <p:spPr bwMode="auto">
                <a:xfrm>
                  <a:off x="7143750" y="-538163"/>
                  <a:ext cx="19050" cy="2222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89606" tIns="44802" rIns="89606" bIns="44802" numCol="1" anchor="t" anchorCtr="0" compatLnSpc="1">
                  <a:prstTxWarp prst="textNoShape">
                    <a:avLst/>
                  </a:prstTxWarp>
                </a:bodyPr>
                <a:lstStyle/>
                <a:p>
                  <a:pPr defTabSz="914005">
                    <a:defRPr/>
                  </a:pPr>
                  <a:endParaRPr lang="en-US" sz="1764">
                    <a:solidFill>
                      <a:srgbClr val="404040"/>
                    </a:solidFill>
                    <a:latin typeface="Segoe UI"/>
                  </a:endParaRPr>
                </a:p>
              </p:txBody>
            </p:sp>
            <p:sp>
              <p:nvSpPr>
                <p:cNvPr id="84" name="Rectangle 413"/>
                <p:cNvSpPr>
                  <a:spLocks noChangeArrowheads="1"/>
                </p:cNvSpPr>
                <p:nvPr/>
              </p:nvSpPr>
              <p:spPr bwMode="auto">
                <a:xfrm>
                  <a:off x="7143750" y="-439738"/>
                  <a:ext cx="19050" cy="47625"/>
                </a:xfrm>
                <a:prstGeom prst="rect">
                  <a:avLst/>
                </a:prstGeom>
                <a:solidFill>
                  <a:srgbClr val="0072C6"/>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89606" tIns="44802" rIns="89606" bIns="44802" numCol="1" anchor="t" anchorCtr="0" compatLnSpc="1">
                  <a:prstTxWarp prst="textNoShape">
                    <a:avLst/>
                  </a:prstTxWarp>
                </a:bodyPr>
                <a:lstStyle/>
                <a:p>
                  <a:pPr defTabSz="914005">
                    <a:defRPr/>
                  </a:pPr>
                  <a:endParaRPr lang="en-US" sz="1764">
                    <a:solidFill>
                      <a:srgbClr val="404040"/>
                    </a:solidFill>
                    <a:latin typeface="Segoe UI"/>
                  </a:endParaRPr>
                </a:p>
              </p:txBody>
            </p:sp>
            <p:sp>
              <p:nvSpPr>
                <p:cNvPr id="85" name="Rectangle 414"/>
                <p:cNvSpPr>
                  <a:spLocks noChangeArrowheads="1"/>
                </p:cNvSpPr>
                <p:nvPr/>
              </p:nvSpPr>
              <p:spPr bwMode="auto">
                <a:xfrm>
                  <a:off x="7143750" y="-439738"/>
                  <a:ext cx="19050" cy="2222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89606" tIns="44802" rIns="89606" bIns="44802" numCol="1" anchor="t" anchorCtr="0" compatLnSpc="1">
                  <a:prstTxWarp prst="textNoShape">
                    <a:avLst/>
                  </a:prstTxWarp>
                </a:bodyPr>
                <a:lstStyle/>
                <a:p>
                  <a:pPr defTabSz="914005">
                    <a:defRPr/>
                  </a:pPr>
                  <a:endParaRPr lang="en-US" sz="1764">
                    <a:solidFill>
                      <a:srgbClr val="404040"/>
                    </a:solidFill>
                    <a:latin typeface="Segoe UI"/>
                  </a:endParaRPr>
                </a:p>
              </p:txBody>
            </p:sp>
            <p:sp>
              <p:nvSpPr>
                <p:cNvPr id="86" name="Freeform 415"/>
                <p:cNvSpPr>
                  <a:spLocks/>
                </p:cNvSpPr>
                <p:nvPr/>
              </p:nvSpPr>
              <p:spPr bwMode="auto">
                <a:xfrm>
                  <a:off x="7132638" y="-501650"/>
                  <a:ext cx="42862" cy="61912"/>
                </a:xfrm>
                <a:custGeom>
                  <a:avLst/>
                  <a:gdLst>
                    <a:gd name="T0" fmla="*/ 0 w 25"/>
                    <a:gd name="T1" fmla="*/ 29 h 36"/>
                    <a:gd name="T2" fmla="*/ 7 w 25"/>
                    <a:gd name="T3" fmla="*/ 36 h 36"/>
                    <a:gd name="T4" fmla="*/ 18 w 25"/>
                    <a:gd name="T5" fmla="*/ 36 h 36"/>
                    <a:gd name="T6" fmla="*/ 25 w 25"/>
                    <a:gd name="T7" fmla="*/ 29 h 36"/>
                    <a:gd name="T8" fmla="*/ 25 w 25"/>
                    <a:gd name="T9" fmla="*/ 7 h 36"/>
                    <a:gd name="T10" fmla="*/ 18 w 25"/>
                    <a:gd name="T11" fmla="*/ 0 h 36"/>
                    <a:gd name="T12" fmla="*/ 7 w 25"/>
                    <a:gd name="T13" fmla="*/ 0 h 36"/>
                    <a:gd name="T14" fmla="*/ 0 w 25"/>
                    <a:gd name="T15" fmla="*/ 7 h 36"/>
                    <a:gd name="T16" fmla="*/ 0 w 25"/>
                    <a:gd name="T17" fmla="*/ 29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5" h="36">
                      <a:moveTo>
                        <a:pt x="0" y="29"/>
                      </a:moveTo>
                      <a:cubicBezTo>
                        <a:pt x="0" y="33"/>
                        <a:pt x="3" y="36"/>
                        <a:pt x="7" y="36"/>
                      </a:cubicBezTo>
                      <a:cubicBezTo>
                        <a:pt x="18" y="36"/>
                        <a:pt x="18" y="36"/>
                        <a:pt x="18" y="36"/>
                      </a:cubicBezTo>
                      <a:cubicBezTo>
                        <a:pt x="22" y="36"/>
                        <a:pt x="25" y="33"/>
                        <a:pt x="25" y="29"/>
                      </a:cubicBezTo>
                      <a:cubicBezTo>
                        <a:pt x="25" y="7"/>
                        <a:pt x="25" y="7"/>
                        <a:pt x="25" y="7"/>
                      </a:cubicBezTo>
                      <a:cubicBezTo>
                        <a:pt x="25" y="3"/>
                        <a:pt x="22" y="0"/>
                        <a:pt x="18" y="0"/>
                      </a:cubicBezTo>
                      <a:cubicBezTo>
                        <a:pt x="7" y="0"/>
                        <a:pt x="7" y="0"/>
                        <a:pt x="7" y="0"/>
                      </a:cubicBezTo>
                      <a:cubicBezTo>
                        <a:pt x="3" y="0"/>
                        <a:pt x="0" y="3"/>
                        <a:pt x="0" y="7"/>
                      </a:cubicBezTo>
                      <a:lnTo>
                        <a:pt x="0" y="29"/>
                      </a:lnTo>
                      <a:close/>
                    </a:path>
                  </a:pathLst>
                </a:custGeom>
                <a:solidFill>
                  <a:schemeClr val="accent4"/>
                </a:solidFill>
                <a:ln>
                  <a:noFill/>
                </a:ln>
              </p:spPr>
              <p:txBody>
                <a:bodyPr vert="horz" wrap="square" lIns="89606" tIns="44802" rIns="89606" bIns="44802" numCol="1" anchor="t" anchorCtr="0" compatLnSpc="1">
                  <a:prstTxWarp prst="textNoShape">
                    <a:avLst/>
                  </a:prstTxWarp>
                </a:bodyPr>
                <a:lstStyle/>
                <a:p>
                  <a:pPr defTabSz="914005">
                    <a:defRPr/>
                  </a:pPr>
                  <a:endParaRPr lang="en-US" sz="1764">
                    <a:solidFill>
                      <a:srgbClr val="404040"/>
                    </a:solidFill>
                    <a:latin typeface="Segoe UI"/>
                  </a:endParaRPr>
                </a:p>
              </p:txBody>
            </p:sp>
            <p:sp>
              <p:nvSpPr>
                <p:cNvPr id="87" name="Freeform 416"/>
                <p:cNvSpPr>
                  <a:spLocks/>
                </p:cNvSpPr>
                <p:nvPr/>
              </p:nvSpPr>
              <p:spPr bwMode="auto">
                <a:xfrm>
                  <a:off x="7123113" y="-404813"/>
                  <a:ext cx="60325" cy="50800"/>
                </a:xfrm>
                <a:custGeom>
                  <a:avLst/>
                  <a:gdLst>
                    <a:gd name="T0" fmla="*/ 24 w 35"/>
                    <a:gd name="T1" fmla="*/ 24 h 30"/>
                    <a:gd name="T2" fmla="*/ 26 w 35"/>
                    <a:gd name="T3" fmla="*/ 18 h 30"/>
                    <a:gd name="T4" fmla="*/ 18 w 35"/>
                    <a:gd name="T5" fmla="*/ 9 h 30"/>
                    <a:gd name="T6" fmla="*/ 9 w 35"/>
                    <a:gd name="T7" fmla="*/ 18 h 30"/>
                    <a:gd name="T8" fmla="*/ 11 w 35"/>
                    <a:gd name="T9" fmla="*/ 24 h 30"/>
                    <a:gd name="T10" fmla="*/ 5 w 35"/>
                    <a:gd name="T11" fmla="*/ 30 h 30"/>
                    <a:gd name="T12" fmla="*/ 0 w 35"/>
                    <a:gd name="T13" fmla="*/ 18 h 30"/>
                    <a:gd name="T14" fmla="*/ 18 w 35"/>
                    <a:gd name="T15" fmla="*/ 0 h 30"/>
                    <a:gd name="T16" fmla="*/ 35 w 35"/>
                    <a:gd name="T17" fmla="*/ 18 h 30"/>
                    <a:gd name="T18" fmla="*/ 30 w 35"/>
                    <a:gd name="T19" fmla="*/ 30 h 30"/>
                    <a:gd name="T20" fmla="*/ 24 w 35"/>
                    <a:gd name="T21" fmla="*/ 24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5" h="30">
                      <a:moveTo>
                        <a:pt x="24" y="24"/>
                      </a:moveTo>
                      <a:cubicBezTo>
                        <a:pt x="25" y="22"/>
                        <a:pt x="26" y="20"/>
                        <a:pt x="26" y="18"/>
                      </a:cubicBezTo>
                      <a:cubicBezTo>
                        <a:pt x="26" y="13"/>
                        <a:pt x="22" y="9"/>
                        <a:pt x="18" y="9"/>
                      </a:cubicBezTo>
                      <a:cubicBezTo>
                        <a:pt x="13" y="9"/>
                        <a:pt x="9" y="13"/>
                        <a:pt x="9" y="18"/>
                      </a:cubicBezTo>
                      <a:cubicBezTo>
                        <a:pt x="9" y="20"/>
                        <a:pt x="10" y="22"/>
                        <a:pt x="11" y="24"/>
                      </a:cubicBezTo>
                      <a:cubicBezTo>
                        <a:pt x="5" y="30"/>
                        <a:pt x="5" y="30"/>
                        <a:pt x="5" y="30"/>
                      </a:cubicBezTo>
                      <a:cubicBezTo>
                        <a:pt x="2" y="27"/>
                        <a:pt x="0" y="22"/>
                        <a:pt x="0" y="18"/>
                      </a:cubicBezTo>
                      <a:cubicBezTo>
                        <a:pt x="0" y="8"/>
                        <a:pt x="8" y="0"/>
                        <a:pt x="18" y="0"/>
                      </a:cubicBezTo>
                      <a:cubicBezTo>
                        <a:pt x="27" y="0"/>
                        <a:pt x="35" y="8"/>
                        <a:pt x="35" y="18"/>
                      </a:cubicBezTo>
                      <a:cubicBezTo>
                        <a:pt x="35" y="22"/>
                        <a:pt x="33" y="27"/>
                        <a:pt x="30" y="30"/>
                      </a:cubicBezTo>
                      <a:lnTo>
                        <a:pt x="24" y="24"/>
                      </a:lnTo>
                      <a:close/>
                    </a:path>
                  </a:pathLst>
                </a:custGeom>
                <a:solidFill>
                  <a:schemeClr val="accent4"/>
                </a:solidFill>
                <a:ln>
                  <a:noFill/>
                </a:ln>
              </p:spPr>
              <p:txBody>
                <a:bodyPr vert="horz" wrap="square" lIns="89606" tIns="44802" rIns="89606" bIns="44802" numCol="1" anchor="t" anchorCtr="0" compatLnSpc="1">
                  <a:prstTxWarp prst="textNoShape">
                    <a:avLst/>
                  </a:prstTxWarp>
                </a:bodyPr>
                <a:lstStyle/>
                <a:p>
                  <a:pPr defTabSz="914005">
                    <a:defRPr/>
                  </a:pPr>
                  <a:endParaRPr lang="en-US" sz="1764">
                    <a:solidFill>
                      <a:srgbClr val="404040"/>
                    </a:solidFill>
                    <a:latin typeface="Segoe UI"/>
                  </a:endParaRPr>
                </a:p>
              </p:txBody>
            </p:sp>
          </p:grpSp>
        </p:grpSp>
      </p:grpSp>
      <p:grpSp>
        <p:nvGrpSpPr>
          <p:cNvPr id="88" name="Group 87"/>
          <p:cNvGrpSpPr/>
          <p:nvPr userDrawn="1"/>
        </p:nvGrpSpPr>
        <p:grpSpPr>
          <a:xfrm>
            <a:off x="4423075" y="4916478"/>
            <a:ext cx="1777011" cy="1604991"/>
            <a:chOff x="4362450" y="4945063"/>
            <a:chExt cx="1738312" cy="1570037"/>
          </a:xfrm>
        </p:grpSpPr>
        <p:sp>
          <p:nvSpPr>
            <p:cNvPr id="89" name="Rectangle 179"/>
            <p:cNvSpPr>
              <a:spLocks noChangeArrowheads="1"/>
            </p:cNvSpPr>
            <p:nvPr/>
          </p:nvSpPr>
          <p:spPr bwMode="auto">
            <a:xfrm>
              <a:off x="4362450" y="4945063"/>
              <a:ext cx="1738312" cy="1570037"/>
            </a:xfrm>
            <a:prstGeom prst="rect">
              <a:avLst/>
            </a:prstGeom>
            <a:solidFill>
              <a:schemeClr val="bg2">
                <a:lumMod val="85000"/>
              </a:schemeClr>
            </a:solidFill>
            <a:ln>
              <a:noFill/>
            </a:ln>
          </p:spPr>
          <p:txBody>
            <a:bodyPr vert="horz" wrap="square" lIns="89606" tIns="44802" rIns="89606" bIns="44802" numCol="1" anchor="t" anchorCtr="0" compatLnSpc="1">
              <a:prstTxWarp prst="textNoShape">
                <a:avLst/>
              </a:prstTxWarp>
            </a:bodyPr>
            <a:lstStyle/>
            <a:p>
              <a:pPr defTabSz="914005">
                <a:defRPr/>
              </a:pPr>
              <a:endParaRPr lang="en-US" sz="1764">
                <a:solidFill>
                  <a:srgbClr val="404040"/>
                </a:solidFill>
                <a:latin typeface="Segoe UI"/>
              </a:endParaRPr>
            </a:p>
          </p:txBody>
        </p:sp>
        <p:pic>
          <p:nvPicPr>
            <p:cNvPr id="90" name="Picture 89"/>
            <p:cNvPicPr>
              <a:picLocks noChangeAspect="1"/>
            </p:cNvPicPr>
            <p:nvPr/>
          </p:nvPicPr>
          <p:blipFill>
            <a:blip r:embed="rId5"/>
            <a:stretch>
              <a:fillRect/>
            </a:stretch>
          </p:blipFill>
          <p:spPr>
            <a:xfrm>
              <a:off x="4411773" y="5203812"/>
              <a:ext cx="1639667" cy="1052538"/>
            </a:xfrm>
            <a:prstGeom prst="rect">
              <a:avLst/>
            </a:prstGeom>
          </p:spPr>
        </p:pic>
      </p:grpSp>
      <p:grpSp>
        <p:nvGrpSpPr>
          <p:cNvPr id="91" name="Group 90"/>
          <p:cNvGrpSpPr/>
          <p:nvPr userDrawn="1"/>
        </p:nvGrpSpPr>
        <p:grpSpPr>
          <a:xfrm>
            <a:off x="6055136" y="1212184"/>
            <a:ext cx="2072415" cy="1863601"/>
            <a:chOff x="6312693" y="1447156"/>
            <a:chExt cx="1766094" cy="1588144"/>
          </a:xfrm>
        </p:grpSpPr>
        <p:sp>
          <p:nvSpPr>
            <p:cNvPr id="92" name="Rectangle 98"/>
            <p:cNvSpPr>
              <a:spLocks noChangeArrowheads="1"/>
            </p:cNvSpPr>
            <p:nvPr/>
          </p:nvSpPr>
          <p:spPr bwMode="auto">
            <a:xfrm>
              <a:off x="6312693" y="1447156"/>
              <a:ext cx="1766094" cy="1588144"/>
            </a:xfrm>
            <a:prstGeom prst="rect">
              <a:avLst/>
            </a:prstGeom>
            <a:solidFill>
              <a:schemeClr val="bg2">
                <a:lumMod val="85000"/>
              </a:schemeClr>
            </a:solidFill>
            <a:ln>
              <a:noFill/>
            </a:ln>
          </p:spPr>
          <p:txBody>
            <a:bodyPr vert="horz" wrap="square" lIns="89606" tIns="44802" rIns="89606" bIns="44802" numCol="1" anchor="t" anchorCtr="0" compatLnSpc="1">
              <a:prstTxWarp prst="textNoShape">
                <a:avLst/>
              </a:prstTxWarp>
            </a:bodyPr>
            <a:lstStyle/>
            <a:p>
              <a:pPr defTabSz="914005">
                <a:defRPr/>
              </a:pPr>
              <a:endParaRPr lang="en-US" sz="1764">
                <a:solidFill>
                  <a:srgbClr val="404040"/>
                </a:solidFill>
                <a:latin typeface="Segoe UI"/>
              </a:endParaRPr>
            </a:p>
          </p:txBody>
        </p:sp>
        <p:grpSp>
          <p:nvGrpSpPr>
            <p:cNvPr id="93" name="Group 92"/>
            <p:cNvGrpSpPr/>
            <p:nvPr/>
          </p:nvGrpSpPr>
          <p:grpSpPr>
            <a:xfrm>
              <a:off x="6318250" y="1458913"/>
              <a:ext cx="1733550" cy="1576387"/>
              <a:chOff x="6318250" y="1458913"/>
              <a:chExt cx="1733550" cy="1576387"/>
            </a:xfrm>
          </p:grpSpPr>
          <p:sp>
            <p:nvSpPr>
              <p:cNvPr id="94" name="AutoShape 96"/>
              <p:cNvSpPr>
                <a:spLocks noChangeAspect="1" noChangeArrowheads="1" noTextEdit="1"/>
              </p:cNvSpPr>
              <p:nvPr/>
            </p:nvSpPr>
            <p:spPr bwMode="auto">
              <a:xfrm>
                <a:off x="6318250" y="1458913"/>
                <a:ext cx="1733550" cy="1576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89606" tIns="44802" rIns="89606" bIns="44802" numCol="1" anchor="t" anchorCtr="0" compatLnSpc="1">
                <a:prstTxWarp prst="textNoShape">
                  <a:avLst/>
                </a:prstTxWarp>
              </a:bodyPr>
              <a:lstStyle/>
              <a:p>
                <a:pPr defTabSz="914005">
                  <a:defRPr/>
                </a:pPr>
                <a:endParaRPr lang="en-US" sz="1764">
                  <a:solidFill>
                    <a:srgbClr val="404040"/>
                  </a:solidFill>
                  <a:latin typeface="Segoe UI"/>
                </a:endParaRPr>
              </a:p>
            </p:txBody>
          </p:sp>
          <p:sp>
            <p:nvSpPr>
              <p:cNvPr id="95" name="Freeform 420"/>
              <p:cNvSpPr>
                <a:spLocks/>
              </p:cNvSpPr>
              <p:nvPr/>
            </p:nvSpPr>
            <p:spPr bwMode="auto">
              <a:xfrm>
                <a:off x="6389688" y="2171700"/>
                <a:ext cx="550863" cy="644525"/>
              </a:xfrm>
              <a:custGeom>
                <a:avLst/>
                <a:gdLst>
                  <a:gd name="T0" fmla="*/ 0 w 228"/>
                  <a:gd name="T1" fmla="*/ 266 h 266"/>
                  <a:gd name="T2" fmla="*/ 89 w 228"/>
                  <a:gd name="T3" fmla="*/ 153 h 266"/>
                  <a:gd name="T4" fmla="*/ 83 w 228"/>
                  <a:gd name="T5" fmla="*/ 119 h 266"/>
                  <a:gd name="T6" fmla="*/ 83 w 228"/>
                  <a:gd name="T7" fmla="*/ 78 h 266"/>
                  <a:gd name="T8" fmla="*/ 150 w 228"/>
                  <a:gd name="T9" fmla="*/ 0 h 266"/>
                  <a:gd name="T10" fmla="*/ 228 w 228"/>
                  <a:gd name="T11" fmla="*/ 78 h 266"/>
                  <a:gd name="T12" fmla="*/ 228 w 228"/>
                  <a:gd name="T13" fmla="*/ 119 h 266"/>
                  <a:gd name="T14" fmla="*/ 185 w 228"/>
                  <a:gd name="T15" fmla="*/ 189 h 266"/>
                  <a:gd name="T16" fmla="*/ 129 w 228"/>
                  <a:gd name="T17" fmla="*/ 266 h 266"/>
                  <a:gd name="T18" fmla="*/ 0 w 228"/>
                  <a:gd name="T19" fmla="*/ 266 h 2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28" h="266">
                    <a:moveTo>
                      <a:pt x="0" y="266"/>
                    </a:moveTo>
                    <a:cubicBezTo>
                      <a:pt x="89" y="153"/>
                      <a:pt x="89" y="153"/>
                      <a:pt x="89" y="153"/>
                    </a:cubicBezTo>
                    <a:cubicBezTo>
                      <a:pt x="85" y="143"/>
                      <a:pt x="83" y="131"/>
                      <a:pt x="83" y="119"/>
                    </a:cubicBezTo>
                    <a:cubicBezTo>
                      <a:pt x="83" y="78"/>
                      <a:pt x="83" y="78"/>
                      <a:pt x="83" y="78"/>
                    </a:cubicBezTo>
                    <a:cubicBezTo>
                      <a:pt x="83" y="35"/>
                      <a:pt x="108" y="0"/>
                      <a:pt x="150" y="0"/>
                    </a:cubicBezTo>
                    <a:cubicBezTo>
                      <a:pt x="193" y="0"/>
                      <a:pt x="228" y="35"/>
                      <a:pt x="228" y="78"/>
                    </a:cubicBezTo>
                    <a:cubicBezTo>
                      <a:pt x="228" y="119"/>
                      <a:pt x="228" y="119"/>
                      <a:pt x="228" y="119"/>
                    </a:cubicBezTo>
                    <a:cubicBezTo>
                      <a:pt x="228" y="150"/>
                      <a:pt x="210" y="176"/>
                      <a:pt x="185" y="189"/>
                    </a:cubicBezTo>
                    <a:cubicBezTo>
                      <a:pt x="129" y="266"/>
                      <a:pt x="129" y="266"/>
                      <a:pt x="129" y="266"/>
                    </a:cubicBezTo>
                    <a:cubicBezTo>
                      <a:pt x="0" y="266"/>
                      <a:pt x="0" y="266"/>
                      <a:pt x="0" y="266"/>
                    </a:cubicBezTo>
                  </a:path>
                </a:pathLst>
              </a:custGeom>
              <a:solidFill>
                <a:srgbClr val="EEBD64"/>
              </a:solidFill>
              <a:ln>
                <a:noFill/>
              </a:ln>
            </p:spPr>
            <p:txBody>
              <a:bodyPr vert="horz" wrap="square" lIns="89606" tIns="44802" rIns="89606" bIns="44802" numCol="1" anchor="t" anchorCtr="0" compatLnSpc="1">
                <a:prstTxWarp prst="textNoShape">
                  <a:avLst/>
                </a:prstTxWarp>
              </a:bodyPr>
              <a:lstStyle/>
              <a:p>
                <a:pPr defTabSz="914005">
                  <a:defRPr/>
                </a:pPr>
                <a:endParaRPr lang="en-US" sz="1764">
                  <a:solidFill>
                    <a:srgbClr val="404040"/>
                  </a:solidFill>
                  <a:latin typeface="Segoe UI"/>
                </a:endParaRPr>
              </a:p>
            </p:txBody>
          </p:sp>
          <p:sp>
            <p:nvSpPr>
              <p:cNvPr id="96" name="Freeform 421"/>
              <p:cNvSpPr>
                <a:spLocks/>
              </p:cNvSpPr>
              <p:nvPr/>
            </p:nvSpPr>
            <p:spPr bwMode="auto">
              <a:xfrm>
                <a:off x="6805613" y="2508250"/>
                <a:ext cx="130175" cy="82550"/>
              </a:xfrm>
              <a:custGeom>
                <a:avLst/>
                <a:gdLst>
                  <a:gd name="T0" fmla="*/ 34 w 54"/>
                  <a:gd name="T1" fmla="*/ 34 h 34"/>
                  <a:gd name="T2" fmla="*/ 0 w 54"/>
                  <a:gd name="T3" fmla="*/ 0 h 34"/>
                  <a:gd name="T4" fmla="*/ 54 w 54"/>
                  <a:gd name="T5" fmla="*/ 0 h 34"/>
                  <a:gd name="T6" fmla="*/ 34 w 54"/>
                  <a:gd name="T7" fmla="*/ 34 h 34"/>
                </a:gdLst>
                <a:ahLst/>
                <a:cxnLst>
                  <a:cxn ang="0">
                    <a:pos x="T0" y="T1"/>
                  </a:cxn>
                  <a:cxn ang="0">
                    <a:pos x="T2" y="T3"/>
                  </a:cxn>
                  <a:cxn ang="0">
                    <a:pos x="T4" y="T5"/>
                  </a:cxn>
                  <a:cxn ang="0">
                    <a:pos x="T6" y="T7"/>
                  </a:cxn>
                </a:cxnLst>
                <a:rect l="0" t="0" r="r" b="b"/>
                <a:pathLst>
                  <a:path w="54" h="34">
                    <a:moveTo>
                      <a:pt x="34" y="34"/>
                    </a:moveTo>
                    <a:cubicBezTo>
                      <a:pt x="0" y="0"/>
                      <a:pt x="0" y="0"/>
                      <a:pt x="0" y="0"/>
                    </a:cubicBezTo>
                    <a:cubicBezTo>
                      <a:pt x="54" y="0"/>
                      <a:pt x="54" y="0"/>
                      <a:pt x="54" y="0"/>
                    </a:cubicBezTo>
                    <a:cubicBezTo>
                      <a:pt x="50" y="13"/>
                      <a:pt x="44" y="25"/>
                      <a:pt x="34" y="34"/>
                    </a:cubicBezTo>
                  </a:path>
                </a:pathLst>
              </a:custGeom>
              <a:solidFill>
                <a:srgbClr val="CF8D17"/>
              </a:solidFill>
              <a:ln>
                <a:noFill/>
              </a:ln>
            </p:spPr>
            <p:txBody>
              <a:bodyPr vert="horz" wrap="square" lIns="89606" tIns="44802" rIns="89606" bIns="44802" numCol="1" anchor="t" anchorCtr="0" compatLnSpc="1">
                <a:prstTxWarp prst="textNoShape">
                  <a:avLst/>
                </a:prstTxWarp>
              </a:bodyPr>
              <a:lstStyle/>
              <a:p>
                <a:pPr defTabSz="914005">
                  <a:defRPr/>
                </a:pPr>
                <a:endParaRPr lang="en-US" sz="1764">
                  <a:solidFill>
                    <a:srgbClr val="404040"/>
                  </a:solidFill>
                  <a:latin typeface="Segoe UI"/>
                </a:endParaRPr>
              </a:p>
            </p:txBody>
          </p:sp>
          <p:sp>
            <p:nvSpPr>
              <p:cNvPr id="97" name="Freeform 422"/>
              <p:cNvSpPr>
                <a:spLocks/>
              </p:cNvSpPr>
              <p:nvPr/>
            </p:nvSpPr>
            <p:spPr bwMode="auto">
              <a:xfrm>
                <a:off x="6686551" y="1739900"/>
                <a:ext cx="1241425" cy="771525"/>
              </a:xfrm>
              <a:custGeom>
                <a:avLst/>
                <a:gdLst>
                  <a:gd name="T0" fmla="*/ 0 w 513"/>
                  <a:gd name="T1" fmla="*/ 311 h 318"/>
                  <a:gd name="T2" fmla="*/ 8 w 513"/>
                  <a:gd name="T3" fmla="*/ 318 h 318"/>
                  <a:gd name="T4" fmla="*/ 506 w 513"/>
                  <a:gd name="T5" fmla="*/ 318 h 318"/>
                  <a:gd name="T6" fmla="*/ 513 w 513"/>
                  <a:gd name="T7" fmla="*/ 311 h 318"/>
                  <a:gd name="T8" fmla="*/ 513 w 513"/>
                  <a:gd name="T9" fmla="*/ 7 h 318"/>
                  <a:gd name="T10" fmla="*/ 506 w 513"/>
                  <a:gd name="T11" fmla="*/ 0 h 318"/>
                  <a:gd name="T12" fmla="*/ 8 w 513"/>
                  <a:gd name="T13" fmla="*/ 0 h 318"/>
                  <a:gd name="T14" fmla="*/ 0 w 513"/>
                  <a:gd name="T15" fmla="*/ 7 h 318"/>
                  <a:gd name="T16" fmla="*/ 0 w 513"/>
                  <a:gd name="T17" fmla="*/ 311 h 3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13" h="318">
                    <a:moveTo>
                      <a:pt x="0" y="311"/>
                    </a:moveTo>
                    <a:cubicBezTo>
                      <a:pt x="0" y="315"/>
                      <a:pt x="4" y="318"/>
                      <a:pt x="8" y="318"/>
                    </a:cubicBezTo>
                    <a:cubicBezTo>
                      <a:pt x="506" y="318"/>
                      <a:pt x="506" y="318"/>
                      <a:pt x="506" y="318"/>
                    </a:cubicBezTo>
                    <a:cubicBezTo>
                      <a:pt x="510" y="318"/>
                      <a:pt x="513" y="315"/>
                      <a:pt x="513" y="311"/>
                    </a:cubicBezTo>
                    <a:cubicBezTo>
                      <a:pt x="513" y="7"/>
                      <a:pt x="513" y="7"/>
                      <a:pt x="513" y="7"/>
                    </a:cubicBezTo>
                    <a:cubicBezTo>
                      <a:pt x="513" y="3"/>
                      <a:pt x="510" y="0"/>
                      <a:pt x="506" y="0"/>
                    </a:cubicBezTo>
                    <a:cubicBezTo>
                      <a:pt x="8" y="0"/>
                      <a:pt x="8" y="0"/>
                      <a:pt x="8" y="0"/>
                    </a:cubicBezTo>
                    <a:cubicBezTo>
                      <a:pt x="4" y="0"/>
                      <a:pt x="0" y="3"/>
                      <a:pt x="0" y="7"/>
                    </a:cubicBezTo>
                    <a:cubicBezTo>
                      <a:pt x="0" y="311"/>
                      <a:pt x="0" y="311"/>
                      <a:pt x="0" y="311"/>
                    </a:cubicBez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9606" tIns="44802" rIns="89606" bIns="44802" numCol="1" anchor="t" anchorCtr="0" compatLnSpc="1">
                <a:prstTxWarp prst="textNoShape">
                  <a:avLst/>
                </a:prstTxWarp>
              </a:bodyPr>
              <a:lstStyle/>
              <a:p>
                <a:pPr defTabSz="914005">
                  <a:defRPr/>
                </a:pPr>
                <a:endParaRPr lang="en-US" sz="1764">
                  <a:solidFill>
                    <a:srgbClr val="404040"/>
                  </a:solidFill>
                  <a:latin typeface="Segoe UI"/>
                </a:endParaRPr>
              </a:p>
            </p:txBody>
          </p:sp>
          <p:sp>
            <p:nvSpPr>
              <p:cNvPr id="98" name="Freeform 423"/>
              <p:cNvSpPr>
                <a:spLocks/>
              </p:cNvSpPr>
              <p:nvPr/>
            </p:nvSpPr>
            <p:spPr bwMode="auto">
              <a:xfrm>
                <a:off x="6783388" y="1831975"/>
                <a:ext cx="1047750" cy="579438"/>
              </a:xfrm>
              <a:custGeom>
                <a:avLst/>
                <a:gdLst>
                  <a:gd name="T0" fmla="*/ 0 w 433"/>
                  <a:gd name="T1" fmla="*/ 233 h 239"/>
                  <a:gd name="T2" fmla="*/ 6 w 433"/>
                  <a:gd name="T3" fmla="*/ 239 h 239"/>
                  <a:gd name="T4" fmla="*/ 427 w 433"/>
                  <a:gd name="T5" fmla="*/ 239 h 239"/>
                  <a:gd name="T6" fmla="*/ 433 w 433"/>
                  <a:gd name="T7" fmla="*/ 233 h 239"/>
                  <a:gd name="T8" fmla="*/ 433 w 433"/>
                  <a:gd name="T9" fmla="*/ 6 h 239"/>
                  <a:gd name="T10" fmla="*/ 427 w 433"/>
                  <a:gd name="T11" fmla="*/ 0 h 239"/>
                  <a:gd name="T12" fmla="*/ 6 w 433"/>
                  <a:gd name="T13" fmla="*/ 0 h 239"/>
                  <a:gd name="T14" fmla="*/ 0 w 433"/>
                  <a:gd name="T15" fmla="*/ 6 h 239"/>
                  <a:gd name="T16" fmla="*/ 0 w 433"/>
                  <a:gd name="T17" fmla="*/ 233 h 2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33" h="239">
                    <a:moveTo>
                      <a:pt x="0" y="233"/>
                    </a:moveTo>
                    <a:cubicBezTo>
                      <a:pt x="0" y="236"/>
                      <a:pt x="3" y="239"/>
                      <a:pt x="6" y="239"/>
                    </a:cubicBezTo>
                    <a:cubicBezTo>
                      <a:pt x="427" y="239"/>
                      <a:pt x="427" y="239"/>
                      <a:pt x="427" y="239"/>
                    </a:cubicBezTo>
                    <a:cubicBezTo>
                      <a:pt x="431" y="239"/>
                      <a:pt x="433" y="236"/>
                      <a:pt x="433" y="233"/>
                    </a:cubicBezTo>
                    <a:cubicBezTo>
                      <a:pt x="433" y="6"/>
                      <a:pt x="433" y="6"/>
                      <a:pt x="433" y="6"/>
                    </a:cubicBezTo>
                    <a:cubicBezTo>
                      <a:pt x="433" y="3"/>
                      <a:pt x="431" y="0"/>
                      <a:pt x="427" y="0"/>
                    </a:cubicBezTo>
                    <a:cubicBezTo>
                      <a:pt x="6" y="0"/>
                      <a:pt x="6" y="0"/>
                      <a:pt x="6" y="0"/>
                    </a:cubicBezTo>
                    <a:cubicBezTo>
                      <a:pt x="3" y="0"/>
                      <a:pt x="0" y="3"/>
                      <a:pt x="0" y="6"/>
                    </a:cubicBezTo>
                    <a:cubicBezTo>
                      <a:pt x="0" y="233"/>
                      <a:pt x="0" y="233"/>
                      <a:pt x="0" y="233"/>
                    </a:cubicBezTo>
                  </a:path>
                </a:pathLst>
              </a:custGeom>
              <a:solidFill>
                <a:srgbClr val="EC008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9606" tIns="44802" rIns="89606" bIns="44802" numCol="1" anchor="t" anchorCtr="0" compatLnSpc="1">
                <a:prstTxWarp prst="textNoShape">
                  <a:avLst/>
                </a:prstTxWarp>
              </a:bodyPr>
              <a:lstStyle/>
              <a:p>
                <a:pPr defTabSz="914005">
                  <a:defRPr/>
                </a:pPr>
                <a:endParaRPr lang="en-US" sz="1764">
                  <a:solidFill>
                    <a:srgbClr val="404040"/>
                  </a:solidFill>
                  <a:latin typeface="Segoe UI"/>
                </a:endParaRPr>
              </a:p>
            </p:txBody>
          </p:sp>
          <p:sp>
            <p:nvSpPr>
              <p:cNvPr id="99" name="Rectangle 424"/>
              <p:cNvSpPr>
                <a:spLocks noChangeArrowheads="1"/>
              </p:cNvSpPr>
              <p:nvPr/>
            </p:nvSpPr>
            <p:spPr bwMode="auto">
              <a:xfrm>
                <a:off x="6865938" y="1965325"/>
                <a:ext cx="244475" cy="11906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89606" tIns="44802" rIns="89606" bIns="44802" numCol="1" anchor="t" anchorCtr="0" compatLnSpc="1">
                <a:prstTxWarp prst="textNoShape">
                  <a:avLst/>
                </a:prstTxWarp>
              </a:bodyPr>
              <a:lstStyle/>
              <a:p>
                <a:pPr defTabSz="914005">
                  <a:defRPr/>
                </a:pPr>
                <a:endParaRPr lang="en-US" sz="1764">
                  <a:solidFill>
                    <a:srgbClr val="404040"/>
                  </a:solidFill>
                  <a:latin typeface="Segoe UI"/>
                </a:endParaRPr>
              </a:p>
            </p:txBody>
          </p:sp>
          <p:sp>
            <p:nvSpPr>
              <p:cNvPr id="100" name="Rectangle 425"/>
              <p:cNvSpPr>
                <a:spLocks noChangeArrowheads="1"/>
              </p:cNvSpPr>
              <p:nvPr/>
            </p:nvSpPr>
            <p:spPr bwMode="auto">
              <a:xfrm>
                <a:off x="6865938" y="1965325"/>
                <a:ext cx="244475" cy="119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89606" tIns="44802" rIns="89606" bIns="44802" numCol="1" anchor="t" anchorCtr="0" compatLnSpc="1">
                <a:prstTxWarp prst="textNoShape">
                  <a:avLst/>
                </a:prstTxWarp>
              </a:bodyPr>
              <a:lstStyle/>
              <a:p>
                <a:pPr defTabSz="914005">
                  <a:defRPr/>
                </a:pPr>
                <a:endParaRPr lang="en-US" sz="1764">
                  <a:solidFill>
                    <a:srgbClr val="404040"/>
                  </a:solidFill>
                  <a:latin typeface="Segoe UI"/>
                </a:endParaRPr>
              </a:p>
            </p:txBody>
          </p:sp>
          <p:sp>
            <p:nvSpPr>
              <p:cNvPr id="101" name="Rectangle 426"/>
              <p:cNvSpPr>
                <a:spLocks noChangeArrowheads="1"/>
              </p:cNvSpPr>
              <p:nvPr/>
            </p:nvSpPr>
            <p:spPr bwMode="auto">
              <a:xfrm>
                <a:off x="7119938" y="1965325"/>
                <a:ext cx="244475" cy="119063"/>
              </a:xfrm>
              <a:prstGeom prst="rect">
                <a:avLst/>
              </a:prstGeom>
              <a:solidFill>
                <a:srgbClr val="973693"/>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89606" tIns="44802" rIns="89606" bIns="44802" numCol="1" anchor="t" anchorCtr="0" compatLnSpc="1">
                <a:prstTxWarp prst="textNoShape">
                  <a:avLst/>
                </a:prstTxWarp>
              </a:bodyPr>
              <a:lstStyle/>
              <a:p>
                <a:pPr defTabSz="914005">
                  <a:defRPr/>
                </a:pPr>
                <a:endParaRPr lang="en-US" sz="1764">
                  <a:solidFill>
                    <a:srgbClr val="404040"/>
                  </a:solidFill>
                  <a:latin typeface="Segoe UI"/>
                </a:endParaRPr>
              </a:p>
            </p:txBody>
          </p:sp>
          <p:sp>
            <p:nvSpPr>
              <p:cNvPr id="102" name="Rectangle 427"/>
              <p:cNvSpPr>
                <a:spLocks noChangeArrowheads="1"/>
              </p:cNvSpPr>
              <p:nvPr/>
            </p:nvSpPr>
            <p:spPr bwMode="auto">
              <a:xfrm>
                <a:off x="7119938" y="1965325"/>
                <a:ext cx="244475" cy="119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89606" tIns="44802" rIns="89606" bIns="44802" numCol="1" anchor="t" anchorCtr="0" compatLnSpc="1">
                <a:prstTxWarp prst="textNoShape">
                  <a:avLst/>
                </a:prstTxWarp>
              </a:bodyPr>
              <a:lstStyle/>
              <a:p>
                <a:pPr defTabSz="914005">
                  <a:defRPr/>
                </a:pPr>
                <a:endParaRPr lang="en-US" sz="1764">
                  <a:solidFill>
                    <a:srgbClr val="404040"/>
                  </a:solidFill>
                  <a:latin typeface="Segoe UI"/>
                </a:endParaRPr>
              </a:p>
            </p:txBody>
          </p:sp>
          <p:sp>
            <p:nvSpPr>
              <p:cNvPr id="103" name="Rectangle 428"/>
              <p:cNvSpPr>
                <a:spLocks noChangeArrowheads="1"/>
              </p:cNvSpPr>
              <p:nvPr/>
            </p:nvSpPr>
            <p:spPr bwMode="auto">
              <a:xfrm>
                <a:off x="7372351" y="1965325"/>
                <a:ext cx="117475" cy="119063"/>
              </a:xfrm>
              <a:prstGeom prst="rect">
                <a:avLst/>
              </a:prstGeom>
              <a:solidFill>
                <a:srgbClr val="00188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89606" tIns="44802" rIns="89606" bIns="44802" numCol="1" anchor="t" anchorCtr="0" compatLnSpc="1">
                <a:prstTxWarp prst="textNoShape">
                  <a:avLst/>
                </a:prstTxWarp>
              </a:bodyPr>
              <a:lstStyle/>
              <a:p>
                <a:pPr defTabSz="914005">
                  <a:defRPr/>
                </a:pPr>
                <a:endParaRPr lang="en-US" sz="1764">
                  <a:solidFill>
                    <a:srgbClr val="404040"/>
                  </a:solidFill>
                  <a:latin typeface="Segoe UI"/>
                </a:endParaRPr>
              </a:p>
            </p:txBody>
          </p:sp>
          <p:sp>
            <p:nvSpPr>
              <p:cNvPr id="104" name="Rectangle 429"/>
              <p:cNvSpPr>
                <a:spLocks noChangeArrowheads="1"/>
              </p:cNvSpPr>
              <p:nvPr/>
            </p:nvSpPr>
            <p:spPr bwMode="auto">
              <a:xfrm>
                <a:off x="7372351" y="1965325"/>
                <a:ext cx="117475" cy="119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89606" tIns="44802" rIns="89606" bIns="44802" numCol="1" anchor="t" anchorCtr="0" compatLnSpc="1">
                <a:prstTxWarp prst="textNoShape">
                  <a:avLst/>
                </a:prstTxWarp>
              </a:bodyPr>
              <a:lstStyle/>
              <a:p>
                <a:pPr defTabSz="914005">
                  <a:defRPr/>
                </a:pPr>
                <a:endParaRPr lang="en-US" sz="1764">
                  <a:solidFill>
                    <a:srgbClr val="404040"/>
                  </a:solidFill>
                  <a:latin typeface="Segoe UI"/>
                </a:endParaRPr>
              </a:p>
            </p:txBody>
          </p:sp>
          <p:sp>
            <p:nvSpPr>
              <p:cNvPr id="105" name="Rectangle 430"/>
              <p:cNvSpPr>
                <a:spLocks noChangeArrowheads="1"/>
              </p:cNvSpPr>
              <p:nvPr/>
            </p:nvSpPr>
            <p:spPr bwMode="auto">
              <a:xfrm>
                <a:off x="7497763" y="1965325"/>
                <a:ext cx="115888" cy="119063"/>
              </a:xfrm>
              <a:prstGeom prst="rect">
                <a:avLst/>
              </a:prstGeom>
              <a:solidFill>
                <a:srgbClr val="7FBA0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89606" tIns="44802" rIns="89606" bIns="44802" numCol="1" anchor="t" anchorCtr="0" compatLnSpc="1">
                <a:prstTxWarp prst="textNoShape">
                  <a:avLst/>
                </a:prstTxWarp>
              </a:bodyPr>
              <a:lstStyle/>
              <a:p>
                <a:pPr defTabSz="914005">
                  <a:defRPr/>
                </a:pPr>
                <a:endParaRPr lang="en-US" sz="1764">
                  <a:solidFill>
                    <a:srgbClr val="404040"/>
                  </a:solidFill>
                  <a:latin typeface="Segoe UI"/>
                </a:endParaRPr>
              </a:p>
            </p:txBody>
          </p:sp>
          <p:sp>
            <p:nvSpPr>
              <p:cNvPr id="106" name="Rectangle 431"/>
              <p:cNvSpPr>
                <a:spLocks noChangeArrowheads="1"/>
              </p:cNvSpPr>
              <p:nvPr/>
            </p:nvSpPr>
            <p:spPr bwMode="auto">
              <a:xfrm>
                <a:off x="7497763" y="1965325"/>
                <a:ext cx="115888" cy="119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89606" tIns="44802" rIns="89606" bIns="44802" numCol="1" anchor="t" anchorCtr="0" compatLnSpc="1">
                <a:prstTxWarp prst="textNoShape">
                  <a:avLst/>
                </a:prstTxWarp>
              </a:bodyPr>
              <a:lstStyle/>
              <a:p>
                <a:pPr defTabSz="914005">
                  <a:defRPr/>
                </a:pPr>
                <a:endParaRPr lang="en-US" sz="1764">
                  <a:solidFill>
                    <a:srgbClr val="404040"/>
                  </a:solidFill>
                  <a:latin typeface="Segoe UI"/>
                </a:endParaRPr>
              </a:p>
            </p:txBody>
          </p:sp>
          <p:sp>
            <p:nvSpPr>
              <p:cNvPr id="107" name="Rectangle 432"/>
              <p:cNvSpPr>
                <a:spLocks noChangeArrowheads="1"/>
              </p:cNvSpPr>
              <p:nvPr/>
            </p:nvSpPr>
            <p:spPr bwMode="auto">
              <a:xfrm>
                <a:off x="7372351" y="2090738"/>
                <a:ext cx="117475" cy="119063"/>
              </a:xfrm>
              <a:prstGeom prst="rect">
                <a:avLst/>
              </a:prstGeom>
              <a:solidFill>
                <a:srgbClr val="973693"/>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89606" tIns="44802" rIns="89606" bIns="44802" numCol="1" anchor="t" anchorCtr="0" compatLnSpc="1">
                <a:prstTxWarp prst="textNoShape">
                  <a:avLst/>
                </a:prstTxWarp>
              </a:bodyPr>
              <a:lstStyle/>
              <a:p>
                <a:pPr defTabSz="914005">
                  <a:defRPr/>
                </a:pPr>
                <a:endParaRPr lang="en-US" sz="1764">
                  <a:solidFill>
                    <a:srgbClr val="404040"/>
                  </a:solidFill>
                  <a:latin typeface="Segoe UI"/>
                </a:endParaRPr>
              </a:p>
            </p:txBody>
          </p:sp>
          <p:sp>
            <p:nvSpPr>
              <p:cNvPr id="108" name="Rectangle 433"/>
              <p:cNvSpPr>
                <a:spLocks noChangeArrowheads="1"/>
              </p:cNvSpPr>
              <p:nvPr/>
            </p:nvSpPr>
            <p:spPr bwMode="auto">
              <a:xfrm>
                <a:off x="7372351" y="2090738"/>
                <a:ext cx="117475" cy="119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89606" tIns="44802" rIns="89606" bIns="44802" numCol="1" anchor="t" anchorCtr="0" compatLnSpc="1">
                <a:prstTxWarp prst="textNoShape">
                  <a:avLst/>
                </a:prstTxWarp>
              </a:bodyPr>
              <a:lstStyle/>
              <a:p>
                <a:pPr defTabSz="914005">
                  <a:defRPr/>
                </a:pPr>
                <a:endParaRPr lang="en-US" sz="1764">
                  <a:solidFill>
                    <a:srgbClr val="404040"/>
                  </a:solidFill>
                  <a:latin typeface="Segoe UI"/>
                </a:endParaRPr>
              </a:p>
            </p:txBody>
          </p:sp>
          <p:sp>
            <p:nvSpPr>
              <p:cNvPr id="109" name="Rectangle 434"/>
              <p:cNvSpPr>
                <a:spLocks noChangeArrowheads="1"/>
              </p:cNvSpPr>
              <p:nvPr/>
            </p:nvSpPr>
            <p:spPr bwMode="auto">
              <a:xfrm>
                <a:off x="6865938" y="2090738"/>
                <a:ext cx="119063" cy="119063"/>
              </a:xfrm>
              <a:prstGeom prst="rect">
                <a:avLst/>
              </a:prstGeom>
              <a:solidFill>
                <a:srgbClr val="7FBA0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89606" tIns="44802" rIns="89606" bIns="44802" numCol="1" anchor="t" anchorCtr="0" compatLnSpc="1">
                <a:prstTxWarp prst="textNoShape">
                  <a:avLst/>
                </a:prstTxWarp>
              </a:bodyPr>
              <a:lstStyle/>
              <a:p>
                <a:pPr defTabSz="914005">
                  <a:defRPr/>
                </a:pPr>
                <a:endParaRPr lang="en-US" sz="1764">
                  <a:solidFill>
                    <a:srgbClr val="404040"/>
                  </a:solidFill>
                  <a:latin typeface="Segoe UI"/>
                </a:endParaRPr>
              </a:p>
            </p:txBody>
          </p:sp>
          <p:sp>
            <p:nvSpPr>
              <p:cNvPr id="110" name="Rectangle 435"/>
              <p:cNvSpPr>
                <a:spLocks noChangeArrowheads="1"/>
              </p:cNvSpPr>
              <p:nvPr/>
            </p:nvSpPr>
            <p:spPr bwMode="auto">
              <a:xfrm>
                <a:off x="6865938" y="2090738"/>
                <a:ext cx="119063" cy="119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89606" tIns="44802" rIns="89606" bIns="44802" numCol="1" anchor="t" anchorCtr="0" compatLnSpc="1">
                <a:prstTxWarp prst="textNoShape">
                  <a:avLst/>
                </a:prstTxWarp>
              </a:bodyPr>
              <a:lstStyle/>
              <a:p>
                <a:pPr defTabSz="914005">
                  <a:defRPr/>
                </a:pPr>
                <a:endParaRPr lang="en-US" sz="1764">
                  <a:solidFill>
                    <a:srgbClr val="404040"/>
                  </a:solidFill>
                  <a:latin typeface="Segoe UI"/>
                </a:endParaRPr>
              </a:p>
            </p:txBody>
          </p:sp>
          <p:sp>
            <p:nvSpPr>
              <p:cNvPr id="111" name="Rectangle 436"/>
              <p:cNvSpPr>
                <a:spLocks noChangeArrowheads="1"/>
              </p:cNvSpPr>
              <p:nvPr/>
            </p:nvSpPr>
            <p:spPr bwMode="auto">
              <a:xfrm>
                <a:off x="6865938" y="2217738"/>
                <a:ext cx="119063" cy="119063"/>
              </a:xfrm>
              <a:prstGeom prst="rect">
                <a:avLst/>
              </a:prstGeom>
              <a:solidFill>
                <a:srgbClr val="00ADEE"/>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89606" tIns="44802" rIns="89606" bIns="44802" numCol="1" anchor="t" anchorCtr="0" compatLnSpc="1">
                <a:prstTxWarp prst="textNoShape">
                  <a:avLst/>
                </a:prstTxWarp>
              </a:bodyPr>
              <a:lstStyle/>
              <a:p>
                <a:pPr defTabSz="914005">
                  <a:defRPr/>
                </a:pPr>
                <a:endParaRPr lang="en-US" sz="1764">
                  <a:solidFill>
                    <a:srgbClr val="404040"/>
                  </a:solidFill>
                  <a:latin typeface="Segoe UI"/>
                </a:endParaRPr>
              </a:p>
            </p:txBody>
          </p:sp>
          <p:sp>
            <p:nvSpPr>
              <p:cNvPr id="112" name="Rectangle 437"/>
              <p:cNvSpPr>
                <a:spLocks noChangeArrowheads="1"/>
              </p:cNvSpPr>
              <p:nvPr/>
            </p:nvSpPr>
            <p:spPr bwMode="auto">
              <a:xfrm>
                <a:off x="6865938" y="2217738"/>
                <a:ext cx="119063" cy="119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89606" tIns="44802" rIns="89606" bIns="44802" numCol="1" anchor="t" anchorCtr="0" compatLnSpc="1">
                <a:prstTxWarp prst="textNoShape">
                  <a:avLst/>
                </a:prstTxWarp>
              </a:bodyPr>
              <a:lstStyle/>
              <a:p>
                <a:pPr defTabSz="914005">
                  <a:defRPr/>
                </a:pPr>
                <a:endParaRPr lang="en-US" sz="1764">
                  <a:solidFill>
                    <a:srgbClr val="404040"/>
                  </a:solidFill>
                  <a:latin typeface="Segoe UI"/>
                </a:endParaRPr>
              </a:p>
            </p:txBody>
          </p:sp>
          <p:sp>
            <p:nvSpPr>
              <p:cNvPr id="113" name="Rectangle 438"/>
              <p:cNvSpPr>
                <a:spLocks noChangeArrowheads="1"/>
              </p:cNvSpPr>
              <p:nvPr/>
            </p:nvSpPr>
            <p:spPr bwMode="auto">
              <a:xfrm>
                <a:off x="6994526" y="2217738"/>
                <a:ext cx="119063" cy="119063"/>
              </a:xfrm>
              <a:prstGeom prst="rect">
                <a:avLst/>
              </a:prstGeom>
              <a:solidFill>
                <a:srgbClr val="973693"/>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89606" tIns="44802" rIns="89606" bIns="44802" numCol="1" anchor="t" anchorCtr="0" compatLnSpc="1">
                <a:prstTxWarp prst="textNoShape">
                  <a:avLst/>
                </a:prstTxWarp>
              </a:bodyPr>
              <a:lstStyle/>
              <a:p>
                <a:pPr defTabSz="914005">
                  <a:defRPr/>
                </a:pPr>
                <a:endParaRPr lang="en-US" sz="1764">
                  <a:solidFill>
                    <a:srgbClr val="404040"/>
                  </a:solidFill>
                  <a:latin typeface="Segoe UI"/>
                </a:endParaRPr>
              </a:p>
            </p:txBody>
          </p:sp>
          <p:sp>
            <p:nvSpPr>
              <p:cNvPr id="114" name="Rectangle 439"/>
              <p:cNvSpPr>
                <a:spLocks noChangeArrowheads="1"/>
              </p:cNvSpPr>
              <p:nvPr/>
            </p:nvSpPr>
            <p:spPr bwMode="auto">
              <a:xfrm>
                <a:off x="6994526" y="2217738"/>
                <a:ext cx="119063" cy="119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89606" tIns="44802" rIns="89606" bIns="44802" numCol="1" anchor="t" anchorCtr="0" compatLnSpc="1">
                <a:prstTxWarp prst="textNoShape">
                  <a:avLst/>
                </a:prstTxWarp>
              </a:bodyPr>
              <a:lstStyle/>
              <a:p>
                <a:pPr defTabSz="914005">
                  <a:defRPr/>
                </a:pPr>
                <a:endParaRPr lang="en-US" sz="1764">
                  <a:solidFill>
                    <a:srgbClr val="404040"/>
                  </a:solidFill>
                  <a:latin typeface="Segoe UI"/>
                </a:endParaRPr>
              </a:p>
            </p:txBody>
          </p:sp>
          <p:sp>
            <p:nvSpPr>
              <p:cNvPr id="115" name="Rectangle 440"/>
              <p:cNvSpPr>
                <a:spLocks noChangeArrowheads="1"/>
              </p:cNvSpPr>
              <p:nvPr/>
            </p:nvSpPr>
            <p:spPr bwMode="auto">
              <a:xfrm>
                <a:off x="7119938" y="2090738"/>
                <a:ext cx="244475" cy="119063"/>
              </a:xfrm>
              <a:prstGeom prst="rect">
                <a:avLst/>
              </a:prstGeom>
              <a:solidFill>
                <a:srgbClr val="F9F7F8"/>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89606" tIns="44802" rIns="89606" bIns="44802" numCol="1" anchor="t" anchorCtr="0" compatLnSpc="1">
                <a:prstTxWarp prst="textNoShape">
                  <a:avLst/>
                </a:prstTxWarp>
              </a:bodyPr>
              <a:lstStyle/>
              <a:p>
                <a:pPr defTabSz="914005">
                  <a:defRPr/>
                </a:pPr>
                <a:endParaRPr lang="en-US" sz="1764">
                  <a:solidFill>
                    <a:srgbClr val="404040"/>
                  </a:solidFill>
                  <a:latin typeface="Segoe UI"/>
                </a:endParaRPr>
              </a:p>
            </p:txBody>
          </p:sp>
          <p:sp>
            <p:nvSpPr>
              <p:cNvPr id="116" name="Rectangle 441"/>
              <p:cNvSpPr>
                <a:spLocks noChangeArrowheads="1"/>
              </p:cNvSpPr>
              <p:nvPr/>
            </p:nvSpPr>
            <p:spPr bwMode="auto">
              <a:xfrm>
                <a:off x="7119938" y="2090738"/>
                <a:ext cx="244475" cy="119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89606" tIns="44802" rIns="89606" bIns="44802" numCol="1" anchor="t" anchorCtr="0" compatLnSpc="1">
                <a:prstTxWarp prst="textNoShape">
                  <a:avLst/>
                </a:prstTxWarp>
              </a:bodyPr>
              <a:lstStyle/>
              <a:p>
                <a:pPr defTabSz="914005">
                  <a:defRPr/>
                </a:pPr>
                <a:endParaRPr lang="en-US" sz="1764">
                  <a:solidFill>
                    <a:srgbClr val="404040"/>
                  </a:solidFill>
                  <a:latin typeface="Segoe UI"/>
                </a:endParaRPr>
              </a:p>
            </p:txBody>
          </p:sp>
          <p:sp>
            <p:nvSpPr>
              <p:cNvPr id="117" name="Rectangle 442"/>
              <p:cNvSpPr>
                <a:spLocks noChangeArrowheads="1"/>
              </p:cNvSpPr>
              <p:nvPr/>
            </p:nvSpPr>
            <p:spPr bwMode="auto">
              <a:xfrm>
                <a:off x="7119938" y="2217738"/>
                <a:ext cx="244475" cy="119063"/>
              </a:xfrm>
              <a:prstGeom prst="rect">
                <a:avLst/>
              </a:prstGeom>
              <a:solidFill>
                <a:srgbClr val="00188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89606" tIns="44802" rIns="89606" bIns="44802" numCol="1" anchor="t" anchorCtr="0" compatLnSpc="1">
                <a:prstTxWarp prst="textNoShape">
                  <a:avLst/>
                </a:prstTxWarp>
              </a:bodyPr>
              <a:lstStyle/>
              <a:p>
                <a:pPr defTabSz="914005">
                  <a:defRPr/>
                </a:pPr>
                <a:endParaRPr lang="en-US" sz="1764">
                  <a:solidFill>
                    <a:srgbClr val="404040"/>
                  </a:solidFill>
                  <a:latin typeface="Segoe UI"/>
                </a:endParaRPr>
              </a:p>
            </p:txBody>
          </p:sp>
          <p:sp>
            <p:nvSpPr>
              <p:cNvPr id="118" name="Rectangle 443"/>
              <p:cNvSpPr>
                <a:spLocks noChangeArrowheads="1"/>
              </p:cNvSpPr>
              <p:nvPr/>
            </p:nvSpPr>
            <p:spPr bwMode="auto">
              <a:xfrm>
                <a:off x="7119938" y="2217738"/>
                <a:ext cx="244475" cy="119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89606" tIns="44802" rIns="89606" bIns="44802" numCol="1" anchor="t" anchorCtr="0" compatLnSpc="1">
                <a:prstTxWarp prst="textNoShape">
                  <a:avLst/>
                </a:prstTxWarp>
              </a:bodyPr>
              <a:lstStyle/>
              <a:p>
                <a:pPr defTabSz="914005">
                  <a:defRPr/>
                </a:pPr>
                <a:endParaRPr lang="en-US" sz="1764">
                  <a:solidFill>
                    <a:srgbClr val="404040"/>
                  </a:solidFill>
                  <a:latin typeface="Segoe UI"/>
                </a:endParaRPr>
              </a:p>
            </p:txBody>
          </p:sp>
          <p:sp>
            <p:nvSpPr>
              <p:cNvPr id="119" name="Rectangle 444"/>
              <p:cNvSpPr>
                <a:spLocks noChangeArrowheads="1"/>
              </p:cNvSpPr>
              <p:nvPr/>
            </p:nvSpPr>
            <p:spPr bwMode="auto">
              <a:xfrm>
                <a:off x="7369176" y="2297113"/>
                <a:ext cx="244475" cy="39688"/>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89606" tIns="44802" rIns="89606" bIns="44802" numCol="1" anchor="t" anchorCtr="0" compatLnSpc="1">
                <a:prstTxWarp prst="textNoShape">
                  <a:avLst/>
                </a:prstTxWarp>
              </a:bodyPr>
              <a:lstStyle/>
              <a:p>
                <a:pPr defTabSz="914005">
                  <a:defRPr/>
                </a:pPr>
                <a:endParaRPr lang="en-US" sz="1764">
                  <a:solidFill>
                    <a:srgbClr val="404040"/>
                  </a:solidFill>
                  <a:latin typeface="Segoe UI"/>
                </a:endParaRPr>
              </a:p>
            </p:txBody>
          </p:sp>
          <p:sp>
            <p:nvSpPr>
              <p:cNvPr id="120" name="Rectangle 445"/>
              <p:cNvSpPr>
                <a:spLocks noChangeArrowheads="1"/>
              </p:cNvSpPr>
              <p:nvPr/>
            </p:nvSpPr>
            <p:spPr bwMode="auto">
              <a:xfrm>
                <a:off x="7369176" y="2297113"/>
                <a:ext cx="244475" cy="39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89606" tIns="44802" rIns="89606" bIns="44802" numCol="1" anchor="t" anchorCtr="0" compatLnSpc="1">
                <a:prstTxWarp prst="textNoShape">
                  <a:avLst/>
                </a:prstTxWarp>
              </a:bodyPr>
              <a:lstStyle/>
              <a:p>
                <a:pPr defTabSz="914005">
                  <a:defRPr/>
                </a:pPr>
                <a:endParaRPr lang="en-US" sz="1764">
                  <a:solidFill>
                    <a:srgbClr val="404040"/>
                  </a:solidFill>
                  <a:latin typeface="Segoe UI"/>
                </a:endParaRPr>
              </a:p>
            </p:txBody>
          </p:sp>
          <p:sp>
            <p:nvSpPr>
              <p:cNvPr id="121" name="Rectangle 446"/>
              <p:cNvSpPr>
                <a:spLocks noChangeArrowheads="1"/>
              </p:cNvSpPr>
              <p:nvPr/>
            </p:nvSpPr>
            <p:spPr bwMode="auto">
              <a:xfrm>
                <a:off x="7369176" y="2217738"/>
                <a:ext cx="244475" cy="79375"/>
              </a:xfrm>
              <a:prstGeom prst="rect">
                <a:avLst/>
              </a:prstGeom>
              <a:solidFill>
                <a:srgbClr val="00ADEE"/>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89606" tIns="44802" rIns="89606" bIns="44802" numCol="1" anchor="t" anchorCtr="0" compatLnSpc="1">
                <a:prstTxWarp prst="textNoShape">
                  <a:avLst/>
                </a:prstTxWarp>
              </a:bodyPr>
              <a:lstStyle/>
              <a:p>
                <a:pPr defTabSz="914005">
                  <a:defRPr/>
                </a:pPr>
                <a:endParaRPr lang="en-US" sz="1764">
                  <a:solidFill>
                    <a:srgbClr val="404040"/>
                  </a:solidFill>
                  <a:latin typeface="Segoe UI"/>
                </a:endParaRPr>
              </a:p>
            </p:txBody>
          </p:sp>
          <p:sp>
            <p:nvSpPr>
              <p:cNvPr id="122" name="Rectangle 447"/>
              <p:cNvSpPr>
                <a:spLocks noChangeArrowheads="1"/>
              </p:cNvSpPr>
              <p:nvPr/>
            </p:nvSpPr>
            <p:spPr bwMode="auto">
              <a:xfrm>
                <a:off x="7369176" y="2217738"/>
                <a:ext cx="244475" cy="79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89606" tIns="44802" rIns="89606" bIns="44802" numCol="1" anchor="t" anchorCtr="0" compatLnSpc="1">
                <a:prstTxWarp prst="textNoShape">
                  <a:avLst/>
                </a:prstTxWarp>
              </a:bodyPr>
              <a:lstStyle/>
              <a:p>
                <a:pPr defTabSz="914005">
                  <a:defRPr/>
                </a:pPr>
                <a:endParaRPr lang="en-US" sz="1764">
                  <a:solidFill>
                    <a:srgbClr val="404040"/>
                  </a:solidFill>
                  <a:latin typeface="Segoe UI"/>
                </a:endParaRPr>
              </a:p>
            </p:txBody>
          </p:sp>
          <p:sp>
            <p:nvSpPr>
              <p:cNvPr id="123" name="Rectangle 448"/>
              <p:cNvSpPr>
                <a:spLocks noChangeArrowheads="1"/>
              </p:cNvSpPr>
              <p:nvPr/>
            </p:nvSpPr>
            <p:spPr bwMode="auto">
              <a:xfrm>
                <a:off x="7497763" y="2090738"/>
                <a:ext cx="115888" cy="119063"/>
              </a:xfrm>
              <a:prstGeom prst="rect">
                <a:avLst/>
              </a:prstGeom>
              <a:solidFill>
                <a:srgbClr val="00188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89606" tIns="44802" rIns="89606" bIns="44802" numCol="1" anchor="t" anchorCtr="0" compatLnSpc="1">
                <a:prstTxWarp prst="textNoShape">
                  <a:avLst/>
                </a:prstTxWarp>
              </a:bodyPr>
              <a:lstStyle/>
              <a:p>
                <a:pPr defTabSz="914005">
                  <a:defRPr/>
                </a:pPr>
                <a:endParaRPr lang="en-US" sz="1764">
                  <a:solidFill>
                    <a:srgbClr val="404040"/>
                  </a:solidFill>
                  <a:latin typeface="Segoe UI"/>
                </a:endParaRPr>
              </a:p>
            </p:txBody>
          </p:sp>
          <p:sp>
            <p:nvSpPr>
              <p:cNvPr id="124" name="Rectangle 449"/>
              <p:cNvSpPr>
                <a:spLocks noChangeArrowheads="1"/>
              </p:cNvSpPr>
              <p:nvPr/>
            </p:nvSpPr>
            <p:spPr bwMode="auto">
              <a:xfrm>
                <a:off x="7497763" y="2090738"/>
                <a:ext cx="115888" cy="119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89606" tIns="44802" rIns="89606" bIns="44802" numCol="1" anchor="t" anchorCtr="0" compatLnSpc="1">
                <a:prstTxWarp prst="textNoShape">
                  <a:avLst/>
                </a:prstTxWarp>
              </a:bodyPr>
              <a:lstStyle/>
              <a:p>
                <a:pPr defTabSz="914005">
                  <a:defRPr/>
                </a:pPr>
                <a:endParaRPr lang="en-US" sz="1764">
                  <a:solidFill>
                    <a:srgbClr val="404040"/>
                  </a:solidFill>
                  <a:latin typeface="Segoe UI"/>
                </a:endParaRPr>
              </a:p>
            </p:txBody>
          </p:sp>
          <p:sp>
            <p:nvSpPr>
              <p:cNvPr id="125" name="Rectangle 450"/>
              <p:cNvSpPr>
                <a:spLocks noChangeArrowheads="1"/>
              </p:cNvSpPr>
              <p:nvPr/>
            </p:nvSpPr>
            <p:spPr bwMode="auto">
              <a:xfrm>
                <a:off x="7667626" y="2090738"/>
                <a:ext cx="115888" cy="119063"/>
              </a:xfrm>
              <a:prstGeom prst="rect">
                <a:avLst/>
              </a:prstGeom>
              <a:solidFill>
                <a:srgbClr val="6DC2E9"/>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89606" tIns="44802" rIns="89606" bIns="44802" numCol="1" anchor="t" anchorCtr="0" compatLnSpc="1">
                <a:prstTxWarp prst="textNoShape">
                  <a:avLst/>
                </a:prstTxWarp>
              </a:bodyPr>
              <a:lstStyle/>
              <a:p>
                <a:pPr defTabSz="914005">
                  <a:defRPr/>
                </a:pPr>
                <a:endParaRPr lang="en-US" sz="1764">
                  <a:solidFill>
                    <a:srgbClr val="404040"/>
                  </a:solidFill>
                  <a:latin typeface="Segoe UI"/>
                </a:endParaRPr>
              </a:p>
            </p:txBody>
          </p:sp>
          <p:sp>
            <p:nvSpPr>
              <p:cNvPr id="126" name="Rectangle 451"/>
              <p:cNvSpPr>
                <a:spLocks noChangeArrowheads="1"/>
              </p:cNvSpPr>
              <p:nvPr/>
            </p:nvSpPr>
            <p:spPr bwMode="auto">
              <a:xfrm>
                <a:off x="7667626" y="2090738"/>
                <a:ext cx="115888" cy="119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89606" tIns="44802" rIns="89606" bIns="44802" numCol="1" anchor="t" anchorCtr="0" compatLnSpc="1">
                <a:prstTxWarp prst="textNoShape">
                  <a:avLst/>
                </a:prstTxWarp>
              </a:bodyPr>
              <a:lstStyle/>
              <a:p>
                <a:pPr defTabSz="914005">
                  <a:defRPr/>
                </a:pPr>
                <a:endParaRPr lang="en-US" sz="1764">
                  <a:solidFill>
                    <a:srgbClr val="404040"/>
                  </a:solidFill>
                  <a:latin typeface="Segoe UI"/>
                </a:endParaRPr>
              </a:p>
            </p:txBody>
          </p:sp>
          <p:sp>
            <p:nvSpPr>
              <p:cNvPr id="127" name="Rectangle 452"/>
              <p:cNvSpPr>
                <a:spLocks noChangeArrowheads="1"/>
              </p:cNvSpPr>
              <p:nvPr/>
            </p:nvSpPr>
            <p:spPr bwMode="auto">
              <a:xfrm>
                <a:off x="7667626" y="2217738"/>
                <a:ext cx="115888" cy="11906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89606" tIns="44802" rIns="89606" bIns="44802" numCol="1" anchor="t" anchorCtr="0" compatLnSpc="1">
                <a:prstTxWarp prst="textNoShape">
                  <a:avLst/>
                </a:prstTxWarp>
              </a:bodyPr>
              <a:lstStyle/>
              <a:p>
                <a:pPr defTabSz="914005">
                  <a:defRPr/>
                </a:pPr>
                <a:endParaRPr lang="en-US" sz="1764">
                  <a:solidFill>
                    <a:srgbClr val="404040"/>
                  </a:solidFill>
                  <a:latin typeface="Segoe UI"/>
                </a:endParaRPr>
              </a:p>
            </p:txBody>
          </p:sp>
          <p:sp>
            <p:nvSpPr>
              <p:cNvPr id="128" name="Rectangle 453"/>
              <p:cNvSpPr>
                <a:spLocks noChangeArrowheads="1"/>
              </p:cNvSpPr>
              <p:nvPr/>
            </p:nvSpPr>
            <p:spPr bwMode="auto">
              <a:xfrm>
                <a:off x="7667626" y="2217738"/>
                <a:ext cx="115888" cy="119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89606" tIns="44802" rIns="89606" bIns="44802" numCol="1" anchor="t" anchorCtr="0" compatLnSpc="1">
                <a:prstTxWarp prst="textNoShape">
                  <a:avLst/>
                </a:prstTxWarp>
              </a:bodyPr>
              <a:lstStyle/>
              <a:p>
                <a:pPr defTabSz="914005">
                  <a:defRPr/>
                </a:pPr>
                <a:endParaRPr lang="en-US" sz="1764">
                  <a:solidFill>
                    <a:srgbClr val="404040"/>
                  </a:solidFill>
                  <a:latin typeface="Segoe UI"/>
                </a:endParaRPr>
              </a:p>
            </p:txBody>
          </p:sp>
          <p:sp>
            <p:nvSpPr>
              <p:cNvPr id="129" name="Rectangle 454"/>
              <p:cNvSpPr>
                <a:spLocks noChangeArrowheads="1"/>
              </p:cNvSpPr>
              <p:nvPr/>
            </p:nvSpPr>
            <p:spPr bwMode="auto">
              <a:xfrm>
                <a:off x="7789863" y="2090738"/>
                <a:ext cx="41275" cy="119063"/>
              </a:xfrm>
              <a:prstGeom prst="rect">
                <a:avLst/>
              </a:prstGeom>
              <a:solidFill>
                <a:srgbClr val="00188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89606" tIns="44802" rIns="89606" bIns="44802" numCol="1" anchor="t" anchorCtr="0" compatLnSpc="1">
                <a:prstTxWarp prst="textNoShape">
                  <a:avLst/>
                </a:prstTxWarp>
              </a:bodyPr>
              <a:lstStyle/>
              <a:p>
                <a:pPr defTabSz="914005">
                  <a:defRPr/>
                </a:pPr>
                <a:endParaRPr lang="en-US" sz="1764">
                  <a:solidFill>
                    <a:srgbClr val="404040"/>
                  </a:solidFill>
                  <a:latin typeface="Segoe UI"/>
                </a:endParaRPr>
              </a:p>
            </p:txBody>
          </p:sp>
          <p:sp>
            <p:nvSpPr>
              <p:cNvPr id="130" name="Rectangle 455"/>
              <p:cNvSpPr>
                <a:spLocks noChangeArrowheads="1"/>
              </p:cNvSpPr>
              <p:nvPr/>
            </p:nvSpPr>
            <p:spPr bwMode="auto">
              <a:xfrm>
                <a:off x="7789863" y="2217738"/>
                <a:ext cx="41275" cy="119063"/>
              </a:xfrm>
              <a:prstGeom prst="rect">
                <a:avLst/>
              </a:prstGeom>
              <a:solidFill>
                <a:srgbClr val="B01E4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89606" tIns="44802" rIns="89606" bIns="44802" numCol="1" anchor="t" anchorCtr="0" compatLnSpc="1">
                <a:prstTxWarp prst="textNoShape">
                  <a:avLst/>
                </a:prstTxWarp>
              </a:bodyPr>
              <a:lstStyle/>
              <a:p>
                <a:pPr defTabSz="914005">
                  <a:defRPr/>
                </a:pPr>
                <a:endParaRPr lang="en-US" sz="1764">
                  <a:solidFill>
                    <a:srgbClr val="404040"/>
                  </a:solidFill>
                  <a:latin typeface="Segoe UI"/>
                </a:endParaRPr>
              </a:p>
            </p:txBody>
          </p:sp>
          <p:sp>
            <p:nvSpPr>
              <p:cNvPr id="131" name="Rectangle 456"/>
              <p:cNvSpPr>
                <a:spLocks noChangeArrowheads="1"/>
              </p:cNvSpPr>
              <p:nvPr/>
            </p:nvSpPr>
            <p:spPr bwMode="auto">
              <a:xfrm>
                <a:off x="7789863" y="2217738"/>
                <a:ext cx="41275" cy="119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89606" tIns="44802" rIns="89606" bIns="44802" numCol="1" anchor="t" anchorCtr="0" compatLnSpc="1">
                <a:prstTxWarp prst="textNoShape">
                  <a:avLst/>
                </a:prstTxWarp>
              </a:bodyPr>
              <a:lstStyle/>
              <a:p>
                <a:pPr defTabSz="914005">
                  <a:defRPr/>
                </a:pPr>
                <a:endParaRPr lang="en-US" sz="1764">
                  <a:solidFill>
                    <a:srgbClr val="404040"/>
                  </a:solidFill>
                  <a:latin typeface="Segoe UI"/>
                </a:endParaRPr>
              </a:p>
            </p:txBody>
          </p:sp>
          <p:sp>
            <p:nvSpPr>
              <p:cNvPr id="132" name="Rectangle 457"/>
              <p:cNvSpPr>
                <a:spLocks noChangeArrowheads="1"/>
              </p:cNvSpPr>
              <p:nvPr/>
            </p:nvSpPr>
            <p:spPr bwMode="auto">
              <a:xfrm>
                <a:off x="7667626" y="1965325"/>
                <a:ext cx="163513" cy="119063"/>
              </a:xfrm>
              <a:prstGeom prst="rect">
                <a:avLst/>
              </a:prstGeom>
              <a:solidFill>
                <a:srgbClr val="7FBA0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89606" tIns="44802" rIns="89606" bIns="44802" numCol="1" anchor="t" anchorCtr="0" compatLnSpc="1">
                <a:prstTxWarp prst="textNoShape">
                  <a:avLst/>
                </a:prstTxWarp>
              </a:bodyPr>
              <a:lstStyle/>
              <a:p>
                <a:pPr defTabSz="914005">
                  <a:defRPr/>
                </a:pPr>
                <a:endParaRPr lang="en-US" sz="1764">
                  <a:solidFill>
                    <a:srgbClr val="404040"/>
                  </a:solidFill>
                  <a:latin typeface="Segoe UI"/>
                </a:endParaRPr>
              </a:p>
            </p:txBody>
          </p:sp>
          <p:sp>
            <p:nvSpPr>
              <p:cNvPr id="133" name="Freeform 458"/>
              <p:cNvSpPr>
                <a:spLocks/>
              </p:cNvSpPr>
              <p:nvPr/>
            </p:nvSpPr>
            <p:spPr bwMode="auto">
              <a:xfrm>
                <a:off x="6991351" y="2090738"/>
                <a:ext cx="119063" cy="119063"/>
              </a:xfrm>
              <a:custGeom>
                <a:avLst/>
                <a:gdLst>
                  <a:gd name="T0" fmla="*/ 38 w 75"/>
                  <a:gd name="T1" fmla="*/ 0 h 75"/>
                  <a:gd name="T2" fmla="*/ 0 w 75"/>
                  <a:gd name="T3" fmla="*/ 0 h 75"/>
                  <a:gd name="T4" fmla="*/ 0 w 75"/>
                  <a:gd name="T5" fmla="*/ 39 h 75"/>
                  <a:gd name="T6" fmla="*/ 0 w 75"/>
                  <a:gd name="T7" fmla="*/ 75 h 75"/>
                  <a:gd name="T8" fmla="*/ 38 w 75"/>
                  <a:gd name="T9" fmla="*/ 75 h 75"/>
                  <a:gd name="T10" fmla="*/ 75 w 75"/>
                  <a:gd name="T11" fmla="*/ 75 h 75"/>
                  <a:gd name="T12" fmla="*/ 75 w 75"/>
                  <a:gd name="T13" fmla="*/ 39 h 75"/>
                  <a:gd name="T14" fmla="*/ 75 w 75"/>
                  <a:gd name="T15" fmla="*/ 0 h 75"/>
                  <a:gd name="T16" fmla="*/ 38 w 75"/>
                  <a:gd name="T17" fmla="*/ 0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75">
                    <a:moveTo>
                      <a:pt x="38" y="0"/>
                    </a:moveTo>
                    <a:lnTo>
                      <a:pt x="0" y="0"/>
                    </a:lnTo>
                    <a:lnTo>
                      <a:pt x="0" y="39"/>
                    </a:lnTo>
                    <a:lnTo>
                      <a:pt x="0" y="75"/>
                    </a:lnTo>
                    <a:lnTo>
                      <a:pt x="38" y="75"/>
                    </a:lnTo>
                    <a:lnTo>
                      <a:pt x="75" y="75"/>
                    </a:lnTo>
                    <a:lnTo>
                      <a:pt x="75" y="39"/>
                    </a:lnTo>
                    <a:lnTo>
                      <a:pt x="75" y="0"/>
                    </a:lnTo>
                    <a:lnTo>
                      <a:pt x="38" y="0"/>
                    </a:lnTo>
                    <a:close/>
                  </a:path>
                </a:pathLst>
              </a:custGeom>
              <a:solidFill>
                <a:srgbClr val="00ADE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9606" tIns="44802" rIns="89606" bIns="44802" numCol="1" anchor="t" anchorCtr="0" compatLnSpc="1">
                <a:prstTxWarp prst="textNoShape">
                  <a:avLst/>
                </a:prstTxWarp>
              </a:bodyPr>
              <a:lstStyle/>
              <a:p>
                <a:pPr defTabSz="914005">
                  <a:defRPr/>
                </a:pPr>
                <a:endParaRPr lang="en-US" sz="1764">
                  <a:solidFill>
                    <a:srgbClr val="404040"/>
                  </a:solidFill>
                  <a:latin typeface="Segoe UI"/>
                </a:endParaRPr>
              </a:p>
            </p:txBody>
          </p:sp>
          <p:sp>
            <p:nvSpPr>
              <p:cNvPr id="134" name="Freeform 459"/>
              <p:cNvSpPr>
                <a:spLocks/>
              </p:cNvSpPr>
              <p:nvPr/>
            </p:nvSpPr>
            <p:spPr bwMode="auto">
              <a:xfrm>
                <a:off x="6991351" y="2090738"/>
                <a:ext cx="119063" cy="119063"/>
              </a:xfrm>
              <a:custGeom>
                <a:avLst/>
                <a:gdLst>
                  <a:gd name="T0" fmla="*/ 38 w 75"/>
                  <a:gd name="T1" fmla="*/ 0 h 75"/>
                  <a:gd name="T2" fmla="*/ 0 w 75"/>
                  <a:gd name="T3" fmla="*/ 0 h 75"/>
                  <a:gd name="T4" fmla="*/ 0 w 75"/>
                  <a:gd name="T5" fmla="*/ 39 h 75"/>
                  <a:gd name="T6" fmla="*/ 0 w 75"/>
                  <a:gd name="T7" fmla="*/ 75 h 75"/>
                  <a:gd name="T8" fmla="*/ 38 w 75"/>
                  <a:gd name="T9" fmla="*/ 75 h 75"/>
                  <a:gd name="T10" fmla="*/ 75 w 75"/>
                  <a:gd name="T11" fmla="*/ 75 h 75"/>
                  <a:gd name="T12" fmla="*/ 75 w 75"/>
                  <a:gd name="T13" fmla="*/ 39 h 75"/>
                  <a:gd name="T14" fmla="*/ 75 w 75"/>
                  <a:gd name="T15" fmla="*/ 0 h 75"/>
                  <a:gd name="T16" fmla="*/ 38 w 75"/>
                  <a:gd name="T17" fmla="*/ 0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75">
                    <a:moveTo>
                      <a:pt x="38" y="0"/>
                    </a:moveTo>
                    <a:lnTo>
                      <a:pt x="0" y="0"/>
                    </a:lnTo>
                    <a:lnTo>
                      <a:pt x="0" y="39"/>
                    </a:lnTo>
                    <a:lnTo>
                      <a:pt x="0" y="75"/>
                    </a:lnTo>
                    <a:lnTo>
                      <a:pt x="38" y="75"/>
                    </a:lnTo>
                    <a:lnTo>
                      <a:pt x="75" y="75"/>
                    </a:lnTo>
                    <a:lnTo>
                      <a:pt x="75" y="39"/>
                    </a:lnTo>
                    <a:lnTo>
                      <a:pt x="75" y="0"/>
                    </a:lnTo>
                    <a:lnTo>
                      <a:pt x="38"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89606" tIns="44802" rIns="89606" bIns="44802" numCol="1" anchor="t" anchorCtr="0" compatLnSpc="1">
                <a:prstTxWarp prst="textNoShape">
                  <a:avLst/>
                </a:prstTxWarp>
              </a:bodyPr>
              <a:lstStyle/>
              <a:p>
                <a:pPr defTabSz="914005">
                  <a:defRPr/>
                </a:pPr>
                <a:endParaRPr lang="en-US" sz="1764">
                  <a:solidFill>
                    <a:srgbClr val="404040"/>
                  </a:solidFill>
                  <a:latin typeface="Segoe UI"/>
                </a:endParaRPr>
              </a:p>
            </p:txBody>
          </p:sp>
          <p:sp>
            <p:nvSpPr>
              <p:cNvPr id="135" name="Rectangle 460"/>
              <p:cNvSpPr>
                <a:spLocks noChangeArrowheads="1"/>
              </p:cNvSpPr>
              <p:nvPr/>
            </p:nvSpPr>
            <p:spPr bwMode="auto">
              <a:xfrm>
                <a:off x="7780338" y="1870075"/>
                <a:ext cx="31750" cy="31750"/>
              </a:xfrm>
              <a:prstGeom prst="rect">
                <a:avLst/>
              </a:prstGeom>
              <a:solidFill>
                <a:srgbClr val="00ADEE"/>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89606" tIns="44802" rIns="89606" bIns="44802" numCol="1" anchor="t" anchorCtr="0" compatLnSpc="1">
                <a:prstTxWarp prst="textNoShape">
                  <a:avLst/>
                </a:prstTxWarp>
              </a:bodyPr>
              <a:lstStyle/>
              <a:p>
                <a:pPr defTabSz="914005">
                  <a:defRPr/>
                </a:pPr>
                <a:endParaRPr lang="en-US" sz="1764">
                  <a:solidFill>
                    <a:srgbClr val="404040"/>
                  </a:solidFill>
                  <a:latin typeface="Segoe UI"/>
                </a:endParaRPr>
              </a:p>
            </p:txBody>
          </p:sp>
          <p:sp>
            <p:nvSpPr>
              <p:cNvPr id="136" name="Rectangle 461"/>
              <p:cNvSpPr>
                <a:spLocks noChangeArrowheads="1"/>
              </p:cNvSpPr>
              <p:nvPr/>
            </p:nvSpPr>
            <p:spPr bwMode="auto">
              <a:xfrm>
                <a:off x="6865938" y="1868488"/>
                <a:ext cx="22292" cy="393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932319">
                  <a:defRPr/>
                </a:pPr>
                <a:r>
                  <a:rPr lang="en-US" altLang="en-US" sz="294">
                    <a:solidFill>
                      <a:srgbClr val="FFFFFF"/>
                    </a:solidFill>
                    <a:latin typeface="Segoe Light" charset="0"/>
                  </a:rPr>
                  <a:t>S</a:t>
                </a:r>
                <a:endParaRPr lang="en-US" altLang="en-US" sz="1764">
                  <a:solidFill>
                    <a:srgbClr val="404040"/>
                  </a:solidFill>
                </a:endParaRPr>
              </a:p>
            </p:txBody>
          </p:sp>
          <p:sp>
            <p:nvSpPr>
              <p:cNvPr id="137" name="Rectangle 462"/>
              <p:cNvSpPr>
                <a:spLocks noChangeArrowheads="1"/>
              </p:cNvSpPr>
              <p:nvPr/>
            </p:nvSpPr>
            <p:spPr bwMode="auto">
              <a:xfrm>
                <a:off x="6888163" y="1868488"/>
                <a:ext cx="9754" cy="393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932319">
                  <a:defRPr/>
                </a:pPr>
                <a:r>
                  <a:rPr lang="en-US" altLang="en-US" sz="294">
                    <a:solidFill>
                      <a:srgbClr val="FFFFFF"/>
                    </a:solidFill>
                    <a:latin typeface="Segoe Light" charset="0"/>
                  </a:rPr>
                  <a:t>t</a:t>
                </a:r>
                <a:endParaRPr lang="en-US" altLang="en-US" sz="1764">
                  <a:solidFill>
                    <a:srgbClr val="404040"/>
                  </a:solidFill>
                </a:endParaRPr>
              </a:p>
            </p:txBody>
          </p:sp>
          <p:sp>
            <p:nvSpPr>
              <p:cNvPr id="138" name="Rectangle 463"/>
              <p:cNvSpPr>
                <a:spLocks noChangeArrowheads="1"/>
              </p:cNvSpPr>
              <p:nvPr/>
            </p:nvSpPr>
            <p:spPr bwMode="auto">
              <a:xfrm>
                <a:off x="6902451" y="1868488"/>
                <a:ext cx="18113" cy="393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932319">
                  <a:defRPr/>
                </a:pPr>
                <a:r>
                  <a:rPr lang="en-US" altLang="en-US" sz="294">
                    <a:solidFill>
                      <a:srgbClr val="FFFFFF"/>
                    </a:solidFill>
                    <a:latin typeface="Segoe Light" charset="0"/>
                  </a:rPr>
                  <a:t>a</a:t>
                </a:r>
                <a:endParaRPr lang="en-US" altLang="en-US" sz="1764">
                  <a:solidFill>
                    <a:srgbClr val="404040"/>
                  </a:solidFill>
                </a:endParaRPr>
              </a:p>
            </p:txBody>
          </p:sp>
          <p:sp>
            <p:nvSpPr>
              <p:cNvPr id="139" name="Rectangle 464"/>
              <p:cNvSpPr>
                <a:spLocks noChangeArrowheads="1"/>
              </p:cNvSpPr>
              <p:nvPr/>
            </p:nvSpPr>
            <p:spPr bwMode="auto">
              <a:xfrm>
                <a:off x="6923088" y="1868488"/>
                <a:ext cx="11146" cy="393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932319">
                  <a:defRPr/>
                </a:pPr>
                <a:r>
                  <a:rPr lang="en-US" altLang="en-US" sz="294">
                    <a:solidFill>
                      <a:srgbClr val="FFFFFF"/>
                    </a:solidFill>
                    <a:latin typeface="Segoe Light" charset="0"/>
                  </a:rPr>
                  <a:t>r</a:t>
                </a:r>
                <a:endParaRPr lang="en-US" altLang="en-US" sz="1764">
                  <a:solidFill>
                    <a:srgbClr val="404040"/>
                  </a:solidFill>
                </a:endParaRPr>
              </a:p>
            </p:txBody>
          </p:sp>
          <p:sp>
            <p:nvSpPr>
              <p:cNvPr id="140" name="Rectangle 465"/>
              <p:cNvSpPr>
                <a:spLocks noChangeArrowheads="1"/>
              </p:cNvSpPr>
              <p:nvPr/>
            </p:nvSpPr>
            <p:spPr bwMode="auto">
              <a:xfrm>
                <a:off x="6940551" y="1868488"/>
                <a:ext cx="9754" cy="393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932319">
                  <a:defRPr/>
                </a:pPr>
                <a:r>
                  <a:rPr lang="en-US" altLang="en-US" sz="294">
                    <a:solidFill>
                      <a:srgbClr val="FFFFFF"/>
                    </a:solidFill>
                    <a:latin typeface="Segoe Light" charset="0"/>
                  </a:rPr>
                  <a:t>t</a:t>
                </a:r>
                <a:endParaRPr lang="en-US" altLang="en-US" sz="1764">
                  <a:solidFill>
                    <a:srgbClr val="404040"/>
                  </a:solidFill>
                </a:endParaRPr>
              </a:p>
            </p:txBody>
          </p:sp>
          <p:sp>
            <p:nvSpPr>
              <p:cNvPr id="141" name="Freeform 466"/>
              <p:cNvSpPr>
                <a:spLocks/>
              </p:cNvSpPr>
              <p:nvPr/>
            </p:nvSpPr>
            <p:spPr bwMode="auto">
              <a:xfrm>
                <a:off x="6686551" y="1739900"/>
                <a:ext cx="1241425" cy="771525"/>
              </a:xfrm>
              <a:custGeom>
                <a:avLst/>
                <a:gdLst>
                  <a:gd name="T0" fmla="*/ 209 w 513"/>
                  <a:gd name="T1" fmla="*/ 0 h 318"/>
                  <a:gd name="T2" fmla="*/ 8 w 513"/>
                  <a:gd name="T3" fmla="*/ 0 h 318"/>
                  <a:gd name="T4" fmla="*/ 0 w 513"/>
                  <a:gd name="T5" fmla="*/ 7 h 318"/>
                  <a:gd name="T6" fmla="*/ 0 w 513"/>
                  <a:gd name="T7" fmla="*/ 311 h 318"/>
                  <a:gd name="T8" fmla="*/ 8 w 513"/>
                  <a:gd name="T9" fmla="*/ 318 h 318"/>
                  <a:gd name="T10" fmla="*/ 506 w 513"/>
                  <a:gd name="T11" fmla="*/ 318 h 318"/>
                  <a:gd name="T12" fmla="*/ 513 w 513"/>
                  <a:gd name="T13" fmla="*/ 311 h 318"/>
                  <a:gd name="T14" fmla="*/ 513 w 513"/>
                  <a:gd name="T15" fmla="*/ 304 h 318"/>
                  <a:gd name="T16" fmla="*/ 473 w 513"/>
                  <a:gd name="T17" fmla="*/ 264 h 318"/>
                  <a:gd name="T18" fmla="*/ 473 w 513"/>
                  <a:gd name="T19" fmla="*/ 271 h 318"/>
                  <a:gd name="T20" fmla="*/ 467 w 513"/>
                  <a:gd name="T21" fmla="*/ 277 h 318"/>
                  <a:gd name="T22" fmla="*/ 46 w 513"/>
                  <a:gd name="T23" fmla="*/ 277 h 318"/>
                  <a:gd name="T24" fmla="*/ 40 w 513"/>
                  <a:gd name="T25" fmla="*/ 271 h 318"/>
                  <a:gd name="T26" fmla="*/ 40 w 513"/>
                  <a:gd name="T27" fmla="*/ 44 h 318"/>
                  <a:gd name="T28" fmla="*/ 46 w 513"/>
                  <a:gd name="T29" fmla="*/ 38 h 318"/>
                  <a:gd name="T30" fmla="*/ 248 w 513"/>
                  <a:gd name="T31" fmla="*/ 38 h 318"/>
                  <a:gd name="T32" fmla="*/ 209 w 513"/>
                  <a:gd name="T33" fmla="*/ 0 h 3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13" h="318">
                    <a:moveTo>
                      <a:pt x="209" y="0"/>
                    </a:moveTo>
                    <a:cubicBezTo>
                      <a:pt x="8" y="0"/>
                      <a:pt x="8" y="0"/>
                      <a:pt x="8" y="0"/>
                    </a:cubicBezTo>
                    <a:cubicBezTo>
                      <a:pt x="4" y="0"/>
                      <a:pt x="0" y="3"/>
                      <a:pt x="0" y="7"/>
                    </a:cubicBezTo>
                    <a:cubicBezTo>
                      <a:pt x="0" y="311"/>
                      <a:pt x="0" y="311"/>
                      <a:pt x="0" y="311"/>
                    </a:cubicBezTo>
                    <a:cubicBezTo>
                      <a:pt x="0" y="315"/>
                      <a:pt x="4" y="318"/>
                      <a:pt x="8" y="318"/>
                    </a:cubicBezTo>
                    <a:cubicBezTo>
                      <a:pt x="506" y="318"/>
                      <a:pt x="506" y="318"/>
                      <a:pt x="506" y="318"/>
                    </a:cubicBezTo>
                    <a:cubicBezTo>
                      <a:pt x="510" y="318"/>
                      <a:pt x="513" y="315"/>
                      <a:pt x="513" y="311"/>
                    </a:cubicBezTo>
                    <a:cubicBezTo>
                      <a:pt x="513" y="304"/>
                      <a:pt x="513" y="304"/>
                      <a:pt x="513" y="304"/>
                    </a:cubicBezTo>
                    <a:cubicBezTo>
                      <a:pt x="473" y="264"/>
                      <a:pt x="473" y="264"/>
                      <a:pt x="473" y="264"/>
                    </a:cubicBezTo>
                    <a:cubicBezTo>
                      <a:pt x="473" y="271"/>
                      <a:pt x="473" y="271"/>
                      <a:pt x="473" y="271"/>
                    </a:cubicBezTo>
                    <a:cubicBezTo>
                      <a:pt x="473" y="274"/>
                      <a:pt x="471" y="277"/>
                      <a:pt x="467" y="277"/>
                    </a:cubicBezTo>
                    <a:cubicBezTo>
                      <a:pt x="46" y="277"/>
                      <a:pt x="46" y="277"/>
                      <a:pt x="46" y="277"/>
                    </a:cubicBezTo>
                    <a:cubicBezTo>
                      <a:pt x="43" y="277"/>
                      <a:pt x="40" y="274"/>
                      <a:pt x="40" y="271"/>
                    </a:cubicBezTo>
                    <a:cubicBezTo>
                      <a:pt x="40" y="44"/>
                      <a:pt x="40" y="44"/>
                      <a:pt x="40" y="44"/>
                    </a:cubicBezTo>
                    <a:cubicBezTo>
                      <a:pt x="40" y="41"/>
                      <a:pt x="43" y="38"/>
                      <a:pt x="46" y="38"/>
                    </a:cubicBezTo>
                    <a:cubicBezTo>
                      <a:pt x="248" y="38"/>
                      <a:pt x="248" y="38"/>
                      <a:pt x="248" y="38"/>
                    </a:cubicBezTo>
                    <a:cubicBezTo>
                      <a:pt x="209" y="0"/>
                      <a:pt x="209" y="0"/>
                      <a:pt x="209" y="0"/>
                    </a:cubicBezTo>
                  </a:path>
                </a:pathLst>
              </a:cu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9606" tIns="44802" rIns="89606" bIns="44802" numCol="1" anchor="t" anchorCtr="0" compatLnSpc="1">
                <a:prstTxWarp prst="textNoShape">
                  <a:avLst/>
                </a:prstTxWarp>
              </a:bodyPr>
              <a:lstStyle/>
              <a:p>
                <a:pPr defTabSz="914005">
                  <a:defRPr/>
                </a:pPr>
                <a:endParaRPr lang="en-US" sz="1764">
                  <a:solidFill>
                    <a:srgbClr val="404040"/>
                  </a:solidFill>
                  <a:latin typeface="Segoe UI"/>
                </a:endParaRPr>
              </a:p>
            </p:txBody>
          </p:sp>
          <p:sp>
            <p:nvSpPr>
              <p:cNvPr id="142" name="Freeform 467"/>
              <p:cNvSpPr>
                <a:spLocks noEditPoints="1"/>
              </p:cNvSpPr>
              <p:nvPr/>
            </p:nvSpPr>
            <p:spPr bwMode="auto">
              <a:xfrm>
                <a:off x="6783388" y="1831975"/>
                <a:ext cx="1047750" cy="579438"/>
              </a:xfrm>
              <a:custGeom>
                <a:avLst/>
                <a:gdLst>
                  <a:gd name="T0" fmla="*/ 242 w 433"/>
                  <a:gd name="T1" fmla="*/ 192 h 239"/>
                  <a:gd name="T2" fmla="*/ 343 w 433"/>
                  <a:gd name="T3" fmla="*/ 208 h 239"/>
                  <a:gd name="T4" fmla="*/ 34 w 433"/>
                  <a:gd name="T5" fmla="*/ 208 h 239"/>
                  <a:gd name="T6" fmla="*/ 83 w 433"/>
                  <a:gd name="T7" fmla="*/ 159 h 239"/>
                  <a:gd name="T8" fmla="*/ 34 w 433"/>
                  <a:gd name="T9" fmla="*/ 208 h 239"/>
                  <a:gd name="T10" fmla="*/ 87 w 433"/>
                  <a:gd name="T11" fmla="*/ 159 h 239"/>
                  <a:gd name="T12" fmla="*/ 136 w 433"/>
                  <a:gd name="T13" fmla="*/ 208 h 239"/>
                  <a:gd name="T14" fmla="*/ 139 w 433"/>
                  <a:gd name="T15" fmla="*/ 208 h 239"/>
                  <a:gd name="T16" fmla="*/ 240 w 433"/>
                  <a:gd name="T17" fmla="*/ 159 h 239"/>
                  <a:gd name="T18" fmla="*/ 139 w 433"/>
                  <a:gd name="T19" fmla="*/ 208 h 239"/>
                  <a:gd name="T20" fmla="*/ 242 w 433"/>
                  <a:gd name="T21" fmla="*/ 159 h 239"/>
                  <a:gd name="T22" fmla="*/ 343 w 433"/>
                  <a:gd name="T23" fmla="*/ 192 h 239"/>
                  <a:gd name="T24" fmla="*/ 34 w 433"/>
                  <a:gd name="T25" fmla="*/ 156 h 239"/>
                  <a:gd name="T26" fmla="*/ 83 w 433"/>
                  <a:gd name="T27" fmla="*/ 107 h 239"/>
                  <a:gd name="T28" fmla="*/ 34 w 433"/>
                  <a:gd name="T29" fmla="*/ 156 h 239"/>
                  <a:gd name="T30" fmla="*/ 86 w 433"/>
                  <a:gd name="T31" fmla="*/ 132 h 239"/>
                  <a:gd name="T32" fmla="*/ 111 w 433"/>
                  <a:gd name="T33" fmla="*/ 107 h 239"/>
                  <a:gd name="T34" fmla="*/ 135 w 433"/>
                  <a:gd name="T35" fmla="*/ 132 h 239"/>
                  <a:gd name="T36" fmla="*/ 111 w 433"/>
                  <a:gd name="T37" fmla="*/ 156 h 239"/>
                  <a:gd name="T38" fmla="*/ 139 w 433"/>
                  <a:gd name="T39" fmla="*/ 156 h 239"/>
                  <a:gd name="T40" fmla="*/ 240 w 433"/>
                  <a:gd name="T41" fmla="*/ 107 h 239"/>
                  <a:gd name="T42" fmla="*/ 139 w 433"/>
                  <a:gd name="T43" fmla="*/ 156 h 239"/>
                  <a:gd name="T44" fmla="*/ 243 w 433"/>
                  <a:gd name="T45" fmla="*/ 107 h 239"/>
                  <a:gd name="T46" fmla="*/ 292 w 433"/>
                  <a:gd name="T47" fmla="*/ 156 h 239"/>
                  <a:gd name="T48" fmla="*/ 34 w 433"/>
                  <a:gd name="T49" fmla="*/ 104 h 239"/>
                  <a:gd name="T50" fmla="*/ 135 w 433"/>
                  <a:gd name="T51" fmla="*/ 55 h 239"/>
                  <a:gd name="T52" fmla="*/ 34 w 433"/>
                  <a:gd name="T53" fmla="*/ 104 h 239"/>
                  <a:gd name="T54" fmla="*/ 139 w 433"/>
                  <a:gd name="T55" fmla="*/ 55 h 239"/>
                  <a:gd name="T56" fmla="*/ 240 w 433"/>
                  <a:gd name="T57" fmla="*/ 104 h 239"/>
                  <a:gd name="T58" fmla="*/ 35 w 433"/>
                  <a:gd name="T59" fmla="*/ 30 h 239"/>
                  <a:gd name="T60" fmla="*/ 70 w 433"/>
                  <a:gd name="T61" fmla="*/ 17 h 239"/>
                  <a:gd name="T62" fmla="*/ 35 w 433"/>
                  <a:gd name="T63" fmla="*/ 30 h 239"/>
                  <a:gd name="T64" fmla="*/ 6 w 433"/>
                  <a:gd name="T65" fmla="*/ 0 h 239"/>
                  <a:gd name="T66" fmla="*/ 0 w 433"/>
                  <a:gd name="T67" fmla="*/ 233 h 239"/>
                  <a:gd name="T68" fmla="*/ 427 w 433"/>
                  <a:gd name="T69" fmla="*/ 239 h 239"/>
                  <a:gd name="T70" fmla="*/ 433 w 433"/>
                  <a:gd name="T71" fmla="*/ 226 h 239"/>
                  <a:gd name="T72" fmla="*/ 413 w 433"/>
                  <a:gd name="T73" fmla="*/ 208 h 239"/>
                  <a:gd name="T74" fmla="*/ 365 w 433"/>
                  <a:gd name="T75" fmla="*/ 159 h 239"/>
                  <a:gd name="T76" fmla="*/ 343 w 433"/>
                  <a:gd name="T77" fmla="*/ 136 h 239"/>
                  <a:gd name="T78" fmla="*/ 295 w 433"/>
                  <a:gd name="T79" fmla="*/ 156 h 239"/>
                  <a:gd name="T80" fmla="*/ 315 w 433"/>
                  <a:gd name="T81" fmla="*/ 107 h 239"/>
                  <a:gd name="T82" fmla="*/ 295 w 433"/>
                  <a:gd name="T83" fmla="*/ 104 h 239"/>
                  <a:gd name="T84" fmla="*/ 292 w 433"/>
                  <a:gd name="T85" fmla="*/ 84 h 239"/>
                  <a:gd name="T86" fmla="*/ 243 w 433"/>
                  <a:gd name="T87" fmla="*/ 104 h 239"/>
                  <a:gd name="T88" fmla="*/ 263 w 433"/>
                  <a:gd name="T89" fmla="*/ 55 h 2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433" h="239">
                    <a:moveTo>
                      <a:pt x="242" y="208"/>
                    </a:moveTo>
                    <a:cubicBezTo>
                      <a:pt x="242" y="192"/>
                      <a:pt x="242" y="192"/>
                      <a:pt x="242" y="192"/>
                    </a:cubicBezTo>
                    <a:cubicBezTo>
                      <a:pt x="343" y="192"/>
                      <a:pt x="343" y="192"/>
                      <a:pt x="343" y="192"/>
                    </a:cubicBezTo>
                    <a:cubicBezTo>
                      <a:pt x="343" y="208"/>
                      <a:pt x="343" y="208"/>
                      <a:pt x="343" y="208"/>
                    </a:cubicBezTo>
                    <a:cubicBezTo>
                      <a:pt x="242" y="208"/>
                      <a:pt x="242" y="208"/>
                      <a:pt x="242" y="208"/>
                    </a:cubicBezTo>
                    <a:moveTo>
                      <a:pt x="34" y="208"/>
                    </a:moveTo>
                    <a:cubicBezTo>
                      <a:pt x="34" y="159"/>
                      <a:pt x="34" y="159"/>
                      <a:pt x="34" y="159"/>
                    </a:cubicBezTo>
                    <a:cubicBezTo>
                      <a:pt x="83" y="159"/>
                      <a:pt x="83" y="159"/>
                      <a:pt x="83" y="159"/>
                    </a:cubicBezTo>
                    <a:cubicBezTo>
                      <a:pt x="83" y="208"/>
                      <a:pt x="83" y="208"/>
                      <a:pt x="83" y="208"/>
                    </a:cubicBezTo>
                    <a:cubicBezTo>
                      <a:pt x="34" y="208"/>
                      <a:pt x="34" y="208"/>
                      <a:pt x="34" y="208"/>
                    </a:cubicBezTo>
                    <a:moveTo>
                      <a:pt x="87" y="208"/>
                    </a:moveTo>
                    <a:cubicBezTo>
                      <a:pt x="87" y="159"/>
                      <a:pt x="87" y="159"/>
                      <a:pt x="87" y="159"/>
                    </a:cubicBezTo>
                    <a:cubicBezTo>
                      <a:pt x="136" y="159"/>
                      <a:pt x="136" y="159"/>
                      <a:pt x="136" y="159"/>
                    </a:cubicBezTo>
                    <a:cubicBezTo>
                      <a:pt x="136" y="208"/>
                      <a:pt x="136" y="208"/>
                      <a:pt x="136" y="208"/>
                    </a:cubicBezTo>
                    <a:cubicBezTo>
                      <a:pt x="87" y="208"/>
                      <a:pt x="87" y="208"/>
                      <a:pt x="87" y="208"/>
                    </a:cubicBezTo>
                    <a:moveTo>
                      <a:pt x="139" y="208"/>
                    </a:moveTo>
                    <a:cubicBezTo>
                      <a:pt x="139" y="159"/>
                      <a:pt x="139" y="159"/>
                      <a:pt x="139" y="159"/>
                    </a:cubicBezTo>
                    <a:cubicBezTo>
                      <a:pt x="240" y="159"/>
                      <a:pt x="240" y="159"/>
                      <a:pt x="240" y="159"/>
                    </a:cubicBezTo>
                    <a:cubicBezTo>
                      <a:pt x="240" y="208"/>
                      <a:pt x="240" y="208"/>
                      <a:pt x="240" y="208"/>
                    </a:cubicBezTo>
                    <a:cubicBezTo>
                      <a:pt x="139" y="208"/>
                      <a:pt x="139" y="208"/>
                      <a:pt x="139" y="208"/>
                    </a:cubicBezTo>
                    <a:moveTo>
                      <a:pt x="242" y="192"/>
                    </a:moveTo>
                    <a:cubicBezTo>
                      <a:pt x="242" y="159"/>
                      <a:pt x="242" y="159"/>
                      <a:pt x="242" y="159"/>
                    </a:cubicBezTo>
                    <a:cubicBezTo>
                      <a:pt x="343" y="159"/>
                      <a:pt x="343" y="159"/>
                      <a:pt x="343" y="159"/>
                    </a:cubicBezTo>
                    <a:cubicBezTo>
                      <a:pt x="343" y="192"/>
                      <a:pt x="343" y="192"/>
                      <a:pt x="343" y="192"/>
                    </a:cubicBezTo>
                    <a:cubicBezTo>
                      <a:pt x="242" y="192"/>
                      <a:pt x="242" y="192"/>
                      <a:pt x="242" y="192"/>
                    </a:cubicBezTo>
                    <a:moveTo>
                      <a:pt x="34" y="156"/>
                    </a:moveTo>
                    <a:cubicBezTo>
                      <a:pt x="34" y="107"/>
                      <a:pt x="34" y="107"/>
                      <a:pt x="34" y="107"/>
                    </a:cubicBezTo>
                    <a:cubicBezTo>
                      <a:pt x="83" y="107"/>
                      <a:pt x="83" y="107"/>
                      <a:pt x="83" y="107"/>
                    </a:cubicBezTo>
                    <a:cubicBezTo>
                      <a:pt x="83" y="156"/>
                      <a:pt x="83" y="156"/>
                      <a:pt x="83" y="156"/>
                    </a:cubicBezTo>
                    <a:cubicBezTo>
                      <a:pt x="34" y="156"/>
                      <a:pt x="34" y="156"/>
                      <a:pt x="34" y="156"/>
                    </a:cubicBezTo>
                    <a:moveTo>
                      <a:pt x="86" y="156"/>
                    </a:moveTo>
                    <a:cubicBezTo>
                      <a:pt x="86" y="132"/>
                      <a:pt x="86" y="132"/>
                      <a:pt x="86" y="132"/>
                    </a:cubicBezTo>
                    <a:cubicBezTo>
                      <a:pt x="86" y="107"/>
                      <a:pt x="86" y="107"/>
                      <a:pt x="86" y="107"/>
                    </a:cubicBezTo>
                    <a:cubicBezTo>
                      <a:pt x="111" y="107"/>
                      <a:pt x="111" y="107"/>
                      <a:pt x="111" y="107"/>
                    </a:cubicBezTo>
                    <a:cubicBezTo>
                      <a:pt x="135" y="107"/>
                      <a:pt x="135" y="107"/>
                      <a:pt x="135" y="107"/>
                    </a:cubicBezTo>
                    <a:cubicBezTo>
                      <a:pt x="135" y="132"/>
                      <a:pt x="135" y="132"/>
                      <a:pt x="135" y="132"/>
                    </a:cubicBezTo>
                    <a:cubicBezTo>
                      <a:pt x="135" y="156"/>
                      <a:pt x="135" y="156"/>
                      <a:pt x="135" y="156"/>
                    </a:cubicBezTo>
                    <a:cubicBezTo>
                      <a:pt x="111" y="156"/>
                      <a:pt x="111" y="156"/>
                      <a:pt x="111" y="156"/>
                    </a:cubicBezTo>
                    <a:cubicBezTo>
                      <a:pt x="86" y="156"/>
                      <a:pt x="86" y="156"/>
                      <a:pt x="86" y="156"/>
                    </a:cubicBezTo>
                    <a:moveTo>
                      <a:pt x="139" y="156"/>
                    </a:moveTo>
                    <a:cubicBezTo>
                      <a:pt x="139" y="107"/>
                      <a:pt x="139" y="107"/>
                      <a:pt x="139" y="107"/>
                    </a:cubicBezTo>
                    <a:cubicBezTo>
                      <a:pt x="240" y="107"/>
                      <a:pt x="240" y="107"/>
                      <a:pt x="240" y="107"/>
                    </a:cubicBezTo>
                    <a:cubicBezTo>
                      <a:pt x="240" y="156"/>
                      <a:pt x="240" y="156"/>
                      <a:pt x="240" y="156"/>
                    </a:cubicBezTo>
                    <a:cubicBezTo>
                      <a:pt x="139" y="156"/>
                      <a:pt x="139" y="156"/>
                      <a:pt x="139" y="156"/>
                    </a:cubicBezTo>
                    <a:moveTo>
                      <a:pt x="243" y="156"/>
                    </a:moveTo>
                    <a:cubicBezTo>
                      <a:pt x="243" y="107"/>
                      <a:pt x="243" y="107"/>
                      <a:pt x="243" y="107"/>
                    </a:cubicBezTo>
                    <a:cubicBezTo>
                      <a:pt x="292" y="107"/>
                      <a:pt x="292" y="107"/>
                      <a:pt x="292" y="107"/>
                    </a:cubicBezTo>
                    <a:cubicBezTo>
                      <a:pt x="292" y="156"/>
                      <a:pt x="292" y="156"/>
                      <a:pt x="292" y="156"/>
                    </a:cubicBezTo>
                    <a:cubicBezTo>
                      <a:pt x="243" y="156"/>
                      <a:pt x="243" y="156"/>
                      <a:pt x="243" y="156"/>
                    </a:cubicBezTo>
                    <a:moveTo>
                      <a:pt x="34" y="104"/>
                    </a:moveTo>
                    <a:cubicBezTo>
                      <a:pt x="34" y="55"/>
                      <a:pt x="34" y="55"/>
                      <a:pt x="34" y="55"/>
                    </a:cubicBezTo>
                    <a:cubicBezTo>
                      <a:pt x="135" y="55"/>
                      <a:pt x="135" y="55"/>
                      <a:pt x="135" y="55"/>
                    </a:cubicBezTo>
                    <a:cubicBezTo>
                      <a:pt x="135" y="104"/>
                      <a:pt x="135" y="104"/>
                      <a:pt x="135" y="104"/>
                    </a:cubicBezTo>
                    <a:cubicBezTo>
                      <a:pt x="34" y="104"/>
                      <a:pt x="34" y="104"/>
                      <a:pt x="34" y="104"/>
                    </a:cubicBezTo>
                    <a:moveTo>
                      <a:pt x="139" y="104"/>
                    </a:moveTo>
                    <a:cubicBezTo>
                      <a:pt x="139" y="55"/>
                      <a:pt x="139" y="55"/>
                      <a:pt x="139" y="55"/>
                    </a:cubicBezTo>
                    <a:cubicBezTo>
                      <a:pt x="240" y="55"/>
                      <a:pt x="240" y="55"/>
                      <a:pt x="240" y="55"/>
                    </a:cubicBezTo>
                    <a:cubicBezTo>
                      <a:pt x="240" y="104"/>
                      <a:pt x="240" y="104"/>
                      <a:pt x="240" y="104"/>
                    </a:cubicBezTo>
                    <a:cubicBezTo>
                      <a:pt x="139" y="104"/>
                      <a:pt x="139" y="104"/>
                      <a:pt x="139" y="104"/>
                    </a:cubicBezTo>
                    <a:moveTo>
                      <a:pt x="35" y="30"/>
                    </a:moveTo>
                    <a:cubicBezTo>
                      <a:pt x="35" y="17"/>
                      <a:pt x="35" y="17"/>
                      <a:pt x="35" y="17"/>
                    </a:cubicBezTo>
                    <a:cubicBezTo>
                      <a:pt x="70" y="17"/>
                      <a:pt x="70" y="17"/>
                      <a:pt x="70" y="17"/>
                    </a:cubicBezTo>
                    <a:cubicBezTo>
                      <a:pt x="70" y="30"/>
                      <a:pt x="70" y="30"/>
                      <a:pt x="70" y="30"/>
                    </a:cubicBezTo>
                    <a:cubicBezTo>
                      <a:pt x="35" y="30"/>
                      <a:pt x="35" y="30"/>
                      <a:pt x="35" y="30"/>
                    </a:cubicBezTo>
                    <a:moveTo>
                      <a:pt x="208" y="0"/>
                    </a:moveTo>
                    <a:cubicBezTo>
                      <a:pt x="6" y="0"/>
                      <a:pt x="6" y="0"/>
                      <a:pt x="6" y="0"/>
                    </a:cubicBezTo>
                    <a:cubicBezTo>
                      <a:pt x="3" y="0"/>
                      <a:pt x="0" y="3"/>
                      <a:pt x="0" y="6"/>
                    </a:cubicBezTo>
                    <a:cubicBezTo>
                      <a:pt x="0" y="233"/>
                      <a:pt x="0" y="233"/>
                      <a:pt x="0" y="233"/>
                    </a:cubicBezTo>
                    <a:cubicBezTo>
                      <a:pt x="0" y="236"/>
                      <a:pt x="3" y="239"/>
                      <a:pt x="6" y="239"/>
                    </a:cubicBezTo>
                    <a:cubicBezTo>
                      <a:pt x="427" y="239"/>
                      <a:pt x="427" y="239"/>
                      <a:pt x="427" y="239"/>
                    </a:cubicBezTo>
                    <a:cubicBezTo>
                      <a:pt x="431" y="239"/>
                      <a:pt x="433" y="236"/>
                      <a:pt x="433" y="233"/>
                    </a:cubicBezTo>
                    <a:cubicBezTo>
                      <a:pt x="433" y="226"/>
                      <a:pt x="433" y="226"/>
                      <a:pt x="433" y="226"/>
                    </a:cubicBezTo>
                    <a:cubicBezTo>
                      <a:pt x="413" y="206"/>
                      <a:pt x="413" y="206"/>
                      <a:pt x="413" y="206"/>
                    </a:cubicBezTo>
                    <a:cubicBezTo>
                      <a:pt x="413" y="208"/>
                      <a:pt x="413" y="208"/>
                      <a:pt x="413" y="208"/>
                    </a:cubicBezTo>
                    <a:cubicBezTo>
                      <a:pt x="365" y="208"/>
                      <a:pt x="365" y="208"/>
                      <a:pt x="365" y="208"/>
                    </a:cubicBezTo>
                    <a:cubicBezTo>
                      <a:pt x="365" y="159"/>
                      <a:pt x="365" y="159"/>
                      <a:pt x="365" y="159"/>
                    </a:cubicBezTo>
                    <a:cubicBezTo>
                      <a:pt x="366" y="159"/>
                      <a:pt x="366" y="159"/>
                      <a:pt x="366" y="159"/>
                    </a:cubicBezTo>
                    <a:cubicBezTo>
                      <a:pt x="343" y="136"/>
                      <a:pt x="343" y="136"/>
                      <a:pt x="343" y="136"/>
                    </a:cubicBezTo>
                    <a:cubicBezTo>
                      <a:pt x="343" y="156"/>
                      <a:pt x="343" y="156"/>
                      <a:pt x="343" y="156"/>
                    </a:cubicBezTo>
                    <a:cubicBezTo>
                      <a:pt x="295" y="156"/>
                      <a:pt x="295" y="156"/>
                      <a:pt x="295" y="156"/>
                    </a:cubicBezTo>
                    <a:cubicBezTo>
                      <a:pt x="295" y="107"/>
                      <a:pt x="295" y="107"/>
                      <a:pt x="295" y="107"/>
                    </a:cubicBezTo>
                    <a:cubicBezTo>
                      <a:pt x="315" y="107"/>
                      <a:pt x="315" y="107"/>
                      <a:pt x="315" y="107"/>
                    </a:cubicBezTo>
                    <a:cubicBezTo>
                      <a:pt x="311" y="104"/>
                      <a:pt x="311" y="104"/>
                      <a:pt x="311" y="104"/>
                    </a:cubicBezTo>
                    <a:cubicBezTo>
                      <a:pt x="295" y="104"/>
                      <a:pt x="295" y="104"/>
                      <a:pt x="295" y="104"/>
                    </a:cubicBezTo>
                    <a:cubicBezTo>
                      <a:pt x="295" y="87"/>
                      <a:pt x="295" y="87"/>
                      <a:pt x="295" y="87"/>
                    </a:cubicBezTo>
                    <a:cubicBezTo>
                      <a:pt x="292" y="84"/>
                      <a:pt x="292" y="84"/>
                      <a:pt x="292" y="84"/>
                    </a:cubicBezTo>
                    <a:cubicBezTo>
                      <a:pt x="292" y="104"/>
                      <a:pt x="292" y="104"/>
                      <a:pt x="292" y="104"/>
                    </a:cubicBezTo>
                    <a:cubicBezTo>
                      <a:pt x="243" y="104"/>
                      <a:pt x="243" y="104"/>
                      <a:pt x="243" y="104"/>
                    </a:cubicBezTo>
                    <a:cubicBezTo>
                      <a:pt x="243" y="55"/>
                      <a:pt x="243" y="55"/>
                      <a:pt x="243" y="55"/>
                    </a:cubicBezTo>
                    <a:cubicBezTo>
                      <a:pt x="263" y="55"/>
                      <a:pt x="263" y="55"/>
                      <a:pt x="263" y="55"/>
                    </a:cubicBezTo>
                    <a:cubicBezTo>
                      <a:pt x="208" y="0"/>
                      <a:pt x="208" y="0"/>
                      <a:pt x="208" y="0"/>
                    </a:cubicBezTo>
                  </a:path>
                </a:pathLst>
              </a:custGeom>
              <a:solidFill>
                <a:srgbClr val="F033A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9606" tIns="44802" rIns="89606" bIns="44802" numCol="1" anchor="t" anchorCtr="0" compatLnSpc="1">
                <a:prstTxWarp prst="textNoShape">
                  <a:avLst/>
                </a:prstTxWarp>
              </a:bodyPr>
              <a:lstStyle/>
              <a:p>
                <a:pPr defTabSz="914005">
                  <a:defRPr/>
                </a:pPr>
                <a:endParaRPr lang="en-US" sz="1764">
                  <a:solidFill>
                    <a:srgbClr val="404040"/>
                  </a:solidFill>
                  <a:latin typeface="Segoe UI"/>
                </a:endParaRPr>
              </a:p>
            </p:txBody>
          </p:sp>
          <p:sp>
            <p:nvSpPr>
              <p:cNvPr id="143" name="Rectangle 468"/>
              <p:cNvSpPr>
                <a:spLocks noChangeArrowheads="1"/>
              </p:cNvSpPr>
              <p:nvPr/>
            </p:nvSpPr>
            <p:spPr bwMode="auto">
              <a:xfrm>
                <a:off x="6865938" y="1965325"/>
                <a:ext cx="244475" cy="11906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89606" tIns="44802" rIns="89606" bIns="44802" numCol="1" anchor="t" anchorCtr="0" compatLnSpc="1">
                <a:prstTxWarp prst="textNoShape">
                  <a:avLst/>
                </a:prstTxWarp>
              </a:bodyPr>
              <a:lstStyle/>
              <a:p>
                <a:pPr defTabSz="914005">
                  <a:defRPr/>
                </a:pPr>
                <a:endParaRPr lang="en-US" sz="1764">
                  <a:solidFill>
                    <a:srgbClr val="404040"/>
                  </a:solidFill>
                  <a:latin typeface="Segoe UI"/>
                </a:endParaRPr>
              </a:p>
            </p:txBody>
          </p:sp>
          <p:sp>
            <p:nvSpPr>
              <p:cNvPr id="144" name="Rectangle 469"/>
              <p:cNvSpPr>
                <a:spLocks noChangeArrowheads="1"/>
              </p:cNvSpPr>
              <p:nvPr/>
            </p:nvSpPr>
            <p:spPr bwMode="auto">
              <a:xfrm>
                <a:off x="6865938" y="1965325"/>
                <a:ext cx="244475" cy="119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89606" tIns="44802" rIns="89606" bIns="44802" numCol="1" anchor="t" anchorCtr="0" compatLnSpc="1">
                <a:prstTxWarp prst="textNoShape">
                  <a:avLst/>
                </a:prstTxWarp>
              </a:bodyPr>
              <a:lstStyle/>
              <a:p>
                <a:pPr defTabSz="914005">
                  <a:defRPr/>
                </a:pPr>
                <a:endParaRPr lang="en-US" sz="1764">
                  <a:solidFill>
                    <a:srgbClr val="404040"/>
                  </a:solidFill>
                  <a:latin typeface="Segoe UI"/>
                </a:endParaRPr>
              </a:p>
            </p:txBody>
          </p:sp>
          <p:sp>
            <p:nvSpPr>
              <p:cNvPr id="145" name="Rectangle 470"/>
              <p:cNvSpPr>
                <a:spLocks noChangeArrowheads="1"/>
              </p:cNvSpPr>
              <p:nvPr/>
            </p:nvSpPr>
            <p:spPr bwMode="auto">
              <a:xfrm>
                <a:off x="7119938" y="1965325"/>
                <a:ext cx="244475" cy="119063"/>
              </a:xfrm>
              <a:prstGeom prst="rect">
                <a:avLst/>
              </a:prstGeom>
              <a:solidFill>
                <a:srgbClr val="AC5EA9"/>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89606" tIns="44802" rIns="89606" bIns="44802" numCol="1" anchor="t" anchorCtr="0" compatLnSpc="1">
                <a:prstTxWarp prst="textNoShape">
                  <a:avLst/>
                </a:prstTxWarp>
              </a:bodyPr>
              <a:lstStyle/>
              <a:p>
                <a:pPr defTabSz="914005">
                  <a:defRPr/>
                </a:pPr>
                <a:endParaRPr lang="en-US" sz="1764">
                  <a:solidFill>
                    <a:srgbClr val="404040"/>
                  </a:solidFill>
                  <a:latin typeface="Segoe UI"/>
                </a:endParaRPr>
              </a:p>
            </p:txBody>
          </p:sp>
          <p:sp>
            <p:nvSpPr>
              <p:cNvPr id="146" name="Rectangle 471"/>
              <p:cNvSpPr>
                <a:spLocks noChangeArrowheads="1"/>
              </p:cNvSpPr>
              <p:nvPr/>
            </p:nvSpPr>
            <p:spPr bwMode="auto">
              <a:xfrm>
                <a:off x="7119938" y="1965325"/>
                <a:ext cx="244475" cy="119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89606" tIns="44802" rIns="89606" bIns="44802" numCol="1" anchor="t" anchorCtr="0" compatLnSpc="1">
                <a:prstTxWarp prst="textNoShape">
                  <a:avLst/>
                </a:prstTxWarp>
              </a:bodyPr>
              <a:lstStyle/>
              <a:p>
                <a:pPr defTabSz="914005">
                  <a:defRPr/>
                </a:pPr>
                <a:endParaRPr lang="en-US" sz="1764">
                  <a:solidFill>
                    <a:srgbClr val="404040"/>
                  </a:solidFill>
                  <a:latin typeface="Segoe UI"/>
                </a:endParaRPr>
              </a:p>
            </p:txBody>
          </p:sp>
          <p:sp>
            <p:nvSpPr>
              <p:cNvPr id="147" name="Freeform 472"/>
              <p:cNvSpPr>
                <a:spLocks/>
              </p:cNvSpPr>
              <p:nvPr/>
            </p:nvSpPr>
            <p:spPr bwMode="auto">
              <a:xfrm>
                <a:off x="7372351" y="1965325"/>
                <a:ext cx="117475" cy="119063"/>
              </a:xfrm>
              <a:custGeom>
                <a:avLst/>
                <a:gdLst>
                  <a:gd name="T0" fmla="*/ 30 w 74"/>
                  <a:gd name="T1" fmla="*/ 0 h 75"/>
                  <a:gd name="T2" fmla="*/ 0 w 74"/>
                  <a:gd name="T3" fmla="*/ 0 h 75"/>
                  <a:gd name="T4" fmla="*/ 0 w 74"/>
                  <a:gd name="T5" fmla="*/ 75 h 75"/>
                  <a:gd name="T6" fmla="*/ 74 w 74"/>
                  <a:gd name="T7" fmla="*/ 75 h 75"/>
                  <a:gd name="T8" fmla="*/ 74 w 74"/>
                  <a:gd name="T9" fmla="*/ 44 h 75"/>
                  <a:gd name="T10" fmla="*/ 30 w 74"/>
                  <a:gd name="T11" fmla="*/ 0 h 75"/>
                </a:gdLst>
                <a:ahLst/>
                <a:cxnLst>
                  <a:cxn ang="0">
                    <a:pos x="T0" y="T1"/>
                  </a:cxn>
                  <a:cxn ang="0">
                    <a:pos x="T2" y="T3"/>
                  </a:cxn>
                  <a:cxn ang="0">
                    <a:pos x="T4" y="T5"/>
                  </a:cxn>
                  <a:cxn ang="0">
                    <a:pos x="T6" y="T7"/>
                  </a:cxn>
                  <a:cxn ang="0">
                    <a:pos x="T8" y="T9"/>
                  </a:cxn>
                  <a:cxn ang="0">
                    <a:pos x="T10" y="T11"/>
                  </a:cxn>
                </a:cxnLst>
                <a:rect l="0" t="0" r="r" b="b"/>
                <a:pathLst>
                  <a:path w="74" h="75">
                    <a:moveTo>
                      <a:pt x="30" y="0"/>
                    </a:moveTo>
                    <a:lnTo>
                      <a:pt x="0" y="0"/>
                    </a:lnTo>
                    <a:lnTo>
                      <a:pt x="0" y="75"/>
                    </a:lnTo>
                    <a:lnTo>
                      <a:pt x="74" y="75"/>
                    </a:lnTo>
                    <a:lnTo>
                      <a:pt x="74" y="44"/>
                    </a:lnTo>
                    <a:lnTo>
                      <a:pt x="30" y="0"/>
                    </a:lnTo>
                    <a:close/>
                  </a:path>
                </a:pathLst>
              </a:custGeom>
              <a:solidFill>
                <a:srgbClr val="3346A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9606" tIns="44802" rIns="89606" bIns="44802" numCol="1" anchor="t" anchorCtr="0" compatLnSpc="1">
                <a:prstTxWarp prst="textNoShape">
                  <a:avLst/>
                </a:prstTxWarp>
              </a:bodyPr>
              <a:lstStyle/>
              <a:p>
                <a:pPr defTabSz="914005">
                  <a:defRPr/>
                </a:pPr>
                <a:endParaRPr lang="en-US" sz="1764">
                  <a:solidFill>
                    <a:srgbClr val="404040"/>
                  </a:solidFill>
                  <a:latin typeface="Segoe UI"/>
                </a:endParaRPr>
              </a:p>
            </p:txBody>
          </p:sp>
          <p:sp>
            <p:nvSpPr>
              <p:cNvPr id="148" name="Freeform 473"/>
              <p:cNvSpPr>
                <a:spLocks/>
              </p:cNvSpPr>
              <p:nvPr/>
            </p:nvSpPr>
            <p:spPr bwMode="auto">
              <a:xfrm>
                <a:off x="7372351" y="1965325"/>
                <a:ext cx="117475" cy="119063"/>
              </a:xfrm>
              <a:custGeom>
                <a:avLst/>
                <a:gdLst>
                  <a:gd name="T0" fmla="*/ 30 w 74"/>
                  <a:gd name="T1" fmla="*/ 0 h 75"/>
                  <a:gd name="T2" fmla="*/ 0 w 74"/>
                  <a:gd name="T3" fmla="*/ 0 h 75"/>
                  <a:gd name="T4" fmla="*/ 0 w 74"/>
                  <a:gd name="T5" fmla="*/ 75 h 75"/>
                  <a:gd name="T6" fmla="*/ 74 w 74"/>
                  <a:gd name="T7" fmla="*/ 75 h 75"/>
                  <a:gd name="T8" fmla="*/ 74 w 74"/>
                  <a:gd name="T9" fmla="*/ 44 h 75"/>
                  <a:gd name="T10" fmla="*/ 30 w 74"/>
                  <a:gd name="T11" fmla="*/ 0 h 75"/>
                </a:gdLst>
                <a:ahLst/>
                <a:cxnLst>
                  <a:cxn ang="0">
                    <a:pos x="T0" y="T1"/>
                  </a:cxn>
                  <a:cxn ang="0">
                    <a:pos x="T2" y="T3"/>
                  </a:cxn>
                  <a:cxn ang="0">
                    <a:pos x="T4" y="T5"/>
                  </a:cxn>
                  <a:cxn ang="0">
                    <a:pos x="T6" y="T7"/>
                  </a:cxn>
                  <a:cxn ang="0">
                    <a:pos x="T8" y="T9"/>
                  </a:cxn>
                  <a:cxn ang="0">
                    <a:pos x="T10" y="T11"/>
                  </a:cxn>
                </a:cxnLst>
                <a:rect l="0" t="0" r="r" b="b"/>
                <a:pathLst>
                  <a:path w="74" h="75">
                    <a:moveTo>
                      <a:pt x="30" y="0"/>
                    </a:moveTo>
                    <a:lnTo>
                      <a:pt x="0" y="0"/>
                    </a:lnTo>
                    <a:lnTo>
                      <a:pt x="0" y="75"/>
                    </a:lnTo>
                    <a:lnTo>
                      <a:pt x="74" y="75"/>
                    </a:lnTo>
                    <a:lnTo>
                      <a:pt x="74" y="44"/>
                    </a:lnTo>
                    <a:lnTo>
                      <a:pt x="3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89606" tIns="44802" rIns="89606" bIns="44802" numCol="1" anchor="t" anchorCtr="0" compatLnSpc="1">
                <a:prstTxWarp prst="textNoShape">
                  <a:avLst/>
                </a:prstTxWarp>
              </a:bodyPr>
              <a:lstStyle/>
              <a:p>
                <a:pPr defTabSz="914005">
                  <a:defRPr/>
                </a:pPr>
                <a:endParaRPr lang="en-US" sz="1764">
                  <a:solidFill>
                    <a:srgbClr val="404040"/>
                  </a:solidFill>
                  <a:latin typeface="Segoe UI"/>
                </a:endParaRPr>
              </a:p>
            </p:txBody>
          </p:sp>
          <p:sp>
            <p:nvSpPr>
              <p:cNvPr id="149" name="Freeform 474"/>
              <p:cNvSpPr>
                <a:spLocks/>
              </p:cNvSpPr>
              <p:nvPr/>
            </p:nvSpPr>
            <p:spPr bwMode="auto">
              <a:xfrm>
                <a:off x="7497763" y="2043113"/>
                <a:ext cx="38100" cy="41275"/>
              </a:xfrm>
              <a:custGeom>
                <a:avLst/>
                <a:gdLst>
                  <a:gd name="T0" fmla="*/ 0 w 24"/>
                  <a:gd name="T1" fmla="*/ 0 h 26"/>
                  <a:gd name="T2" fmla="*/ 0 w 24"/>
                  <a:gd name="T3" fmla="*/ 26 h 26"/>
                  <a:gd name="T4" fmla="*/ 24 w 24"/>
                  <a:gd name="T5" fmla="*/ 26 h 26"/>
                  <a:gd name="T6" fmla="*/ 0 w 24"/>
                  <a:gd name="T7" fmla="*/ 0 h 26"/>
                </a:gdLst>
                <a:ahLst/>
                <a:cxnLst>
                  <a:cxn ang="0">
                    <a:pos x="T0" y="T1"/>
                  </a:cxn>
                  <a:cxn ang="0">
                    <a:pos x="T2" y="T3"/>
                  </a:cxn>
                  <a:cxn ang="0">
                    <a:pos x="T4" y="T5"/>
                  </a:cxn>
                  <a:cxn ang="0">
                    <a:pos x="T6" y="T7"/>
                  </a:cxn>
                </a:cxnLst>
                <a:rect l="0" t="0" r="r" b="b"/>
                <a:pathLst>
                  <a:path w="24" h="26">
                    <a:moveTo>
                      <a:pt x="0" y="0"/>
                    </a:moveTo>
                    <a:lnTo>
                      <a:pt x="0" y="26"/>
                    </a:lnTo>
                    <a:lnTo>
                      <a:pt x="24" y="26"/>
                    </a:lnTo>
                    <a:lnTo>
                      <a:pt x="0" y="0"/>
                    </a:lnTo>
                    <a:close/>
                  </a:path>
                </a:pathLst>
              </a:custGeom>
              <a:solidFill>
                <a:srgbClr val="99C83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9606" tIns="44802" rIns="89606" bIns="44802" numCol="1" anchor="t" anchorCtr="0" compatLnSpc="1">
                <a:prstTxWarp prst="textNoShape">
                  <a:avLst/>
                </a:prstTxWarp>
              </a:bodyPr>
              <a:lstStyle/>
              <a:p>
                <a:pPr defTabSz="914005">
                  <a:defRPr/>
                </a:pPr>
                <a:endParaRPr lang="en-US" sz="1764">
                  <a:solidFill>
                    <a:srgbClr val="404040"/>
                  </a:solidFill>
                  <a:latin typeface="Segoe UI"/>
                </a:endParaRPr>
              </a:p>
            </p:txBody>
          </p:sp>
          <p:sp>
            <p:nvSpPr>
              <p:cNvPr id="150" name="Freeform 475"/>
              <p:cNvSpPr>
                <a:spLocks/>
              </p:cNvSpPr>
              <p:nvPr/>
            </p:nvSpPr>
            <p:spPr bwMode="auto">
              <a:xfrm>
                <a:off x="7497763" y="2043113"/>
                <a:ext cx="38100" cy="41275"/>
              </a:xfrm>
              <a:custGeom>
                <a:avLst/>
                <a:gdLst>
                  <a:gd name="T0" fmla="*/ 0 w 24"/>
                  <a:gd name="T1" fmla="*/ 0 h 26"/>
                  <a:gd name="T2" fmla="*/ 0 w 24"/>
                  <a:gd name="T3" fmla="*/ 26 h 26"/>
                  <a:gd name="T4" fmla="*/ 24 w 24"/>
                  <a:gd name="T5" fmla="*/ 26 h 26"/>
                  <a:gd name="T6" fmla="*/ 0 w 24"/>
                  <a:gd name="T7" fmla="*/ 0 h 26"/>
                </a:gdLst>
                <a:ahLst/>
                <a:cxnLst>
                  <a:cxn ang="0">
                    <a:pos x="T0" y="T1"/>
                  </a:cxn>
                  <a:cxn ang="0">
                    <a:pos x="T2" y="T3"/>
                  </a:cxn>
                  <a:cxn ang="0">
                    <a:pos x="T4" y="T5"/>
                  </a:cxn>
                  <a:cxn ang="0">
                    <a:pos x="T6" y="T7"/>
                  </a:cxn>
                </a:cxnLst>
                <a:rect l="0" t="0" r="r" b="b"/>
                <a:pathLst>
                  <a:path w="24" h="26">
                    <a:moveTo>
                      <a:pt x="0" y="0"/>
                    </a:moveTo>
                    <a:lnTo>
                      <a:pt x="0" y="26"/>
                    </a:lnTo>
                    <a:lnTo>
                      <a:pt x="24" y="26"/>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89606" tIns="44802" rIns="89606" bIns="44802" numCol="1" anchor="t" anchorCtr="0" compatLnSpc="1">
                <a:prstTxWarp prst="textNoShape">
                  <a:avLst/>
                </a:prstTxWarp>
              </a:bodyPr>
              <a:lstStyle/>
              <a:p>
                <a:pPr defTabSz="914005">
                  <a:defRPr/>
                </a:pPr>
                <a:endParaRPr lang="en-US" sz="1764">
                  <a:solidFill>
                    <a:srgbClr val="404040"/>
                  </a:solidFill>
                  <a:latin typeface="Segoe UI"/>
                </a:endParaRPr>
              </a:p>
            </p:txBody>
          </p:sp>
          <p:sp>
            <p:nvSpPr>
              <p:cNvPr id="151" name="Rectangle 476"/>
              <p:cNvSpPr>
                <a:spLocks noChangeArrowheads="1"/>
              </p:cNvSpPr>
              <p:nvPr/>
            </p:nvSpPr>
            <p:spPr bwMode="auto">
              <a:xfrm>
                <a:off x="7372351" y="2090738"/>
                <a:ext cx="117475" cy="119063"/>
              </a:xfrm>
              <a:prstGeom prst="rect">
                <a:avLst/>
              </a:prstGeom>
              <a:solidFill>
                <a:srgbClr val="AC5EA9"/>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89606" tIns="44802" rIns="89606" bIns="44802" numCol="1" anchor="t" anchorCtr="0" compatLnSpc="1">
                <a:prstTxWarp prst="textNoShape">
                  <a:avLst/>
                </a:prstTxWarp>
              </a:bodyPr>
              <a:lstStyle/>
              <a:p>
                <a:pPr defTabSz="914005">
                  <a:defRPr/>
                </a:pPr>
                <a:endParaRPr lang="en-US" sz="1764">
                  <a:solidFill>
                    <a:srgbClr val="404040"/>
                  </a:solidFill>
                  <a:latin typeface="Segoe UI"/>
                </a:endParaRPr>
              </a:p>
            </p:txBody>
          </p:sp>
          <p:sp>
            <p:nvSpPr>
              <p:cNvPr id="152" name="Rectangle 477"/>
              <p:cNvSpPr>
                <a:spLocks noChangeArrowheads="1"/>
              </p:cNvSpPr>
              <p:nvPr/>
            </p:nvSpPr>
            <p:spPr bwMode="auto">
              <a:xfrm>
                <a:off x="7372351" y="2090738"/>
                <a:ext cx="117475" cy="119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89606" tIns="44802" rIns="89606" bIns="44802" numCol="1" anchor="t" anchorCtr="0" compatLnSpc="1">
                <a:prstTxWarp prst="textNoShape">
                  <a:avLst/>
                </a:prstTxWarp>
              </a:bodyPr>
              <a:lstStyle/>
              <a:p>
                <a:pPr defTabSz="914005">
                  <a:defRPr/>
                </a:pPr>
                <a:endParaRPr lang="en-US" sz="1764">
                  <a:solidFill>
                    <a:srgbClr val="404040"/>
                  </a:solidFill>
                  <a:latin typeface="Segoe UI"/>
                </a:endParaRPr>
              </a:p>
            </p:txBody>
          </p:sp>
          <p:sp>
            <p:nvSpPr>
              <p:cNvPr id="153" name="Rectangle 478"/>
              <p:cNvSpPr>
                <a:spLocks noChangeArrowheads="1"/>
              </p:cNvSpPr>
              <p:nvPr/>
            </p:nvSpPr>
            <p:spPr bwMode="auto">
              <a:xfrm>
                <a:off x="6865938" y="2090738"/>
                <a:ext cx="119063" cy="119063"/>
              </a:xfrm>
              <a:prstGeom prst="rect">
                <a:avLst/>
              </a:prstGeom>
              <a:solidFill>
                <a:srgbClr val="99C833"/>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89606" tIns="44802" rIns="89606" bIns="44802" numCol="1" anchor="t" anchorCtr="0" compatLnSpc="1">
                <a:prstTxWarp prst="textNoShape">
                  <a:avLst/>
                </a:prstTxWarp>
              </a:bodyPr>
              <a:lstStyle/>
              <a:p>
                <a:pPr defTabSz="914005">
                  <a:defRPr/>
                </a:pPr>
                <a:endParaRPr lang="en-US" sz="1764">
                  <a:solidFill>
                    <a:srgbClr val="404040"/>
                  </a:solidFill>
                  <a:latin typeface="Segoe UI"/>
                </a:endParaRPr>
              </a:p>
            </p:txBody>
          </p:sp>
          <p:sp>
            <p:nvSpPr>
              <p:cNvPr id="154" name="Rectangle 479"/>
              <p:cNvSpPr>
                <a:spLocks noChangeArrowheads="1"/>
              </p:cNvSpPr>
              <p:nvPr/>
            </p:nvSpPr>
            <p:spPr bwMode="auto">
              <a:xfrm>
                <a:off x="6865938" y="2090738"/>
                <a:ext cx="119063" cy="119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89606" tIns="44802" rIns="89606" bIns="44802" numCol="1" anchor="t" anchorCtr="0" compatLnSpc="1">
                <a:prstTxWarp prst="textNoShape">
                  <a:avLst/>
                </a:prstTxWarp>
              </a:bodyPr>
              <a:lstStyle/>
              <a:p>
                <a:pPr defTabSz="914005">
                  <a:defRPr/>
                </a:pPr>
                <a:endParaRPr lang="en-US" sz="1764">
                  <a:solidFill>
                    <a:srgbClr val="404040"/>
                  </a:solidFill>
                  <a:latin typeface="Segoe UI"/>
                </a:endParaRPr>
              </a:p>
            </p:txBody>
          </p:sp>
          <p:sp>
            <p:nvSpPr>
              <p:cNvPr id="155" name="Rectangle 480"/>
              <p:cNvSpPr>
                <a:spLocks noChangeArrowheads="1"/>
              </p:cNvSpPr>
              <p:nvPr/>
            </p:nvSpPr>
            <p:spPr bwMode="auto">
              <a:xfrm>
                <a:off x="6865938" y="2217738"/>
                <a:ext cx="119063" cy="119063"/>
              </a:xfrm>
              <a:prstGeom prst="rect">
                <a:avLst/>
              </a:prstGeom>
              <a:solidFill>
                <a:srgbClr val="33BDF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89606" tIns="44802" rIns="89606" bIns="44802" numCol="1" anchor="t" anchorCtr="0" compatLnSpc="1">
                <a:prstTxWarp prst="textNoShape">
                  <a:avLst/>
                </a:prstTxWarp>
              </a:bodyPr>
              <a:lstStyle/>
              <a:p>
                <a:pPr defTabSz="914005">
                  <a:defRPr/>
                </a:pPr>
                <a:endParaRPr lang="en-US" sz="1764">
                  <a:solidFill>
                    <a:srgbClr val="404040"/>
                  </a:solidFill>
                  <a:latin typeface="Segoe UI"/>
                </a:endParaRPr>
              </a:p>
            </p:txBody>
          </p:sp>
          <p:sp>
            <p:nvSpPr>
              <p:cNvPr id="156" name="Rectangle 481"/>
              <p:cNvSpPr>
                <a:spLocks noChangeArrowheads="1"/>
              </p:cNvSpPr>
              <p:nvPr/>
            </p:nvSpPr>
            <p:spPr bwMode="auto">
              <a:xfrm>
                <a:off x="6865938" y="2217738"/>
                <a:ext cx="119063" cy="119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89606" tIns="44802" rIns="89606" bIns="44802" numCol="1" anchor="t" anchorCtr="0" compatLnSpc="1">
                <a:prstTxWarp prst="textNoShape">
                  <a:avLst/>
                </a:prstTxWarp>
              </a:bodyPr>
              <a:lstStyle/>
              <a:p>
                <a:pPr defTabSz="914005">
                  <a:defRPr/>
                </a:pPr>
                <a:endParaRPr lang="en-US" sz="1764">
                  <a:solidFill>
                    <a:srgbClr val="404040"/>
                  </a:solidFill>
                  <a:latin typeface="Segoe UI"/>
                </a:endParaRPr>
              </a:p>
            </p:txBody>
          </p:sp>
          <p:sp>
            <p:nvSpPr>
              <p:cNvPr id="157" name="Rectangle 482"/>
              <p:cNvSpPr>
                <a:spLocks noChangeArrowheads="1"/>
              </p:cNvSpPr>
              <p:nvPr/>
            </p:nvSpPr>
            <p:spPr bwMode="auto">
              <a:xfrm>
                <a:off x="6994526" y="2217738"/>
                <a:ext cx="119063" cy="119063"/>
              </a:xfrm>
              <a:prstGeom prst="rect">
                <a:avLst/>
              </a:prstGeom>
              <a:solidFill>
                <a:srgbClr val="AC5EA9"/>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89606" tIns="44802" rIns="89606" bIns="44802" numCol="1" anchor="t" anchorCtr="0" compatLnSpc="1">
                <a:prstTxWarp prst="textNoShape">
                  <a:avLst/>
                </a:prstTxWarp>
              </a:bodyPr>
              <a:lstStyle/>
              <a:p>
                <a:pPr defTabSz="914005">
                  <a:defRPr/>
                </a:pPr>
                <a:endParaRPr lang="en-US" sz="1764">
                  <a:solidFill>
                    <a:srgbClr val="404040"/>
                  </a:solidFill>
                  <a:latin typeface="Segoe UI"/>
                </a:endParaRPr>
              </a:p>
            </p:txBody>
          </p:sp>
          <p:sp>
            <p:nvSpPr>
              <p:cNvPr id="158" name="Rectangle 483"/>
              <p:cNvSpPr>
                <a:spLocks noChangeArrowheads="1"/>
              </p:cNvSpPr>
              <p:nvPr/>
            </p:nvSpPr>
            <p:spPr bwMode="auto">
              <a:xfrm>
                <a:off x="6994526" y="2217738"/>
                <a:ext cx="119063" cy="119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89606" tIns="44802" rIns="89606" bIns="44802" numCol="1" anchor="t" anchorCtr="0" compatLnSpc="1">
                <a:prstTxWarp prst="textNoShape">
                  <a:avLst/>
                </a:prstTxWarp>
              </a:bodyPr>
              <a:lstStyle/>
              <a:p>
                <a:pPr defTabSz="914005">
                  <a:defRPr/>
                </a:pPr>
                <a:endParaRPr lang="en-US" sz="1764">
                  <a:solidFill>
                    <a:srgbClr val="404040"/>
                  </a:solidFill>
                  <a:latin typeface="Segoe UI"/>
                </a:endParaRPr>
              </a:p>
            </p:txBody>
          </p:sp>
          <p:sp>
            <p:nvSpPr>
              <p:cNvPr id="159" name="Rectangle 484"/>
              <p:cNvSpPr>
                <a:spLocks noChangeArrowheads="1"/>
              </p:cNvSpPr>
              <p:nvPr/>
            </p:nvSpPr>
            <p:spPr bwMode="auto">
              <a:xfrm>
                <a:off x="7119938" y="2090738"/>
                <a:ext cx="244475" cy="119063"/>
              </a:xfrm>
              <a:prstGeom prst="rect">
                <a:avLst/>
              </a:prstGeom>
              <a:solidFill>
                <a:srgbClr val="FAF9F9"/>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89606" tIns="44802" rIns="89606" bIns="44802" numCol="1" anchor="t" anchorCtr="0" compatLnSpc="1">
                <a:prstTxWarp prst="textNoShape">
                  <a:avLst/>
                </a:prstTxWarp>
              </a:bodyPr>
              <a:lstStyle/>
              <a:p>
                <a:pPr defTabSz="914005">
                  <a:defRPr/>
                </a:pPr>
                <a:endParaRPr lang="en-US" sz="1764">
                  <a:solidFill>
                    <a:srgbClr val="404040"/>
                  </a:solidFill>
                  <a:latin typeface="Segoe UI"/>
                </a:endParaRPr>
              </a:p>
            </p:txBody>
          </p:sp>
          <p:sp>
            <p:nvSpPr>
              <p:cNvPr id="160" name="Rectangle 485"/>
              <p:cNvSpPr>
                <a:spLocks noChangeArrowheads="1"/>
              </p:cNvSpPr>
              <p:nvPr/>
            </p:nvSpPr>
            <p:spPr bwMode="auto">
              <a:xfrm>
                <a:off x="7119938" y="2090738"/>
                <a:ext cx="244475" cy="119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89606" tIns="44802" rIns="89606" bIns="44802" numCol="1" anchor="t" anchorCtr="0" compatLnSpc="1">
                <a:prstTxWarp prst="textNoShape">
                  <a:avLst/>
                </a:prstTxWarp>
              </a:bodyPr>
              <a:lstStyle/>
              <a:p>
                <a:pPr defTabSz="914005">
                  <a:defRPr/>
                </a:pPr>
                <a:endParaRPr lang="en-US" sz="1764">
                  <a:solidFill>
                    <a:srgbClr val="404040"/>
                  </a:solidFill>
                  <a:latin typeface="Segoe UI"/>
                </a:endParaRPr>
              </a:p>
            </p:txBody>
          </p:sp>
          <p:sp>
            <p:nvSpPr>
              <p:cNvPr id="161" name="Rectangle 486"/>
              <p:cNvSpPr>
                <a:spLocks noChangeArrowheads="1"/>
              </p:cNvSpPr>
              <p:nvPr/>
            </p:nvSpPr>
            <p:spPr bwMode="auto">
              <a:xfrm>
                <a:off x="7119938" y="2217738"/>
                <a:ext cx="244475" cy="119063"/>
              </a:xfrm>
              <a:prstGeom prst="rect">
                <a:avLst/>
              </a:prstGeom>
              <a:solidFill>
                <a:srgbClr val="3346A5"/>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89606" tIns="44802" rIns="89606" bIns="44802" numCol="1" anchor="t" anchorCtr="0" compatLnSpc="1">
                <a:prstTxWarp prst="textNoShape">
                  <a:avLst/>
                </a:prstTxWarp>
              </a:bodyPr>
              <a:lstStyle/>
              <a:p>
                <a:pPr defTabSz="914005">
                  <a:defRPr/>
                </a:pPr>
                <a:endParaRPr lang="en-US" sz="1764">
                  <a:solidFill>
                    <a:srgbClr val="404040"/>
                  </a:solidFill>
                  <a:latin typeface="Segoe UI"/>
                </a:endParaRPr>
              </a:p>
            </p:txBody>
          </p:sp>
          <p:sp>
            <p:nvSpPr>
              <p:cNvPr id="162" name="Rectangle 487"/>
              <p:cNvSpPr>
                <a:spLocks noChangeArrowheads="1"/>
              </p:cNvSpPr>
              <p:nvPr/>
            </p:nvSpPr>
            <p:spPr bwMode="auto">
              <a:xfrm>
                <a:off x="7119938" y="2217738"/>
                <a:ext cx="244475" cy="119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89606" tIns="44802" rIns="89606" bIns="44802" numCol="1" anchor="t" anchorCtr="0" compatLnSpc="1">
                <a:prstTxWarp prst="textNoShape">
                  <a:avLst/>
                </a:prstTxWarp>
              </a:bodyPr>
              <a:lstStyle/>
              <a:p>
                <a:pPr defTabSz="914005">
                  <a:defRPr/>
                </a:pPr>
                <a:endParaRPr lang="en-US" sz="1764">
                  <a:solidFill>
                    <a:srgbClr val="404040"/>
                  </a:solidFill>
                  <a:latin typeface="Segoe UI"/>
                </a:endParaRPr>
              </a:p>
            </p:txBody>
          </p:sp>
          <p:sp>
            <p:nvSpPr>
              <p:cNvPr id="163" name="Rectangle 488"/>
              <p:cNvSpPr>
                <a:spLocks noChangeArrowheads="1"/>
              </p:cNvSpPr>
              <p:nvPr/>
            </p:nvSpPr>
            <p:spPr bwMode="auto">
              <a:xfrm>
                <a:off x="7369176" y="2297113"/>
                <a:ext cx="244475" cy="39688"/>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89606" tIns="44802" rIns="89606" bIns="44802" numCol="1" anchor="t" anchorCtr="0" compatLnSpc="1">
                <a:prstTxWarp prst="textNoShape">
                  <a:avLst/>
                </a:prstTxWarp>
              </a:bodyPr>
              <a:lstStyle/>
              <a:p>
                <a:pPr defTabSz="914005">
                  <a:defRPr/>
                </a:pPr>
                <a:endParaRPr lang="en-US" sz="1764">
                  <a:solidFill>
                    <a:srgbClr val="404040"/>
                  </a:solidFill>
                  <a:latin typeface="Segoe UI"/>
                </a:endParaRPr>
              </a:p>
            </p:txBody>
          </p:sp>
          <p:sp>
            <p:nvSpPr>
              <p:cNvPr id="164" name="Rectangle 489"/>
              <p:cNvSpPr>
                <a:spLocks noChangeArrowheads="1"/>
              </p:cNvSpPr>
              <p:nvPr/>
            </p:nvSpPr>
            <p:spPr bwMode="auto">
              <a:xfrm>
                <a:off x="7369176" y="2297113"/>
                <a:ext cx="244475" cy="39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89606" tIns="44802" rIns="89606" bIns="44802" numCol="1" anchor="t" anchorCtr="0" compatLnSpc="1">
                <a:prstTxWarp prst="textNoShape">
                  <a:avLst/>
                </a:prstTxWarp>
              </a:bodyPr>
              <a:lstStyle/>
              <a:p>
                <a:pPr defTabSz="914005">
                  <a:defRPr/>
                </a:pPr>
                <a:endParaRPr lang="en-US" sz="1764">
                  <a:solidFill>
                    <a:srgbClr val="404040"/>
                  </a:solidFill>
                  <a:latin typeface="Segoe UI"/>
                </a:endParaRPr>
              </a:p>
            </p:txBody>
          </p:sp>
          <p:sp>
            <p:nvSpPr>
              <p:cNvPr id="165" name="Rectangle 490"/>
              <p:cNvSpPr>
                <a:spLocks noChangeArrowheads="1"/>
              </p:cNvSpPr>
              <p:nvPr/>
            </p:nvSpPr>
            <p:spPr bwMode="auto">
              <a:xfrm>
                <a:off x="7369176" y="2217738"/>
                <a:ext cx="244475" cy="79375"/>
              </a:xfrm>
              <a:prstGeom prst="rect">
                <a:avLst/>
              </a:prstGeom>
              <a:solidFill>
                <a:srgbClr val="33BDF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89606" tIns="44802" rIns="89606" bIns="44802" numCol="1" anchor="t" anchorCtr="0" compatLnSpc="1">
                <a:prstTxWarp prst="textNoShape">
                  <a:avLst/>
                </a:prstTxWarp>
              </a:bodyPr>
              <a:lstStyle/>
              <a:p>
                <a:pPr defTabSz="914005">
                  <a:defRPr/>
                </a:pPr>
                <a:endParaRPr lang="en-US" sz="1764">
                  <a:solidFill>
                    <a:srgbClr val="404040"/>
                  </a:solidFill>
                  <a:latin typeface="Segoe UI"/>
                </a:endParaRPr>
              </a:p>
            </p:txBody>
          </p:sp>
          <p:sp>
            <p:nvSpPr>
              <p:cNvPr id="166" name="Rectangle 491"/>
              <p:cNvSpPr>
                <a:spLocks noChangeArrowheads="1"/>
              </p:cNvSpPr>
              <p:nvPr/>
            </p:nvSpPr>
            <p:spPr bwMode="auto">
              <a:xfrm>
                <a:off x="7369176" y="2217738"/>
                <a:ext cx="244475" cy="79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89606" tIns="44802" rIns="89606" bIns="44802" numCol="1" anchor="t" anchorCtr="0" compatLnSpc="1">
                <a:prstTxWarp prst="textNoShape">
                  <a:avLst/>
                </a:prstTxWarp>
              </a:bodyPr>
              <a:lstStyle/>
              <a:p>
                <a:pPr defTabSz="914005">
                  <a:defRPr/>
                </a:pPr>
                <a:endParaRPr lang="en-US" sz="1764">
                  <a:solidFill>
                    <a:srgbClr val="404040"/>
                  </a:solidFill>
                  <a:latin typeface="Segoe UI"/>
                </a:endParaRPr>
              </a:p>
            </p:txBody>
          </p:sp>
          <p:sp>
            <p:nvSpPr>
              <p:cNvPr id="167" name="Freeform 492"/>
              <p:cNvSpPr>
                <a:spLocks/>
              </p:cNvSpPr>
              <p:nvPr/>
            </p:nvSpPr>
            <p:spPr bwMode="auto">
              <a:xfrm>
                <a:off x="7497763" y="2090738"/>
                <a:ext cx="115888" cy="119063"/>
              </a:xfrm>
              <a:custGeom>
                <a:avLst/>
                <a:gdLst>
                  <a:gd name="T0" fmla="*/ 30 w 73"/>
                  <a:gd name="T1" fmla="*/ 0 h 75"/>
                  <a:gd name="T2" fmla="*/ 0 w 73"/>
                  <a:gd name="T3" fmla="*/ 0 h 75"/>
                  <a:gd name="T4" fmla="*/ 0 w 73"/>
                  <a:gd name="T5" fmla="*/ 75 h 75"/>
                  <a:gd name="T6" fmla="*/ 73 w 73"/>
                  <a:gd name="T7" fmla="*/ 75 h 75"/>
                  <a:gd name="T8" fmla="*/ 73 w 73"/>
                  <a:gd name="T9" fmla="*/ 45 h 75"/>
                  <a:gd name="T10" fmla="*/ 30 w 73"/>
                  <a:gd name="T11" fmla="*/ 0 h 75"/>
                </a:gdLst>
                <a:ahLst/>
                <a:cxnLst>
                  <a:cxn ang="0">
                    <a:pos x="T0" y="T1"/>
                  </a:cxn>
                  <a:cxn ang="0">
                    <a:pos x="T2" y="T3"/>
                  </a:cxn>
                  <a:cxn ang="0">
                    <a:pos x="T4" y="T5"/>
                  </a:cxn>
                  <a:cxn ang="0">
                    <a:pos x="T6" y="T7"/>
                  </a:cxn>
                  <a:cxn ang="0">
                    <a:pos x="T8" y="T9"/>
                  </a:cxn>
                  <a:cxn ang="0">
                    <a:pos x="T10" y="T11"/>
                  </a:cxn>
                </a:cxnLst>
                <a:rect l="0" t="0" r="r" b="b"/>
                <a:pathLst>
                  <a:path w="73" h="75">
                    <a:moveTo>
                      <a:pt x="30" y="0"/>
                    </a:moveTo>
                    <a:lnTo>
                      <a:pt x="0" y="0"/>
                    </a:lnTo>
                    <a:lnTo>
                      <a:pt x="0" y="75"/>
                    </a:lnTo>
                    <a:lnTo>
                      <a:pt x="73" y="75"/>
                    </a:lnTo>
                    <a:lnTo>
                      <a:pt x="73" y="45"/>
                    </a:lnTo>
                    <a:lnTo>
                      <a:pt x="30" y="0"/>
                    </a:lnTo>
                    <a:close/>
                  </a:path>
                </a:pathLst>
              </a:custGeom>
              <a:solidFill>
                <a:srgbClr val="3346A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9606" tIns="44802" rIns="89606" bIns="44802" numCol="1" anchor="t" anchorCtr="0" compatLnSpc="1">
                <a:prstTxWarp prst="textNoShape">
                  <a:avLst/>
                </a:prstTxWarp>
              </a:bodyPr>
              <a:lstStyle/>
              <a:p>
                <a:pPr defTabSz="914005">
                  <a:defRPr/>
                </a:pPr>
                <a:endParaRPr lang="en-US" sz="1764">
                  <a:solidFill>
                    <a:srgbClr val="404040"/>
                  </a:solidFill>
                  <a:latin typeface="Segoe UI"/>
                </a:endParaRPr>
              </a:p>
            </p:txBody>
          </p:sp>
          <p:sp>
            <p:nvSpPr>
              <p:cNvPr id="168" name="Freeform 493"/>
              <p:cNvSpPr>
                <a:spLocks/>
              </p:cNvSpPr>
              <p:nvPr/>
            </p:nvSpPr>
            <p:spPr bwMode="auto">
              <a:xfrm>
                <a:off x="7497763" y="2090738"/>
                <a:ext cx="115888" cy="119063"/>
              </a:xfrm>
              <a:custGeom>
                <a:avLst/>
                <a:gdLst>
                  <a:gd name="T0" fmla="*/ 30 w 73"/>
                  <a:gd name="T1" fmla="*/ 0 h 75"/>
                  <a:gd name="T2" fmla="*/ 0 w 73"/>
                  <a:gd name="T3" fmla="*/ 0 h 75"/>
                  <a:gd name="T4" fmla="*/ 0 w 73"/>
                  <a:gd name="T5" fmla="*/ 75 h 75"/>
                  <a:gd name="T6" fmla="*/ 73 w 73"/>
                  <a:gd name="T7" fmla="*/ 75 h 75"/>
                  <a:gd name="T8" fmla="*/ 73 w 73"/>
                  <a:gd name="T9" fmla="*/ 45 h 75"/>
                  <a:gd name="T10" fmla="*/ 30 w 73"/>
                  <a:gd name="T11" fmla="*/ 0 h 75"/>
                </a:gdLst>
                <a:ahLst/>
                <a:cxnLst>
                  <a:cxn ang="0">
                    <a:pos x="T0" y="T1"/>
                  </a:cxn>
                  <a:cxn ang="0">
                    <a:pos x="T2" y="T3"/>
                  </a:cxn>
                  <a:cxn ang="0">
                    <a:pos x="T4" y="T5"/>
                  </a:cxn>
                  <a:cxn ang="0">
                    <a:pos x="T6" y="T7"/>
                  </a:cxn>
                  <a:cxn ang="0">
                    <a:pos x="T8" y="T9"/>
                  </a:cxn>
                  <a:cxn ang="0">
                    <a:pos x="T10" y="T11"/>
                  </a:cxn>
                </a:cxnLst>
                <a:rect l="0" t="0" r="r" b="b"/>
                <a:pathLst>
                  <a:path w="73" h="75">
                    <a:moveTo>
                      <a:pt x="30" y="0"/>
                    </a:moveTo>
                    <a:lnTo>
                      <a:pt x="0" y="0"/>
                    </a:lnTo>
                    <a:lnTo>
                      <a:pt x="0" y="75"/>
                    </a:lnTo>
                    <a:lnTo>
                      <a:pt x="73" y="75"/>
                    </a:lnTo>
                    <a:lnTo>
                      <a:pt x="73" y="45"/>
                    </a:lnTo>
                    <a:lnTo>
                      <a:pt x="3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89606" tIns="44802" rIns="89606" bIns="44802" numCol="1" anchor="t" anchorCtr="0" compatLnSpc="1">
                <a:prstTxWarp prst="textNoShape">
                  <a:avLst/>
                </a:prstTxWarp>
              </a:bodyPr>
              <a:lstStyle/>
              <a:p>
                <a:pPr defTabSz="914005">
                  <a:defRPr/>
                </a:pPr>
                <a:endParaRPr lang="en-US" sz="1764">
                  <a:solidFill>
                    <a:srgbClr val="404040"/>
                  </a:solidFill>
                  <a:latin typeface="Segoe UI"/>
                </a:endParaRPr>
              </a:p>
            </p:txBody>
          </p:sp>
          <p:sp>
            <p:nvSpPr>
              <p:cNvPr id="169" name="Freeform 494"/>
              <p:cNvSpPr>
                <a:spLocks/>
              </p:cNvSpPr>
              <p:nvPr/>
            </p:nvSpPr>
            <p:spPr bwMode="auto">
              <a:xfrm>
                <a:off x="7667626" y="2217738"/>
                <a:ext cx="115888" cy="119063"/>
              </a:xfrm>
              <a:custGeom>
                <a:avLst/>
                <a:gdLst>
                  <a:gd name="T0" fmla="*/ 1 w 73"/>
                  <a:gd name="T1" fmla="*/ 0 h 75"/>
                  <a:gd name="T2" fmla="*/ 0 w 73"/>
                  <a:gd name="T3" fmla="*/ 0 h 75"/>
                  <a:gd name="T4" fmla="*/ 0 w 73"/>
                  <a:gd name="T5" fmla="*/ 75 h 75"/>
                  <a:gd name="T6" fmla="*/ 73 w 73"/>
                  <a:gd name="T7" fmla="*/ 75 h 75"/>
                  <a:gd name="T8" fmla="*/ 73 w 73"/>
                  <a:gd name="T9" fmla="*/ 72 h 75"/>
                  <a:gd name="T10" fmla="*/ 1 w 73"/>
                  <a:gd name="T11" fmla="*/ 0 h 75"/>
                </a:gdLst>
                <a:ahLst/>
                <a:cxnLst>
                  <a:cxn ang="0">
                    <a:pos x="T0" y="T1"/>
                  </a:cxn>
                  <a:cxn ang="0">
                    <a:pos x="T2" y="T3"/>
                  </a:cxn>
                  <a:cxn ang="0">
                    <a:pos x="T4" y="T5"/>
                  </a:cxn>
                  <a:cxn ang="0">
                    <a:pos x="T6" y="T7"/>
                  </a:cxn>
                  <a:cxn ang="0">
                    <a:pos x="T8" y="T9"/>
                  </a:cxn>
                  <a:cxn ang="0">
                    <a:pos x="T10" y="T11"/>
                  </a:cxn>
                </a:cxnLst>
                <a:rect l="0" t="0" r="r" b="b"/>
                <a:pathLst>
                  <a:path w="73" h="75">
                    <a:moveTo>
                      <a:pt x="1" y="0"/>
                    </a:moveTo>
                    <a:lnTo>
                      <a:pt x="0" y="0"/>
                    </a:lnTo>
                    <a:lnTo>
                      <a:pt x="0" y="75"/>
                    </a:lnTo>
                    <a:lnTo>
                      <a:pt x="73" y="75"/>
                    </a:lnTo>
                    <a:lnTo>
                      <a:pt x="73" y="72"/>
                    </a:lnTo>
                    <a:lnTo>
                      <a:pt x="1"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9606" tIns="44802" rIns="89606" bIns="44802" numCol="1" anchor="t" anchorCtr="0" compatLnSpc="1">
                <a:prstTxWarp prst="textNoShape">
                  <a:avLst/>
                </a:prstTxWarp>
              </a:bodyPr>
              <a:lstStyle/>
              <a:p>
                <a:pPr defTabSz="914005">
                  <a:defRPr/>
                </a:pPr>
                <a:endParaRPr lang="en-US" sz="1764">
                  <a:solidFill>
                    <a:srgbClr val="404040"/>
                  </a:solidFill>
                  <a:latin typeface="Segoe UI"/>
                </a:endParaRPr>
              </a:p>
            </p:txBody>
          </p:sp>
          <p:sp>
            <p:nvSpPr>
              <p:cNvPr id="170" name="Freeform 495"/>
              <p:cNvSpPr>
                <a:spLocks/>
              </p:cNvSpPr>
              <p:nvPr/>
            </p:nvSpPr>
            <p:spPr bwMode="auto">
              <a:xfrm>
                <a:off x="7667626" y="2217738"/>
                <a:ext cx="115888" cy="119063"/>
              </a:xfrm>
              <a:custGeom>
                <a:avLst/>
                <a:gdLst>
                  <a:gd name="T0" fmla="*/ 1 w 73"/>
                  <a:gd name="T1" fmla="*/ 0 h 75"/>
                  <a:gd name="T2" fmla="*/ 0 w 73"/>
                  <a:gd name="T3" fmla="*/ 0 h 75"/>
                  <a:gd name="T4" fmla="*/ 0 w 73"/>
                  <a:gd name="T5" fmla="*/ 75 h 75"/>
                  <a:gd name="T6" fmla="*/ 73 w 73"/>
                  <a:gd name="T7" fmla="*/ 75 h 75"/>
                  <a:gd name="T8" fmla="*/ 73 w 73"/>
                  <a:gd name="T9" fmla="*/ 72 h 75"/>
                  <a:gd name="T10" fmla="*/ 1 w 73"/>
                  <a:gd name="T11" fmla="*/ 0 h 75"/>
                </a:gdLst>
                <a:ahLst/>
                <a:cxnLst>
                  <a:cxn ang="0">
                    <a:pos x="T0" y="T1"/>
                  </a:cxn>
                  <a:cxn ang="0">
                    <a:pos x="T2" y="T3"/>
                  </a:cxn>
                  <a:cxn ang="0">
                    <a:pos x="T4" y="T5"/>
                  </a:cxn>
                  <a:cxn ang="0">
                    <a:pos x="T6" y="T7"/>
                  </a:cxn>
                  <a:cxn ang="0">
                    <a:pos x="T8" y="T9"/>
                  </a:cxn>
                  <a:cxn ang="0">
                    <a:pos x="T10" y="T11"/>
                  </a:cxn>
                </a:cxnLst>
                <a:rect l="0" t="0" r="r" b="b"/>
                <a:pathLst>
                  <a:path w="73" h="75">
                    <a:moveTo>
                      <a:pt x="1" y="0"/>
                    </a:moveTo>
                    <a:lnTo>
                      <a:pt x="0" y="0"/>
                    </a:lnTo>
                    <a:lnTo>
                      <a:pt x="0" y="75"/>
                    </a:lnTo>
                    <a:lnTo>
                      <a:pt x="73" y="75"/>
                    </a:lnTo>
                    <a:lnTo>
                      <a:pt x="73" y="72"/>
                    </a:lnTo>
                    <a:lnTo>
                      <a:pt x="1"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89606" tIns="44802" rIns="89606" bIns="44802" numCol="1" anchor="t" anchorCtr="0" compatLnSpc="1">
                <a:prstTxWarp prst="textNoShape">
                  <a:avLst/>
                </a:prstTxWarp>
              </a:bodyPr>
              <a:lstStyle/>
              <a:p>
                <a:pPr defTabSz="914005">
                  <a:defRPr/>
                </a:pPr>
                <a:endParaRPr lang="en-US" sz="1764">
                  <a:solidFill>
                    <a:srgbClr val="404040"/>
                  </a:solidFill>
                  <a:latin typeface="Segoe UI"/>
                </a:endParaRPr>
              </a:p>
            </p:txBody>
          </p:sp>
          <p:sp>
            <p:nvSpPr>
              <p:cNvPr id="171" name="Freeform 496"/>
              <p:cNvSpPr>
                <a:spLocks/>
              </p:cNvSpPr>
              <p:nvPr/>
            </p:nvSpPr>
            <p:spPr bwMode="auto">
              <a:xfrm>
                <a:off x="6991351" y="2090738"/>
                <a:ext cx="119063" cy="119063"/>
              </a:xfrm>
              <a:custGeom>
                <a:avLst/>
                <a:gdLst>
                  <a:gd name="T0" fmla="*/ 75 w 75"/>
                  <a:gd name="T1" fmla="*/ 0 h 75"/>
                  <a:gd name="T2" fmla="*/ 38 w 75"/>
                  <a:gd name="T3" fmla="*/ 0 h 75"/>
                  <a:gd name="T4" fmla="*/ 0 w 75"/>
                  <a:gd name="T5" fmla="*/ 0 h 75"/>
                  <a:gd name="T6" fmla="*/ 0 w 75"/>
                  <a:gd name="T7" fmla="*/ 39 h 75"/>
                  <a:gd name="T8" fmla="*/ 0 w 75"/>
                  <a:gd name="T9" fmla="*/ 75 h 75"/>
                  <a:gd name="T10" fmla="*/ 38 w 75"/>
                  <a:gd name="T11" fmla="*/ 75 h 75"/>
                  <a:gd name="T12" fmla="*/ 75 w 75"/>
                  <a:gd name="T13" fmla="*/ 75 h 75"/>
                  <a:gd name="T14" fmla="*/ 75 w 75"/>
                  <a:gd name="T15" fmla="*/ 39 h 75"/>
                  <a:gd name="T16" fmla="*/ 75 w 75"/>
                  <a:gd name="T17" fmla="*/ 0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75">
                    <a:moveTo>
                      <a:pt x="75" y="0"/>
                    </a:moveTo>
                    <a:lnTo>
                      <a:pt x="38" y="0"/>
                    </a:lnTo>
                    <a:lnTo>
                      <a:pt x="0" y="0"/>
                    </a:lnTo>
                    <a:lnTo>
                      <a:pt x="0" y="39"/>
                    </a:lnTo>
                    <a:lnTo>
                      <a:pt x="0" y="75"/>
                    </a:lnTo>
                    <a:lnTo>
                      <a:pt x="38" y="75"/>
                    </a:lnTo>
                    <a:lnTo>
                      <a:pt x="75" y="75"/>
                    </a:lnTo>
                    <a:lnTo>
                      <a:pt x="75" y="39"/>
                    </a:lnTo>
                    <a:lnTo>
                      <a:pt x="75" y="0"/>
                    </a:lnTo>
                    <a:close/>
                  </a:path>
                </a:pathLst>
              </a:custGeom>
              <a:solidFill>
                <a:srgbClr val="33BDF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9606" tIns="44802" rIns="89606" bIns="44802" numCol="1" anchor="t" anchorCtr="0" compatLnSpc="1">
                <a:prstTxWarp prst="textNoShape">
                  <a:avLst/>
                </a:prstTxWarp>
              </a:bodyPr>
              <a:lstStyle/>
              <a:p>
                <a:pPr defTabSz="914005">
                  <a:defRPr/>
                </a:pPr>
                <a:endParaRPr lang="en-US" sz="1764">
                  <a:solidFill>
                    <a:srgbClr val="404040"/>
                  </a:solidFill>
                  <a:latin typeface="Segoe UI"/>
                </a:endParaRPr>
              </a:p>
            </p:txBody>
          </p:sp>
          <p:sp>
            <p:nvSpPr>
              <p:cNvPr id="172" name="Freeform 497"/>
              <p:cNvSpPr>
                <a:spLocks/>
              </p:cNvSpPr>
              <p:nvPr/>
            </p:nvSpPr>
            <p:spPr bwMode="auto">
              <a:xfrm>
                <a:off x="6991351" y="2090738"/>
                <a:ext cx="119063" cy="119063"/>
              </a:xfrm>
              <a:custGeom>
                <a:avLst/>
                <a:gdLst>
                  <a:gd name="T0" fmla="*/ 75 w 75"/>
                  <a:gd name="T1" fmla="*/ 0 h 75"/>
                  <a:gd name="T2" fmla="*/ 38 w 75"/>
                  <a:gd name="T3" fmla="*/ 0 h 75"/>
                  <a:gd name="T4" fmla="*/ 0 w 75"/>
                  <a:gd name="T5" fmla="*/ 0 h 75"/>
                  <a:gd name="T6" fmla="*/ 0 w 75"/>
                  <a:gd name="T7" fmla="*/ 39 h 75"/>
                  <a:gd name="T8" fmla="*/ 0 w 75"/>
                  <a:gd name="T9" fmla="*/ 75 h 75"/>
                  <a:gd name="T10" fmla="*/ 38 w 75"/>
                  <a:gd name="T11" fmla="*/ 75 h 75"/>
                  <a:gd name="T12" fmla="*/ 75 w 75"/>
                  <a:gd name="T13" fmla="*/ 75 h 75"/>
                  <a:gd name="T14" fmla="*/ 75 w 75"/>
                  <a:gd name="T15" fmla="*/ 39 h 75"/>
                  <a:gd name="T16" fmla="*/ 75 w 75"/>
                  <a:gd name="T17" fmla="*/ 0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75">
                    <a:moveTo>
                      <a:pt x="75" y="0"/>
                    </a:moveTo>
                    <a:lnTo>
                      <a:pt x="38" y="0"/>
                    </a:lnTo>
                    <a:lnTo>
                      <a:pt x="0" y="0"/>
                    </a:lnTo>
                    <a:lnTo>
                      <a:pt x="0" y="39"/>
                    </a:lnTo>
                    <a:lnTo>
                      <a:pt x="0" y="75"/>
                    </a:lnTo>
                    <a:lnTo>
                      <a:pt x="38" y="75"/>
                    </a:lnTo>
                    <a:lnTo>
                      <a:pt x="75" y="75"/>
                    </a:lnTo>
                    <a:lnTo>
                      <a:pt x="75" y="39"/>
                    </a:lnTo>
                    <a:lnTo>
                      <a:pt x="75"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89606" tIns="44802" rIns="89606" bIns="44802" numCol="1" anchor="t" anchorCtr="0" compatLnSpc="1">
                <a:prstTxWarp prst="textNoShape">
                  <a:avLst/>
                </a:prstTxWarp>
              </a:bodyPr>
              <a:lstStyle/>
              <a:p>
                <a:pPr defTabSz="914005">
                  <a:defRPr/>
                </a:pPr>
                <a:endParaRPr lang="en-US" sz="1764">
                  <a:solidFill>
                    <a:srgbClr val="404040"/>
                  </a:solidFill>
                  <a:latin typeface="Segoe UI"/>
                </a:endParaRPr>
              </a:p>
            </p:txBody>
          </p:sp>
          <p:sp>
            <p:nvSpPr>
              <p:cNvPr id="173" name="Rectangle 498"/>
              <p:cNvSpPr>
                <a:spLocks noChangeArrowheads="1"/>
              </p:cNvSpPr>
              <p:nvPr/>
            </p:nvSpPr>
            <p:spPr bwMode="auto">
              <a:xfrm>
                <a:off x="6869113" y="1873250"/>
                <a:ext cx="84138" cy="31750"/>
              </a:xfrm>
              <a:prstGeom prst="rect">
                <a:avLst/>
              </a:prstGeom>
              <a:solidFill>
                <a:srgbClr val="F033A3"/>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89606" tIns="44802" rIns="89606" bIns="44802" numCol="1" anchor="t" anchorCtr="0" compatLnSpc="1">
                <a:prstTxWarp prst="textNoShape">
                  <a:avLst/>
                </a:prstTxWarp>
              </a:bodyPr>
              <a:lstStyle/>
              <a:p>
                <a:pPr defTabSz="914005">
                  <a:defRPr/>
                </a:pPr>
                <a:endParaRPr lang="en-US" sz="1764">
                  <a:solidFill>
                    <a:srgbClr val="404040"/>
                  </a:solidFill>
                  <a:latin typeface="Segoe UI"/>
                </a:endParaRPr>
              </a:p>
            </p:txBody>
          </p:sp>
          <p:sp>
            <p:nvSpPr>
              <p:cNvPr id="174" name="Rectangle 499"/>
              <p:cNvSpPr>
                <a:spLocks noChangeArrowheads="1"/>
              </p:cNvSpPr>
              <p:nvPr/>
            </p:nvSpPr>
            <p:spPr bwMode="auto">
              <a:xfrm>
                <a:off x="6865938" y="1868488"/>
                <a:ext cx="22292" cy="393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932319">
                  <a:defRPr/>
                </a:pPr>
                <a:r>
                  <a:rPr lang="en-US" altLang="en-US" sz="294">
                    <a:solidFill>
                      <a:srgbClr val="FFFFFF"/>
                    </a:solidFill>
                    <a:latin typeface="Segoe Light" charset="0"/>
                  </a:rPr>
                  <a:t>S</a:t>
                </a:r>
                <a:endParaRPr lang="en-US" altLang="en-US" sz="1764">
                  <a:solidFill>
                    <a:srgbClr val="404040"/>
                  </a:solidFill>
                </a:endParaRPr>
              </a:p>
            </p:txBody>
          </p:sp>
          <p:sp>
            <p:nvSpPr>
              <p:cNvPr id="175" name="Rectangle 500"/>
              <p:cNvSpPr>
                <a:spLocks noChangeArrowheads="1"/>
              </p:cNvSpPr>
              <p:nvPr/>
            </p:nvSpPr>
            <p:spPr bwMode="auto">
              <a:xfrm>
                <a:off x="6888163" y="1868488"/>
                <a:ext cx="9754" cy="393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932319">
                  <a:defRPr/>
                </a:pPr>
                <a:r>
                  <a:rPr lang="en-US" altLang="en-US" sz="294">
                    <a:solidFill>
                      <a:srgbClr val="FFFFFF"/>
                    </a:solidFill>
                    <a:latin typeface="Segoe Light" charset="0"/>
                  </a:rPr>
                  <a:t>t</a:t>
                </a:r>
                <a:endParaRPr lang="en-US" altLang="en-US" sz="1764">
                  <a:solidFill>
                    <a:srgbClr val="404040"/>
                  </a:solidFill>
                </a:endParaRPr>
              </a:p>
            </p:txBody>
          </p:sp>
          <p:sp>
            <p:nvSpPr>
              <p:cNvPr id="176" name="Rectangle 501"/>
              <p:cNvSpPr>
                <a:spLocks noChangeArrowheads="1"/>
              </p:cNvSpPr>
              <p:nvPr/>
            </p:nvSpPr>
            <p:spPr bwMode="auto">
              <a:xfrm>
                <a:off x="6902451" y="1868488"/>
                <a:ext cx="18113" cy="393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932319">
                  <a:defRPr/>
                </a:pPr>
                <a:r>
                  <a:rPr lang="en-US" altLang="en-US" sz="294">
                    <a:solidFill>
                      <a:srgbClr val="FFFFFF"/>
                    </a:solidFill>
                    <a:latin typeface="Segoe Light" charset="0"/>
                  </a:rPr>
                  <a:t>a</a:t>
                </a:r>
                <a:endParaRPr lang="en-US" altLang="en-US" sz="1764">
                  <a:solidFill>
                    <a:srgbClr val="404040"/>
                  </a:solidFill>
                </a:endParaRPr>
              </a:p>
            </p:txBody>
          </p:sp>
          <p:sp>
            <p:nvSpPr>
              <p:cNvPr id="177" name="Rectangle 502"/>
              <p:cNvSpPr>
                <a:spLocks noChangeArrowheads="1"/>
              </p:cNvSpPr>
              <p:nvPr/>
            </p:nvSpPr>
            <p:spPr bwMode="auto">
              <a:xfrm>
                <a:off x="6923088" y="1868488"/>
                <a:ext cx="11146" cy="393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932319">
                  <a:defRPr/>
                </a:pPr>
                <a:r>
                  <a:rPr lang="en-US" altLang="en-US" sz="294">
                    <a:solidFill>
                      <a:srgbClr val="FFFFFF"/>
                    </a:solidFill>
                    <a:latin typeface="Segoe Light" charset="0"/>
                  </a:rPr>
                  <a:t>r</a:t>
                </a:r>
                <a:endParaRPr lang="en-US" altLang="en-US" sz="1764">
                  <a:solidFill>
                    <a:srgbClr val="404040"/>
                  </a:solidFill>
                </a:endParaRPr>
              </a:p>
            </p:txBody>
          </p:sp>
          <p:sp>
            <p:nvSpPr>
              <p:cNvPr id="178" name="Rectangle 503"/>
              <p:cNvSpPr>
                <a:spLocks noChangeArrowheads="1"/>
              </p:cNvSpPr>
              <p:nvPr/>
            </p:nvSpPr>
            <p:spPr bwMode="auto">
              <a:xfrm>
                <a:off x="6940551" y="1868488"/>
                <a:ext cx="9754" cy="393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932319">
                  <a:defRPr/>
                </a:pPr>
                <a:r>
                  <a:rPr lang="en-US" altLang="en-US" sz="294">
                    <a:solidFill>
                      <a:srgbClr val="FFFFFF"/>
                    </a:solidFill>
                    <a:latin typeface="Segoe Light" charset="0"/>
                  </a:rPr>
                  <a:t>t</a:t>
                </a:r>
                <a:endParaRPr lang="en-US" altLang="en-US" sz="1764">
                  <a:solidFill>
                    <a:srgbClr val="404040"/>
                  </a:solidFill>
                </a:endParaRPr>
              </a:p>
            </p:txBody>
          </p:sp>
          <p:sp>
            <p:nvSpPr>
              <p:cNvPr id="179" name="Freeform 504"/>
              <p:cNvSpPr>
                <a:spLocks/>
              </p:cNvSpPr>
              <p:nvPr/>
            </p:nvSpPr>
            <p:spPr bwMode="auto">
              <a:xfrm>
                <a:off x="6589713" y="2085975"/>
                <a:ext cx="155575" cy="165100"/>
              </a:xfrm>
              <a:custGeom>
                <a:avLst/>
                <a:gdLst>
                  <a:gd name="T0" fmla="*/ 57 w 64"/>
                  <a:gd name="T1" fmla="*/ 11 h 68"/>
                  <a:gd name="T2" fmla="*/ 57 w 64"/>
                  <a:gd name="T3" fmla="*/ 34 h 68"/>
                  <a:gd name="T4" fmla="*/ 29 w 64"/>
                  <a:gd name="T5" fmla="*/ 62 h 68"/>
                  <a:gd name="T6" fmla="*/ 7 w 64"/>
                  <a:gd name="T7" fmla="*/ 62 h 68"/>
                  <a:gd name="T8" fmla="*/ 7 w 64"/>
                  <a:gd name="T9" fmla="*/ 40 h 68"/>
                  <a:gd name="T10" fmla="*/ 46 w 64"/>
                  <a:gd name="T11" fmla="*/ 0 h 68"/>
                  <a:gd name="T12" fmla="*/ 57 w 64"/>
                  <a:gd name="T13" fmla="*/ 11 h 68"/>
                </a:gdLst>
                <a:ahLst/>
                <a:cxnLst>
                  <a:cxn ang="0">
                    <a:pos x="T0" y="T1"/>
                  </a:cxn>
                  <a:cxn ang="0">
                    <a:pos x="T2" y="T3"/>
                  </a:cxn>
                  <a:cxn ang="0">
                    <a:pos x="T4" y="T5"/>
                  </a:cxn>
                  <a:cxn ang="0">
                    <a:pos x="T6" y="T7"/>
                  </a:cxn>
                  <a:cxn ang="0">
                    <a:pos x="T8" y="T9"/>
                  </a:cxn>
                  <a:cxn ang="0">
                    <a:pos x="T10" y="T11"/>
                  </a:cxn>
                  <a:cxn ang="0">
                    <a:pos x="T12" y="T13"/>
                  </a:cxn>
                </a:cxnLst>
                <a:rect l="0" t="0" r="r" b="b"/>
                <a:pathLst>
                  <a:path w="64" h="68">
                    <a:moveTo>
                      <a:pt x="57" y="11"/>
                    </a:moveTo>
                    <a:cubicBezTo>
                      <a:pt x="64" y="17"/>
                      <a:pt x="64" y="27"/>
                      <a:pt x="57" y="34"/>
                    </a:cubicBezTo>
                    <a:cubicBezTo>
                      <a:pt x="29" y="62"/>
                      <a:pt x="29" y="62"/>
                      <a:pt x="29" y="62"/>
                    </a:cubicBezTo>
                    <a:cubicBezTo>
                      <a:pt x="23" y="68"/>
                      <a:pt x="13" y="68"/>
                      <a:pt x="7" y="62"/>
                    </a:cubicBezTo>
                    <a:cubicBezTo>
                      <a:pt x="0" y="56"/>
                      <a:pt x="0" y="46"/>
                      <a:pt x="7" y="40"/>
                    </a:cubicBezTo>
                    <a:cubicBezTo>
                      <a:pt x="46" y="0"/>
                      <a:pt x="46" y="0"/>
                      <a:pt x="46" y="0"/>
                    </a:cubicBezTo>
                    <a:lnTo>
                      <a:pt x="57" y="11"/>
                    </a:lnTo>
                    <a:close/>
                  </a:path>
                </a:pathLst>
              </a:custGeom>
              <a:solidFill>
                <a:srgbClr val="EEBD64"/>
              </a:solidFill>
              <a:ln>
                <a:noFill/>
              </a:ln>
            </p:spPr>
            <p:txBody>
              <a:bodyPr vert="horz" wrap="square" lIns="89606" tIns="44802" rIns="89606" bIns="44802" numCol="1" anchor="t" anchorCtr="0" compatLnSpc="1">
                <a:prstTxWarp prst="textNoShape">
                  <a:avLst/>
                </a:prstTxWarp>
              </a:bodyPr>
              <a:lstStyle/>
              <a:p>
                <a:pPr defTabSz="914005">
                  <a:defRPr/>
                </a:pPr>
                <a:endParaRPr lang="en-US" sz="1764">
                  <a:solidFill>
                    <a:srgbClr val="404040"/>
                  </a:solidFill>
                  <a:latin typeface="Segoe UI"/>
                </a:endParaRPr>
              </a:p>
            </p:txBody>
          </p:sp>
          <p:sp>
            <p:nvSpPr>
              <p:cNvPr id="180" name="Freeform 505"/>
              <p:cNvSpPr>
                <a:spLocks/>
              </p:cNvSpPr>
              <p:nvPr/>
            </p:nvSpPr>
            <p:spPr bwMode="auto">
              <a:xfrm>
                <a:off x="6589713" y="2162175"/>
                <a:ext cx="95250" cy="234950"/>
              </a:xfrm>
              <a:custGeom>
                <a:avLst/>
                <a:gdLst>
                  <a:gd name="T0" fmla="*/ 0 w 39"/>
                  <a:gd name="T1" fmla="*/ 73 h 97"/>
                  <a:gd name="T2" fmla="*/ 20 w 39"/>
                  <a:gd name="T3" fmla="*/ 93 h 97"/>
                  <a:gd name="T4" fmla="*/ 39 w 39"/>
                  <a:gd name="T5" fmla="*/ 87 h 97"/>
                  <a:gd name="T6" fmla="*/ 39 w 39"/>
                  <a:gd name="T7" fmla="*/ 10 h 97"/>
                  <a:gd name="T8" fmla="*/ 20 w 39"/>
                  <a:gd name="T9" fmla="*/ 4 h 97"/>
                  <a:gd name="T10" fmla="*/ 0 w 39"/>
                  <a:gd name="T11" fmla="*/ 24 h 97"/>
                  <a:gd name="T12" fmla="*/ 0 w 39"/>
                  <a:gd name="T13" fmla="*/ 73 h 97"/>
                </a:gdLst>
                <a:ahLst/>
                <a:cxnLst>
                  <a:cxn ang="0">
                    <a:pos x="T0" y="T1"/>
                  </a:cxn>
                  <a:cxn ang="0">
                    <a:pos x="T2" y="T3"/>
                  </a:cxn>
                  <a:cxn ang="0">
                    <a:pos x="T4" y="T5"/>
                  </a:cxn>
                  <a:cxn ang="0">
                    <a:pos x="T6" y="T7"/>
                  </a:cxn>
                  <a:cxn ang="0">
                    <a:pos x="T8" y="T9"/>
                  </a:cxn>
                  <a:cxn ang="0">
                    <a:pos x="T10" y="T11"/>
                  </a:cxn>
                  <a:cxn ang="0">
                    <a:pos x="T12" y="T13"/>
                  </a:cxn>
                </a:cxnLst>
                <a:rect l="0" t="0" r="r" b="b"/>
                <a:pathLst>
                  <a:path w="39" h="97">
                    <a:moveTo>
                      <a:pt x="0" y="73"/>
                    </a:moveTo>
                    <a:cubicBezTo>
                      <a:pt x="0" y="84"/>
                      <a:pt x="9" y="93"/>
                      <a:pt x="20" y="93"/>
                    </a:cubicBezTo>
                    <a:cubicBezTo>
                      <a:pt x="31" y="93"/>
                      <a:pt x="39" y="97"/>
                      <a:pt x="39" y="87"/>
                    </a:cubicBezTo>
                    <a:cubicBezTo>
                      <a:pt x="39" y="10"/>
                      <a:pt x="39" y="10"/>
                      <a:pt x="39" y="10"/>
                    </a:cubicBezTo>
                    <a:cubicBezTo>
                      <a:pt x="39" y="0"/>
                      <a:pt x="31" y="4"/>
                      <a:pt x="20" y="4"/>
                    </a:cubicBezTo>
                    <a:cubicBezTo>
                      <a:pt x="9" y="4"/>
                      <a:pt x="0" y="13"/>
                      <a:pt x="0" y="24"/>
                    </a:cubicBezTo>
                    <a:lnTo>
                      <a:pt x="0" y="73"/>
                    </a:lnTo>
                    <a:close/>
                  </a:path>
                </a:pathLst>
              </a:custGeom>
              <a:solidFill>
                <a:srgbClr val="EEBD64"/>
              </a:solidFill>
              <a:ln>
                <a:noFill/>
              </a:ln>
            </p:spPr>
            <p:txBody>
              <a:bodyPr vert="horz" wrap="square" lIns="89606" tIns="44802" rIns="89606" bIns="44802" numCol="1" anchor="t" anchorCtr="0" compatLnSpc="1">
                <a:prstTxWarp prst="textNoShape">
                  <a:avLst/>
                </a:prstTxWarp>
              </a:bodyPr>
              <a:lstStyle/>
              <a:p>
                <a:pPr defTabSz="914005">
                  <a:defRPr/>
                </a:pPr>
                <a:endParaRPr lang="en-US" sz="1764">
                  <a:solidFill>
                    <a:srgbClr val="404040"/>
                  </a:solidFill>
                  <a:latin typeface="Segoe UI"/>
                </a:endParaRPr>
              </a:p>
            </p:txBody>
          </p:sp>
          <p:sp>
            <p:nvSpPr>
              <p:cNvPr id="181" name="Freeform 506"/>
              <p:cNvSpPr>
                <a:spLocks/>
              </p:cNvSpPr>
              <p:nvPr/>
            </p:nvSpPr>
            <p:spPr bwMode="auto">
              <a:xfrm>
                <a:off x="6667501" y="2085975"/>
                <a:ext cx="42863" cy="36513"/>
              </a:xfrm>
              <a:custGeom>
                <a:avLst/>
                <a:gdLst>
                  <a:gd name="T0" fmla="*/ 14 w 18"/>
                  <a:gd name="T1" fmla="*/ 0 h 15"/>
                  <a:gd name="T2" fmla="*/ 18 w 18"/>
                  <a:gd name="T3" fmla="*/ 4 h 15"/>
                  <a:gd name="T4" fmla="*/ 12 w 18"/>
                  <a:gd name="T5" fmla="*/ 10 h 15"/>
                  <a:gd name="T6" fmla="*/ 0 w 18"/>
                  <a:gd name="T7" fmla="*/ 14 h 15"/>
                  <a:gd name="T8" fmla="*/ 14 w 18"/>
                  <a:gd name="T9" fmla="*/ 0 h 15"/>
                </a:gdLst>
                <a:ahLst/>
                <a:cxnLst>
                  <a:cxn ang="0">
                    <a:pos x="T0" y="T1"/>
                  </a:cxn>
                  <a:cxn ang="0">
                    <a:pos x="T2" y="T3"/>
                  </a:cxn>
                  <a:cxn ang="0">
                    <a:pos x="T4" y="T5"/>
                  </a:cxn>
                  <a:cxn ang="0">
                    <a:pos x="T6" y="T7"/>
                  </a:cxn>
                  <a:cxn ang="0">
                    <a:pos x="T8" y="T9"/>
                  </a:cxn>
                </a:cxnLst>
                <a:rect l="0" t="0" r="r" b="b"/>
                <a:pathLst>
                  <a:path w="18" h="15">
                    <a:moveTo>
                      <a:pt x="14" y="0"/>
                    </a:moveTo>
                    <a:cubicBezTo>
                      <a:pt x="18" y="4"/>
                      <a:pt x="18" y="4"/>
                      <a:pt x="18" y="4"/>
                    </a:cubicBezTo>
                    <a:cubicBezTo>
                      <a:pt x="12" y="10"/>
                      <a:pt x="12" y="10"/>
                      <a:pt x="12" y="10"/>
                    </a:cubicBezTo>
                    <a:cubicBezTo>
                      <a:pt x="9" y="13"/>
                      <a:pt x="4" y="15"/>
                      <a:pt x="0" y="14"/>
                    </a:cubicBezTo>
                    <a:lnTo>
                      <a:pt x="14" y="0"/>
                    </a:lnTo>
                    <a:close/>
                  </a:path>
                </a:pathLst>
              </a:custGeom>
              <a:solidFill>
                <a:schemeClr val="accent3"/>
              </a:solidFill>
              <a:ln>
                <a:noFill/>
              </a:ln>
            </p:spPr>
            <p:txBody>
              <a:bodyPr vert="horz" wrap="square" lIns="89606" tIns="44802" rIns="89606" bIns="44802" numCol="1" anchor="t" anchorCtr="0" compatLnSpc="1">
                <a:prstTxWarp prst="textNoShape">
                  <a:avLst/>
                </a:prstTxWarp>
              </a:bodyPr>
              <a:lstStyle/>
              <a:p>
                <a:pPr defTabSz="914005">
                  <a:defRPr/>
                </a:pPr>
                <a:endParaRPr lang="en-US" sz="1764">
                  <a:solidFill>
                    <a:srgbClr val="404040"/>
                  </a:solidFill>
                  <a:latin typeface="Segoe UI"/>
                </a:endParaRPr>
              </a:p>
            </p:txBody>
          </p:sp>
          <p:sp>
            <p:nvSpPr>
              <p:cNvPr id="182" name="Freeform 507"/>
              <p:cNvSpPr>
                <a:spLocks/>
              </p:cNvSpPr>
              <p:nvPr/>
            </p:nvSpPr>
            <p:spPr bwMode="auto">
              <a:xfrm>
                <a:off x="6650038" y="2322513"/>
                <a:ext cx="155575" cy="406400"/>
              </a:xfrm>
              <a:custGeom>
                <a:avLst/>
                <a:gdLst>
                  <a:gd name="T0" fmla="*/ 0 w 64"/>
                  <a:gd name="T1" fmla="*/ 0 h 168"/>
                  <a:gd name="T2" fmla="*/ 64 w 64"/>
                  <a:gd name="T3" fmla="*/ 84 h 168"/>
                  <a:gd name="T4" fmla="*/ 0 w 64"/>
                  <a:gd name="T5" fmla="*/ 168 h 168"/>
                  <a:gd name="T6" fmla="*/ 0 w 64"/>
                  <a:gd name="T7" fmla="*/ 0 h 168"/>
                </a:gdLst>
                <a:ahLst/>
                <a:cxnLst>
                  <a:cxn ang="0">
                    <a:pos x="T0" y="T1"/>
                  </a:cxn>
                  <a:cxn ang="0">
                    <a:pos x="T2" y="T3"/>
                  </a:cxn>
                  <a:cxn ang="0">
                    <a:pos x="T4" y="T5"/>
                  </a:cxn>
                  <a:cxn ang="0">
                    <a:pos x="T6" y="T7"/>
                  </a:cxn>
                </a:cxnLst>
                <a:rect l="0" t="0" r="r" b="b"/>
                <a:pathLst>
                  <a:path w="64" h="168">
                    <a:moveTo>
                      <a:pt x="0" y="0"/>
                    </a:moveTo>
                    <a:cubicBezTo>
                      <a:pt x="37" y="11"/>
                      <a:pt x="64" y="44"/>
                      <a:pt x="64" y="84"/>
                    </a:cubicBezTo>
                    <a:cubicBezTo>
                      <a:pt x="64" y="124"/>
                      <a:pt x="37" y="158"/>
                      <a:pt x="0" y="168"/>
                    </a:cubicBezTo>
                    <a:lnTo>
                      <a:pt x="0" y="0"/>
                    </a:lnTo>
                    <a:close/>
                  </a:path>
                </a:pathLst>
              </a:custGeom>
              <a:solidFill>
                <a:srgbClr val="EEBD64"/>
              </a:solidFill>
              <a:ln>
                <a:noFill/>
              </a:ln>
            </p:spPr>
            <p:txBody>
              <a:bodyPr vert="horz" wrap="square" lIns="89606" tIns="44802" rIns="89606" bIns="44802" numCol="1" anchor="t" anchorCtr="0" compatLnSpc="1">
                <a:prstTxWarp prst="textNoShape">
                  <a:avLst/>
                </a:prstTxWarp>
              </a:bodyPr>
              <a:lstStyle/>
              <a:p>
                <a:pPr defTabSz="914005">
                  <a:defRPr/>
                </a:pPr>
                <a:endParaRPr lang="en-US" sz="1764">
                  <a:solidFill>
                    <a:srgbClr val="404040"/>
                  </a:solidFill>
                  <a:latin typeface="Segoe UI"/>
                </a:endParaRPr>
              </a:p>
            </p:txBody>
          </p:sp>
          <p:sp>
            <p:nvSpPr>
              <p:cNvPr id="183" name="Freeform 508"/>
              <p:cNvSpPr>
                <a:spLocks/>
              </p:cNvSpPr>
              <p:nvPr/>
            </p:nvSpPr>
            <p:spPr bwMode="auto">
              <a:xfrm>
                <a:off x="7281863" y="2435225"/>
                <a:ext cx="50800" cy="50800"/>
              </a:xfrm>
              <a:custGeom>
                <a:avLst/>
                <a:gdLst>
                  <a:gd name="T0" fmla="*/ 0 w 32"/>
                  <a:gd name="T1" fmla="*/ 32 h 32"/>
                  <a:gd name="T2" fmla="*/ 32 w 32"/>
                  <a:gd name="T3" fmla="*/ 28 h 32"/>
                  <a:gd name="T4" fmla="*/ 32 w 32"/>
                  <a:gd name="T5" fmla="*/ 6 h 32"/>
                  <a:gd name="T6" fmla="*/ 0 w 32"/>
                  <a:gd name="T7" fmla="*/ 0 h 32"/>
                  <a:gd name="T8" fmla="*/ 0 w 32"/>
                  <a:gd name="T9" fmla="*/ 32 h 32"/>
                </a:gdLst>
                <a:ahLst/>
                <a:cxnLst>
                  <a:cxn ang="0">
                    <a:pos x="T0" y="T1"/>
                  </a:cxn>
                  <a:cxn ang="0">
                    <a:pos x="T2" y="T3"/>
                  </a:cxn>
                  <a:cxn ang="0">
                    <a:pos x="T4" y="T5"/>
                  </a:cxn>
                  <a:cxn ang="0">
                    <a:pos x="T6" y="T7"/>
                  </a:cxn>
                  <a:cxn ang="0">
                    <a:pos x="T8" y="T9"/>
                  </a:cxn>
                </a:cxnLst>
                <a:rect l="0" t="0" r="r" b="b"/>
                <a:pathLst>
                  <a:path w="32" h="32">
                    <a:moveTo>
                      <a:pt x="0" y="32"/>
                    </a:moveTo>
                    <a:lnTo>
                      <a:pt x="32" y="28"/>
                    </a:lnTo>
                    <a:lnTo>
                      <a:pt x="32" y="6"/>
                    </a:lnTo>
                    <a:lnTo>
                      <a:pt x="0" y="0"/>
                    </a:lnTo>
                    <a:lnTo>
                      <a:pt x="0" y="32"/>
                    </a:lnTo>
                    <a:close/>
                  </a:path>
                </a:pathLst>
              </a:custGeom>
              <a:solidFill>
                <a:srgbClr val="50505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9606" tIns="44802" rIns="89606" bIns="44802" numCol="1" anchor="t" anchorCtr="0" compatLnSpc="1">
                <a:prstTxWarp prst="textNoShape">
                  <a:avLst/>
                </a:prstTxWarp>
              </a:bodyPr>
              <a:lstStyle/>
              <a:p>
                <a:pPr defTabSz="914005">
                  <a:defRPr/>
                </a:pPr>
                <a:endParaRPr lang="en-US" sz="1764">
                  <a:solidFill>
                    <a:srgbClr val="404040"/>
                  </a:solidFill>
                  <a:latin typeface="Segoe UI"/>
                </a:endParaRPr>
              </a:p>
            </p:txBody>
          </p:sp>
        </p:grpSp>
      </p:grpSp>
      <p:grpSp>
        <p:nvGrpSpPr>
          <p:cNvPr id="184" name="Group 183"/>
          <p:cNvGrpSpPr/>
          <p:nvPr userDrawn="1"/>
        </p:nvGrpSpPr>
        <p:grpSpPr>
          <a:xfrm>
            <a:off x="449017" y="3155933"/>
            <a:ext cx="3893183" cy="3355959"/>
            <a:chOff x="446695" y="3155795"/>
            <a:chExt cx="3894750" cy="3357310"/>
          </a:xfrm>
        </p:grpSpPr>
        <p:grpSp>
          <p:nvGrpSpPr>
            <p:cNvPr id="185" name="Group 184"/>
            <p:cNvGrpSpPr/>
            <p:nvPr/>
          </p:nvGrpSpPr>
          <p:grpSpPr>
            <a:xfrm>
              <a:off x="446695" y="3155795"/>
              <a:ext cx="1862135" cy="3357310"/>
              <a:chOff x="446695" y="3155795"/>
              <a:chExt cx="1862135" cy="3357310"/>
            </a:xfrm>
          </p:grpSpPr>
          <p:sp>
            <p:nvSpPr>
              <p:cNvPr id="187" name="Rectangle 203"/>
              <p:cNvSpPr>
                <a:spLocks noChangeArrowheads="1"/>
              </p:cNvSpPr>
              <p:nvPr/>
            </p:nvSpPr>
            <p:spPr bwMode="auto">
              <a:xfrm>
                <a:off x="446695" y="3155795"/>
                <a:ext cx="1862135" cy="3357310"/>
              </a:xfrm>
              <a:prstGeom prst="rect">
                <a:avLst/>
              </a:prstGeom>
              <a:solidFill>
                <a:schemeClr val="accent6"/>
              </a:solidFill>
              <a:ln>
                <a:noFill/>
              </a:ln>
            </p:spPr>
            <p:txBody>
              <a:bodyPr vert="horz" wrap="square" lIns="89606" tIns="44802" rIns="89606" bIns="44802" numCol="1" anchor="t" anchorCtr="0" compatLnSpc="1">
                <a:prstTxWarp prst="textNoShape">
                  <a:avLst/>
                </a:prstTxWarp>
              </a:bodyPr>
              <a:lstStyle/>
              <a:p>
                <a:pPr defTabSz="914005">
                  <a:defRPr/>
                </a:pPr>
                <a:endParaRPr lang="en-US" sz="1764">
                  <a:solidFill>
                    <a:srgbClr val="404040"/>
                  </a:solidFill>
                  <a:latin typeface="Segoe UI"/>
                </a:endParaRPr>
              </a:p>
            </p:txBody>
          </p:sp>
          <p:grpSp>
            <p:nvGrpSpPr>
              <p:cNvPr id="188" name="Group 120"/>
              <p:cNvGrpSpPr/>
              <p:nvPr/>
            </p:nvGrpSpPr>
            <p:grpSpPr>
              <a:xfrm>
                <a:off x="882393" y="3526501"/>
                <a:ext cx="1006676" cy="1102030"/>
                <a:chOff x="4924425" y="-1920875"/>
                <a:chExt cx="1173163" cy="1284287"/>
              </a:xfrm>
              <a:solidFill>
                <a:schemeClr val="bg1"/>
              </a:solidFill>
            </p:grpSpPr>
            <p:sp>
              <p:nvSpPr>
                <p:cNvPr id="189" name="Freeform 320"/>
                <p:cNvSpPr>
                  <a:spLocks/>
                </p:cNvSpPr>
                <p:nvPr/>
              </p:nvSpPr>
              <p:spPr bwMode="auto">
                <a:xfrm>
                  <a:off x="4924425" y="-1100138"/>
                  <a:ext cx="130175" cy="290512"/>
                </a:xfrm>
                <a:custGeom>
                  <a:avLst/>
                  <a:gdLst>
                    <a:gd name="T0" fmla="*/ 82 w 82"/>
                    <a:gd name="T1" fmla="*/ 176 h 183"/>
                    <a:gd name="T2" fmla="*/ 18 w 82"/>
                    <a:gd name="T3" fmla="*/ 183 h 183"/>
                    <a:gd name="T4" fmla="*/ 0 w 82"/>
                    <a:gd name="T5" fmla="*/ 5 h 183"/>
                    <a:gd name="T6" fmla="*/ 65 w 82"/>
                    <a:gd name="T7" fmla="*/ 0 h 183"/>
                    <a:gd name="T8" fmla="*/ 82 w 82"/>
                    <a:gd name="T9" fmla="*/ 176 h 183"/>
                  </a:gdLst>
                  <a:ahLst/>
                  <a:cxnLst>
                    <a:cxn ang="0">
                      <a:pos x="T0" y="T1"/>
                    </a:cxn>
                    <a:cxn ang="0">
                      <a:pos x="T2" y="T3"/>
                    </a:cxn>
                    <a:cxn ang="0">
                      <a:pos x="T4" y="T5"/>
                    </a:cxn>
                    <a:cxn ang="0">
                      <a:pos x="T6" y="T7"/>
                    </a:cxn>
                    <a:cxn ang="0">
                      <a:pos x="T8" y="T9"/>
                    </a:cxn>
                  </a:cxnLst>
                  <a:rect l="0" t="0" r="r" b="b"/>
                  <a:pathLst>
                    <a:path w="82" h="183">
                      <a:moveTo>
                        <a:pt x="82" y="176"/>
                      </a:moveTo>
                      <a:lnTo>
                        <a:pt x="18" y="183"/>
                      </a:lnTo>
                      <a:lnTo>
                        <a:pt x="0" y="5"/>
                      </a:lnTo>
                      <a:lnTo>
                        <a:pt x="65" y="0"/>
                      </a:lnTo>
                      <a:lnTo>
                        <a:pt x="82" y="176"/>
                      </a:lnTo>
                      <a:close/>
                    </a:path>
                  </a:pathLst>
                </a:custGeom>
                <a:grpFill/>
                <a:ln>
                  <a:noFill/>
                </a:ln>
              </p:spPr>
              <p:txBody>
                <a:bodyPr vert="horz" wrap="square" lIns="89606" tIns="44802" rIns="89606" bIns="44802" numCol="1" anchor="t" anchorCtr="0" compatLnSpc="1">
                  <a:prstTxWarp prst="textNoShape">
                    <a:avLst/>
                  </a:prstTxWarp>
                </a:bodyPr>
                <a:lstStyle/>
                <a:p>
                  <a:pPr defTabSz="914005">
                    <a:defRPr/>
                  </a:pPr>
                  <a:endParaRPr lang="en-US" sz="1764">
                    <a:solidFill>
                      <a:srgbClr val="404040"/>
                    </a:solidFill>
                    <a:latin typeface="Segoe UI"/>
                  </a:endParaRPr>
                </a:p>
              </p:txBody>
            </p:sp>
            <p:sp>
              <p:nvSpPr>
                <p:cNvPr id="190" name="Freeform 321"/>
                <p:cNvSpPr>
                  <a:spLocks/>
                </p:cNvSpPr>
                <p:nvPr/>
              </p:nvSpPr>
              <p:spPr bwMode="auto">
                <a:xfrm>
                  <a:off x="5962650" y="-1103313"/>
                  <a:ext cx="134938" cy="293687"/>
                </a:xfrm>
                <a:custGeom>
                  <a:avLst/>
                  <a:gdLst>
                    <a:gd name="T0" fmla="*/ 62 w 85"/>
                    <a:gd name="T1" fmla="*/ 185 h 185"/>
                    <a:gd name="T2" fmla="*/ 0 w 85"/>
                    <a:gd name="T3" fmla="*/ 176 h 185"/>
                    <a:gd name="T4" fmla="*/ 21 w 85"/>
                    <a:gd name="T5" fmla="*/ 0 h 185"/>
                    <a:gd name="T6" fmla="*/ 85 w 85"/>
                    <a:gd name="T7" fmla="*/ 9 h 185"/>
                    <a:gd name="T8" fmla="*/ 62 w 85"/>
                    <a:gd name="T9" fmla="*/ 185 h 185"/>
                  </a:gdLst>
                  <a:ahLst/>
                  <a:cxnLst>
                    <a:cxn ang="0">
                      <a:pos x="T0" y="T1"/>
                    </a:cxn>
                    <a:cxn ang="0">
                      <a:pos x="T2" y="T3"/>
                    </a:cxn>
                    <a:cxn ang="0">
                      <a:pos x="T4" y="T5"/>
                    </a:cxn>
                    <a:cxn ang="0">
                      <a:pos x="T6" y="T7"/>
                    </a:cxn>
                    <a:cxn ang="0">
                      <a:pos x="T8" y="T9"/>
                    </a:cxn>
                  </a:cxnLst>
                  <a:rect l="0" t="0" r="r" b="b"/>
                  <a:pathLst>
                    <a:path w="85" h="185">
                      <a:moveTo>
                        <a:pt x="62" y="185"/>
                      </a:moveTo>
                      <a:lnTo>
                        <a:pt x="0" y="176"/>
                      </a:lnTo>
                      <a:lnTo>
                        <a:pt x="21" y="0"/>
                      </a:lnTo>
                      <a:lnTo>
                        <a:pt x="85" y="9"/>
                      </a:lnTo>
                      <a:lnTo>
                        <a:pt x="62" y="185"/>
                      </a:lnTo>
                      <a:close/>
                    </a:path>
                  </a:pathLst>
                </a:custGeom>
                <a:grpFill/>
                <a:ln>
                  <a:noFill/>
                </a:ln>
              </p:spPr>
              <p:txBody>
                <a:bodyPr vert="horz" wrap="square" lIns="89606" tIns="44802" rIns="89606" bIns="44802" numCol="1" anchor="t" anchorCtr="0" compatLnSpc="1">
                  <a:prstTxWarp prst="textNoShape">
                    <a:avLst/>
                  </a:prstTxWarp>
                </a:bodyPr>
                <a:lstStyle/>
                <a:p>
                  <a:pPr defTabSz="914005">
                    <a:defRPr/>
                  </a:pPr>
                  <a:endParaRPr lang="en-US" sz="1764">
                    <a:solidFill>
                      <a:srgbClr val="404040"/>
                    </a:solidFill>
                    <a:latin typeface="Segoe UI"/>
                  </a:endParaRPr>
                </a:p>
              </p:txBody>
            </p:sp>
            <p:sp>
              <p:nvSpPr>
                <p:cNvPr id="191" name="Freeform 322"/>
                <p:cNvSpPr>
                  <a:spLocks/>
                </p:cNvSpPr>
                <p:nvPr/>
              </p:nvSpPr>
              <p:spPr bwMode="auto">
                <a:xfrm>
                  <a:off x="5010150" y="-1304925"/>
                  <a:ext cx="260350" cy="668337"/>
                </a:xfrm>
                <a:custGeom>
                  <a:avLst/>
                  <a:gdLst>
                    <a:gd name="T0" fmla="*/ 90 w 92"/>
                    <a:gd name="T1" fmla="*/ 206 h 236"/>
                    <a:gd name="T2" fmla="*/ 69 w 92"/>
                    <a:gd name="T3" fmla="*/ 232 h 236"/>
                    <a:gd name="T4" fmla="*/ 46 w 92"/>
                    <a:gd name="T5" fmla="*/ 234 h 236"/>
                    <a:gd name="T6" fmla="*/ 20 w 92"/>
                    <a:gd name="T7" fmla="*/ 213 h 236"/>
                    <a:gd name="T8" fmla="*/ 2 w 92"/>
                    <a:gd name="T9" fmla="*/ 30 h 236"/>
                    <a:gd name="T10" fmla="*/ 23 w 92"/>
                    <a:gd name="T11" fmla="*/ 4 h 236"/>
                    <a:gd name="T12" fmla="*/ 46 w 92"/>
                    <a:gd name="T13" fmla="*/ 1 h 236"/>
                    <a:gd name="T14" fmla="*/ 72 w 92"/>
                    <a:gd name="T15" fmla="*/ 23 h 236"/>
                    <a:gd name="T16" fmla="*/ 90 w 92"/>
                    <a:gd name="T17" fmla="*/ 206 h 2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2" h="236">
                      <a:moveTo>
                        <a:pt x="90" y="206"/>
                      </a:moveTo>
                      <a:cubicBezTo>
                        <a:pt x="92" y="219"/>
                        <a:pt x="82" y="231"/>
                        <a:pt x="69" y="232"/>
                      </a:cubicBezTo>
                      <a:cubicBezTo>
                        <a:pt x="46" y="234"/>
                        <a:pt x="46" y="234"/>
                        <a:pt x="46" y="234"/>
                      </a:cubicBezTo>
                      <a:cubicBezTo>
                        <a:pt x="33" y="236"/>
                        <a:pt x="21" y="226"/>
                        <a:pt x="20" y="213"/>
                      </a:cubicBezTo>
                      <a:cubicBezTo>
                        <a:pt x="2" y="30"/>
                        <a:pt x="2" y="30"/>
                        <a:pt x="2" y="30"/>
                      </a:cubicBezTo>
                      <a:cubicBezTo>
                        <a:pt x="0" y="17"/>
                        <a:pt x="10" y="5"/>
                        <a:pt x="23" y="4"/>
                      </a:cubicBezTo>
                      <a:cubicBezTo>
                        <a:pt x="46" y="1"/>
                        <a:pt x="46" y="1"/>
                        <a:pt x="46" y="1"/>
                      </a:cubicBezTo>
                      <a:cubicBezTo>
                        <a:pt x="59" y="0"/>
                        <a:pt x="71" y="10"/>
                        <a:pt x="72" y="23"/>
                      </a:cubicBezTo>
                      <a:lnTo>
                        <a:pt x="90" y="206"/>
                      </a:lnTo>
                      <a:close/>
                    </a:path>
                  </a:pathLst>
                </a:custGeom>
                <a:grpFill/>
                <a:ln>
                  <a:noFill/>
                </a:ln>
              </p:spPr>
              <p:txBody>
                <a:bodyPr vert="horz" wrap="square" lIns="89606" tIns="44802" rIns="89606" bIns="44802" numCol="1" anchor="t" anchorCtr="0" compatLnSpc="1">
                  <a:prstTxWarp prst="textNoShape">
                    <a:avLst/>
                  </a:prstTxWarp>
                </a:bodyPr>
                <a:lstStyle/>
                <a:p>
                  <a:pPr defTabSz="914005">
                    <a:defRPr/>
                  </a:pPr>
                  <a:endParaRPr lang="en-US" sz="1764">
                    <a:solidFill>
                      <a:srgbClr val="404040"/>
                    </a:solidFill>
                    <a:latin typeface="Segoe UI"/>
                  </a:endParaRPr>
                </a:p>
              </p:txBody>
            </p:sp>
            <p:sp>
              <p:nvSpPr>
                <p:cNvPr id="192" name="Freeform 323"/>
                <p:cNvSpPr>
                  <a:spLocks/>
                </p:cNvSpPr>
                <p:nvPr/>
              </p:nvSpPr>
              <p:spPr bwMode="auto">
                <a:xfrm>
                  <a:off x="5740400" y="-1309688"/>
                  <a:ext cx="274638" cy="666750"/>
                </a:xfrm>
                <a:custGeom>
                  <a:avLst/>
                  <a:gdLst>
                    <a:gd name="T0" fmla="*/ 72 w 97"/>
                    <a:gd name="T1" fmla="*/ 214 h 236"/>
                    <a:gd name="T2" fmla="*/ 45 w 97"/>
                    <a:gd name="T3" fmla="*/ 235 h 236"/>
                    <a:gd name="T4" fmla="*/ 22 w 97"/>
                    <a:gd name="T5" fmla="*/ 232 h 236"/>
                    <a:gd name="T6" fmla="*/ 2 w 97"/>
                    <a:gd name="T7" fmla="*/ 205 h 236"/>
                    <a:gd name="T8" fmla="*/ 26 w 97"/>
                    <a:gd name="T9" fmla="*/ 22 h 236"/>
                    <a:gd name="T10" fmla="*/ 52 w 97"/>
                    <a:gd name="T11" fmla="*/ 2 h 236"/>
                    <a:gd name="T12" fmla="*/ 75 w 97"/>
                    <a:gd name="T13" fmla="*/ 5 h 236"/>
                    <a:gd name="T14" fmla="*/ 96 w 97"/>
                    <a:gd name="T15" fmla="*/ 31 h 236"/>
                    <a:gd name="T16" fmla="*/ 72 w 97"/>
                    <a:gd name="T17" fmla="*/ 214 h 2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7" h="236">
                      <a:moveTo>
                        <a:pt x="72" y="214"/>
                      </a:moveTo>
                      <a:cubicBezTo>
                        <a:pt x="70" y="227"/>
                        <a:pt x="58" y="236"/>
                        <a:pt x="45" y="235"/>
                      </a:cubicBezTo>
                      <a:cubicBezTo>
                        <a:pt x="22" y="232"/>
                        <a:pt x="22" y="232"/>
                        <a:pt x="22" y="232"/>
                      </a:cubicBezTo>
                      <a:cubicBezTo>
                        <a:pt x="9" y="230"/>
                        <a:pt x="0" y="218"/>
                        <a:pt x="2" y="205"/>
                      </a:cubicBezTo>
                      <a:cubicBezTo>
                        <a:pt x="26" y="22"/>
                        <a:pt x="26" y="22"/>
                        <a:pt x="26" y="22"/>
                      </a:cubicBezTo>
                      <a:cubicBezTo>
                        <a:pt x="27" y="9"/>
                        <a:pt x="39" y="0"/>
                        <a:pt x="52" y="2"/>
                      </a:cubicBezTo>
                      <a:cubicBezTo>
                        <a:pt x="75" y="5"/>
                        <a:pt x="75" y="5"/>
                        <a:pt x="75" y="5"/>
                      </a:cubicBezTo>
                      <a:cubicBezTo>
                        <a:pt x="88" y="6"/>
                        <a:pt x="97" y="18"/>
                        <a:pt x="96" y="31"/>
                      </a:cubicBezTo>
                      <a:lnTo>
                        <a:pt x="72" y="214"/>
                      </a:lnTo>
                      <a:close/>
                    </a:path>
                  </a:pathLst>
                </a:custGeom>
                <a:grpFill/>
                <a:ln>
                  <a:noFill/>
                </a:ln>
              </p:spPr>
              <p:txBody>
                <a:bodyPr vert="horz" wrap="square" lIns="89606" tIns="44802" rIns="89606" bIns="44802" numCol="1" anchor="t" anchorCtr="0" compatLnSpc="1">
                  <a:prstTxWarp prst="textNoShape">
                    <a:avLst/>
                  </a:prstTxWarp>
                </a:bodyPr>
                <a:lstStyle/>
                <a:p>
                  <a:pPr defTabSz="914005">
                    <a:defRPr/>
                  </a:pPr>
                  <a:endParaRPr lang="en-US" sz="1764">
                    <a:solidFill>
                      <a:srgbClr val="404040"/>
                    </a:solidFill>
                    <a:latin typeface="Segoe UI"/>
                  </a:endParaRPr>
                </a:p>
              </p:txBody>
            </p:sp>
            <p:sp>
              <p:nvSpPr>
                <p:cNvPr id="193" name="Freeform 324"/>
                <p:cNvSpPr>
                  <a:spLocks/>
                </p:cNvSpPr>
                <p:nvPr/>
              </p:nvSpPr>
              <p:spPr bwMode="auto">
                <a:xfrm>
                  <a:off x="4959350" y="-1901825"/>
                  <a:ext cx="1109663" cy="823912"/>
                </a:xfrm>
                <a:custGeom>
                  <a:avLst/>
                  <a:gdLst>
                    <a:gd name="T0" fmla="*/ 386 w 392"/>
                    <a:gd name="T1" fmla="*/ 291 h 291"/>
                    <a:gd name="T2" fmla="*/ 380 w 392"/>
                    <a:gd name="T3" fmla="*/ 285 h 291"/>
                    <a:gd name="T4" fmla="*/ 380 w 392"/>
                    <a:gd name="T5" fmla="*/ 174 h 291"/>
                    <a:gd name="T6" fmla="*/ 218 w 392"/>
                    <a:gd name="T7" fmla="*/ 12 h 291"/>
                    <a:gd name="T8" fmla="*/ 174 w 392"/>
                    <a:gd name="T9" fmla="*/ 12 h 291"/>
                    <a:gd name="T10" fmla="*/ 12 w 392"/>
                    <a:gd name="T11" fmla="*/ 174 h 291"/>
                    <a:gd name="T12" fmla="*/ 12 w 392"/>
                    <a:gd name="T13" fmla="*/ 285 h 291"/>
                    <a:gd name="T14" fmla="*/ 6 w 392"/>
                    <a:gd name="T15" fmla="*/ 291 h 291"/>
                    <a:gd name="T16" fmla="*/ 0 w 392"/>
                    <a:gd name="T17" fmla="*/ 285 h 291"/>
                    <a:gd name="T18" fmla="*/ 0 w 392"/>
                    <a:gd name="T19" fmla="*/ 174 h 291"/>
                    <a:gd name="T20" fmla="*/ 174 w 392"/>
                    <a:gd name="T21" fmla="*/ 0 h 291"/>
                    <a:gd name="T22" fmla="*/ 218 w 392"/>
                    <a:gd name="T23" fmla="*/ 0 h 291"/>
                    <a:gd name="T24" fmla="*/ 392 w 392"/>
                    <a:gd name="T25" fmla="*/ 174 h 291"/>
                    <a:gd name="T26" fmla="*/ 392 w 392"/>
                    <a:gd name="T27" fmla="*/ 285 h 291"/>
                    <a:gd name="T28" fmla="*/ 386 w 392"/>
                    <a:gd name="T29" fmla="*/ 291 h 2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92" h="291">
                      <a:moveTo>
                        <a:pt x="386" y="291"/>
                      </a:moveTo>
                      <a:cubicBezTo>
                        <a:pt x="383" y="291"/>
                        <a:pt x="380" y="288"/>
                        <a:pt x="380" y="285"/>
                      </a:cubicBezTo>
                      <a:cubicBezTo>
                        <a:pt x="380" y="174"/>
                        <a:pt x="380" y="174"/>
                        <a:pt x="380" y="174"/>
                      </a:cubicBezTo>
                      <a:cubicBezTo>
                        <a:pt x="380" y="85"/>
                        <a:pt x="307" y="12"/>
                        <a:pt x="218" y="12"/>
                      </a:cubicBezTo>
                      <a:cubicBezTo>
                        <a:pt x="174" y="12"/>
                        <a:pt x="174" y="12"/>
                        <a:pt x="174" y="12"/>
                      </a:cubicBezTo>
                      <a:cubicBezTo>
                        <a:pt x="85" y="12"/>
                        <a:pt x="12" y="85"/>
                        <a:pt x="12" y="174"/>
                      </a:cubicBezTo>
                      <a:cubicBezTo>
                        <a:pt x="12" y="285"/>
                        <a:pt x="12" y="285"/>
                        <a:pt x="12" y="285"/>
                      </a:cubicBezTo>
                      <a:cubicBezTo>
                        <a:pt x="12" y="288"/>
                        <a:pt x="9" y="291"/>
                        <a:pt x="6" y="291"/>
                      </a:cubicBezTo>
                      <a:cubicBezTo>
                        <a:pt x="2" y="291"/>
                        <a:pt x="0" y="288"/>
                        <a:pt x="0" y="285"/>
                      </a:cubicBezTo>
                      <a:cubicBezTo>
                        <a:pt x="0" y="174"/>
                        <a:pt x="0" y="174"/>
                        <a:pt x="0" y="174"/>
                      </a:cubicBezTo>
                      <a:cubicBezTo>
                        <a:pt x="0" y="78"/>
                        <a:pt x="78" y="0"/>
                        <a:pt x="174" y="0"/>
                      </a:cubicBezTo>
                      <a:cubicBezTo>
                        <a:pt x="218" y="0"/>
                        <a:pt x="218" y="0"/>
                        <a:pt x="218" y="0"/>
                      </a:cubicBezTo>
                      <a:cubicBezTo>
                        <a:pt x="314" y="0"/>
                        <a:pt x="392" y="78"/>
                        <a:pt x="392" y="174"/>
                      </a:cubicBezTo>
                      <a:cubicBezTo>
                        <a:pt x="392" y="285"/>
                        <a:pt x="392" y="285"/>
                        <a:pt x="392" y="285"/>
                      </a:cubicBezTo>
                      <a:cubicBezTo>
                        <a:pt x="392" y="288"/>
                        <a:pt x="389" y="291"/>
                        <a:pt x="386" y="291"/>
                      </a:cubicBezTo>
                      <a:close/>
                    </a:path>
                  </a:pathLst>
                </a:custGeom>
                <a:grpFill/>
                <a:ln>
                  <a:noFill/>
                </a:ln>
              </p:spPr>
              <p:txBody>
                <a:bodyPr vert="horz" wrap="square" lIns="89606" tIns="44802" rIns="89606" bIns="44802" numCol="1" anchor="t" anchorCtr="0" compatLnSpc="1">
                  <a:prstTxWarp prst="textNoShape">
                    <a:avLst/>
                  </a:prstTxWarp>
                </a:bodyPr>
                <a:lstStyle/>
                <a:p>
                  <a:pPr defTabSz="914005">
                    <a:defRPr/>
                  </a:pPr>
                  <a:endParaRPr lang="en-US" sz="1764">
                    <a:solidFill>
                      <a:srgbClr val="404040"/>
                    </a:solidFill>
                    <a:latin typeface="Segoe UI"/>
                  </a:endParaRPr>
                </a:p>
              </p:txBody>
            </p:sp>
            <p:sp>
              <p:nvSpPr>
                <p:cNvPr id="194" name="Freeform 325"/>
                <p:cNvSpPr>
                  <a:spLocks/>
                </p:cNvSpPr>
                <p:nvPr/>
              </p:nvSpPr>
              <p:spPr bwMode="auto">
                <a:xfrm>
                  <a:off x="4995863" y="-1920875"/>
                  <a:ext cx="1033463" cy="317500"/>
                </a:xfrm>
                <a:custGeom>
                  <a:avLst/>
                  <a:gdLst>
                    <a:gd name="T0" fmla="*/ 350 w 365"/>
                    <a:gd name="T1" fmla="*/ 110 h 112"/>
                    <a:gd name="T2" fmla="*/ 339 w 365"/>
                    <a:gd name="T3" fmla="*/ 103 h 112"/>
                    <a:gd name="T4" fmla="*/ 205 w 365"/>
                    <a:gd name="T5" fmla="*/ 26 h 112"/>
                    <a:gd name="T6" fmla="*/ 161 w 365"/>
                    <a:gd name="T7" fmla="*/ 26 h 112"/>
                    <a:gd name="T8" fmla="*/ 27 w 365"/>
                    <a:gd name="T9" fmla="*/ 103 h 112"/>
                    <a:gd name="T10" fmla="*/ 9 w 365"/>
                    <a:gd name="T11" fmla="*/ 108 h 112"/>
                    <a:gd name="T12" fmla="*/ 4 w 365"/>
                    <a:gd name="T13" fmla="*/ 90 h 112"/>
                    <a:gd name="T14" fmla="*/ 161 w 365"/>
                    <a:gd name="T15" fmla="*/ 0 h 112"/>
                    <a:gd name="T16" fmla="*/ 205 w 365"/>
                    <a:gd name="T17" fmla="*/ 0 h 112"/>
                    <a:gd name="T18" fmla="*/ 362 w 365"/>
                    <a:gd name="T19" fmla="*/ 90 h 112"/>
                    <a:gd name="T20" fmla="*/ 357 w 365"/>
                    <a:gd name="T21" fmla="*/ 108 h 112"/>
                    <a:gd name="T22" fmla="*/ 350 w 365"/>
                    <a:gd name="T23" fmla="*/ 110 h 1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65" h="112">
                      <a:moveTo>
                        <a:pt x="350" y="110"/>
                      </a:moveTo>
                      <a:cubicBezTo>
                        <a:pt x="345" y="110"/>
                        <a:pt x="341" y="108"/>
                        <a:pt x="339" y="103"/>
                      </a:cubicBezTo>
                      <a:cubicBezTo>
                        <a:pt x="311" y="56"/>
                        <a:pt x="259" y="26"/>
                        <a:pt x="205" y="26"/>
                      </a:cubicBezTo>
                      <a:cubicBezTo>
                        <a:pt x="161" y="26"/>
                        <a:pt x="161" y="26"/>
                        <a:pt x="161" y="26"/>
                      </a:cubicBezTo>
                      <a:cubicBezTo>
                        <a:pt x="106" y="26"/>
                        <a:pt x="55" y="56"/>
                        <a:pt x="27" y="103"/>
                      </a:cubicBezTo>
                      <a:cubicBezTo>
                        <a:pt x="23" y="110"/>
                        <a:pt x="15" y="112"/>
                        <a:pt x="9" y="108"/>
                      </a:cubicBezTo>
                      <a:cubicBezTo>
                        <a:pt x="3" y="105"/>
                        <a:pt x="0" y="96"/>
                        <a:pt x="4" y="90"/>
                      </a:cubicBezTo>
                      <a:cubicBezTo>
                        <a:pt x="37" y="34"/>
                        <a:pt x="97" y="0"/>
                        <a:pt x="161" y="0"/>
                      </a:cubicBezTo>
                      <a:cubicBezTo>
                        <a:pt x="205" y="0"/>
                        <a:pt x="205" y="0"/>
                        <a:pt x="205" y="0"/>
                      </a:cubicBezTo>
                      <a:cubicBezTo>
                        <a:pt x="269" y="0"/>
                        <a:pt x="329" y="34"/>
                        <a:pt x="362" y="90"/>
                      </a:cubicBezTo>
                      <a:cubicBezTo>
                        <a:pt x="365" y="96"/>
                        <a:pt x="363" y="105"/>
                        <a:pt x="357" y="108"/>
                      </a:cubicBezTo>
                      <a:cubicBezTo>
                        <a:pt x="355" y="109"/>
                        <a:pt x="352" y="110"/>
                        <a:pt x="350" y="110"/>
                      </a:cubicBezTo>
                      <a:close/>
                    </a:path>
                  </a:pathLst>
                </a:custGeom>
                <a:grpFill/>
                <a:ln>
                  <a:noFill/>
                </a:ln>
              </p:spPr>
              <p:txBody>
                <a:bodyPr vert="horz" wrap="square" lIns="89606" tIns="44802" rIns="89606" bIns="44802" numCol="1" anchor="t" anchorCtr="0" compatLnSpc="1">
                  <a:prstTxWarp prst="textNoShape">
                    <a:avLst/>
                  </a:prstTxWarp>
                </a:bodyPr>
                <a:lstStyle/>
                <a:p>
                  <a:pPr defTabSz="914005">
                    <a:defRPr/>
                  </a:pPr>
                  <a:endParaRPr lang="en-US" sz="1764">
                    <a:solidFill>
                      <a:srgbClr val="404040"/>
                    </a:solidFill>
                    <a:latin typeface="Segoe UI"/>
                  </a:endParaRPr>
                </a:p>
              </p:txBody>
            </p:sp>
          </p:grpSp>
        </p:grpSp>
        <p:sp>
          <p:nvSpPr>
            <p:cNvPr id="186" name="Rectangle 203"/>
            <p:cNvSpPr>
              <a:spLocks noChangeArrowheads="1"/>
            </p:cNvSpPr>
            <p:nvPr/>
          </p:nvSpPr>
          <p:spPr bwMode="auto">
            <a:xfrm>
              <a:off x="461603" y="4916603"/>
              <a:ext cx="3879842" cy="1596502"/>
            </a:xfrm>
            <a:prstGeom prst="rect">
              <a:avLst/>
            </a:prstGeom>
            <a:solidFill>
              <a:schemeClr val="accent6"/>
            </a:solidFill>
            <a:ln>
              <a:noFill/>
            </a:ln>
          </p:spPr>
          <p:txBody>
            <a:bodyPr vert="horz" wrap="square" lIns="89606" tIns="44802" rIns="89606" bIns="44802" numCol="1" anchor="ctr" anchorCtr="0" compatLnSpc="1">
              <a:prstTxWarp prst="textNoShape">
                <a:avLst/>
              </a:prstTxWarp>
            </a:bodyPr>
            <a:lstStyle/>
            <a:p>
              <a:pPr algn="ctr" defTabSz="914005">
                <a:defRPr/>
              </a:pPr>
              <a:r>
                <a:rPr lang="en-US" sz="3998" b="1" dirty="0">
                  <a:gradFill>
                    <a:gsLst>
                      <a:gs pos="0">
                        <a:srgbClr val="FFFFFF"/>
                      </a:gs>
                      <a:gs pos="100000">
                        <a:srgbClr val="FFFFFF"/>
                      </a:gs>
                    </a:gsLst>
                    <a:lin ang="5400000" scaled="0"/>
                  </a:gradFill>
                  <a:latin typeface="Segoe UI Light"/>
                </a:rPr>
                <a:t>Podcasts</a:t>
              </a:r>
              <a:r>
                <a:rPr lang="en-US" sz="1764" dirty="0">
                  <a:solidFill>
                    <a:srgbClr val="404040"/>
                  </a:solidFill>
                  <a:latin typeface="Segoe UI"/>
                </a:rPr>
                <a:t/>
              </a:r>
              <a:br>
                <a:rPr lang="en-US" sz="1764" dirty="0">
                  <a:solidFill>
                    <a:srgbClr val="404040"/>
                  </a:solidFill>
                  <a:latin typeface="Segoe UI"/>
                </a:rPr>
              </a:br>
              <a:r>
                <a:rPr lang="en-US" sz="1799" spc="-50" dirty="0">
                  <a:solidFill>
                    <a:srgbClr val="404040"/>
                  </a:solidFill>
                  <a:latin typeface="Segoe UI"/>
                  <a:hlinkClick r:id="rId6"/>
                </a:rPr>
                <a:t>http://</a:t>
              </a:r>
              <a:r>
                <a:rPr lang="en-US" sz="1799" dirty="0">
                  <a:solidFill>
                    <a:srgbClr val="404040"/>
                  </a:solidFill>
                  <a:latin typeface="Segoe UI"/>
                  <a:hlinkClick r:id="rId6"/>
                </a:rPr>
                <a:t>dev.office.com/podcasts</a:t>
              </a:r>
              <a:r>
                <a:rPr lang="en-US" sz="1799" spc="-50" dirty="0">
                  <a:solidFill>
                    <a:srgbClr val="404040"/>
                  </a:solidFill>
                  <a:latin typeface="Segoe UI"/>
                </a:rPr>
                <a:t> </a:t>
              </a:r>
            </a:p>
            <a:p>
              <a:pPr algn="ctr" defTabSz="914005">
                <a:defRPr/>
              </a:pPr>
              <a:endParaRPr lang="en-US" sz="1764" dirty="0">
                <a:solidFill>
                  <a:srgbClr val="404040"/>
                </a:solidFill>
                <a:latin typeface="Segoe UI"/>
              </a:endParaRPr>
            </a:p>
          </p:txBody>
        </p:sp>
      </p:grpSp>
      <p:grpSp>
        <p:nvGrpSpPr>
          <p:cNvPr id="195" name="Group 194"/>
          <p:cNvGrpSpPr/>
          <p:nvPr userDrawn="1"/>
        </p:nvGrpSpPr>
        <p:grpSpPr>
          <a:xfrm>
            <a:off x="10132721" y="4916033"/>
            <a:ext cx="1844238" cy="1597854"/>
            <a:chOff x="10134295" y="4916603"/>
            <a:chExt cx="1844980" cy="1598497"/>
          </a:xfrm>
        </p:grpSpPr>
        <p:sp>
          <p:nvSpPr>
            <p:cNvPr id="196" name="Rectangle 153"/>
            <p:cNvSpPr>
              <a:spLocks noChangeArrowheads="1"/>
            </p:cNvSpPr>
            <p:nvPr/>
          </p:nvSpPr>
          <p:spPr bwMode="auto">
            <a:xfrm>
              <a:off x="10134295" y="4916603"/>
              <a:ext cx="1844980" cy="1598497"/>
            </a:xfrm>
            <a:prstGeom prst="rect">
              <a:avLst/>
            </a:prstGeom>
            <a:solidFill>
              <a:schemeClr val="accent5"/>
            </a:solidFill>
            <a:ln>
              <a:noFill/>
            </a:ln>
          </p:spPr>
          <p:txBody>
            <a:bodyPr vert="horz" wrap="square" lIns="89606" tIns="44802" rIns="89606" bIns="44802" numCol="1" anchor="t" anchorCtr="0" compatLnSpc="1">
              <a:prstTxWarp prst="textNoShape">
                <a:avLst/>
              </a:prstTxWarp>
            </a:bodyPr>
            <a:lstStyle/>
            <a:p>
              <a:pPr defTabSz="914005">
                <a:defRPr/>
              </a:pPr>
              <a:r>
                <a:rPr lang="en-US" sz="1799" b="1" dirty="0" err="1">
                  <a:gradFill>
                    <a:gsLst>
                      <a:gs pos="0">
                        <a:srgbClr val="FFFFFF"/>
                      </a:gs>
                      <a:gs pos="100000">
                        <a:srgbClr val="FFFFFF"/>
                      </a:gs>
                    </a:gsLst>
                    <a:lin ang="5400000" scaled="0"/>
                  </a:gradFill>
                  <a:latin typeface="Segoe UI Light"/>
                </a:rPr>
                <a:t>UserVoice</a:t>
              </a:r>
              <a:endParaRPr lang="en-US" sz="1799" b="1" dirty="0">
                <a:gradFill>
                  <a:gsLst>
                    <a:gs pos="0">
                      <a:srgbClr val="FFFFFF"/>
                    </a:gs>
                    <a:gs pos="100000">
                      <a:srgbClr val="FFFFFF"/>
                    </a:gs>
                  </a:gsLst>
                  <a:lin ang="5400000" scaled="0"/>
                </a:gradFill>
                <a:latin typeface="Segoe UI Light"/>
              </a:endParaRPr>
            </a:p>
            <a:p>
              <a:pPr defTabSz="914005">
                <a:defRPr/>
              </a:pPr>
              <a:endParaRPr lang="en-US" sz="1799" b="1" dirty="0">
                <a:gradFill>
                  <a:gsLst>
                    <a:gs pos="0">
                      <a:srgbClr val="FFFFFF"/>
                    </a:gs>
                    <a:gs pos="100000">
                      <a:srgbClr val="FFFFFF"/>
                    </a:gs>
                  </a:gsLst>
                  <a:lin ang="5400000" scaled="0"/>
                </a:gradFill>
                <a:latin typeface="Segoe UI Light"/>
              </a:endParaRPr>
            </a:p>
            <a:p>
              <a:pPr defTabSz="914005">
                <a:defRPr/>
              </a:pPr>
              <a:endParaRPr lang="en-US" sz="1799" b="1" dirty="0">
                <a:gradFill>
                  <a:gsLst>
                    <a:gs pos="0">
                      <a:srgbClr val="FFFFFF"/>
                    </a:gs>
                    <a:gs pos="100000">
                      <a:srgbClr val="FFFFFF"/>
                    </a:gs>
                  </a:gsLst>
                  <a:lin ang="5400000" scaled="0"/>
                </a:gradFill>
                <a:latin typeface="Segoe UI Light"/>
              </a:endParaRPr>
            </a:p>
            <a:p>
              <a:pPr defTabSz="914005">
                <a:defRPr/>
              </a:pPr>
              <a:endParaRPr lang="en-US" sz="1799" b="1" dirty="0">
                <a:gradFill>
                  <a:gsLst>
                    <a:gs pos="0">
                      <a:srgbClr val="FFFFFF"/>
                    </a:gs>
                    <a:gs pos="100000">
                      <a:srgbClr val="FFFFFF"/>
                    </a:gs>
                  </a:gsLst>
                  <a:lin ang="5400000" scaled="0"/>
                </a:gradFill>
                <a:latin typeface="Segoe UI Light"/>
              </a:endParaRPr>
            </a:p>
            <a:p>
              <a:pPr defTabSz="914005">
                <a:defRPr/>
              </a:pPr>
              <a:r>
                <a:rPr lang="en-US" sz="1199" dirty="0">
                  <a:solidFill>
                    <a:srgbClr val="404040"/>
                  </a:solidFill>
                  <a:latin typeface="Segoe UI"/>
                  <a:hlinkClick r:id="rId7"/>
                </a:rPr>
                <a:t>http://officespdev.uservoice.com/</a:t>
              </a:r>
              <a:r>
                <a:rPr lang="en-US" sz="1199" dirty="0">
                  <a:solidFill>
                    <a:srgbClr val="404040"/>
                  </a:solidFill>
                  <a:latin typeface="Segoe UI"/>
                </a:rPr>
                <a:t> </a:t>
              </a:r>
            </a:p>
            <a:p>
              <a:pPr defTabSz="914005">
                <a:defRPr/>
              </a:pPr>
              <a:endParaRPr lang="en-US" sz="1799" b="1" dirty="0">
                <a:gradFill>
                  <a:gsLst>
                    <a:gs pos="0">
                      <a:srgbClr val="FFFFFF"/>
                    </a:gs>
                    <a:gs pos="100000">
                      <a:srgbClr val="FFFFFF"/>
                    </a:gs>
                  </a:gsLst>
                  <a:lin ang="5400000" scaled="0"/>
                </a:gradFill>
                <a:latin typeface="Segoe UI Light"/>
              </a:endParaRPr>
            </a:p>
          </p:txBody>
        </p:sp>
        <p:sp>
          <p:nvSpPr>
            <p:cNvPr id="197" name="Freeform 64"/>
            <p:cNvSpPr>
              <a:spLocks noChangeAspect="1" noEditPoints="1"/>
            </p:cNvSpPr>
            <p:nvPr/>
          </p:nvSpPr>
          <p:spPr bwMode="black">
            <a:xfrm>
              <a:off x="10672381" y="5344472"/>
              <a:ext cx="794805" cy="610410"/>
            </a:xfrm>
            <a:custGeom>
              <a:avLst/>
              <a:gdLst>
                <a:gd name="T0" fmla="*/ 12 w 221"/>
                <a:gd name="T1" fmla="*/ 104 h 170"/>
                <a:gd name="T2" fmla="*/ 6 w 221"/>
                <a:gd name="T3" fmla="*/ 103 h 170"/>
                <a:gd name="T4" fmla="*/ 2 w 221"/>
                <a:gd name="T5" fmla="*/ 108 h 170"/>
                <a:gd name="T6" fmla="*/ 10 w 221"/>
                <a:gd name="T7" fmla="*/ 141 h 170"/>
                <a:gd name="T8" fmla="*/ 16 w 221"/>
                <a:gd name="T9" fmla="*/ 143 h 170"/>
                <a:gd name="T10" fmla="*/ 21 w 221"/>
                <a:gd name="T11" fmla="*/ 139 h 170"/>
                <a:gd name="T12" fmla="*/ 12 w 221"/>
                <a:gd name="T13" fmla="*/ 104 h 170"/>
                <a:gd name="T14" fmla="*/ 185 w 221"/>
                <a:gd name="T15" fmla="*/ 8 h 170"/>
                <a:gd name="T16" fmla="*/ 219 w 221"/>
                <a:gd name="T17" fmla="*/ 136 h 170"/>
                <a:gd name="T18" fmla="*/ 209 w 221"/>
                <a:gd name="T19" fmla="*/ 139 h 170"/>
                <a:gd name="T20" fmla="*/ 175 w 221"/>
                <a:gd name="T21" fmla="*/ 10 h 170"/>
                <a:gd name="T22" fmla="*/ 185 w 221"/>
                <a:gd name="T23" fmla="*/ 8 h 170"/>
                <a:gd name="T24" fmla="*/ 104 w 221"/>
                <a:gd name="T25" fmla="*/ 170 h 170"/>
                <a:gd name="T26" fmla="*/ 85 w 221"/>
                <a:gd name="T27" fmla="*/ 170 h 170"/>
                <a:gd name="T28" fmla="*/ 63 w 221"/>
                <a:gd name="T29" fmla="*/ 143 h 170"/>
                <a:gd name="T30" fmla="*/ 73 w 221"/>
                <a:gd name="T31" fmla="*/ 143 h 170"/>
                <a:gd name="T32" fmla="*/ 85 w 221"/>
                <a:gd name="T33" fmla="*/ 157 h 170"/>
                <a:gd name="T34" fmla="*/ 104 w 221"/>
                <a:gd name="T35" fmla="*/ 157 h 170"/>
                <a:gd name="T36" fmla="*/ 116 w 221"/>
                <a:gd name="T37" fmla="*/ 143 h 170"/>
                <a:gd name="T38" fmla="*/ 128 w 221"/>
                <a:gd name="T39" fmla="*/ 143 h 170"/>
                <a:gd name="T40" fmla="*/ 104 w 221"/>
                <a:gd name="T41" fmla="*/ 170 h 170"/>
                <a:gd name="T42" fmla="*/ 18 w 221"/>
                <a:gd name="T43" fmla="*/ 102 h 170"/>
                <a:gd name="T44" fmla="*/ 168 w 221"/>
                <a:gd name="T45" fmla="*/ 16 h 170"/>
                <a:gd name="T46" fmla="*/ 172 w 221"/>
                <a:gd name="T47" fmla="*/ 30 h 170"/>
                <a:gd name="T48" fmla="*/ 20 w 221"/>
                <a:gd name="T49" fmla="*/ 109 h 170"/>
                <a:gd name="T50" fmla="*/ 18 w 221"/>
                <a:gd name="T51" fmla="*/ 102 h 170"/>
                <a:gd name="T52" fmla="*/ 185 w 221"/>
                <a:gd name="T53" fmla="*/ 79 h 170"/>
                <a:gd name="T54" fmla="*/ 201 w 221"/>
                <a:gd name="T55" fmla="*/ 137 h 170"/>
                <a:gd name="T56" fmla="*/ 28 w 221"/>
                <a:gd name="T57" fmla="*/ 138 h 170"/>
                <a:gd name="T58" fmla="*/ 24 w 221"/>
                <a:gd name="T59" fmla="*/ 122 h 170"/>
                <a:gd name="T60" fmla="*/ 185 w 221"/>
                <a:gd name="T61" fmla="*/ 79 h 1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221" h="170">
                  <a:moveTo>
                    <a:pt x="12" y="104"/>
                  </a:moveTo>
                  <a:cubicBezTo>
                    <a:pt x="6" y="103"/>
                    <a:pt x="6" y="103"/>
                    <a:pt x="6" y="103"/>
                  </a:cubicBezTo>
                  <a:cubicBezTo>
                    <a:pt x="3" y="103"/>
                    <a:pt x="0" y="104"/>
                    <a:pt x="2" y="108"/>
                  </a:cubicBezTo>
                  <a:cubicBezTo>
                    <a:pt x="10" y="141"/>
                    <a:pt x="10" y="141"/>
                    <a:pt x="10" y="141"/>
                  </a:cubicBezTo>
                  <a:cubicBezTo>
                    <a:pt x="12" y="145"/>
                    <a:pt x="14" y="144"/>
                    <a:pt x="16" y="143"/>
                  </a:cubicBezTo>
                  <a:cubicBezTo>
                    <a:pt x="21" y="139"/>
                    <a:pt x="21" y="139"/>
                    <a:pt x="21" y="139"/>
                  </a:cubicBezTo>
                  <a:cubicBezTo>
                    <a:pt x="12" y="104"/>
                    <a:pt x="12" y="104"/>
                    <a:pt x="12" y="104"/>
                  </a:cubicBezTo>
                  <a:close/>
                  <a:moveTo>
                    <a:pt x="185" y="8"/>
                  </a:moveTo>
                  <a:cubicBezTo>
                    <a:pt x="219" y="136"/>
                    <a:pt x="219" y="136"/>
                    <a:pt x="219" y="136"/>
                  </a:cubicBezTo>
                  <a:cubicBezTo>
                    <a:pt x="221" y="143"/>
                    <a:pt x="211" y="146"/>
                    <a:pt x="209" y="139"/>
                  </a:cubicBezTo>
                  <a:cubicBezTo>
                    <a:pt x="175" y="10"/>
                    <a:pt x="175" y="10"/>
                    <a:pt x="175" y="10"/>
                  </a:cubicBezTo>
                  <a:cubicBezTo>
                    <a:pt x="173" y="3"/>
                    <a:pt x="183" y="0"/>
                    <a:pt x="185" y="8"/>
                  </a:cubicBezTo>
                  <a:close/>
                  <a:moveTo>
                    <a:pt x="104" y="170"/>
                  </a:moveTo>
                  <a:cubicBezTo>
                    <a:pt x="85" y="170"/>
                    <a:pt x="85" y="170"/>
                    <a:pt x="85" y="170"/>
                  </a:cubicBezTo>
                  <a:cubicBezTo>
                    <a:pt x="69" y="170"/>
                    <a:pt x="62" y="156"/>
                    <a:pt x="63" y="143"/>
                  </a:cubicBezTo>
                  <a:cubicBezTo>
                    <a:pt x="73" y="143"/>
                    <a:pt x="73" y="143"/>
                    <a:pt x="73" y="143"/>
                  </a:cubicBezTo>
                  <a:cubicBezTo>
                    <a:pt x="73" y="150"/>
                    <a:pt x="77" y="157"/>
                    <a:pt x="85" y="157"/>
                  </a:cubicBezTo>
                  <a:cubicBezTo>
                    <a:pt x="104" y="157"/>
                    <a:pt x="104" y="157"/>
                    <a:pt x="104" y="157"/>
                  </a:cubicBezTo>
                  <a:cubicBezTo>
                    <a:pt x="112" y="157"/>
                    <a:pt x="116" y="150"/>
                    <a:pt x="116" y="143"/>
                  </a:cubicBezTo>
                  <a:cubicBezTo>
                    <a:pt x="128" y="143"/>
                    <a:pt x="128" y="143"/>
                    <a:pt x="128" y="143"/>
                  </a:cubicBezTo>
                  <a:cubicBezTo>
                    <a:pt x="128" y="156"/>
                    <a:pt x="120" y="170"/>
                    <a:pt x="104" y="170"/>
                  </a:cubicBezTo>
                  <a:close/>
                  <a:moveTo>
                    <a:pt x="18" y="102"/>
                  </a:moveTo>
                  <a:cubicBezTo>
                    <a:pt x="168" y="16"/>
                    <a:pt x="168" y="16"/>
                    <a:pt x="168" y="16"/>
                  </a:cubicBezTo>
                  <a:cubicBezTo>
                    <a:pt x="172" y="30"/>
                    <a:pt x="172" y="30"/>
                    <a:pt x="172" y="30"/>
                  </a:cubicBezTo>
                  <a:cubicBezTo>
                    <a:pt x="20" y="109"/>
                    <a:pt x="20" y="109"/>
                    <a:pt x="20" y="109"/>
                  </a:cubicBezTo>
                  <a:cubicBezTo>
                    <a:pt x="18" y="102"/>
                    <a:pt x="18" y="102"/>
                    <a:pt x="18" y="102"/>
                  </a:cubicBezTo>
                  <a:close/>
                  <a:moveTo>
                    <a:pt x="185" y="79"/>
                  </a:moveTo>
                  <a:cubicBezTo>
                    <a:pt x="201" y="137"/>
                    <a:pt x="201" y="137"/>
                    <a:pt x="201" y="137"/>
                  </a:cubicBezTo>
                  <a:cubicBezTo>
                    <a:pt x="28" y="138"/>
                    <a:pt x="28" y="138"/>
                    <a:pt x="28" y="138"/>
                  </a:cubicBezTo>
                  <a:cubicBezTo>
                    <a:pt x="24" y="122"/>
                    <a:pt x="24" y="122"/>
                    <a:pt x="24" y="122"/>
                  </a:cubicBezTo>
                  <a:cubicBezTo>
                    <a:pt x="185" y="79"/>
                    <a:pt x="185" y="79"/>
                    <a:pt x="185" y="79"/>
                  </a:cubicBezTo>
                  <a:close/>
                </a:path>
              </a:pathLst>
            </a:custGeom>
            <a:solidFill>
              <a:srgbClr val="FFFFFF"/>
            </a:solidFill>
            <a:ln>
              <a:noFill/>
            </a:ln>
          </p:spPr>
          <p:txBody>
            <a:bodyPr vert="horz" wrap="square" lIns="82272" tIns="41137" rIns="82272" bIns="41137" numCol="1" anchor="t" anchorCtr="0" compatLnSpc="1">
              <a:prstTxWarp prst="textNoShape">
                <a:avLst/>
              </a:prstTxWarp>
            </a:bodyPr>
            <a:lstStyle/>
            <a:p>
              <a:pPr defTabSz="932319">
                <a:defRPr/>
              </a:pPr>
              <a:endParaRPr lang="en-US" sz="1599">
                <a:solidFill>
                  <a:srgbClr val="000000"/>
                </a:solidFill>
                <a:latin typeface="Segoe UI"/>
              </a:endParaRPr>
            </a:p>
          </p:txBody>
        </p:sp>
      </p:grpSp>
      <p:grpSp>
        <p:nvGrpSpPr>
          <p:cNvPr id="198" name="Group 197"/>
          <p:cNvGrpSpPr/>
          <p:nvPr userDrawn="1"/>
        </p:nvGrpSpPr>
        <p:grpSpPr>
          <a:xfrm>
            <a:off x="2399409" y="3155336"/>
            <a:ext cx="1942791" cy="1681580"/>
            <a:chOff x="2397872" y="3155198"/>
            <a:chExt cx="1943573" cy="1682257"/>
          </a:xfrm>
        </p:grpSpPr>
        <p:sp>
          <p:nvSpPr>
            <p:cNvPr id="199" name="Rectangle 266"/>
            <p:cNvSpPr>
              <a:spLocks noChangeArrowheads="1"/>
            </p:cNvSpPr>
            <p:nvPr/>
          </p:nvSpPr>
          <p:spPr bwMode="auto">
            <a:xfrm>
              <a:off x="2397872" y="3155198"/>
              <a:ext cx="1943573" cy="1682257"/>
            </a:xfrm>
            <a:prstGeom prst="rect">
              <a:avLst/>
            </a:prstGeom>
            <a:solidFill>
              <a:srgbClr val="BAD80A"/>
            </a:solidFill>
            <a:ln>
              <a:noFill/>
            </a:ln>
          </p:spPr>
          <p:txBody>
            <a:bodyPr vert="horz" wrap="square" lIns="89606" tIns="44802" rIns="89606" bIns="44802" numCol="1" anchor="t" anchorCtr="0" compatLnSpc="1">
              <a:prstTxWarp prst="textNoShape">
                <a:avLst/>
              </a:prstTxWarp>
            </a:bodyPr>
            <a:lstStyle/>
            <a:p>
              <a:pPr defTabSz="914005">
                <a:lnSpc>
                  <a:spcPct val="95000"/>
                </a:lnSpc>
                <a:defRPr/>
              </a:pPr>
              <a:r>
                <a:rPr lang="en-US" sz="1764" dirty="0">
                  <a:gradFill>
                    <a:gsLst>
                      <a:gs pos="0">
                        <a:srgbClr val="505050"/>
                      </a:gs>
                      <a:gs pos="100000">
                        <a:srgbClr val="505050"/>
                      </a:gs>
                    </a:gsLst>
                    <a:lin ang="5400000" scaled="0"/>
                  </a:gradFill>
                  <a:latin typeface="Segoe UI"/>
                </a:rPr>
                <a:t>Stack overflow</a:t>
              </a:r>
            </a:p>
            <a:p>
              <a:pPr defTabSz="914005">
                <a:lnSpc>
                  <a:spcPct val="95000"/>
                </a:lnSpc>
                <a:defRPr/>
              </a:pPr>
              <a:endParaRPr lang="en-US" sz="1764" dirty="0">
                <a:gradFill>
                  <a:gsLst>
                    <a:gs pos="0">
                      <a:srgbClr val="505050"/>
                    </a:gs>
                    <a:gs pos="100000">
                      <a:srgbClr val="505050"/>
                    </a:gs>
                  </a:gsLst>
                  <a:lin ang="5400000" scaled="0"/>
                </a:gradFill>
                <a:latin typeface="Segoe UI"/>
              </a:endParaRPr>
            </a:p>
            <a:p>
              <a:pPr defTabSz="914005">
                <a:lnSpc>
                  <a:spcPct val="95000"/>
                </a:lnSpc>
                <a:defRPr/>
              </a:pPr>
              <a:endParaRPr lang="en-US" sz="1764" dirty="0">
                <a:gradFill>
                  <a:gsLst>
                    <a:gs pos="0">
                      <a:srgbClr val="505050"/>
                    </a:gs>
                    <a:gs pos="100000">
                      <a:srgbClr val="505050"/>
                    </a:gs>
                  </a:gsLst>
                  <a:lin ang="5400000" scaled="0"/>
                </a:gradFill>
                <a:latin typeface="Segoe UI"/>
              </a:endParaRPr>
            </a:p>
            <a:p>
              <a:pPr defTabSz="914005">
                <a:lnSpc>
                  <a:spcPct val="95000"/>
                </a:lnSpc>
                <a:defRPr/>
              </a:pPr>
              <a:endParaRPr lang="en-US" sz="1764" dirty="0">
                <a:gradFill>
                  <a:gsLst>
                    <a:gs pos="0">
                      <a:srgbClr val="505050"/>
                    </a:gs>
                    <a:gs pos="100000">
                      <a:srgbClr val="505050"/>
                    </a:gs>
                  </a:gsLst>
                  <a:lin ang="5400000" scaled="0"/>
                </a:gradFill>
                <a:latin typeface="Segoe UI"/>
              </a:endParaRPr>
            </a:p>
            <a:p>
              <a:pPr defTabSz="914005">
                <a:lnSpc>
                  <a:spcPct val="95000"/>
                </a:lnSpc>
                <a:defRPr/>
              </a:pPr>
              <a:endParaRPr lang="en-US" sz="1764" dirty="0">
                <a:gradFill>
                  <a:gsLst>
                    <a:gs pos="0">
                      <a:srgbClr val="505050"/>
                    </a:gs>
                    <a:gs pos="100000">
                      <a:srgbClr val="505050"/>
                    </a:gs>
                  </a:gsLst>
                  <a:lin ang="5400000" scaled="0"/>
                </a:gradFill>
                <a:latin typeface="Segoe UI"/>
              </a:endParaRPr>
            </a:p>
            <a:p>
              <a:pPr defTabSz="914005">
                <a:lnSpc>
                  <a:spcPct val="95000"/>
                </a:lnSpc>
                <a:defRPr/>
              </a:pPr>
              <a:r>
                <a:rPr lang="en-US" sz="1764" dirty="0">
                  <a:gradFill>
                    <a:gsLst>
                      <a:gs pos="0">
                        <a:srgbClr val="505050"/>
                      </a:gs>
                      <a:gs pos="100000">
                        <a:srgbClr val="505050"/>
                      </a:gs>
                    </a:gsLst>
                    <a:lin ang="5400000" scaled="0"/>
                  </a:gradFill>
                  <a:latin typeface="Segoe UI"/>
                </a:rPr>
                <a:t>[</a:t>
              </a:r>
              <a:r>
                <a:rPr lang="en-US" sz="1764" dirty="0" err="1">
                  <a:gradFill>
                    <a:gsLst>
                      <a:gs pos="0">
                        <a:srgbClr val="505050"/>
                      </a:gs>
                      <a:gs pos="100000">
                        <a:srgbClr val="505050"/>
                      </a:gs>
                    </a:gsLst>
                    <a:lin ang="5400000" scaled="0"/>
                  </a:gradFill>
                  <a:latin typeface="Segoe UI"/>
                </a:rPr>
                <a:t>ms</a:t>
              </a:r>
              <a:r>
                <a:rPr lang="en-US" sz="1764" dirty="0">
                  <a:gradFill>
                    <a:gsLst>
                      <a:gs pos="0">
                        <a:srgbClr val="505050"/>
                      </a:gs>
                      <a:gs pos="100000">
                        <a:srgbClr val="505050"/>
                      </a:gs>
                    </a:gsLst>
                    <a:lin ang="5400000" scaled="0"/>
                  </a:gradFill>
                  <a:latin typeface="Segoe UI"/>
                </a:rPr>
                <a:t>-office]</a:t>
              </a:r>
            </a:p>
          </p:txBody>
        </p:sp>
        <p:sp>
          <p:nvSpPr>
            <p:cNvPr id="200" name="Freeform 15"/>
            <p:cNvSpPr>
              <a:spLocks noEditPoints="1"/>
            </p:cNvSpPr>
            <p:nvPr/>
          </p:nvSpPr>
          <p:spPr bwMode="black">
            <a:xfrm>
              <a:off x="2964290" y="3587555"/>
              <a:ext cx="760544" cy="761422"/>
            </a:xfrm>
            <a:custGeom>
              <a:avLst/>
              <a:gdLst>
                <a:gd name="T0" fmla="*/ 455 w 708"/>
                <a:gd name="T1" fmla="*/ 121 h 709"/>
                <a:gd name="T2" fmla="*/ 392 w 708"/>
                <a:gd name="T3" fmla="*/ 121 h 709"/>
                <a:gd name="T4" fmla="*/ 392 w 708"/>
                <a:gd name="T5" fmla="*/ 206 h 709"/>
                <a:gd name="T6" fmla="*/ 316 w 708"/>
                <a:gd name="T7" fmla="*/ 206 h 709"/>
                <a:gd name="T8" fmla="*/ 316 w 708"/>
                <a:gd name="T9" fmla="*/ 121 h 709"/>
                <a:gd name="T10" fmla="*/ 250 w 708"/>
                <a:gd name="T11" fmla="*/ 121 h 709"/>
                <a:gd name="T12" fmla="*/ 354 w 708"/>
                <a:gd name="T13" fmla="*/ 0 h 709"/>
                <a:gd name="T14" fmla="*/ 455 w 708"/>
                <a:gd name="T15" fmla="*/ 121 h 709"/>
                <a:gd name="T16" fmla="*/ 205 w 708"/>
                <a:gd name="T17" fmla="*/ 371 h 709"/>
                <a:gd name="T18" fmla="*/ 139 w 708"/>
                <a:gd name="T19" fmla="*/ 371 h 709"/>
                <a:gd name="T20" fmla="*/ 139 w 708"/>
                <a:gd name="T21" fmla="*/ 456 h 709"/>
                <a:gd name="T22" fmla="*/ 63 w 708"/>
                <a:gd name="T23" fmla="*/ 456 h 709"/>
                <a:gd name="T24" fmla="*/ 63 w 708"/>
                <a:gd name="T25" fmla="*/ 371 h 709"/>
                <a:gd name="T26" fmla="*/ 0 w 708"/>
                <a:gd name="T27" fmla="*/ 371 h 709"/>
                <a:gd name="T28" fmla="*/ 101 w 708"/>
                <a:gd name="T29" fmla="*/ 251 h 709"/>
                <a:gd name="T30" fmla="*/ 205 w 708"/>
                <a:gd name="T31" fmla="*/ 371 h 709"/>
                <a:gd name="T32" fmla="*/ 205 w 708"/>
                <a:gd name="T33" fmla="*/ 503 h 709"/>
                <a:gd name="T34" fmla="*/ 0 w 708"/>
                <a:gd name="T35" fmla="*/ 503 h 709"/>
                <a:gd name="T36" fmla="*/ 0 w 708"/>
                <a:gd name="T37" fmla="*/ 709 h 709"/>
                <a:gd name="T38" fmla="*/ 205 w 708"/>
                <a:gd name="T39" fmla="*/ 709 h 709"/>
                <a:gd name="T40" fmla="*/ 205 w 708"/>
                <a:gd name="T41" fmla="*/ 503 h 709"/>
                <a:gd name="T42" fmla="*/ 708 w 708"/>
                <a:gd name="T43" fmla="*/ 503 h 709"/>
                <a:gd name="T44" fmla="*/ 503 w 708"/>
                <a:gd name="T45" fmla="*/ 503 h 709"/>
                <a:gd name="T46" fmla="*/ 503 w 708"/>
                <a:gd name="T47" fmla="*/ 709 h 709"/>
                <a:gd name="T48" fmla="*/ 708 w 708"/>
                <a:gd name="T49" fmla="*/ 709 h 709"/>
                <a:gd name="T50" fmla="*/ 708 w 708"/>
                <a:gd name="T51" fmla="*/ 503 h 709"/>
                <a:gd name="T52" fmla="*/ 708 w 708"/>
                <a:gd name="T53" fmla="*/ 0 h 709"/>
                <a:gd name="T54" fmla="*/ 503 w 708"/>
                <a:gd name="T55" fmla="*/ 0 h 709"/>
                <a:gd name="T56" fmla="*/ 503 w 708"/>
                <a:gd name="T57" fmla="*/ 206 h 709"/>
                <a:gd name="T58" fmla="*/ 708 w 708"/>
                <a:gd name="T59" fmla="*/ 206 h 709"/>
                <a:gd name="T60" fmla="*/ 708 w 708"/>
                <a:gd name="T61" fmla="*/ 0 h 709"/>
                <a:gd name="T62" fmla="*/ 708 w 708"/>
                <a:gd name="T63" fmla="*/ 251 h 709"/>
                <a:gd name="T64" fmla="*/ 503 w 708"/>
                <a:gd name="T65" fmla="*/ 251 h 709"/>
                <a:gd name="T66" fmla="*/ 503 w 708"/>
                <a:gd name="T67" fmla="*/ 456 h 709"/>
                <a:gd name="T68" fmla="*/ 708 w 708"/>
                <a:gd name="T69" fmla="*/ 456 h 709"/>
                <a:gd name="T70" fmla="*/ 708 w 708"/>
                <a:gd name="T71" fmla="*/ 251 h 709"/>
                <a:gd name="T72" fmla="*/ 455 w 708"/>
                <a:gd name="T73" fmla="*/ 251 h 709"/>
                <a:gd name="T74" fmla="*/ 250 w 708"/>
                <a:gd name="T75" fmla="*/ 251 h 709"/>
                <a:gd name="T76" fmla="*/ 250 w 708"/>
                <a:gd name="T77" fmla="*/ 456 h 709"/>
                <a:gd name="T78" fmla="*/ 455 w 708"/>
                <a:gd name="T79" fmla="*/ 456 h 709"/>
                <a:gd name="T80" fmla="*/ 455 w 708"/>
                <a:gd name="T81" fmla="*/ 251 h 709"/>
                <a:gd name="T82" fmla="*/ 455 w 708"/>
                <a:gd name="T83" fmla="*/ 503 h 709"/>
                <a:gd name="T84" fmla="*/ 250 w 708"/>
                <a:gd name="T85" fmla="*/ 503 h 709"/>
                <a:gd name="T86" fmla="*/ 250 w 708"/>
                <a:gd name="T87" fmla="*/ 709 h 709"/>
                <a:gd name="T88" fmla="*/ 455 w 708"/>
                <a:gd name="T89" fmla="*/ 709 h 709"/>
                <a:gd name="T90" fmla="*/ 455 w 708"/>
                <a:gd name="T91" fmla="*/ 503 h 7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708" h="709">
                  <a:moveTo>
                    <a:pt x="455" y="121"/>
                  </a:moveTo>
                  <a:lnTo>
                    <a:pt x="392" y="121"/>
                  </a:lnTo>
                  <a:lnTo>
                    <a:pt x="392" y="206"/>
                  </a:lnTo>
                  <a:lnTo>
                    <a:pt x="316" y="206"/>
                  </a:lnTo>
                  <a:lnTo>
                    <a:pt x="316" y="121"/>
                  </a:lnTo>
                  <a:lnTo>
                    <a:pt x="250" y="121"/>
                  </a:lnTo>
                  <a:lnTo>
                    <a:pt x="354" y="0"/>
                  </a:lnTo>
                  <a:lnTo>
                    <a:pt x="455" y="121"/>
                  </a:lnTo>
                  <a:close/>
                  <a:moveTo>
                    <a:pt x="205" y="371"/>
                  </a:moveTo>
                  <a:lnTo>
                    <a:pt x="139" y="371"/>
                  </a:lnTo>
                  <a:lnTo>
                    <a:pt x="139" y="456"/>
                  </a:lnTo>
                  <a:lnTo>
                    <a:pt x="63" y="456"/>
                  </a:lnTo>
                  <a:lnTo>
                    <a:pt x="63" y="371"/>
                  </a:lnTo>
                  <a:lnTo>
                    <a:pt x="0" y="371"/>
                  </a:lnTo>
                  <a:lnTo>
                    <a:pt x="101" y="251"/>
                  </a:lnTo>
                  <a:lnTo>
                    <a:pt x="205" y="371"/>
                  </a:lnTo>
                  <a:close/>
                  <a:moveTo>
                    <a:pt x="205" y="503"/>
                  </a:moveTo>
                  <a:lnTo>
                    <a:pt x="0" y="503"/>
                  </a:lnTo>
                  <a:lnTo>
                    <a:pt x="0" y="709"/>
                  </a:lnTo>
                  <a:lnTo>
                    <a:pt x="205" y="709"/>
                  </a:lnTo>
                  <a:lnTo>
                    <a:pt x="205" y="503"/>
                  </a:lnTo>
                  <a:close/>
                  <a:moveTo>
                    <a:pt x="708" y="503"/>
                  </a:moveTo>
                  <a:lnTo>
                    <a:pt x="503" y="503"/>
                  </a:lnTo>
                  <a:lnTo>
                    <a:pt x="503" y="709"/>
                  </a:lnTo>
                  <a:lnTo>
                    <a:pt x="708" y="709"/>
                  </a:lnTo>
                  <a:lnTo>
                    <a:pt x="708" y="503"/>
                  </a:lnTo>
                  <a:close/>
                  <a:moveTo>
                    <a:pt x="708" y="0"/>
                  </a:moveTo>
                  <a:lnTo>
                    <a:pt x="503" y="0"/>
                  </a:lnTo>
                  <a:lnTo>
                    <a:pt x="503" y="206"/>
                  </a:lnTo>
                  <a:lnTo>
                    <a:pt x="708" y="206"/>
                  </a:lnTo>
                  <a:lnTo>
                    <a:pt x="708" y="0"/>
                  </a:lnTo>
                  <a:close/>
                  <a:moveTo>
                    <a:pt x="708" y="251"/>
                  </a:moveTo>
                  <a:lnTo>
                    <a:pt x="503" y="251"/>
                  </a:lnTo>
                  <a:lnTo>
                    <a:pt x="503" y="456"/>
                  </a:lnTo>
                  <a:lnTo>
                    <a:pt x="708" y="456"/>
                  </a:lnTo>
                  <a:lnTo>
                    <a:pt x="708" y="251"/>
                  </a:lnTo>
                  <a:close/>
                  <a:moveTo>
                    <a:pt x="455" y="251"/>
                  </a:moveTo>
                  <a:lnTo>
                    <a:pt x="250" y="251"/>
                  </a:lnTo>
                  <a:lnTo>
                    <a:pt x="250" y="456"/>
                  </a:lnTo>
                  <a:lnTo>
                    <a:pt x="455" y="456"/>
                  </a:lnTo>
                  <a:lnTo>
                    <a:pt x="455" y="251"/>
                  </a:lnTo>
                  <a:close/>
                  <a:moveTo>
                    <a:pt x="455" y="503"/>
                  </a:moveTo>
                  <a:lnTo>
                    <a:pt x="250" y="503"/>
                  </a:lnTo>
                  <a:lnTo>
                    <a:pt x="250" y="709"/>
                  </a:lnTo>
                  <a:lnTo>
                    <a:pt x="455" y="709"/>
                  </a:lnTo>
                  <a:lnTo>
                    <a:pt x="455" y="503"/>
                  </a:lnTo>
                  <a:close/>
                </a:path>
              </a:pathLst>
            </a:custGeom>
            <a:solidFill>
              <a:schemeClr val="tx2"/>
            </a:solidFill>
            <a:ln>
              <a:noFill/>
            </a:ln>
          </p:spPr>
          <p:txBody>
            <a:bodyPr vert="horz" wrap="square" lIns="0" tIns="41137" rIns="82272" bIns="41137" numCol="1" anchor="t" anchorCtr="0" compatLnSpc="1">
              <a:prstTxWarp prst="textNoShape">
                <a:avLst/>
              </a:prstTxWarp>
            </a:bodyPr>
            <a:lstStyle/>
            <a:p>
              <a:pPr algn="ctr" defTabSz="914001">
                <a:defRPr/>
              </a:pPr>
              <a:endParaRPr lang="en-US" sz="1599">
                <a:gradFill>
                  <a:gsLst>
                    <a:gs pos="0">
                      <a:srgbClr val="FFFFFF"/>
                    </a:gs>
                    <a:gs pos="100000">
                      <a:srgbClr val="FFFFFF"/>
                    </a:gs>
                  </a:gsLst>
                  <a:lin ang="5400000" scaled="0"/>
                </a:gradFill>
                <a:latin typeface="Segoe UI"/>
              </a:endParaRPr>
            </a:p>
          </p:txBody>
        </p:sp>
      </p:grpSp>
      <p:grpSp>
        <p:nvGrpSpPr>
          <p:cNvPr id="201" name="Group 200"/>
          <p:cNvGrpSpPr/>
          <p:nvPr userDrawn="1"/>
        </p:nvGrpSpPr>
        <p:grpSpPr>
          <a:xfrm>
            <a:off x="4426635" y="3160646"/>
            <a:ext cx="3702219" cy="1678717"/>
            <a:chOff x="4425913" y="3160511"/>
            <a:chExt cx="3703709" cy="1679392"/>
          </a:xfrm>
        </p:grpSpPr>
        <p:sp>
          <p:nvSpPr>
            <p:cNvPr id="202" name="Rectangle 153"/>
            <p:cNvSpPr>
              <a:spLocks noChangeArrowheads="1"/>
            </p:cNvSpPr>
            <p:nvPr/>
          </p:nvSpPr>
          <p:spPr bwMode="auto">
            <a:xfrm>
              <a:off x="4425913" y="3160511"/>
              <a:ext cx="3703709" cy="1679392"/>
            </a:xfrm>
            <a:prstGeom prst="rect">
              <a:avLst/>
            </a:prstGeom>
            <a:solidFill>
              <a:srgbClr val="008272"/>
            </a:solidFill>
            <a:ln>
              <a:noFill/>
            </a:ln>
          </p:spPr>
          <p:txBody>
            <a:bodyPr vert="horz" wrap="square" lIns="1188242" tIns="44802" rIns="89606" bIns="44802" numCol="1" anchor="ctr" anchorCtr="0" compatLnSpc="1">
              <a:prstTxWarp prst="textNoShape">
                <a:avLst/>
              </a:prstTxWarp>
            </a:bodyPr>
            <a:lstStyle/>
            <a:p>
              <a:pPr defTabSz="914005">
                <a:lnSpc>
                  <a:spcPct val="90000"/>
                </a:lnSpc>
                <a:spcBef>
                  <a:spcPts val="587"/>
                </a:spcBef>
                <a:spcAft>
                  <a:spcPts val="587"/>
                </a:spcAft>
                <a:defRPr/>
              </a:pPr>
              <a:r>
                <a:rPr lang="en-US" sz="3998" b="1" dirty="0">
                  <a:gradFill>
                    <a:gsLst>
                      <a:gs pos="0">
                        <a:srgbClr val="FFFFFF"/>
                      </a:gs>
                      <a:gs pos="100000">
                        <a:srgbClr val="FFFFFF"/>
                      </a:gs>
                    </a:gsLst>
                    <a:lin ang="5400000" scaled="0"/>
                  </a:gradFill>
                  <a:latin typeface="Segoe UI Light"/>
                </a:rPr>
                <a:t>Channel 9 </a:t>
              </a:r>
              <a:br>
                <a:rPr lang="en-US" sz="3998" b="1" dirty="0">
                  <a:gradFill>
                    <a:gsLst>
                      <a:gs pos="0">
                        <a:srgbClr val="FFFFFF"/>
                      </a:gs>
                      <a:gs pos="100000">
                        <a:srgbClr val="FFFFFF"/>
                      </a:gs>
                    </a:gsLst>
                    <a:lin ang="5400000" scaled="0"/>
                  </a:gradFill>
                  <a:latin typeface="Segoe UI Light"/>
                </a:rPr>
              </a:br>
              <a:r>
                <a:rPr lang="en-US" sz="3998" b="1" dirty="0">
                  <a:gradFill>
                    <a:gsLst>
                      <a:gs pos="0">
                        <a:srgbClr val="FFFFFF"/>
                      </a:gs>
                      <a:gs pos="100000">
                        <a:srgbClr val="FFFFFF"/>
                      </a:gs>
                    </a:gsLst>
                    <a:lin ang="5400000" scaled="0"/>
                  </a:gradFill>
                  <a:latin typeface="Segoe UI Light"/>
                </a:rPr>
                <a:t>Dev Show</a:t>
              </a:r>
            </a:p>
            <a:p>
              <a:pPr defTabSz="914005">
                <a:lnSpc>
                  <a:spcPct val="90000"/>
                </a:lnSpc>
                <a:spcBef>
                  <a:spcPts val="587"/>
                </a:spcBef>
                <a:spcAft>
                  <a:spcPts val="587"/>
                </a:spcAft>
                <a:defRPr/>
              </a:pPr>
              <a:r>
                <a:rPr lang="en-US" sz="1399" dirty="0">
                  <a:solidFill>
                    <a:srgbClr val="FFFFFF"/>
                  </a:solidFill>
                  <a:latin typeface="Segoe UI"/>
                  <a:hlinkClick r:id="rId8"/>
                </a:rPr>
                <a:t>http://aka.ms/O365DevShow</a:t>
              </a:r>
              <a:r>
                <a:rPr lang="en-US" sz="1399" dirty="0">
                  <a:solidFill>
                    <a:srgbClr val="FFFFFF"/>
                  </a:solidFill>
                  <a:latin typeface="Segoe UI"/>
                </a:rPr>
                <a:t> </a:t>
              </a:r>
            </a:p>
          </p:txBody>
        </p:sp>
        <p:pic>
          <p:nvPicPr>
            <p:cNvPr id="203" name="Picture 202"/>
            <p:cNvPicPr>
              <a:picLocks noChangeAspect="1"/>
            </p:cNvPicPr>
            <p:nvPr/>
          </p:nvPicPr>
          <p:blipFill rotWithShape="1">
            <a:blip r:embed="rId9" cstate="print">
              <a:extLst>
                <a:ext uri="{28A0092B-C50C-407E-A947-70E740481C1C}">
                  <a14:useLocalDpi xmlns:a14="http://schemas.microsoft.com/office/drawing/2010/main" val="0"/>
                </a:ext>
              </a:extLst>
            </a:blip>
            <a:srcRect l="21000" r="22284" b="14513"/>
            <a:stretch/>
          </p:blipFill>
          <p:spPr>
            <a:xfrm>
              <a:off x="4616146" y="3328808"/>
              <a:ext cx="774394" cy="1366521"/>
            </a:xfrm>
            <a:prstGeom prst="rect">
              <a:avLst/>
            </a:prstGeom>
          </p:spPr>
        </p:pic>
      </p:grpSp>
      <p:grpSp>
        <p:nvGrpSpPr>
          <p:cNvPr id="204" name="Group 203"/>
          <p:cNvGrpSpPr/>
          <p:nvPr userDrawn="1"/>
        </p:nvGrpSpPr>
        <p:grpSpPr>
          <a:xfrm>
            <a:off x="6275951" y="4916033"/>
            <a:ext cx="3780906" cy="1597853"/>
            <a:chOff x="6275951" y="4916033"/>
            <a:chExt cx="3780906" cy="1597853"/>
          </a:xfrm>
        </p:grpSpPr>
        <p:sp>
          <p:nvSpPr>
            <p:cNvPr id="205" name="Rectangle 153"/>
            <p:cNvSpPr>
              <a:spLocks noChangeArrowheads="1"/>
            </p:cNvSpPr>
            <p:nvPr/>
          </p:nvSpPr>
          <p:spPr bwMode="auto">
            <a:xfrm>
              <a:off x="6275951" y="4916033"/>
              <a:ext cx="3780906" cy="1597853"/>
            </a:xfrm>
            <a:prstGeom prst="rect">
              <a:avLst/>
            </a:prstGeom>
            <a:solidFill>
              <a:srgbClr val="BAD80A"/>
            </a:solidFill>
            <a:ln>
              <a:noFill/>
            </a:ln>
          </p:spPr>
          <p:txBody>
            <a:bodyPr vert="horz" wrap="square" lIns="89606" tIns="44802" rIns="89606" bIns="44802" numCol="1" anchor="t" anchorCtr="0" compatLnSpc="1">
              <a:prstTxWarp prst="textNoShape">
                <a:avLst/>
              </a:prstTxWarp>
            </a:bodyPr>
            <a:lstStyle/>
            <a:p>
              <a:pPr defTabSz="914005">
                <a:defRPr/>
              </a:pPr>
              <a:r>
                <a:rPr lang="en-US" sz="3198" b="1" dirty="0">
                  <a:gradFill>
                    <a:gsLst>
                      <a:gs pos="0">
                        <a:srgbClr val="505050"/>
                      </a:gs>
                      <a:gs pos="100000">
                        <a:srgbClr val="505050"/>
                      </a:gs>
                    </a:gsLst>
                    <a:lin ang="5400000" scaled="0"/>
                  </a:gradFill>
                  <a:latin typeface="Segoe UI Light"/>
                </a:rPr>
                <a:t>Snack Demos</a:t>
              </a:r>
            </a:p>
            <a:p>
              <a:pPr defTabSz="914005">
                <a:defRPr/>
              </a:pPr>
              <a:endParaRPr lang="en-US" sz="3198" b="1" dirty="0">
                <a:gradFill>
                  <a:gsLst>
                    <a:gs pos="0">
                      <a:srgbClr val="505050"/>
                    </a:gs>
                    <a:gs pos="100000">
                      <a:srgbClr val="505050"/>
                    </a:gs>
                  </a:gsLst>
                  <a:lin ang="5400000" scaled="0"/>
                </a:gradFill>
                <a:latin typeface="Segoe UI Light"/>
              </a:endParaRPr>
            </a:p>
            <a:p>
              <a:pPr defTabSz="914005">
                <a:defRPr/>
              </a:pPr>
              <a:endParaRPr lang="en-US" sz="1599" u="sng" dirty="0">
                <a:gradFill>
                  <a:gsLst>
                    <a:gs pos="0">
                      <a:srgbClr val="505050"/>
                    </a:gs>
                    <a:gs pos="100000">
                      <a:srgbClr val="505050"/>
                    </a:gs>
                  </a:gsLst>
                  <a:lin ang="5400000" scaled="0"/>
                </a:gradFill>
                <a:latin typeface="Segoe UI"/>
              </a:endParaRPr>
            </a:p>
            <a:p>
              <a:pPr defTabSz="914005">
                <a:defRPr/>
              </a:pPr>
              <a:r>
                <a:rPr lang="en-US" sz="1599" u="sng" dirty="0">
                  <a:gradFill>
                    <a:gsLst>
                      <a:gs pos="0">
                        <a:srgbClr val="505050"/>
                      </a:gs>
                      <a:gs pos="100000">
                        <a:srgbClr val="505050"/>
                      </a:gs>
                    </a:gsLst>
                    <a:lin ang="5400000" scaled="0"/>
                  </a:gradFill>
                  <a:latin typeface="Segoe UI"/>
                </a:rPr>
                <a:t>http://aka.ms/o365DevSnackDemos </a:t>
              </a:r>
            </a:p>
          </p:txBody>
        </p:sp>
        <p:pic>
          <p:nvPicPr>
            <p:cNvPr id="206" name="Picture 205"/>
            <p:cNvPicPr>
              <a:picLocks noChangeAspect="1"/>
            </p:cNvPicPr>
            <p:nvPr/>
          </p:nvPicPr>
          <p:blipFill rotWithShape="1">
            <a:blip r:embed="rId10">
              <a:extLst>
                <a:ext uri="{28A0092B-C50C-407E-A947-70E740481C1C}">
                  <a14:useLocalDpi xmlns:a14="http://schemas.microsoft.com/office/drawing/2010/main" val="0"/>
                </a:ext>
              </a:extLst>
            </a:blip>
            <a:srcRect l="7293" t="22006" r="6690" b="17389"/>
            <a:stretch/>
          </p:blipFill>
          <p:spPr>
            <a:xfrm>
              <a:off x="7426104" y="5489581"/>
              <a:ext cx="1480601" cy="624925"/>
            </a:xfrm>
            <a:prstGeom prst="rect">
              <a:avLst/>
            </a:prstGeom>
          </p:spPr>
        </p:pic>
      </p:grpSp>
      <p:sp>
        <p:nvSpPr>
          <p:cNvPr id="207" name="Title 2"/>
          <p:cNvSpPr>
            <a:spLocks noGrp="1"/>
          </p:cNvSpPr>
          <p:nvPr>
            <p:ph type="title" idx="4294967295"/>
          </p:nvPr>
        </p:nvSpPr>
        <p:spPr>
          <a:xfrm>
            <a:off x="547688" y="295275"/>
            <a:ext cx="11888787" cy="917575"/>
          </a:xfrm>
        </p:spPr>
        <p:txBody>
          <a:bodyPr/>
          <a:lstStyle/>
          <a:p>
            <a:r>
              <a:rPr lang="en-US" smtClean="0"/>
              <a:t>Click to edit Master title style</a:t>
            </a:r>
            <a:endParaRPr lang="en-US" dirty="0"/>
          </a:p>
        </p:txBody>
      </p:sp>
    </p:spTree>
    <p:extLst>
      <p:ext uri="{BB962C8B-B14F-4D97-AF65-F5344CB8AC3E}">
        <p14:creationId xmlns:p14="http://schemas.microsoft.com/office/powerpoint/2010/main" val="13085265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01"/>
                                        </p:tgtEl>
                                        <p:attrNameLst>
                                          <p:attrName>style.visibility</p:attrName>
                                        </p:attrNameLst>
                                      </p:cBhvr>
                                      <p:to>
                                        <p:strVal val="visible"/>
                                      </p:to>
                                    </p:set>
                                    <p:animEffect transition="in" filter="fade">
                                      <p:cBhvr>
                                        <p:cTn id="7" dur="500"/>
                                        <p:tgtEl>
                                          <p:spTgt spid="201"/>
                                        </p:tgtEl>
                                      </p:cBhvr>
                                    </p:animEffect>
                                  </p:childTnLst>
                                </p:cTn>
                              </p:par>
                            </p:childTnLst>
                          </p:cTn>
                        </p:par>
                        <p:par>
                          <p:cTn id="8" fill="hold">
                            <p:stCondLst>
                              <p:cond delay="500"/>
                            </p:stCondLst>
                            <p:childTnLst>
                              <p:par>
                                <p:cTn id="9" presetID="2" presetClass="entr" presetSubtype="1" decel="100000" fill="hold" nodeType="afterEffect">
                                  <p:stCondLst>
                                    <p:cond delay="0"/>
                                  </p:stCondLst>
                                  <p:childTnLst>
                                    <p:set>
                                      <p:cBhvr>
                                        <p:cTn id="10" dur="1" fill="hold">
                                          <p:stCondLst>
                                            <p:cond delay="0"/>
                                          </p:stCondLst>
                                        </p:cTn>
                                        <p:tgtEl>
                                          <p:spTgt spid="91"/>
                                        </p:tgtEl>
                                        <p:attrNameLst>
                                          <p:attrName>style.visibility</p:attrName>
                                        </p:attrNameLst>
                                      </p:cBhvr>
                                      <p:to>
                                        <p:strVal val="visible"/>
                                      </p:to>
                                    </p:set>
                                    <p:anim calcmode="lin" valueType="num">
                                      <p:cBhvr additive="base">
                                        <p:cTn id="11" dur="750" fill="hold"/>
                                        <p:tgtEl>
                                          <p:spTgt spid="91"/>
                                        </p:tgtEl>
                                        <p:attrNameLst>
                                          <p:attrName>ppt_x</p:attrName>
                                        </p:attrNameLst>
                                      </p:cBhvr>
                                      <p:tavLst>
                                        <p:tav tm="0">
                                          <p:val>
                                            <p:strVal val="#ppt_x"/>
                                          </p:val>
                                        </p:tav>
                                        <p:tav tm="100000">
                                          <p:val>
                                            <p:strVal val="#ppt_x"/>
                                          </p:val>
                                        </p:tav>
                                      </p:tavLst>
                                    </p:anim>
                                    <p:anim calcmode="lin" valueType="num">
                                      <p:cBhvr additive="base">
                                        <p:cTn id="12" dur="750" fill="hold"/>
                                        <p:tgtEl>
                                          <p:spTgt spid="91"/>
                                        </p:tgtEl>
                                        <p:attrNameLst>
                                          <p:attrName>ppt_y</p:attrName>
                                        </p:attrNameLst>
                                      </p:cBhvr>
                                      <p:tavLst>
                                        <p:tav tm="0">
                                          <p:val>
                                            <p:strVal val="0-#ppt_h/2"/>
                                          </p:val>
                                        </p:tav>
                                        <p:tav tm="100000">
                                          <p:val>
                                            <p:strVal val="#ppt_y"/>
                                          </p:val>
                                        </p:tav>
                                      </p:tavLst>
                                    </p:anim>
                                  </p:childTnLst>
                                </p:cTn>
                              </p:par>
                              <p:par>
                                <p:cTn id="13" presetID="2" presetClass="entr" presetSubtype="4" decel="100000" fill="hold" nodeType="withEffect">
                                  <p:stCondLst>
                                    <p:cond delay="250"/>
                                  </p:stCondLst>
                                  <p:childTnLst>
                                    <p:set>
                                      <p:cBhvr>
                                        <p:cTn id="14" dur="1" fill="hold">
                                          <p:stCondLst>
                                            <p:cond delay="0"/>
                                          </p:stCondLst>
                                        </p:cTn>
                                        <p:tgtEl>
                                          <p:spTgt spid="88"/>
                                        </p:tgtEl>
                                        <p:attrNameLst>
                                          <p:attrName>style.visibility</p:attrName>
                                        </p:attrNameLst>
                                      </p:cBhvr>
                                      <p:to>
                                        <p:strVal val="visible"/>
                                      </p:to>
                                    </p:set>
                                    <p:anim calcmode="lin" valueType="num">
                                      <p:cBhvr additive="base">
                                        <p:cTn id="15" dur="750" fill="hold"/>
                                        <p:tgtEl>
                                          <p:spTgt spid="88"/>
                                        </p:tgtEl>
                                        <p:attrNameLst>
                                          <p:attrName>ppt_x</p:attrName>
                                        </p:attrNameLst>
                                      </p:cBhvr>
                                      <p:tavLst>
                                        <p:tav tm="0">
                                          <p:val>
                                            <p:strVal val="#ppt_x"/>
                                          </p:val>
                                        </p:tav>
                                        <p:tav tm="100000">
                                          <p:val>
                                            <p:strVal val="#ppt_x"/>
                                          </p:val>
                                        </p:tav>
                                      </p:tavLst>
                                    </p:anim>
                                    <p:anim calcmode="lin" valueType="num">
                                      <p:cBhvr additive="base">
                                        <p:cTn id="16" dur="750" fill="hold"/>
                                        <p:tgtEl>
                                          <p:spTgt spid="88"/>
                                        </p:tgtEl>
                                        <p:attrNameLst>
                                          <p:attrName>ppt_y</p:attrName>
                                        </p:attrNameLst>
                                      </p:cBhvr>
                                      <p:tavLst>
                                        <p:tav tm="0">
                                          <p:val>
                                            <p:strVal val="1+#ppt_h/2"/>
                                          </p:val>
                                        </p:tav>
                                        <p:tav tm="100000">
                                          <p:val>
                                            <p:strVal val="#ppt_y"/>
                                          </p:val>
                                        </p:tav>
                                      </p:tavLst>
                                    </p:anim>
                                  </p:childTnLst>
                                </p:cTn>
                              </p:par>
                              <p:par>
                                <p:cTn id="17" presetID="2" presetClass="entr" presetSubtype="2" decel="100000" fill="hold" nodeType="withEffect">
                                  <p:stCondLst>
                                    <p:cond delay="500"/>
                                  </p:stCondLst>
                                  <p:childTnLst>
                                    <p:set>
                                      <p:cBhvr>
                                        <p:cTn id="18" dur="1" fill="hold">
                                          <p:stCondLst>
                                            <p:cond delay="0"/>
                                          </p:stCondLst>
                                        </p:cTn>
                                        <p:tgtEl>
                                          <p:spTgt spid="22"/>
                                        </p:tgtEl>
                                        <p:attrNameLst>
                                          <p:attrName>style.visibility</p:attrName>
                                        </p:attrNameLst>
                                      </p:cBhvr>
                                      <p:to>
                                        <p:strVal val="visible"/>
                                      </p:to>
                                    </p:set>
                                    <p:anim calcmode="lin" valueType="num">
                                      <p:cBhvr additive="base">
                                        <p:cTn id="19" dur="750" fill="hold"/>
                                        <p:tgtEl>
                                          <p:spTgt spid="22"/>
                                        </p:tgtEl>
                                        <p:attrNameLst>
                                          <p:attrName>ppt_x</p:attrName>
                                        </p:attrNameLst>
                                      </p:cBhvr>
                                      <p:tavLst>
                                        <p:tav tm="0">
                                          <p:val>
                                            <p:strVal val="1+#ppt_w/2"/>
                                          </p:val>
                                        </p:tav>
                                        <p:tav tm="100000">
                                          <p:val>
                                            <p:strVal val="#ppt_x"/>
                                          </p:val>
                                        </p:tav>
                                      </p:tavLst>
                                    </p:anim>
                                    <p:anim calcmode="lin" valueType="num">
                                      <p:cBhvr additive="base">
                                        <p:cTn id="20" dur="750" fill="hold"/>
                                        <p:tgtEl>
                                          <p:spTgt spid="22"/>
                                        </p:tgtEl>
                                        <p:attrNameLst>
                                          <p:attrName>ppt_y</p:attrName>
                                        </p:attrNameLst>
                                      </p:cBhvr>
                                      <p:tavLst>
                                        <p:tav tm="0">
                                          <p:val>
                                            <p:strVal val="#ppt_y"/>
                                          </p:val>
                                        </p:tav>
                                        <p:tav tm="100000">
                                          <p:val>
                                            <p:strVal val="#ppt_y"/>
                                          </p:val>
                                        </p:tav>
                                      </p:tavLst>
                                    </p:anim>
                                  </p:childTnLst>
                                </p:cTn>
                              </p:par>
                              <p:par>
                                <p:cTn id="21" presetID="2" presetClass="entr" presetSubtype="8" decel="100000" fill="hold" nodeType="withEffect">
                                  <p:stCondLst>
                                    <p:cond delay="750"/>
                                  </p:stCondLst>
                                  <p:childTnLst>
                                    <p:set>
                                      <p:cBhvr>
                                        <p:cTn id="22" dur="1" fill="hold">
                                          <p:stCondLst>
                                            <p:cond delay="0"/>
                                          </p:stCondLst>
                                        </p:cTn>
                                        <p:tgtEl>
                                          <p:spTgt spid="198"/>
                                        </p:tgtEl>
                                        <p:attrNameLst>
                                          <p:attrName>style.visibility</p:attrName>
                                        </p:attrNameLst>
                                      </p:cBhvr>
                                      <p:to>
                                        <p:strVal val="visible"/>
                                      </p:to>
                                    </p:set>
                                    <p:anim calcmode="lin" valueType="num">
                                      <p:cBhvr additive="base">
                                        <p:cTn id="23" dur="750" fill="hold"/>
                                        <p:tgtEl>
                                          <p:spTgt spid="198"/>
                                        </p:tgtEl>
                                        <p:attrNameLst>
                                          <p:attrName>ppt_x</p:attrName>
                                        </p:attrNameLst>
                                      </p:cBhvr>
                                      <p:tavLst>
                                        <p:tav tm="0">
                                          <p:val>
                                            <p:strVal val="0-#ppt_w/2"/>
                                          </p:val>
                                        </p:tav>
                                        <p:tav tm="100000">
                                          <p:val>
                                            <p:strVal val="#ppt_x"/>
                                          </p:val>
                                        </p:tav>
                                      </p:tavLst>
                                    </p:anim>
                                    <p:anim calcmode="lin" valueType="num">
                                      <p:cBhvr additive="base">
                                        <p:cTn id="24" dur="750" fill="hold"/>
                                        <p:tgtEl>
                                          <p:spTgt spid="198"/>
                                        </p:tgtEl>
                                        <p:attrNameLst>
                                          <p:attrName>ppt_y</p:attrName>
                                        </p:attrNameLst>
                                      </p:cBhvr>
                                      <p:tavLst>
                                        <p:tav tm="0">
                                          <p:val>
                                            <p:strVal val="#ppt_y"/>
                                          </p:val>
                                        </p:tav>
                                        <p:tav tm="100000">
                                          <p:val>
                                            <p:strVal val="#ppt_y"/>
                                          </p:val>
                                        </p:tav>
                                      </p:tavLst>
                                    </p:anim>
                                  </p:childTnLst>
                                </p:cTn>
                              </p:par>
                              <p:par>
                                <p:cTn id="25" presetID="2" presetClass="entr" presetSubtype="2" decel="100000" fill="hold" nodeType="withEffect">
                                  <p:stCondLst>
                                    <p:cond delay="1000"/>
                                  </p:stCondLst>
                                  <p:childTnLst>
                                    <p:set>
                                      <p:cBhvr>
                                        <p:cTn id="26" dur="1" fill="hold">
                                          <p:stCondLst>
                                            <p:cond delay="0"/>
                                          </p:stCondLst>
                                        </p:cTn>
                                        <p:tgtEl>
                                          <p:spTgt spid="195"/>
                                        </p:tgtEl>
                                        <p:attrNameLst>
                                          <p:attrName>style.visibility</p:attrName>
                                        </p:attrNameLst>
                                      </p:cBhvr>
                                      <p:to>
                                        <p:strVal val="visible"/>
                                      </p:to>
                                    </p:set>
                                    <p:anim calcmode="lin" valueType="num">
                                      <p:cBhvr additive="base">
                                        <p:cTn id="27" dur="750" fill="hold"/>
                                        <p:tgtEl>
                                          <p:spTgt spid="195"/>
                                        </p:tgtEl>
                                        <p:attrNameLst>
                                          <p:attrName>ppt_x</p:attrName>
                                        </p:attrNameLst>
                                      </p:cBhvr>
                                      <p:tavLst>
                                        <p:tav tm="0">
                                          <p:val>
                                            <p:strVal val="1+#ppt_w/2"/>
                                          </p:val>
                                        </p:tav>
                                        <p:tav tm="100000">
                                          <p:val>
                                            <p:strVal val="#ppt_x"/>
                                          </p:val>
                                        </p:tav>
                                      </p:tavLst>
                                    </p:anim>
                                    <p:anim calcmode="lin" valueType="num">
                                      <p:cBhvr additive="base">
                                        <p:cTn id="28" dur="750" fill="hold"/>
                                        <p:tgtEl>
                                          <p:spTgt spid="195"/>
                                        </p:tgtEl>
                                        <p:attrNameLst>
                                          <p:attrName>ppt_y</p:attrName>
                                        </p:attrNameLst>
                                      </p:cBhvr>
                                      <p:tavLst>
                                        <p:tav tm="0">
                                          <p:val>
                                            <p:strVal val="#ppt_y"/>
                                          </p:val>
                                        </p:tav>
                                        <p:tav tm="100000">
                                          <p:val>
                                            <p:strVal val="#ppt_y"/>
                                          </p:val>
                                        </p:tav>
                                      </p:tavLst>
                                    </p:anim>
                                  </p:childTnLst>
                                </p:cTn>
                              </p:par>
                              <p:par>
                                <p:cTn id="29" presetID="2" presetClass="entr" presetSubtype="4" decel="100000" fill="hold" nodeType="withEffect">
                                  <p:stCondLst>
                                    <p:cond delay="1250"/>
                                  </p:stCondLst>
                                  <p:childTnLst>
                                    <p:set>
                                      <p:cBhvr>
                                        <p:cTn id="30" dur="1" fill="hold">
                                          <p:stCondLst>
                                            <p:cond delay="0"/>
                                          </p:stCondLst>
                                        </p:cTn>
                                        <p:tgtEl>
                                          <p:spTgt spid="204"/>
                                        </p:tgtEl>
                                        <p:attrNameLst>
                                          <p:attrName>style.visibility</p:attrName>
                                        </p:attrNameLst>
                                      </p:cBhvr>
                                      <p:to>
                                        <p:strVal val="visible"/>
                                      </p:to>
                                    </p:set>
                                    <p:anim calcmode="lin" valueType="num">
                                      <p:cBhvr additive="base">
                                        <p:cTn id="31" dur="750" fill="hold"/>
                                        <p:tgtEl>
                                          <p:spTgt spid="204"/>
                                        </p:tgtEl>
                                        <p:attrNameLst>
                                          <p:attrName>ppt_x</p:attrName>
                                        </p:attrNameLst>
                                      </p:cBhvr>
                                      <p:tavLst>
                                        <p:tav tm="0">
                                          <p:val>
                                            <p:strVal val="#ppt_x"/>
                                          </p:val>
                                        </p:tav>
                                        <p:tav tm="100000">
                                          <p:val>
                                            <p:strVal val="#ppt_x"/>
                                          </p:val>
                                        </p:tav>
                                      </p:tavLst>
                                    </p:anim>
                                    <p:anim calcmode="lin" valueType="num">
                                      <p:cBhvr additive="base">
                                        <p:cTn id="32" dur="750" fill="hold"/>
                                        <p:tgtEl>
                                          <p:spTgt spid="204"/>
                                        </p:tgtEl>
                                        <p:attrNameLst>
                                          <p:attrName>ppt_y</p:attrName>
                                        </p:attrNameLst>
                                      </p:cBhvr>
                                      <p:tavLst>
                                        <p:tav tm="0">
                                          <p:val>
                                            <p:strVal val="1+#ppt_h/2"/>
                                          </p:val>
                                        </p:tav>
                                        <p:tav tm="100000">
                                          <p:val>
                                            <p:strVal val="#ppt_y"/>
                                          </p:val>
                                        </p:tav>
                                      </p:tavLst>
                                    </p:anim>
                                  </p:childTnLst>
                                </p:cTn>
                              </p:par>
                              <p:par>
                                <p:cTn id="33" presetID="2" presetClass="entr" presetSubtype="8" decel="100000" fill="hold" nodeType="withEffect">
                                  <p:stCondLst>
                                    <p:cond delay="1500"/>
                                  </p:stCondLst>
                                  <p:childTnLst>
                                    <p:set>
                                      <p:cBhvr>
                                        <p:cTn id="34" dur="1" fill="hold">
                                          <p:stCondLst>
                                            <p:cond delay="0"/>
                                          </p:stCondLst>
                                        </p:cTn>
                                        <p:tgtEl>
                                          <p:spTgt spid="11"/>
                                        </p:tgtEl>
                                        <p:attrNameLst>
                                          <p:attrName>style.visibility</p:attrName>
                                        </p:attrNameLst>
                                      </p:cBhvr>
                                      <p:to>
                                        <p:strVal val="visible"/>
                                      </p:to>
                                    </p:set>
                                    <p:anim calcmode="lin" valueType="num">
                                      <p:cBhvr additive="base">
                                        <p:cTn id="35" dur="750" fill="hold"/>
                                        <p:tgtEl>
                                          <p:spTgt spid="11"/>
                                        </p:tgtEl>
                                        <p:attrNameLst>
                                          <p:attrName>ppt_x</p:attrName>
                                        </p:attrNameLst>
                                      </p:cBhvr>
                                      <p:tavLst>
                                        <p:tav tm="0">
                                          <p:val>
                                            <p:strVal val="0-#ppt_w/2"/>
                                          </p:val>
                                        </p:tav>
                                        <p:tav tm="100000">
                                          <p:val>
                                            <p:strVal val="#ppt_x"/>
                                          </p:val>
                                        </p:tav>
                                      </p:tavLst>
                                    </p:anim>
                                    <p:anim calcmode="lin" valueType="num">
                                      <p:cBhvr additive="base">
                                        <p:cTn id="36" dur="750" fill="hold"/>
                                        <p:tgtEl>
                                          <p:spTgt spid="11"/>
                                        </p:tgtEl>
                                        <p:attrNameLst>
                                          <p:attrName>ppt_y</p:attrName>
                                        </p:attrNameLst>
                                      </p:cBhvr>
                                      <p:tavLst>
                                        <p:tav tm="0">
                                          <p:val>
                                            <p:strVal val="#ppt_y"/>
                                          </p:val>
                                        </p:tav>
                                        <p:tav tm="100000">
                                          <p:val>
                                            <p:strVal val="#ppt_y"/>
                                          </p:val>
                                        </p:tav>
                                      </p:tavLst>
                                    </p:anim>
                                  </p:childTnLst>
                                </p:cTn>
                              </p:par>
                              <p:par>
                                <p:cTn id="37" presetID="2" presetClass="entr" presetSubtype="12" decel="100000" fill="hold" nodeType="withEffect">
                                  <p:stCondLst>
                                    <p:cond delay="1750"/>
                                  </p:stCondLst>
                                  <p:childTnLst>
                                    <p:set>
                                      <p:cBhvr>
                                        <p:cTn id="38" dur="1" fill="hold">
                                          <p:stCondLst>
                                            <p:cond delay="0"/>
                                          </p:stCondLst>
                                        </p:cTn>
                                        <p:tgtEl>
                                          <p:spTgt spid="184"/>
                                        </p:tgtEl>
                                        <p:attrNameLst>
                                          <p:attrName>style.visibility</p:attrName>
                                        </p:attrNameLst>
                                      </p:cBhvr>
                                      <p:to>
                                        <p:strVal val="visible"/>
                                      </p:to>
                                    </p:set>
                                    <p:anim calcmode="lin" valueType="num">
                                      <p:cBhvr additive="base">
                                        <p:cTn id="39" dur="750" fill="hold"/>
                                        <p:tgtEl>
                                          <p:spTgt spid="184"/>
                                        </p:tgtEl>
                                        <p:attrNameLst>
                                          <p:attrName>ppt_x</p:attrName>
                                        </p:attrNameLst>
                                      </p:cBhvr>
                                      <p:tavLst>
                                        <p:tav tm="0">
                                          <p:val>
                                            <p:strVal val="0-#ppt_w/2"/>
                                          </p:val>
                                        </p:tav>
                                        <p:tav tm="100000">
                                          <p:val>
                                            <p:strVal val="#ppt_x"/>
                                          </p:val>
                                        </p:tav>
                                      </p:tavLst>
                                    </p:anim>
                                    <p:anim calcmode="lin" valueType="num">
                                      <p:cBhvr additive="base">
                                        <p:cTn id="40" dur="750" fill="hold"/>
                                        <p:tgtEl>
                                          <p:spTgt spid="184"/>
                                        </p:tgtEl>
                                        <p:attrNameLst>
                                          <p:attrName>ppt_y</p:attrName>
                                        </p:attrNameLst>
                                      </p:cBhvr>
                                      <p:tavLst>
                                        <p:tav tm="0">
                                          <p:val>
                                            <p:strVal val="1+#ppt_h/2"/>
                                          </p:val>
                                        </p:tav>
                                        <p:tav tm="100000">
                                          <p:val>
                                            <p:strVal val="#ppt_y"/>
                                          </p:val>
                                        </p:tav>
                                      </p:tavLst>
                                    </p:anim>
                                  </p:childTnLst>
                                </p:cTn>
                              </p:par>
                              <p:par>
                                <p:cTn id="41" presetID="2" presetClass="entr" presetSubtype="3" decel="100000" fill="hold" nodeType="withEffect">
                                  <p:stCondLst>
                                    <p:cond delay="2000"/>
                                  </p:stCondLst>
                                  <p:childTnLst>
                                    <p:set>
                                      <p:cBhvr>
                                        <p:cTn id="42" dur="1" fill="hold">
                                          <p:stCondLst>
                                            <p:cond delay="0"/>
                                          </p:stCondLst>
                                        </p:cTn>
                                        <p:tgtEl>
                                          <p:spTgt spid="14"/>
                                        </p:tgtEl>
                                        <p:attrNameLst>
                                          <p:attrName>style.visibility</p:attrName>
                                        </p:attrNameLst>
                                      </p:cBhvr>
                                      <p:to>
                                        <p:strVal val="visible"/>
                                      </p:to>
                                    </p:set>
                                    <p:anim calcmode="lin" valueType="num">
                                      <p:cBhvr additive="base">
                                        <p:cTn id="43" dur="750" fill="hold"/>
                                        <p:tgtEl>
                                          <p:spTgt spid="14"/>
                                        </p:tgtEl>
                                        <p:attrNameLst>
                                          <p:attrName>ppt_x</p:attrName>
                                        </p:attrNameLst>
                                      </p:cBhvr>
                                      <p:tavLst>
                                        <p:tav tm="0">
                                          <p:val>
                                            <p:strVal val="1+#ppt_w/2"/>
                                          </p:val>
                                        </p:tav>
                                        <p:tav tm="100000">
                                          <p:val>
                                            <p:strVal val="#ppt_x"/>
                                          </p:val>
                                        </p:tav>
                                      </p:tavLst>
                                    </p:anim>
                                    <p:anim calcmode="lin" valueType="num">
                                      <p:cBhvr additive="base">
                                        <p:cTn id="44" dur="750" fill="hold"/>
                                        <p:tgtEl>
                                          <p:spTgt spid="14"/>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Developer Code Layou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baseline="0">
                <a:gradFill>
                  <a:gsLst>
                    <a:gs pos="8383">
                      <a:srgbClr val="262626"/>
                    </a:gs>
                    <a:gs pos="20000">
                      <a:srgbClr val="262626"/>
                    </a:gs>
                  </a:gsLst>
                  <a:lin ang="5400000" scaled="0"/>
                </a:gradFill>
              </a:defRPr>
            </a:lvl1pPr>
          </a:lstStyle>
          <a:p>
            <a:r>
              <a:rPr lang="en-US" dirty="0" smtClean="0"/>
              <a:t>Slide for developer code</a:t>
            </a:r>
            <a:endParaRPr lang="en-US" dirty="0"/>
          </a:p>
        </p:txBody>
      </p:sp>
      <p:sp>
        <p:nvSpPr>
          <p:cNvPr id="3" name="Rectangle 2"/>
          <p:cNvSpPr/>
          <p:nvPr userDrawn="1"/>
        </p:nvSpPr>
        <p:spPr bwMode="hidden">
          <a:xfrm>
            <a:off x="1" y="1212849"/>
            <a:ext cx="12436475" cy="5781676"/>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6639" tIns="46639" rIns="46639" bIns="46639"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dirty="0" smtClean="0">
              <a:gradFill>
                <a:gsLst>
                  <a:gs pos="0">
                    <a:srgbClr val="FFFFFF"/>
                  </a:gs>
                  <a:gs pos="100000">
                    <a:srgbClr val="FFFFFF"/>
                  </a:gs>
                </a:gsLst>
                <a:lin ang="5400000" scaled="0"/>
              </a:gradFill>
              <a:ea typeface="Segoe UI" pitchFamily="34" charset="0"/>
              <a:cs typeface="Segoe UI" pitchFamily="34" charset="0"/>
            </a:endParaRPr>
          </a:p>
        </p:txBody>
      </p:sp>
      <p:sp>
        <p:nvSpPr>
          <p:cNvPr id="5" name="Text Placeholder 4"/>
          <p:cNvSpPr>
            <a:spLocks noGrp="1"/>
          </p:cNvSpPr>
          <p:nvPr>
            <p:ph type="body" sz="quarter" idx="10"/>
          </p:nvPr>
        </p:nvSpPr>
        <p:spPr>
          <a:xfrm>
            <a:off x="274638" y="1221157"/>
            <a:ext cx="11887199" cy="1995931"/>
          </a:xfrm>
        </p:spPr>
        <p:txBody>
          <a:bodyPr/>
          <a:lstStyle>
            <a:lvl1pPr marL="0" indent="0">
              <a:buNone/>
              <a:defRPr sz="3300">
                <a:gradFill>
                  <a:gsLst>
                    <a:gs pos="1250">
                      <a:srgbClr val="000000"/>
                    </a:gs>
                    <a:gs pos="100000">
                      <a:srgbClr val="000000"/>
                    </a:gs>
                  </a:gsLst>
                  <a:lin ang="5400000" scaled="0"/>
                </a:gradFill>
                <a:latin typeface="Consolas" panose="020B0609020204030204" pitchFamily="49" charset="0"/>
                <a:cs typeface="Consolas" panose="020B0609020204030204" pitchFamily="49" charset="0"/>
              </a:defRPr>
            </a:lvl1pPr>
            <a:lvl2pPr marL="346553" indent="0">
              <a:buNone/>
              <a:defRPr>
                <a:gradFill>
                  <a:gsLst>
                    <a:gs pos="1250">
                      <a:srgbClr val="000000"/>
                    </a:gs>
                    <a:gs pos="100000">
                      <a:srgbClr val="000000"/>
                    </a:gs>
                  </a:gsLst>
                  <a:lin ang="5400000" scaled="0"/>
                </a:gradFill>
                <a:latin typeface="Consolas" panose="020B0609020204030204" pitchFamily="49" charset="0"/>
                <a:cs typeface="Consolas" panose="020B0609020204030204" pitchFamily="49" charset="0"/>
              </a:defRPr>
            </a:lvl2pPr>
            <a:lvl3pPr marL="584607" indent="0">
              <a:buNone/>
              <a:defRPr>
                <a:gradFill>
                  <a:gsLst>
                    <a:gs pos="1250">
                      <a:srgbClr val="000000"/>
                    </a:gs>
                    <a:gs pos="100000">
                      <a:srgbClr val="000000"/>
                    </a:gs>
                  </a:gsLst>
                  <a:lin ang="5400000" scaled="0"/>
                </a:gradFill>
                <a:latin typeface="Consolas" panose="020B0609020204030204" pitchFamily="49" charset="0"/>
                <a:cs typeface="Consolas" panose="020B0609020204030204" pitchFamily="49" charset="0"/>
              </a:defRPr>
            </a:lvl3pPr>
            <a:lvl4pPr marL="814563" indent="0">
              <a:buNone/>
              <a:defRPr>
                <a:gradFill>
                  <a:gsLst>
                    <a:gs pos="1250">
                      <a:srgbClr val="000000"/>
                    </a:gs>
                    <a:gs pos="100000">
                      <a:srgbClr val="000000"/>
                    </a:gs>
                  </a:gsLst>
                  <a:lin ang="5400000" scaled="0"/>
                </a:gradFill>
                <a:latin typeface="Consolas" panose="020B0609020204030204" pitchFamily="49" charset="0"/>
                <a:cs typeface="Consolas" panose="020B0609020204030204" pitchFamily="49" charset="0"/>
              </a:defRPr>
            </a:lvl4pPr>
            <a:lvl5pPr marL="1050997" indent="0">
              <a:buNone/>
              <a:defRPr>
                <a:gradFill>
                  <a:gsLst>
                    <a:gs pos="1250">
                      <a:srgbClr val="000000"/>
                    </a:gs>
                    <a:gs pos="100000">
                      <a:srgbClr val="000000"/>
                    </a:gs>
                  </a:gsLst>
                  <a:lin ang="5400000" scaled="0"/>
                </a:gradFill>
                <a:latin typeface="Consolas" panose="020B0609020204030204" pitchFamily="49" charset="0"/>
                <a:cs typeface="Consolas" panose="020B0609020204030204" pitchFamily="49" charset="0"/>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12" name="TextBox 11"/>
          <p:cNvSpPr txBox="1"/>
          <p:nvPr userDrawn="1"/>
        </p:nvSpPr>
        <p:spPr>
          <a:xfrm>
            <a:off x="6149167" y="6498479"/>
            <a:ext cx="1521763" cy="323165"/>
          </a:xfrm>
          <a:prstGeom prst="rect">
            <a:avLst/>
          </a:prstGeom>
          <a:noFill/>
        </p:spPr>
        <p:txBody>
          <a:bodyPr wrap="none" lIns="146304" tIns="91440" rIns="146304" bIns="91440" rtlCol="0">
            <a:spAutoFit/>
          </a:bodyPr>
          <a:lstStyle/>
          <a:p>
            <a:pPr>
              <a:lnSpc>
                <a:spcPct val="90000"/>
              </a:lnSpc>
              <a:spcAft>
                <a:spcPts val="0"/>
              </a:spcAft>
            </a:pPr>
            <a:r>
              <a:rPr lang="en-US" sz="1000" dirty="0" smtClean="0">
                <a:gradFill>
                  <a:gsLst>
                    <a:gs pos="2917">
                      <a:schemeClr val="tx1"/>
                    </a:gs>
                    <a:gs pos="30000">
                      <a:schemeClr val="tx1"/>
                    </a:gs>
                  </a:gsLst>
                  <a:lin ang="5400000" scaled="0"/>
                </a:gradFill>
              </a:rPr>
              <a:t>http://dev.office.com/</a:t>
            </a:r>
          </a:p>
        </p:txBody>
      </p:sp>
      <p:sp>
        <p:nvSpPr>
          <p:cNvPr id="9" name="Date Placeholder 5"/>
          <p:cNvSpPr>
            <a:spLocks noGrp="1"/>
          </p:cNvSpPr>
          <p:nvPr>
            <p:ph type="dt" sz="half" idx="2"/>
          </p:nvPr>
        </p:nvSpPr>
        <p:spPr>
          <a:xfrm>
            <a:off x="4822654" y="6471920"/>
            <a:ext cx="2797175" cy="371475"/>
          </a:xfrm>
          <a:prstGeom prst="rect">
            <a:avLst/>
          </a:prstGeom>
        </p:spPr>
        <p:txBody>
          <a:bodyPr vert="horz" lIns="91440" tIns="45720" rIns="91440" bIns="45720" rtlCol="0" anchor="ctr"/>
          <a:lstStyle>
            <a:lvl1pPr marL="0" algn="l" defTabSz="932742" rtl="0" eaLnBrk="1" latinLnBrk="0" hangingPunct="1">
              <a:lnSpc>
                <a:spcPct val="90000"/>
              </a:lnSpc>
              <a:spcAft>
                <a:spcPts val="0"/>
              </a:spcAft>
              <a:defRPr lang="en-US" sz="1000" kern="1200" smtClean="0">
                <a:gradFill>
                  <a:gsLst>
                    <a:gs pos="2917">
                      <a:schemeClr val="tx1"/>
                    </a:gs>
                    <a:gs pos="30000">
                      <a:schemeClr val="tx1"/>
                    </a:gs>
                  </a:gsLst>
                  <a:lin ang="5400000" scaled="0"/>
                </a:gradFill>
                <a:latin typeface="+mn-lt"/>
                <a:ea typeface="+mn-ea"/>
                <a:cs typeface="+mn-cs"/>
              </a:defRPr>
            </a:lvl1pPr>
          </a:lstStyle>
          <a:p>
            <a:r>
              <a:rPr lang="en-US" smtClean="0"/>
              <a:t>Microsoft Confidential</a:t>
            </a:r>
            <a:endParaRPr lang="en-US" dirty="0"/>
          </a:p>
        </p:txBody>
      </p:sp>
      <p:pic>
        <p:nvPicPr>
          <p:cNvPr id="8" name="Picture 7"/>
          <p:cNvPicPr>
            <a:picLocks noChangeAspect="1"/>
          </p:cNvPicPr>
          <p:nvPr userDrawn="1"/>
        </p:nvPicPr>
        <p:blipFill>
          <a:blip r:embed="rId2"/>
          <a:stretch>
            <a:fillRect/>
          </a:stretch>
        </p:blipFill>
        <p:spPr>
          <a:xfrm>
            <a:off x="436564" y="6474800"/>
            <a:ext cx="704088" cy="222863"/>
          </a:xfrm>
          <a:prstGeom prst="rect">
            <a:avLst/>
          </a:prstGeom>
        </p:spPr>
      </p:pic>
    </p:spTree>
    <p:extLst>
      <p:ext uri="{BB962C8B-B14F-4D97-AF65-F5344CB8AC3E}">
        <p14:creationId xmlns:p14="http://schemas.microsoft.com/office/powerpoint/2010/main" val="11299624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Closing logo slide">
    <p:spTree>
      <p:nvGrpSpPr>
        <p:cNvPr id="1" name=""/>
        <p:cNvGrpSpPr/>
        <p:nvPr/>
      </p:nvGrpSpPr>
      <p:grpSpPr>
        <a:xfrm>
          <a:off x="0" y="0"/>
          <a:ext cx="0" cy="0"/>
          <a:chOff x="0" y="0"/>
          <a:chExt cx="0" cy="0"/>
        </a:xfrm>
      </p:grpSpPr>
      <p:sp>
        <p:nvSpPr>
          <p:cNvPr id="2" name="Text Box 3"/>
          <p:cNvSpPr txBox="1">
            <a:spLocks noChangeArrowheads="1"/>
          </p:cNvSpPr>
          <p:nvPr userDrawn="1"/>
        </p:nvSpPr>
        <p:spPr bwMode="blackWhite">
          <a:xfrm>
            <a:off x="274638" y="6294476"/>
            <a:ext cx="11887199" cy="403187"/>
          </a:xfrm>
          <a:prstGeom prst="rect">
            <a:avLst/>
          </a:prstGeom>
          <a:noFill/>
          <a:ln w="12700">
            <a:noFill/>
            <a:miter lim="800000"/>
            <a:headEnd type="none" w="sm" len="sm"/>
            <a:tailEnd type="none" w="sm" len="sm"/>
          </a:ln>
          <a:effectLst/>
        </p:spPr>
        <p:txBody>
          <a:bodyPr vert="horz" wrap="square" lIns="182880" tIns="146304" rIns="182880" bIns="146304" numCol="1" anchor="t" anchorCtr="0" compatLnSpc="1">
            <a:prstTxWarp prst="textNoShape">
              <a:avLst/>
            </a:prstTxWarp>
            <a:spAutoFit/>
          </a:bodyPr>
          <a:lstStyle/>
          <a:p>
            <a:pPr defTabSz="932290" eaLnBrk="0" hangingPunct="0"/>
            <a:r>
              <a:rPr lang="en-US" sz="700" dirty="0">
                <a:gradFill>
                  <a:gsLst>
                    <a:gs pos="0">
                      <a:schemeClr val="tx1"/>
                    </a:gs>
                    <a:gs pos="100000">
                      <a:schemeClr val="tx1"/>
                    </a:gs>
                  </a:gsLst>
                  <a:lin ang="5400000" scaled="0"/>
                </a:gradFill>
                <a:cs typeface="Segoe UI" pitchFamily="34" charset="0"/>
              </a:rPr>
              <a:t>© </a:t>
            </a:r>
            <a:r>
              <a:rPr lang="en-US" sz="700" dirty="0" smtClean="0">
                <a:gradFill>
                  <a:gsLst>
                    <a:gs pos="0">
                      <a:schemeClr val="tx1"/>
                    </a:gs>
                    <a:gs pos="100000">
                      <a:schemeClr val="tx1"/>
                    </a:gs>
                  </a:gsLst>
                  <a:lin ang="5400000" scaled="0"/>
                </a:gradFill>
                <a:cs typeface="Segoe UI" pitchFamily="34" charset="0"/>
              </a:rPr>
              <a:t>2016 </a:t>
            </a:r>
            <a:r>
              <a:rPr lang="en-US" sz="700" dirty="0">
                <a:gradFill>
                  <a:gsLst>
                    <a:gs pos="0">
                      <a:schemeClr val="tx1"/>
                    </a:gs>
                    <a:gs pos="100000">
                      <a:schemeClr val="tx1"/>
                    </a:gs>
                  </a:gsLst>
                  <a:lin ang="5400000" scaled="0"/>
                </a:gradFill>
                <a:cs typeface="Segoe UI" pitchFamily="34" charset="0"/>
              </a:rPr>
              <a:t>Microsoft Corporation. All rights reserved. </a:t>
            </a:r>
          </a:p>
        </p:txBody>
      </p:sp>
      <p:pic>
        <p:nvPicPr>
          <p:cNvPr id="4" name="Picture 3"/>
          <p:cNvPicPr>
            <a:picLocks noChangeAspect="1"/>
          </p:cNvPicPr>
          <p:nvPr userDrawn="1"/>
        </p:nvPicPr>
        <p:blipFill>
          <a:blip r:embed="rId2"/>
          <a:stretch>
            <a:fillRect/>
          </a:stretch>
        </p:blipFill>
        <p:spPr>
          <a:xfrm>
            <a:off x="459230" y="3145040"/>
            <a:ext cx="3291840" cy="705834"/>
          </a:xfrm>
          <a:prstGeom prst="rect">
            <a:avLst/>
          </a:prstGeom>
        </p:spPr>
      </p:pic>
    </p:spTree>
    <p:extLst>
      <p:ext uri="{BB962C8B-B14F-4D97-AF65-F5344CB8AC3E}">
        <p14:creationId xmlns:p14="http://schemas.microsoft.com/office/powerpoint/2010/main" val="172939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Closing logo slide_color">
    <p:bg>
      <p:bgPr>
        <a:solidFill>
          <a:schemeClr val="accent2"/>
        </a:solidFill>
        <a:effectLst/>
      </p:bgPr>
    </p:bg>
    <p:spTree>
      <p:nvGrpSpPr>
        <p:cNvPr id="1" name=""/>
        <p:cNvGrpSpPr/>
        <p:nvPr/>
      </p:nvGrpSpPr>
      <p:grpSpPr>
        <a:xfrm>
          <a:off x="0" y="0"/>
          <a:ext cx="0" cy="0"/>
          <a:chOff x="0" y="0"/>
          <a:chExt cx="0" cy="0"/>
        </a:xfrm>
      </p:grpSpPr>
      <p:sp>
        <p:nvSpPr>
          <p:cNvPr id="2" name="Text Box 3"/>
          <p:cNvSpPr txBox="1">
            <a:spLocks noChangeArrowheads="1"/>
          </p:cNvSpPr>
          <p:nvPr userDrawn="1"/>
        </p:nvSpPr>
        <p:spPr bwMode="blackWhite">
          <a:xfrm>
            <a:off x="274638" y="6294476"/>
            <a:ext cx="11887199" cy="403187"/>
          </a:xfrm>
          <a:prstGeom prst="rect">
            <a:avLst/>
          </a:prstGeom>
          <a:noFill/>
          <a:ln w="12700">
            <a:noFill/>
            <a:miter lim="800000"/>
            <a:headEnd type="none" w="sm" len="sm"/>
            <a:tailEnd type="none" w="sm" len="sm"/>
          </a:ln>
          <a:effectLst/>
        </p:spPr>
        <p:txBody>
          <a:bodyPr vert="horz" wrap="square" lIns="182880" tIns="146304" rIns="182880" bIns="146304" numCol="1" anchor="t" anchorCtr="0" compatLnSpc="1">
            <a:prstTxWarp prst="textNoShape">
              <a:avLst/>
            </a:prstTxWarp>
            <a:spAutoFit/>
          </a:bodyPr>
          <a:lstStyle/>
          <a:p>
            <a:pPr defTabSz="932290" eaLnBrk="0" hangingPunct="0"/>
            <a:r>
              <a:rPr lang="en-US" sz="700" dirty="0">
                <a:gradFill>
                  <a:gsLst>
                    <a:gs pos="0">
                      <a:schemeClr val="tx1"/>
                    </a:gs>
                    <a:gs pos="100000">
                      <a:schemeClr val="tx1"/>
                    </a:gs>
                  </a:gsLst>
                  <a:lin ang="5400000" scaled="0"/>
                </a:gradFill>
                <a:cs typeface="Segoe UI" pitchFamily="34" charset="0"/>
              </a:rPr>
              <a:t>© </a:t>
            </a:r>
            <a:r>
              <a:rPr lang="en-US" sz="700" dirty="0" smtClean="0">
                <a:gradFill>
                  <a:gsLst>
                    <a:gs pos="0">
                      <a:schemeClr val="tx1"/>
                    </a:gs>
                    <a:gs pos="100000">
                      <a:schemeClr val="tx1"/>
                    </a:gs>
                  </a:gsLst>
                  <a:lin ang="5400000" scaled="0"/>
                </a:gradFill>
                <a:cs typeface="Segoe UI" pitchFamily="34" charset="0"/>
              </a:rPr>
              <a:t>2016 </a:t>
            </a:r>
            <a:r>
              <a:rPr lang="en-US" sz="700" dirty="0">
                <a:gradFill>
                  <a:gsLst>
                    <a:gs pos="0">
                      <a:schemeClr val="tx1"/>
                    </a:gs>
                    <a:gs pos="100000">
                      <a:schemeClr val="tx1"/>
                    </a:gs>
                  </a:gsLst>
                  <a:lin ang="5400000" scaled="0"/>
                </a:gradFill>
                <a:cs typeface="Segoe UI" pitchFamily="34" charset="0"/>
              </a:rPr>
              <a:t>Microsoft Corporation. All rights reserved. </a:t>
            </a:r>
          </a:p>
        </p:txBody>
      </p:sp>
      <p:pic>
        <p:nvPicPr>
          <p:cNvPr id="4" name="Picture 3"/>
          <p:cNvPicPr>
            <a:picLocks noChangeAspect="1"/>
          </p:cNvPicPr>
          <p:nvPr userDrawn="1"/>
        </p:nvPicPr>
        <p:blipFill>
          <a:blip r:embed="rId2"/>
          <a:stretch>
            <a:fillRect/>
          </a:stretch>
        </p:blipFill>
        <p:spPr bwMode="invGray">
          <a:xfrm>
            <a:off x="459232" y="3145040"/>
            <a:ext cx="3291840" cy="705836"/>
          </a:xfrm>
          <a:prstGeom prst="rect">
            <a:avLst/>
          </a:prstGeom>
        </p:spPr>
      </p:pic>
    </p:spTree>
    <p:extLst>
      <p:ext uri="{BB962C8B-B14F-4D97-AF65-F5344CB8AC3E}">
        <p14:creationId xmlns:p14="http://schemas.microsoft.com/office/powerpoint/2010/main" val="925069136"/>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Black Notes slide Layout">
    <p:bg bwMode="black">
      <p:bgPr>
        <a:solidFill>
          <a:srgbClr val="000000"/>
        </a:solidFill>
        <a:effectLst/>
      </p:bgPr>
    </p:bg>
    <p:spTree>
      <p:nvGrpSpPr>
        <p:cNvPr id="1" name=""/>
        <p:cNvGrpSpPr/>
        <p:nvPr/>
      </p:nvGrpSpPr>
      <p:grpSpPr>
        <a:xfrm>
          <a:off x="0" y="0"/>
          <a:ext cx="0" cy="0"/>
          <a:chOff x="0" y="0"/>
          <a:chExt cx="0" cy="0"/>
        </a:xfrm>
      </p:grpSpPr>
      <p:sp>
        <p:nvSpPr>
          <p:cNvPr id="6" name="Text Placeholder 5"/>
          <p:cNvSpPr>
            <a:spLocks noGrp="1"/>
          </p:cNvSpPr>
          <p:nvPr>
            <p:ph type="body" sz="quarter" idx="10" hasCustomPrompt="1"/>
          </p:nvPr>
        </p:nvSpPr>
        <p:spPr bwMode="white">
          <a:xfrm>
            <a:off x="274638" y="1212850"/>
            <a:ext cx="11887200" cy="2443746"/>
          </a:xfrm>
          <a:prstGeom prst="rect">
            <a:avLst/>
          </a:prstGeom>
        </p:spPr>
        <p:txBody>
          <a:bodyPr/>
          <a:lstStyle>
            <a:lvl1pPr marL="290513" indent="-290513">
              <a:buClr>
                <a:schemeClr val="tx1"/>
              </a:buClr>
              <a:buSzPct val="90000"/>
              <a:buFont typeface="Arial" pitchFamily="34" charset="0"/>
              <a:buChar char="•"/>
              <a:defRPr sz="3600">
                <a:gradFill>
                  <a:gsLst>
                    <a:gs pos="1250">
                      <a:schemeClr val="tx1"/>
                    </a:gs>
                    <a:gs pos="100000">
                      <a:schemeClr val="tx1"/>
                    </a:gs>
                  </a:gsLst>
                  <a:lin ang="5400000" scaled="0"/>
                </a:gradFill>
                <a:latin typeface="Segoe UI" pitchFamily="34" charset="0"/>
                <a:ea typeface="Segoe UI" pitchFamily="34" charset="0"/>
                <a:cs typeface="Segoe UI" pitchFamily="34" charset="0"/>
              </a:defRPr>
            </a:lvl1pPr>
            <a:lvl2pPr marL="571500" indent="-280988">
              <a:buClr>
                <a:schemeClr val="tx1"/>
              </a:buClr>
              <a:buSzPct val="90000"/>
              <a:buFont typeface="Arial" pitchFamily="34" charset="0"/>
              <a:buChar char="•"/>
              <a:defRPr sz="3200">
                <a:gradFill>
                  <a:gsLst>
                    <a:gs pos="1250">
                      <a:schemeClr val="tx1"/>
                    </a:gs>
                    <a:gs pos="100000">
                      <a:schemeClr val="tx1"/>
                    </a:gs>
                  </a:gsLst>
                  <a:lin ang="5400000" scaled="0"/>
                </a:gradFill>
                <a:latin typeface="Segoe UI" pitchFamily="34" charset="0"/>
                <a:ea typeface="Segoe UI" pitchFamily="34" charset="0"/>
                <a:cs typeface="Segoe UI" pitchFamily="34" charset="0"/>
              </a:defRPr>
            </a:lvl2pPr>
            <a:lvl3pPr marL="862013" indent="-290513">
              <a:buClr>
                <a:schemeClr val="tx1"/>
              </a:buClr>
              <a:buSzPct val="90000"/>
              <a:buFont typeface="Arial" pitchFamily="34" charset="0"/>
              <a:buChar char="•"/>
              <a:defRPr sz="2800">
                <a:gradFill>
                  <a:gsLst>
                    <a:gs pos="1250">
                      <a:schemeClr val="tx1"/>
                    </a:gs>
                    <a:gs pos="100000">
                      <a:schemeClr val="tx1"/>
                    </a:gs>
                  </a:gsLst>
                  <a:lin ang="5400000" scaled="0"/>
                </a:gradFill>
                <a:latin typeface="Segoe UI" pitchFamily="34" charset="0"/>
                <a:ea typeface="Segoe UI" pitchFamily="34" charset="0"/>
                <a:cs typeface="Segoe UI" pitchFamily="34" charset="0"/>
              </a:defRPr>
            </a:lvl3pPr>
            <a:lvl4pPr marL="1090613" indent="-228600">
              <a:buClr>
                <a:schemeClr val="tx1"/>
              </a:buClr>
              <a:buSzPct val="90000"/>
              <a:buFont typeface="Arial" pitchFamily="34" charset="0"/>
              <a:buChar char="•"/>
              <a:defRPr sz="2400">
                <a:gradFill>
                  <a:gsLst>
                    <a:gs pos="1250">
                      <a:schemeClr val="tx1"/>
                    </a:gs>
                    <a:gs pos="100000">
                      <a:schemeClr val="tx1"/>
                    </a:gs>
                  </a:gsLst>
                  <a:lin ang="5400000" scaled="0"/>
                </a:gradFill>
                <a:latin typeface="Segoe UI" pitchFamily="34" charset="0"/>
                <a:ea typeface="Segoe UI" pitchFamily="34" charset="0"/>
                <a:cs typeface="Segoe UI" pitchFamily="34" charset="0"/>
              </a:defRPr>
            </a:lvl4pPr>
            <a:lvl5pPr marL="1319213" indent="-228600">
              <a:buClr>
                <a:schemeClr val="tx1"/>
              </a:buClr>
              <a:buSzPct val="90000"/>
              <a:buFont typeface="Arial" pitchFamily="34" charset="0"/>
              <a:buChar char="•"/>
              <a:defRPr sz="2000">
                <a:gradFill>
                  <a:gsLst>
                    <a:gs pos="1250">
                      <a:schemeClr val="tx1"/>
                    </a:gs>
                    <a:gs pos="100000">
                      <a:schemeClr val="tx1"/>
                    </a:gs>
                  </a:gsLst>
                  <a:lin ang="5400000" scaled="0"/>
                </a:gradFill>
                <a:latin typeface="Segoe UI" pitchFamily="34" charset="0"/>
                <a:ea typeface="Segoe UI" pitchFamily="34" charset="0"/>
                <a:cs typeface="Segoe UI" pitchFamily="34" charset="0"/>
              </a:defRPr>
            </a:lvl5pPr>
          </a:lstStyle>
          <a:p>
            <a:pPr lvl="0"/>
            <a:r>
              <a:rPr lang="en-US" dirty="0" smtClean="0"/>
              <a:t>Use this Layout for Speaker Notes slides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Text Placeholder 6"/>
          <p:cNvSpPr>
            <a:spLocks noGrp="1"/>
          </p:cNvSpPr>
          <p:nvPr>
            <p:ph type="body" sz="quarter" idx="11" hasCustomPrompt="1"/>
          </p:nvPr>
        </p:nvSpPr>
        <p:spPr>
          <a:xfrm>
            <a:off x="1" y="6363076"/>
            <a:ext cx="12436476" cy="631450"/>
          </a:xfrm>
          <a:prstGeom prst="rect">
            <a:avLst/>
          </a:prstGeom>
          <a:solidFill>
            <a:srgbClr val="FFFF99"/>
          </a:solidFill>
        </p:spPr>
        <p:txBody>
          <a:bodyPr wrap="square" lIns="155457" tIns="77729" rIns="155457" bIns="77729" anchor="b" anchorCtr="0">
            <a:noAutofit/>
          </a:bodyPr>
          <a:lstStyle>
            <a:lvl1pPr algn="r">
              <a:buFont typeface="Arial" pitchFamily="34" charset="0"/>
              <a:buNone/>
              <a:defRPr sz="3700" spc="-51" baseline="0">
                <a:gradFill>
                  <a:gsLst>
                    <a:gs pos="0">
                      <a:srgbClr val="000000"/>
                    </a:gs>
                    <a:gs pos="100000">
                      <a:srgbClr val="000000"/>
                    </a:gs>
                  </a:gsLst>
                  <a:lin ang="5400000" scaled="0"/>
                </a:gradFill>
                <a:effectLst/>
                <a:latin typeface="Segoe UI" pitchFamily="34" charset="0"/>
                <a:ea typeface="Segoe UI" pitchFamily="34" charset="0"/>
                <a:cs typeface="Segoe UI" pitchFamily="34" charset="0"/>
              </a:defRPr>
            </a:lvl1pPr>
          </a:lstStyle>
          <a:p>
            <a:pPr lvl="0"/>
            <a:r>
              <a:rPr lang="en-US" dirty="0" smtClean="0"/>
              <a:t>Next:</a:t>
            </a:r>
          </a:p>
        </p:txBody>
      </p:sp>
      <p:sp>
        <p:nvSpPr>
          <p:cNvPr id="3" name="Title 2"/>
          <p:cNvSpPr>
            <a:spLocks noGrp="1"/>
          </p:cNvSpPr>
          <p:nvPr>
            <p:ph type="title"/>
          </p:nvPr>
        </p:nvSpPr>
        <p:spPr bwMode="white"/>
        <p:txBody>
          <a:bodyPr/>
          <a:lstStyle>
            <a:lvl1pPr>
              <a:defRPr>
                <a:gradFill>
                  <a:gsLst>
                    <a:gs pos="1250">
                      <a:schemeClr val="tx1"/>
                    </a:gs>
                    <a:gs pos="100000">
                      <a:schemeClr val="tx1"/>
                    </a:gs>
                  </a:gsLst>
                  <a:lin ang="5400000" scaled="0"/>
                </a:gradFill>
                <a:latin typeface="Segoe UI" pitchFamily="34" charset="0"/>
                <a:ea typeface="Segoe UI" pitchFamily="34" charset="0"/>
                <a:cs typeface="Segoe UI" pitchFamily="34" charset="0"/>
              </a:defRPr>
            </a:lvl1pPr>
          </a:lstStyle>
          <a:p>
            <a:r>
              <a:rPr lang="en-US" smtClean="0"/>
              <a:t>Click to edit Master title style</a:t>
            </a:r>
            <a:endParaRPr lang="en-US" dirty="0"/>
          </a:p>
        </p:txBody>
      </p:sp>
    </p:spTree>
    <p:extLst>
      <p:ext uri="{BB962C8B-B14F-4D97-AF65-F5344CB8AC3E}">
        <p14:creationId xmlns:p14="http://schemas.microsoft.com/office/powerpoint/2010/main" val="3482969643"/>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3" Type="http://schemas.openxmlformats.org/officeDocument/2006/relationships/slideLayout" Target="../slideLayouts/slideLayout3.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41" Type="http://schemas.openxmlformats.org/officeDocument/2006/relationships/slideLayout" Target="../slideLayouts/slideLayout4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image" Target="../media/image1.png"/><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theme" Target="../theme/theme1.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74639" y="295274"/>
            <a:ext cx="11889564" cy="917575"/>
          </a:xfrm>
          <a:prstGeom prst="rect">
            <a:avLst/>
          </a:prstGeom>
        </p:spPr>
        <p:txBody>
          <a:bodyPr vert="horz" wrap="square" lIns="146304" tIns="91440" rIns="146304" bIns="91440" rtlCol="0" anchor="t">
            <a:noAutofit/>
          </a:bodyPr>
          <a:lstStyle/>
          <a:p>
            <a:r>
              <a:rPr lang="en-US" smtClean="0"/>
              <a:t>Click to edit Master title style</a:t>
            </a:r>
            <a:endParaRPr lang="en-US" dirty="0"/>
          </a:p>
        </p:txBody>
      </p:sp>
      <p:sp>
        <p:nvSpPr>
          <p:cNvPr id="4" name="Text Placeholder 3"/>
          <p:cNvSpPr>
            <a:spLocks noGrp="1"/>
          </p:cNvSpPr>
          <p:nvPr>
            <p:ph type="body" idx="1"/>
          </p:nvPr>
        </p:nvSpPr>
        <p:spPr>
          <a:xfrm>
            <a:off x="274640" y="1212851"/>
            <a:ext cx="11887198" cy="2092881"/>
          </a:xfrm>
          <a:prstGeom prst="rect">
            <a:avLst/>
          </a:prstGeom>
        </p:spPr>
        <p:txBody>
          <a:bodyPr vert="horz" wrap="square" lIns="146304" tIns="91440" rIns="146304" bIns="91440" rtlCol="0">
            <a:sp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pic>
        <p:nvPicPr>
          <p:cNvPr id="7" name="Picture 6"/>
          <p:cNvPicPr>
            <a:picLocks noChangeAspect="1"/>
          </p:cNvPicPr>
          <p:nvPr userDrawn="1"/>
        </p:nvPicPr>
        <p:blipFill>
          <a:blip r:embed="rId49"/>
          <a:stretch>
            <a:fillRect/>
          </a:stretch>
        </p:blipFill>
        <p:spPr>
          <a:xfrm rot="5400000">
            <a:off x="9393899" y="3050513"/>
            <a:ext cx="6995160" cy="894134"/>
          </a:xfrm>
          <a:prstGeom prst="rect">
            <a:avLst/>
          </a:prstGeom>
        </p:spPr>
      </p:pic>
      <p:sp>
        <p:nvSpPr>
          <p:cNvPr id="3" name="Footer Placeholder 2"/>
          <p:cNvSpPr>
            <a:spLocks noGrp="1"/>
          </p:cNvSpPr>
          <p:nvPr>
            <p:ph type="ftr" sz="quarter" idx="3"/>
          </p:nvPr>
        </p:nvSpPr>
        <p:spPr>
          <a:xfrm>
            <a:off x="7964488" y="295272"/>
            <a:ext cx="4197350" cy="371475"/>
          </a:xfrm>
          <a:prstGeom prst="rect">
            <a:avLst/>
          </a:prstGeom>
        </p:spPr>
        <p:txBody>
          <a:bodyPr vert="horz" lIns="91440" tIns="45720" rIns="182880" bIns="45720" rtlCol="0" anchor="ctr"/>
          <a:lstStyle>
            <a:lvl1pPr algn="r">
              <a:defRPr sz="1200">
                <a:solidFill>
                  <a:schemeClr val="tx1">
                    <a:tint val="75000"/>
                  </a:schemeClr>
                </a:solidFill>
              </a:defRPr>
            </a:lvl1pPr>
          </a:lstStyle>
          <a:p>
            <a:pPr>
              <a:defRPr/>
            </a:pPr>
            <a:r>
              <a:rPr lang="en-US" sz="1400" smtClean="0">
                <a:gradFill>
                  <a:gsLst>
                    <a:gs pos="8367">
                      <a:srgbClr val="000000"/>
                    </a:gs>
                    <a:gs pos="31000">
                      <a:srgbClr val="000000"/>
                    </a:gs>
                  </a:gsLst>
                  <a:lin ang="5400000" scaled="0"/>
                </a:gradFill>
              </a:rPr>
              <a:t>&lt;</a:t>
            </a:r>
            <a:r>
              <a:rPr lang="en-US" sz="1400" smtClean="0">
                <a:solidFill>
                  <a:sysClr val="windowText" lastClr="000000"/>
                </a:solidFill>
                <a:latin typeface="Segoe UI Black" panose="020B0A02040204020203" pitchFamily="34" charset="0"/>
                <a:ea typeface="Segoe UI Black" panose="020B0A02040204020203" pitchFamily="34" charset="0"/>
                <a:cs typeface="Segoe UI Black" panose="020B0A02040204020203" pitchFamily="34" charset="0"/>
              </a:rPr>
              <a:t>#</a:t>
            </a:r>
            <a:r>
              <a:rPr lang="en-US" sz="1400" smtClean="0">
                <a:gradFill>
                  <a:gsLst>
                    <a:gs pos="8367">
                      <a:srgbClr val="000000"/>
                    </a:gs>
                    <a:gs pos="31000">
                      <a:srgbClr val="000000"/>
                    </a:gs>
                  </a:gsLst>
                  <a:lin ang="5400000" scaled="0"/>
                </a:gradFill>
              </a:rPr>
              <a:t>&gt;&lt;Section title goes here&gt;</a:t>
            </a:r>
          </a:p>
          <a:p>
            <a:endParaRPr lang="en-US" dirty="0"/>
          </a:p>
        </p:txBody>
      </p:sp>
      <p:sp>
        <p:nvSpPr>
          <p:cNvPr id="6" name="Date Placeholder 5"/>
          <p:cNvSpPr>
            <a:spLocks noGrp="1"/>
          </p:cNvSpPr>
          <p:nvPr>
            <p:ph type="dt" sz="half" idx="2"/>
          </p:nvPr>
        </p:nvSpPr>
        <p:spPr>
          <a:xfrm>
            <a:off x="4822654" y="6471920"/>
            <a:ext cx="2797175" cy="371475"/>
          </a:xfrm>
          <a:prstGeom prst="rect">
            <a:avLst/>
          </a:prstGeom>
        </p:spPr>
        <p:txBody>
          <a:bodyPr vert="horz" lIns="91440" tIns="45720" rIns="91440" bIns="45720" rtlCol="0" anchor="ctr"/>
          <a:lstStyle>
            <a:lvl1pPr marL="0" algn="l" defTabSz="932742" rtl="0" eaLnBrk="1" latinLnBrk="0" hangingPunct="1">
              <a:lnSpc>
                <a:spcPct val="90000"/>
              </a:lnSpc>
              <a:spcAft>
                <a:spcPts val="0"/>
              </a:spcAft>
              <a:defRPr lang="en-US" sz="1000" kern="1200" smtClean="0">
                <a:gradFill>
                  <a:gsLst>
                    <a:gs pos="2917">
                      <a:schemeClr val="tx1"/>
                    </a:gs>
                    <a:gs pos="30000">
                      <a:schemeClr val="tx1"/>
                    </a:gs>
                  </a:gsLst>
                  <a:lin ang="5400000" scaled="0"/>
                </a:gradFill>
                <a:latin typeface="+mn-lt"/>
                <a:ea typeface="+mn-ea"/>
                <a:cs typeface="+mn-cs"/>
              </a:defRPr>
            </a:lvl1pPr>
          </a:lstStyle>
          <a:p>
            <a:r>
              <a:rPr lang="en-US" smtClean="0"/>
              <a:t>Microsoft Confidential</a:t>
            </a:r>
            <a:endParaRPr lang="en-US" dirty="0"/>
          </a:p>
        </p:txBody>
      </p:sp>
    </p:spTree>
    <p:extLst>
      <p:ext uri="{BB962C8B-B14F-4D97-AF65-F5344CB8AC3E}">
        <p14:creationId xmlns:p14="http://schemas.microsoft.com/office/powerpoint/2010/main" val="3588427678"/>
      </p:ext>
    </p:extLst>
  </p:cSld>
  <p:clrMap bg1="lt1" tx1="dk1" bg2="lt2" tx2="dk2" accent1="accent1" accent2="accent2" accent3="accent3" accent4="accent4" accent5="accent5" accent6="accent6" hlink="hlink" folHlink="folHlink"/>
  <p:sldLayoutIdLst>
    <p:sldLayoutId id="2147484268" r:id="rId1"/>
    <p:sldLayoutId id="2147484236" r:id="rId2"/>
    <p:sldLayoutId id="2147484295" r:id="rId3"/>
    <p:sldLayoutId id="2147484240" r:id="rId4"/>
    <p:sldLayoutId id="2147484296" r:id="rId5"/>
    <p:sldLayoutId id="2147484241" r:id="rId6"/>
    <p:sldLayoutId id="2147484297" r:id="rId7"/>
    <p:sldLayoutId id="2147484244" r:id="rId8"/>
    <p:sldLayoutId id="2147484298" r:id="rId9"/>
    <p:sldLayoutId id="2147484245" r:id="rId10"/>
    <p:sldLayoutId id="2147484247" r:id="rId11"/>
    <p:sldLayoutId id="2147484300" r:id="rId12"/>
    <p:sldLayoutId id="2147484249" r:id="rId13"/>
    <p:sldLayoutId id="2147484301" r:id="rId14"/>
    <p:sldLayoutId id="2147484303" r:id="rId15"/>
    <p:sldLayoutId id="2147484304" r:id="rId16"/>
    <p:sldLayoutId id="2147484321" r:id="rId17"/>
    <p:sldLayoutId id="2147484250" r:id="rId18"/>
    <p:sldLayoutId id="2147484312" r:id="rId19"/>
    <p:sldLayoutId id="2147484313" r:id="rId20"/>
    <p:sldLayoutId id="2147484314" r:id="rId21"/>
    <p:sldLayoutId id="2147484315" r:id="rId22"/>
    <p:sldLayoutId id="2147484317" r:id="rId23"/>
    <p:sldLayoutId id="2147484316" r:id="rId24"/>
    <p:sldLayoutId id="2147484309" r:id="rId25"/>
    <p:sldLayoutId id="2147484306" r:id="rId26"/>
    <p:sldLayoutId id="2147484311" r:id="rId27"/>
    <p:sldLayoutId id="2147484307" r:id="rId28"/>
    <p:sldLayoutId id="2147484308" r:id="rId29"/>
    <p:sldLayoutId id="2147484310" r:id="rId30"/>
    <p:sldLayoutId id="2147484251" r:id="rId31"/>
    <p:sldLayoutId id="2147484252" r:id="rId32"/>
    <p:sldLayoutId id="2147484253" r:id="rId33"/>
    <p:sldLayoutId id="2147484305" r:id="rId34"/>
    <p:sldLayoutId id="2147484264" r:id="rId35"/>
    <p:sldLayoutId id="2147484254" r:id="rId36"/>
    <p:sldLayoutId id="2147484256" r:id="rId37"/>
    <p:sldLayoutId id="2147484257" r:id="rId38"/>
    <p:sldLayoutId id="2147484258" r:id="rId39"/>
    <p:sldLayoutId id="2147484259" r:id="rId40"/>
    <p:sldLayoutId id="2147484318" r:id="rId41"/>
    <p:sldLayoutId id="2147484320" r:id="rId42"/>
    <p:sldLayoutId id="2147484319" r:id="rId43"/>
    <p:sldLayoutId id="2147484260" r:id="rId44"/>
    <p:sldLayoutId id="2147484261" r:id="rId45"/>
    <p:sldLayoutId id="2147484299" r:id="rId46"/>
    <p:sldLayoutId id="2147484263" r:id="rId47"/>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hf sldNum="0" hdr="0" dt="0"/>
  <p:txStyles>
    <p:titleStyle>
      <a:lvl1pPr algn="l" defTabSz="932742" rtl="0" eaLnBrk="1" latinLnBrk="0" hangingPunct="1">
        <a:lnSpc>
          <a:spcPct val="90000"/>
        </a:lnSpc>
        <a:spcBef>
          <a:spcPct val="0"/>
        </a:spcBef>
        <a:buNone/>
        <a:defRPr lang="en-US" sz="4800" b="0" kern="1200" cap="none" spc="-102" baseline="0" dirty="0" smtClean="0">
          <a:ln w="3175">
            <a:noFill/>
          </a:ln>
          <a:gradFill>
            <a:gsLst>
              <a:gs pos="13174">
                <a:srgbClr val="262626"/>
              </a:gs>
              <a:gs pos="25000">
                <a:srgbClr val="262626"/>
              </a:gs>
            </a:gsLst>
            <a:lin ang="5400000" scaled="0"/>
          </a:gradFill>
          <a:effectLst/>
          <a:latin typeface="+mj-lt"/>
          <a:ea typeface="+mn-ea"/>
          <a:cs typeface="Segoe UI" pitchFamily="34" charset="0"/>
        </a:defRPr>
      </a:lvl1pPr>
    </p:titleStyle>
    <p:bodyStyle>
      <a:lvl1pPr marL="342900" marR="0" indent="-342900" algn="l" defTabSz="932742" rtl="0" eaLnBrk="1" fontAlgn="auto" latinLnBrk="0" hangingPunct="1">
        <a:lnSpc>
          <a:spcPct val="90000"/>
        </a:lnSpc>
        <a:spcBef>
          <a:spcPct val="20000"/>
        </a:spcBef>
        <a:spcAft>
          <a:spcPts val="0"/>
        </a:spcAft>
        <a:buClrTx/>
        <a:buSzPct val="90000"/>
        <a:buFont typeface="Arial" pitchFamily="34" charset="0"/>
        <a:buChar char="•"/>
        <a:tabLst/>
        <a:defRPr sz="4000" kern="1200" spc="0" baseline="0">
          <a:gradFill>
            <a:gsLst>
              <a:gs pos="92515">
                <a:srgbClr val="262626"/>
              </a:gs>
              <a:gs pos="75000">
                <a:srgbClr val="262626"/>
              </a:gs>
            </a:gsLst>
            <a:lin ang="5400000" scaled="0"/>
          </a:gradFill>
          <a:latin typeface="+mj-lt"/>
          <a:ea typeface="+mn-ea"/>
          <a:cs typeface="+mn-cs"/>
        </a:defRPr>
      </a:lvl1pPr>
      <a:lvl2pPr marL="584200" marR="0" indent="-241300" algn="l" defTabSz="932742" rtl="0" eaLnBrk="1" fontAlgn="auto" latinLnBrk="0" hangingPunct="1">
        <a:lnSpc>
          <a:spcPct val="90000"/>
        </a:lnSpc>
        <a:spcBef>
          <a:spcPct val="20000"/>
        </a:spcBef>
        <a:spcAft>
          <a:spcPts val="0"/>
        </a:spcAft>
        <a:buClrTx/>
        <a:buSzPct val="90000"/>
        <a:buFont typeface="Arial" pitchFamily="34" charset="0"/>
        <a:buChar char="•"/>
        <a:tabLst/>
        <a:defRPr sz="2400" kern="1200" spc="0" baseline="0">
          <a:gradFill>
            <a:gsLst>
              <a:gs pos="92515">
                <a:srgbClr val="262626"/>
              </a:gs>
              <a:gs pos="75000">
                <a:srgbClr val="262626"/>
              </a:gs>
            </a:gsLst>
            <a:lin ang="5400000" scaled="0"/>
          </a:gradFill>
          <a:latin typeface="+mn-lt"/>
          <a:ea typeface="+mn-ea"/>
          <a:cs typeface="+mn-cs"/>
        </a:defRPr>
      </a:lvl2pPr>
      <a:lvl3pPr marL="800100" marR="0" indent="-228600" algn="l" defTabSz="932742" rtl="0" eaLnBrk="1" fontAlgn="auto" latinLnBrk="0" hangingPunct="1">
        <a:lnSpc>
          <a:spcPct val="90000"/>
        </a:lnSpc>
        <a:spcBef>
          <a:spcPct val="20000"/>
        </a:spcBef>
        <a:spcAft>
          <a:spcPts val="0"/>
        </a:spcAft>
        <a:buClrTx/>
        <a:buSzPct val="90000"/>
        <a:buFont typeface="Arial" pitchFamily="34" charset="0"/>
        <a:buChar char="•"/>
        <a:tabLst/>
        <a:defRPr sz="2000" kern="1200" spc="0" baseline="0">
          <a:gradFill>
            <a:gsLst>
              <a:gs pos="92515">
                <a:srgbClr val="262626"/>
              </a:gs>
              <a:gs pos="75000">
                <a:srgbClr val="262626"/>
              </a:gs>
            </a:gsLst>
            <a:lin ang="5400000" scaled="0"/>
          </a:gradFill>
          <a:latin typeface="+mn-lt"/>
          <a:ea typeface="+mn-ea"/>
          <a:cs typeface="+mn-cs"/>
        </a:defRPr>
      </a:lvl3pPr>
      <a:lvl4pPr marL="1028700" marR="0" indent="-228600" algn="l" defTabSz="932742" rtl="0" eaLnBrk="1" fontAlgn="auto" latinLnBrk="0" hangingPunct="1">
        <a:lnSpc>
          <a:spcPct val="90000"/>
        </a:lnSpc>
        <a:spcBef>
          <a:spcPct val="20000"/>
        </a:spcBef>
        <a:spcAft>
          <a:spcPts val="0"/>
        </a:spcAft>
        <a:buClrTx/>
        <a:buSzPct val="90000"/>
        <a:buFont typeface="Arial" pitchFamily="34" charset="0"/>
        <a:buChar char="•"/>
        <a:tabLst/>
        <a:defRPr sz="1800" kern="1200" spc="0" baseline="0">
          <a:gradFill>
            <a:gsLst>
              <a:gs pos="92515">
                <a:srgbClr val="262626"/>
              </a:gs>
              <a:gs pos="75000">
                <a:srgbClr val="262626"/>
              </a:gs>
            </a:gsLst>
            <a:lin ang="5400000" scaled="0"/>
          </a:gradFill>
          <a:latin typeface="+mn-lt"/>
          <a:ea typeface="+mn-ea"/>
          <a:cs typeface="+mn-cs"/>
        </a:defRPr>
      </a:lvl4pPr>
      <a:lvl5pPr marL="1257300" marR="0" indent="-228600" algn="l" defTabSz="932742" rtl="0" eaLnBrk="1" fontAlgn="auto" latinLnBrk="0" hangingPunct="1">
        <a:lnSpc>
          <a:spcPct val="90000"/>
        </a:lnSpc>
        <a:spcBef>
          <a:spcPct val="20000"/>
        </a:spcBef>
        <a:spcAft>
          <a:spcPts val="0"/>
        </a:spcAft>
        <a:buClrTx/>
        <a:buSzPct val="90000"/>
        <a:buFont typeface="Arial" pitchFamily="34" charset="0"/>
        <a:buChar char="•"/>
        <a:tabLst/>
        <a:defRPr sz="1800" kern="1200" spc="0" baseline="0">
          <a:gradFill>
            <a:gsLst>
              <a:gs pos="92515">
                <a:srgbClr val="262626"/>
              </a:gs>
              <a:gs pos="75000">
                <a:srgbClr val="262626"/>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p:otherStyle>
  </p:txStyles>
  <p:extLst mod="1">
    <p:ext uri="{27BBF7A9-308A-43DC-89C8-2F10F3537804}">
      <p15:sldGuideLst xmlns:p15="http://schemas.microsoft.com/office/powerpoint/2012/main">
        <p15:guide id="1" orient="horz" pos="172" userDrawn="1">
          <p15:clr>
            <a:srgbClr val="5ACBF0"/>
          </p15:clr>
        </p15:guide>
        <p15:guide id="2" pos="155" userDrawn="1">
          <p15:clr>
            <a:srgbClr val="5ACBF0"/>
          </p15:clr>
        </p15:guide>
        <p15:guide id="3" pos="749">
          <p15:clr>
            <a:srgbClr val="5ACBF0"/>
          </p15:clr>
        </p15:guide>
        <p15:guide id="4" pos="1325">
          <p15:clr>
            <a:srgbClr val="5ACBF0"/>
          </p15:clr>
        </p15:guide>
        <p15:guide id="5" pos="1901">
          <p15:clr>
            <a:srgbClr val="5ACBF0"/>
          </p15:clr>
        </p15:guide>
        <p15:guide id="6" pos="2477">
          <p15:clr>
            <a:srgbClr val="5ACBF0"/>
          </p15:clr>
        </p15:guide>
        <p15:guide id="7" pos="3053">
          <p15:clr>
            <a:srgbClr val="5ACBF0"/>
          </p15:clr>
        </p15:guide>
        <p15:guide id="8" pos="3629">
          <p15:clr>
            <a:srgbClr val="5ACBF0"/>
          </p15:clr>
        </p15:guide>
        <p15:guide id="9" pos="4205">
          <p15:clr>
            <a:srgbClr val="5ACBF0"/>
          </p15:clr>
        </p15:guide>
        <p15:guide id="10" pos="4781">
          <p15:clr>
            <a:srgbClr val="5ACBF0"/>
          </p15:clr>
        </p15:guide>
        <p15:guide id="11" pos="5357">
          <p15:clr>
            <a:srgbClr val="5ACBF0"/>
          </p15:clr>
        </p15:guide>
        <p15:guide id="12" pos="5933">
          <p15:clr>
            <a:srgbClr val="5ACBF0"/>
          </p15:clr>
        </p15:guide>
        <p15:guide id="13" pos="6509">
          <p15:clr>
            <a:srgbClr val="5ACBF0"/>
          </p15:clr>
        </p15:guide>
        <p15:guide id="14" pos="7085">
          <p15:clr>
            <a:srgbClr val="5ACBF0"/>
          </p15:clr>
        </p15:guide>
        <p15:guide id="15" pos="7661">
          <p15:clr>
            <a:srgbClr val="5ACBF0"/>
          </p15:clr>
        </p15:guide>
        <p15:guide id="16" pos="275" userDrawn="1">
          <p15:clr>
            <a:srgbClr val="C35EA4"/>
          </p15:clr>
        </p15:guide>
        <p15:guide id="17" pos="7546">
          <p15:clr>
            <a:srgbClr val="C35EA4"/>
          </p15:clr>
        </p15:guide>
        <p15:guide id="18" orient="horz" pos="763">
          <p15:clr>
            <a:srgbClr val="5ACBF0"/>
          </p15:clr>
        </p15:guide>
        <p15:guide id="19" orient="horz" pos="1339">
          <p15:clr>
            <a:srgbClr val="5ACBF0"/>
          </p15:clr>
        </p15:guide>
        <p15:guide id="20" orient="horz" pos="1915">
          <p15:clr>
            <a:srgbClr val="5ACBF0"/>
          </p15:clr>
        </p15:guide>
        <p15:guide id="21" orient="horz" pos="2491">
          <p15:clr>
            <a:srgbClr val="5ACBF0"/>
          </p15:clr>
        </p15:guide>
        <p15:guide id="22" orient="horz" pos="3067">
          <p15:clr>
            <a:srgbClr val="5ACBF0"/>
          </p15:clr>
        </p15:guide>
        <p15:guide id="23" orient="horz" pos="3643">
          <p15:clr>
            <a:srgbClr val="5ACBF0"/>
          </p15:clr>
        </p15:guide>
        <p15:guide id="24" orient="horz" pos="4219">
          <p15:clr>
            <a:srgbClr val="5ACBF0"/>
          </p15:clr>
        </p15:guide>
        <p15:guide id="25" orient="horz" pos="302">
          <p15:clr>
            <a:srgbClr val="C35EA4"/>
          </p15:clr>
        </p15:guide>
        <p15:guide id="26" orient="horz" pos="4104">
          <p15:clr>
            <a:srgbClr val="C35EA4"/>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9.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8.xml"/><Relationship Id="rId1" Type="http://schemas.openxmlformats.org/officeDocument/2006/relationships/slideLayout" Target="../slideLayouts/slideLayout5.xml"/><Relationship Id="rId4" Type="http://schemas.openxmlformats.org/officeDocument/2006/relationships/image" Target="../media/image19.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7.xml"/></Relationships>
</file>

<file path=ppt/slides/_rels/slide1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23.tmp"/><Relationship Id="rId2" Type="http://schemas.openxmlformats.org/officeDocument/2006/relationships/notesSlide" Target="../notesSlides/notesSlide13.xml"/><Relationship Id="rId1" Type="http://schemas.openxmlformats.org/officeDocument/2006/relationships/slideLayout" Target="../slideLayouts/slideLayout3.xml"/><Relationship Id="rId4" Type="http://schemas.openxmlformats.org/officeDocument/2006/relationships/image" Target="../media/image24.tmp"/></Relationships>
</file>

<file path=ppt/slides/_rels/slide15.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4.xml"/><Relationship Id="rId1" Type="http://schemas.openxmlformats.org/officeDocument/2006/relationships/slideLayout" Target="../slideLayouts/slideLayout11.xml"/><Relationship Id="rId4" Type="http://schemas.openxmlformats.org/officeDocument/2006/relationships/image" Target="../media/image26.png"/></Relationships>
</file>

<file path=ppt/slides/_rels/slide16.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notesSlide" Target="../notesSlides/notesSlide16.xml"/><Relationship Id="rId1" Type="http://schemas.openxmlformats.org/officeDocument/2006/relationships/slideLayout" Target="../slideLayouts/slideLayout32.xml"/><Relationship Id="rId4" Type="http://schemas.openxmlformats.org/officeDocument/2006/relationships/image" Target="../media/image7.jp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8.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9.xml"/><Relationship Id="rId1" Type="http://schemas.openxmlformats.org/officeDocument/2006/relationships/slideLayout" Target="../slideLayouts/slideLayout11.xml"/><Relationship Id="rId5" Type="http://schemas.openxmlformats.org/officeDocument/2006/relationships/image" Target="../media/image30.png"/><Relationship Id="rId4" Type="http://schemas.openxmlformats.org/officeDocument/2006/relationships/image" Target="../media/image29.png"/></Relationships>
</file>

<file path=ppt/slides/_rels/slide21.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0.xml"/><Relationship Id="rId1" Type="http://schemas.openxmlformats.org/officeDocument/2006/relationships/slideLayout" Target="../slideLayouts/slideLayout11.xml"/><Relationship Id="rId5" Type="http://schemas.openxmlformats.org/officeDocument/2006/relationships/image" Target="../media/image30.png"/><Relationship Id="rId4" Type="http://schemas.openxmlformats.org/officeDocument/2006/relationships/image" Target="../media/image29.png"/></Relationships>
</file>

<file path=ppt/slides/_rels/slide22.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1.xml"/><Relationship Id="rId1" Type="http://schemas.openxmlformats.org/officeDocument/2006/relationships/slideLayout" Target="../slideLayouts/slideLayout11.xml"/><Relationship Id="rId5" Type="http://schemas.openxmlformats.org/officeDocument/2006/relationships/image" Target="../media/image30.png"/><Relationship Id="rId4" Type="http://schemas.openxmlformats.org/officeDocument/2006/relationships/image" Target="../media/image29.png"/></Relationships>
</file>

<file path=ppt/slides/_rels/slide23.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2.xml"/><Relationship Id="rId1" Type="http://schemas.openxmlformats.org/officeDocument/2006/relationships/slideLayout" Target="../slideLayouts/slideLayout11.xml"/><Relationship Id="rId5" Type="http://schemas.openxmlformats.org/officeDocument/2006/relationships/image" Target="../media/image30.png"/><Relationship Id="rId4" Type="http://schemas.openxmlformats.org/officeDocument/2006/relationships/image" Target="../media/image29.png"/></Relationships>
</file>

<file path=ppt/slides/_rels/slide24.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3.xml"/><Relationship Id="rId1" Type="http://schemas.openxmlformats.org/officeDocument/2006/relationships/slideLayout" Target="../slideLayouts/slideLayout11.xml"/><Relationship Id="rId5" Type="http://schemas.openxmlformats.org/officeDocument/2006/relationships/image" Target="../media/image30.png"/><Relationship Id="rId4" Type="http://schemas.openxmlformats.org/officeDocument/2006/relationships/image" Target="../media/image29.png"/></Relationships>
</file>

<file path=ppt/slides/_rels/slide25.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4.xml"/><Relationship Id="rId1" Type="http://schemas.openxmlformats.org/officeDocument/2006/relationships/slideLayout" Target="../slideLayouts/slideLayout11.xml"/><Relationship Id="rId5" Type="http://schemas.openxmlformats.org/officeDocument/2006/relationships/image" Target="../media/image30.png"/><Relationship Id="rId4" Type="http://schemas.openxmlformats.org/officeDocument/2006/relationships/image" Target="../media/image29.png"/></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5.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4.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5.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5.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5.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5.xml"/></Relationships>
</file>

<file path=ppt/slides/_rels/slide34.xml.rels><?xml version="1.0" encoding="UTF-8" standalone="yes"?>
<Relationships xmlns="http://schemas.openxmlformats.org/package/2006/relationships"><Relationship Id="rId3" Type="http://schemas.openxmlformats.org/officeDocument/2006/relationships/hyperlink" Target="https://msdn.microsoft.com/EN-US/library/office/jj554660.aspx" TargetMode="External"/><Relationship Id="rId2" Type="http://schemas.openxmlformats.org/officeDocument/2006/relationships/notesSlide" Target="../notesSlides/notesSlide33.xml"/><Relationship Id="rId1" Type="http://schemas.openxmlformats.org/officeDocument/2006/relationships/slideLayout" Target="../slideLayouts/slideLayout19.xml"/><Relationship Id="rId5" Type="http://schemas.openxmlformats.org/officeDocument/2006/relationships/hyperlink" Target="https://msdn.microsoft.com/en-us/library/fp142185.aspx" TargetMode="External"/><Relationship Id="rId4" Type="http://schemas.openxmlformats.org/officeDocument/2006/relationships/hyperlink" Target="https://msdn.microsoft.com/EN-US/library/office/dn833112.aspx" TargetMode="External"/></Relationships>
</file>

<file path=ppt/slides/_rels/slide35.xml.rels><?xml version="1.0" encoding="UTF-8" standalone="yes"?>
<Relationships xmlns="http://schemas.openxmlformats.org/package/2006/relationships"><Relationship Id="rId3" Type="http://schemas.openxmlformats.org/officeDocument/2006/relationships/hyperlink" Target="http://dev.office.com/codesamples#?filters=office%20add-ins" TargetMode="External"/><Relationship Id="rId2" Type="http://schemas.openxmlformats.org/officeDocument/2006/relationships/notesSlide" Target="../notesSlides/notesSlide34.xml"/><Relationship Id="rId1" Type="http://schemas.openxmlformats.org/officeDocument/2006/relationships/slideLayout" Target="../slideLayouts/slideLayout19.xml"/></Relationships>
</file>

<file path=ppt/slides/_rels/slide36.xml.rels><?xml version="1.0" encoding="UTF-8" standalone="yes"?>
<Relationships xmlns="http://schemas.openxmlformats.org/package/2006/relationships"><Relationship Id="rId3" Type="http://schemas.openxmlformats.org/officeDocument/2006/relationships/image" Target="../media/image31.emf"/><Relationship Id="rId2" Type="http://schemas.openxmlformats.org/officeDocument/2006/relationships/notesSlide" Target="../notesSlides/notesSlide35.xml"/><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3" Type="http://schemas.openxmlformats.org/officeDocument/2006/relationships/hyperlink" Target="http://dev.office.com/getting-started/addins" TargetMode="External"/><Relationship Id="rId7" Type="http://schemas.openxmlformats.org/officeDocument/2006/relationships/hyperlink" Target="https://msdn.microsoft.com/en-us/library/office/jj220060.aspx" TargetMode="External"/><Relationship Id="rId2" Type="http://schemas.openxmlformats.org/officeDocument/2006/relationships/notesSlide" Target="../notesSlides/notesSlide36.xml"/><Relationship Id="rId1" Type="http://schemas.openxmlformats.org/officeDocument/2006/relationships/slideLayout" Target="../slideLayouts/slideLayout20.xml"/><Relationship Id="rId6" Type="http://schemas.openxmlformats.org/officeDocument/2006/relationships/hyperlink" Target="http://dev.office.com/snack-videos" TargetMode="External"/><Relationship Id="rId5" Type="http://schemas.openxmlformats.org/officeDocument/2006/relationships/hyperlink" Target="http://dev.office.com/training#?filters=deep%20dive%20into%20the%20office%20365%20add-in%20model" TargetMode="External"/><Relationship Id="rId4" Type="http://schemas.openxmlformats.org/officeDocument/2006/relationships/hyperlink" Target="http://dev.office.com/codesamples#?filters=office%20add-ins" TargetMode="External"/></Relationships>
</file>

<file path=ppt/slides/_rels/slide38.xml.rels><?xml version="1.0" encoding="UTF-8" standalone="yes"?>
<Relationships xmlns="http://schemas.openxmlformats.org/package/2006/relationships"><Relationship Id="rId3" Type="http://schemas.openxmlformats.org/officeDocument/2006/relationships/hyperlink" Target="http://dev.office.com/devprogram" TargetMode="External"/><Relationship Id="rId2" Type="http://schemas.openxmlformats.org/officeDocument/2006/relationships/notesSlide" Target="../notesSlides/notesSlide37.xml"/><Relationship Id="rId1" Type="http://schemas.openxmlformats.org/officeDocument/2006/relationships/slideLayout" Target="../slideLayouts/slideLayout11.xml"/><Relationship Id="rId5" Type="http://schemas.openxmlformats.org/officeDocument/2006/relationships/image" Target="../media/image33.emf"/><Relationship Id="rId4" Type="http://schemas.openxmlformats.org/officeDocument/2006/relationships/image" Target="../media/image32.emf"/></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43.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31.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4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smtClean="0"/>
              <a:t>Office 365 development</a:t>
            </a:r>
            <a:endParaRPr lang="en-US" dirty="0"/>
          </a:p>
        </p:txBody>
      </p:sp>
      <p:sp>
        <p:nvSpPr>
          <p:cNvPr id="5" name="Text Placeholder 4"/>
          <p:cNvSpPr>
            <a:spLocks noGrp="1"/>
          </p:cNvSpPr>
          <p:nvPr>
            <p:ph type="body" sz="quarter" idx="12"/>
          </p:nvPr>
        </p:nvSpPr>
        <p:spPr/>
        <p:txBody>
          <a:bodyPr/>
          <a:lstStyle/>
          <a:p>
            <a:r>
              <a:rPr lang="en-US" dirty="0" smtClean="0"/>
              <a:t>Speaker name</a:t>
            </a:r>
            <a:endParaRPr lang="en-US" dirty="0"/>
          </a:p>
        </p:txBody>
      </p:sp>
    </p:spTree>
    <p:extLst>
      <p:ext uri="{BB962C8B-B14F-4D97-AF65-F5344CB8AC3E}">
        <p14:creationId xmlns:p14="http://schemas.microsoft.com/office/powerpoint/2010/main" val="3424332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smtClean="0"/>
              <a:t>Advanced Office Add-ins with Excel, Word and PowerPoint</a:t>
            </a:r>
            <a:endParaRPr lang="en-US" dirty="0"/>
          </a:p>
        </p:txBody>
      </p:sp>
      <p:grpSp>
        <p:nvGrpSpPr>
          <p:cNvPr id="23" name="Group 22"/>
          <p:cNvGrpSpPr/>
          <p:nvPr/>
        </p:nvGrpSpPr>
        <p:grpSpPr>
          <a:xfrm>
            <a:off x="6462713" y="3256803"/>
            <a:ext cx="5516562" cy="3258297"/>
            <a:chOff x="5240338" y="3342655"/>
            <a:chExt cx="5516562" cy="3258297"/>
          </a:xfrm>
        </p:grpSpPr>
        <p:grpSp>
          <p:nvGrpSpPr>
            <p:cNvPr id="20" name="Group 19"/>
            <p:cNvGrpSpPr/>
            <p:nvPr/>
          </p:nvGrpSpPr>
          <p:grpSpPr>
            <a:xfrm>
              <a:off x="5240338" y="3342655"/>
              <a:ext cx="5516562" cy="3258297"/>
              <a:chOff x="503238" y="38100"/>
              <a:chExt cx="11425238" cy="6748191"/>
            </a:xfrm>
          </p:grpSpPr>
          <p:sp>
            <p:nvSpPr>
              <p:cNvPr id="17" name="Freeform 6"/>
              <p:cNvSpPr>
                <a:spLocks noEditPoints="1"/>
              </p:cNvSpPr>
              <p:nvPr/>
            </p:nvSpPr>
            <p:spPr bwMode="auto">
              <a:xfrm>
                <a:off x="2139951" y="38100"/>
                <a:ext cx="8156575" cy="5713413"/>
              </a:xfrm>
              <a:custGeom>
                <a:avLst/>
                <a:gdLst>
                  <a:gd name="T0" fmla="*/ 2173 w 2173"/>
                  <a:gd name="T1" fmla="*/ 1521 h 1521"/>
                  <a:gd name="T2" fmla="*/ 0 w 2173"/>
                  <a:gd name="T3" fmla="*/ 1521 h 1521"/>
                  <a:gd name="T4" fmla="*/ 0 w 2173"/>
                  <a:gd name="T5" fmla="*/ 1507 h 1521"/>
                  <a:gd name="T6" fmla="*/ 0 w 2173"/>
                  <a:gd name="T7" fmla="*/ 113 h 1521"/>
                  <a:gd name="T8" fmla="*/ 113 w 2173"/>
                  <a:gd name="T9" fmla="*/ 1 h 1521"/>
                  <a:gd name="T10" fmla="*/ 2058 w 2173"/>
                  <a:gd name="T11" fmla="*/ 0 h 1521"/>
                  <a:gd name="T12" fmla="*/ 2173 w 2173"/>
                  <a:gd name="T13" fmla="*/ 116 h 1521"/>
                  <a:gd name="T14" fmla="*/ 2173 w 2173"/>
                  <a:gd name="T15" fmla="*/ 1469 h 1521"/>
                  <a:gd name="T16" fmla="*/ 2173 w 2173"/>
                  <a:gd name="T17" fmla="*/ 1521 h 1521"/>
                  <a:gd name="T18" fmla="*/ 2070 w 2173"/>
                  <a:gd name="T19" fmla="*/ 1419 h 1521"/>
                  <a:gd name="T20" fmla="*/ 2070 w 2173"/>
                  <a:gd name="T21" fmla="*/ 101 h 1521"/>
                  <a:gd name="T22" fmla="*/ 102 w 2173"/>
                  <a:gd name="T23" fmla="*/ 101 h 1521"/>
                  <a:gd name="T24" fmla="*/ 102 w 2173"/>
                  <a:gd name="T25" fmla="*/ 1419 h 1521"/>
                  <a:gd name="T26" fmla="*/ 2070 w 2173"/>
                  <a:gd name="T27" fmla="*/ 1419 h 15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173" h="1521">
                    <a:moveTo>
                      <a:pt x="2173" y="1521"/>
                    </a:moveTo>
                    <a:cubicBezTo>
                      <a:pt x="1448" y="1521"/>
                      <a:pt x="725" y="1521"/>
                      <a:pt x="0" y="1521"/>
                    </a:cubicBezTo>
                    <a:cubicBezTo>
                      <a:pt x="0" y="1516"/>
                      <a:pt x="0" y="1512"/>
                      <a:pt x="0" y="1507"/>
                    </a:cubicBezTo>
                    <a:cubicBezTo>
                      <a:pt x="0" y="1042"/>
                      <a:pt x="0" y="578"/>
                      <a:pt x="0" y="113"/>
                    </a:cubicBezTo>
                    <a:cubicBezTo>
                      <a:pt x="0" y="47"/>
                      <a:pt x="47" y="1"/>
                      <a:pt x="113" y="1"/>
                    </a:cubicBezTo>
                    <a:cubicBezTo>
                      <a:pt x="761" y="1"/>
                      <a:pt x="1409" y="1"/>
                      <a:pt x="2058" y="0"/>
                    </a:cubicBezTo>
                    <a:cubicBezTo>
                      <a:pt x="2125" y="0"/>
                      <a:pt x="2173" y="52"/>
                      <a:pt x="2173" y="116"/>
                    </a:cubicBezTo>
                    <a:cubicBezTo>
                      <a:pt x="2173" y="567"/>
                      <a:pt x="2173" y="1018"/>
                      <a:pt x="2173" y="1469"/>
                    </a:cubicBezTo>
                    <a:cubicBezTo>
                      <a:pt x="2173" y="1486"/>
                      <a:pt x="2173" y="1503"/>
                      <a:pt x="2173" y="1521"/>
                    </a:cubicBezTo>
                    <a:close/>
                    <a:moveTo>
                      <a:pt x="2070" y="1419"/>
                    </a:moveTo>
                    <a:cubicBezTo>
                      <a:pt x="2070" y="979"/>
                      <a:pt x="2070" y="540"/>
                      <a:pt x="2070" y="101"/>
                    </a:cubicBezTo>
                    <a:cubicBezTo>
                      <a:pt x="1413" y="101"/>
                      <a:pt x="758" y="101"/>
                      <a:pt x="102" y="101"/>
                    </a:cubicBezTo>
                    <a:cubicBezTo>
                      <a:pt x="102" y="541"/>
                      <a:pt x="102" y="980"/>
                      <a:pt x="102" y="1419"/>
                    </a:cubicBezTo>
                    <a:cubicBezTo>
                      <a:pt x="758" y="1419"/>
                      <a:pt x="1413" y="1419"/>
                      <a:pt x="2070" y="1419"/>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solidFill>
                    <a:srgbClr val="262626"/>
                  </a:solidFill>
                </a:endParaRPr>
              </a:p>
            </p:txBody>
          </p:sp>
          <p:sp>
            <p:nvSpPr>
              <p:cNvPr id="18" name="Freeform 7"/>
              <p:cNvSpPr>
                <a:spLocks/>
              </p:cNvSpPr>
              <p:nvPr/>
            </p:nvSpPr>
            <p:spPr bwMode="auto">
              <a:xfrm>
                <a:off x="503238" y="5960792"/>
                <a:ext cx="11425238" cy="825499"/>
              </a:xfrm>
              <a:custGeom>
                <a:avLst/>
                <a:gdLst>
                  <a:gd name="T0" fmla="*/ 1 w 3044"/>
                  <a:gd name="T1" fmla="*/ 0 h 220"/>
                  <a:gd name="T2" fmla="*/ 1250 w 3044"/>
                  <a:gd name="T3" fmla="*/ 0 h 220"/>
                  <a:gd name="T4" fmla="*/ 1250 w 3044"/>
                  <a:gd name="T5" fmla="*/ 16 h 220"/>
                  <a:gd name="T6" fmla="*/ 1318 w 3044"/>
                  <a:gd name="T7" fmla="*/ 83 h 220"/>
                  <a:gd name="T8" fmla="*/ 1752 w 3044"/>
                  <a:gd name="T9" fmla="*/ 83 h 220"/>
                  <a:gd name="T10" fmla="*/ 1763 w 3044"/>
                  <a:gd name="T11" fmla="*/ 83 h 220"/>
                  <a:gd name="T12" fmla="*/ 1794 w 3044"/>
                  <a:gd name="T13" fmla="*/ 52 h 220"/>
                  <a:gd name="T14" fmla="*/ 1794 w 3044"/>
                  <a:gd name="T15" fmla="*/ 4 h 220"/>
                  <a:gd name="T16" fmla="*/ 1795 w 3044"/>
                  <a:gd name="T17" fmla="*/ 0 h 220"/>
                  <a:gd name="T18" fmla="*/ 3042 w 3044"/>
                  <a:gd name="T19" fmla="*/ 0 h 220"/>
                  <a:gd name="T20" fmla="*/ 3042 w 3044"/>
                  <a:gd name="T21" fmla="*/ 112 h 220"/>
                  <a:gd name="T22" fmla="*/ 3022 w 3044"/>
                  <a:gd name="T23" fmla="*/ 139 h 220"/>
                  <a:gd name="T24" fmla="*/ 2927 w 3044"/>
                  <a:gd name="T25" fmla="*/ 176 h 220"/>
                  <a:gd name="T26" fmla="*/ 2741 w 3044"/>
                  <a:gd name="T27" fmla="*/ 206 h 220"/>
                  <a:gd name="T28" fmla="*/ 2402 w 3044"/>
                  <a:gd name="T29" fmla="*/ 217 h 220"/>
                  <a:gd name="T30" fmla="*/ 535 w 3044"/>
                  <a:gd name="T31" fmla="*/ 217 h 220"/>
                  <a:gd name="T32" fmla="*/ 345 w 3044"/>
                  <a:gd name="T33" fmla="*/ 211 h 220"/>
                  <a:gd name="T34" fmla="*/ 103 w 3044"/>
                  <a:gd name="T35" fmla="*/ 173 h 220"/>
                  <a:gd name="T36" fmla="*/ 22 w 3044"/>
                  <a:gd name="T37" fmla="*/ 139 h 220"/>
                  <a:gd name="T38" fmla="*/ 1 w 3044"/>
                  <a:gd name="T39" fmla="*/ 100 h 220"/>
                  <a:gd name="T40" fmla="*/ 1 w 3044"/>
                  <a:gd name="T41" fmla="*/ 0 h 2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3044" h="220">
                    <a:moveTo>
                      <a:pt x="1" y="0"/>
                    </a:moveTo>
                    <a:cubicBezTo>
                      <a:pt x="417" y="0"/>
                      <a:pt x="833" y="0"/>
                      <a:pt x="1250" y="0"/>
                    </a:cubicBezTo>
                    <a:cubicBezTo>
                      <a:pt x="1250" y="6"/>
                      <a:pt x="1251" y="11"/>
                      <a:pt x="1250" y="16"/>
                    </a:cubicBezTo>
                    <a:cubicBezTo>
                      <a:pt x="1249" y="83"/>
                      <a:pt x="1250" y="84"/>
                      <a:pt x="1318" y="83"/>
                    </a:cubicBezTo>
                    <a:cubicBezTo>
                      <a:pt x="1463" y="83"/>
                      <a:pt x="1608" y="83"/>
                      <a:pt x="1752" y="83"/>
                    </a:cubicBezTo>
                    <a:cubicBezTo>
                      <a:pt x="1756" y="83"/>
                      <a:pt x="1759" y="83"/>
                      <a:pt x="1763" y="83"/>
                    </a:cubicBezTo>
                    <a:cubicBezTo>
                      <a:pt x="1783" y="83"/>
                      <a:pt x="1794" y="72"/>
                      <a:pt x="1794" y="52"/>
                    </a:cubicBezTo>
                    <a:cubicBezTo>
                      <a:pt x="1794" y="36"/>
                      <a:pt x="1794" y="20"/>
                      <a:pt x="1794" y="4"/>
                    </a:cubicBezTo>
                    <a:cubicBezTo>
                      <a:pt x="1794" y="3"/>
                      <a:pt x="1794" y="2"/>
                      <a:pt x="1795" y="0"/>
                    </a:cubicBezTo>
                    <a:cubicBezTo>
                      <a:pt x="2210" y="0"/>
                      <a:pt x="2627" y="0"/>
                      <a:pt x="3042" y="0"/>
                    </a:cubicBezTo>
                    <a:cubicBezTo>
                      <a:pt x="3042" y="38"/>
                      <a:pt x="3044" y="75"/>
                      <a:pt x="3042" y="112"/>
                    </a:cubicBezTo>
                    <a:cubicBezTo>
                      <a:pt x="3041" y="121"/>
                      <a:pt x="3030" y="132"/>
                      <a:pt x="3022" y="139"/>
                    </a:cubicBezTo>
                    <a:cubicBezTo>
                      <a:pt x="2994" y="159"/>
                      <a:pt x="2960" y="170"/>
                      <a:pt x="2927" y="176"/>
                    </a:cubicBezTo>
                    <a:cubicBezTo>
                      <a:pt x="2865" y="188"/>
                      <a:pt x="2803" y="198"/>
                      <a:pt x="2741" y="206"/>
                    </a:cubicBezTo>
                    <a:cubicBezTo>
                      <a:pt x="2628" y="220"/>
                      <a:pt x="2515" y="217"/>
                      <a:pt x="2402" y="217"/>
                    </a:cubicBezTo>
                    <a:cubicBezTo>
                      <a:pt x="1779" y="217"/>
                      <a:pt x="1157" y="218"/>
                      <a:pt x="535" y="217"/>
                    </a:cubicBezTo>
                    <a:cubicBezTo>
                      <a:pt x="472" y="217"/>
                      <a:pt x="408" y="215"/>
                      <a:pt x="345" y="211"/>
                    </a:cubicBezTo>
                    <a:cubicBezTo>
                      <a:pt x="263" y="206"/>
                      <a:pt x="182" y="194"/>
                      <a:pt x="103" y="173"/>
                    </a:cubicBezTo>
                    <a:cubicBezTo>
                      <a:pt x="75" y="166"/>
                      <a:pt x="48" y="151"/>
                      <a:pt x="22" y="139"/>
                    </a:cubicBezTo>
                    <a:cubicBezTo>
                      <a:pt x="7" y="131"/>
                      <a:pt x="0" y="117"/>
                      <a:pt x="1" y="100"/>
                    </a:cubicBezTo>
                    <a:cubicBezTo>
                      <a:pt x="2" y="67"/>
                      <a:pt x="1" y="34"/>
                      <a:pt x="1" y="0"/>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solidFill>
                    <a:srgbClr val="262626"/>
                  </a:solidFill>
                </a:endParaRPr>
              </a:p>
            </p:txBody>
          </p:sp>
          <p:sp>
            <p:nvSpPr>
              <p:cNvPr id="19" name="Freeform 8"/>
              <p:cNvSpPr>
                <a:spLocks/>
              </p:cNvSpPr>
              <p:nvPr/>
            </p:nvSpPr>
            <p:spPr bwMode="auto">
              <a:xfrm>
                <a:off x="2522538" y="417511"/>
                <a:ext cx="7386637" cy="4951414"/>
              </a:xfrm>
              <a:custGeom>
                <a:avLst/>
                <a:gdLst>
                  <a:gd name="T0" fmla="*/ 1968 w 1968"/>
                  <a:gd name="T1" fmla="*/ 1318 h 1318"/>
                  <a:gd name="T2" fmla="*/ 0 w 1968"/>
                  <a:gd name="T3" fmla="*/ 1318 h 1318"/>
                  <a:gd name="T4" fmla="*/ 0 w 1968"/>
                  <a:gd name="T5" fmla="*/ 0 h 1318"/>
                  <a:gd name="T6" fmla="*/ 1968 w 1968"/>
                  <a:gd name="T7" fmla="*/ 0 h 1318"/>
                  <a:gd name="T8" fmla="*/ 1968 w 1968"/>
                  <a:gd name="T9" fmla="*/ 1318 h 1318"/>
                </a:gdLst>
                <a:ahLst/>
                <a:cxnLst>
                  <a:cxn ang="0">
                    <a:pos x="T0" y="T1"/>
                  </a:cxn>
                  <a:cxn ang="0">
                    <a:pos x="T2" y="T3"/>
                  </a:cxn>
                  <a:cxn ang="0">
                    <a:pos x="T4" y="T5"/>
                  </a:cxn>
                  <a:cxn ang="0">
                    <a:pos x="T6" y="T7"/>
                  </a:cxn>
                  <a:cxn ang="0">
                    <a:pos x="T8" y="T9"/>
                  </a:cxn>
                </a:cxnLst>
                <a:rect l="0" t="0" r="r" b="b"/>
                <a:pathLst>
                  <a:path w="1968" h="1318">
                    <a:moveTo>
                      <a:pt x="1968" y="1318"/>
                    </a:moveTo>
                    <a:cubicBezTo>
                      <a:pt x="1311" y="1318"/>
                      <a:pt x="656" y="1318"/>
                      <a:pt x="0" y="1318"/>
                    </a:cubicBezTo>
                    <a:cubicBezTo>
                      <a:pt x="0" y="879"/>
                      <a:pt x="0" y="440"/>
                      <a:pt x="0" y="0"/>
                    </a:cubicBezTo>
                    <a:cubicBezTo>
                      <a:pt x="656" y="0"/>
                      <a:pt x="1311" y="0"/>
                      <a:pt x="1968" y="0"/>
                    </a:cubicBezTo>
                    <a:cubicBezTo>
                      <a:pt x="1968" y="439"/>
                      <a:pt x="1968" y="878"/>
                      <a:pt x="1968" y="1318"/>
                    </a:cubicBezTo>
                    <a:close/>
                  </a:path>
                </a:pathLst>
              </a:custGeom>
              <a:solidFill>
                <a:schemeClr val="tx1">
                  <a:lumMod val="10000"/>
                  <a:lumOff val="9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solidFill>
                    <a:srgbClr val="262626"/>
                  </a:solidFill>
                </a:endParaRPr>
              </a:p>
            </p:txBody>
          </p:sp>
        </p:grpSp>
        <p:sp>
          <p:nvSpPr>
            <p:cNvPr id="22" name="TextBox 21"/>
            <p:cNvSpPr txBox="1"/>
            <p:nvPr/>
          </p:nvSpPr>
          <p:spPr>
            <a:xfrm>
              <a:off x="7235590" y="4777460"/>
              <a:ext cx="1526059" cy="914096"/>
            </a:xfrm>
            <a:prstGeom prst="rect">
              <a:avLst/>
            </a:prstGeom>
            <a:noFill/>
          </p:spPr>
          <p:txBody>
            <a:bodyPr wrap="none" lIns="0" tIns="0" rIns="0" bIns="0" rtlCol="0">
              <a:spAutoFit/>
            </a:bodyPr>
            <a:lstStyle/>
            <a:p>
              <a:pPr>
                <a:lnSpc>
                  <a:spcPct val="90000"/>
                </a:lnSpc>
              </a:pPr>
              <a:r>
                <a:rPr lang="en-US" sz="6600" dirty="0" smtClean="0">
                  <a:gradFill>
                    <a:gsLst>
                      <a:gs pos="3187">
                        <a:srgbClr val="D83B01"/>
                      </a:gs>
                      <a:gs pos="14000">
                        <a:srgbClr val="D83B01"/>
                      </a:gs>
                    </a:gsLst>
                    <a:lin ang="5400000" scaled="0"/>
                  </a:gradFill>
                  <a:latin typeface="Segoe UI Semibold" panose="020B0702040204020203" pitchFamily="34" charset="0"/>
                  <a:ea typeface="Segoe UI Black" panose="020B0A02040204020203" pitchFamily="34" charset="0"/>
                  <a:cs typeface="Segoe UI Semibold" panose="020B0702040204020203" pitchFamily="34" charset="0"/>
                </a:rPr>
                <a:t>&lt;/&gt;</a:t>
              </a:r>
            </a:p>
          </p:txBody>
        </p:sp>
      </p:grpSp>
      <p:sp>
        <p:nvSpPr>
          <p:cNvPr id="10" name="Freeform 5"/>
          <p:cNvSpPr>
            <a:spLocks noChangeAspect="1" noEditPoints="1"/>
          </p:cNvSpPr>
          <p:nvPr/>
        </p:nvSpPr>
        <p:spPr bwMode="black">
          <a:xfrm>
            <a:off x="7800420" y="3951389"/>
            <a:ext cx="746819" cy="749093"/>
          </a:xfrm>
          <a:custGeom>
            <a:avLst/>
            <a:gdLst>
              <a:gd name="T0" fmla="*/ 367 w 414"/>
              <a:gd name="T1" fmla="*/ 274 h 415"/>
              <a:gd name="T2" fmla="*/ 301 w 414"/>
              <a:gd name="T3" fmla="*/ 189 h 415"/>
              <a:gd name="T4" fmla="*/ 367 w 414"/>
              <a:gd name="T5" fmla="*/ 189 h 415"/>
              <a:gd name="T6" fmla="*/ 301 w 414"/>
              <a:gd name="T7" fmla="*/ 326 h 415"/>
              <a:gd name="T8" fmla="*/ 301 w 414"/>
              <a:gd name="T9" fmla="*/ 293 h 415"/>
              <a:gd name="T10" fmla="*/ 367 w 414"/>
              <a:gd name="T11" fmla="*/ 170 h 415"/>
              <a:gd name="T12" fmla="*/ 301 w 414"/>
              <a:gd name="T13" fmla="*/ 85 h 415"/>
              <a:gd name="T14" fmla="*/ 367 w 414"/>
              <a:gd name="T15" fmla="*/ 85 h 415"/>
              <a:gd name="T16" fmla="*/ 367 w 414"/>
              <a:gd name="T17" fmla="*/ 326 h 415"/>
              <a:gd name="T18" fmla="*/ 301 w 414"/>
              <a:gd name="T19" fmla="*/ 326 h 415"/>
              <a:gd name="T20" fmla="*/ 367 w 414"/>
              <a:gd name="T21" fmla="*/ 241 h 415"/>
              <a:gd name="T22" fmla="*/ 301 w 414"/>
              <a:gd name="T23" fmla="*/ 222 h 415"/>
              <a:gd name="T24" fmla="*/ 301 w 414"/>
              <a:gd name="T25" fmla="*/ 189 h 415"/>
              <a:gd name="T26" fmla="*/ 367 w 414"/>
              <a:gd name="T27" fmla="*/ 170 h 415"/>
              <a:gd name="T28" fmla="*/ 301 w 414"/>
              <a:gd name="T29" fmla="*/ 170 h 415"/>
              <a:gd name="T30" fmla="*/ 367 w 414"/>
              <a:gd name="T31" fmla="*/ 118 h 415"/>
              <a:gd name="T32" fmla="*/ 400 w 414"/>
              <a:gd name="T33" fmla="*/ 42 h 415"/>
              <a:gd name="T34" fmla="*/ 0 w 414"/>
              <a:gd name="T35" fmla="*/ 42 h 415"/>
              <a:gd name="T36" fmla="*/ 245 w 414"/>
              <a:gd name="T37" fmla="*/ 368 h 415"/>
              <a:gd name="T38" fmla="*/ 414 w 414"/>
              <a:gd name="T39" fmla="*/ 56 h 415"/>
              <a:gd name="T40" fmla="*/ 118 w 414"/>
              <a:gd name="T41" fmla="*/ 232 h 415"/>
              <a:gd name="T42" fmla="*/ 117 w 414"/>
              <a:gd name="T43" fmla="*/ 225 h 415"/>
              <a:gd name="T44" fmla="*/ 114 w 414"/>
              <a:gd name="T45" fmla="*/ 224 h 415"/>
              <a:gd name="T46" fmla="*/ 112 w 414"/>
              <a:gd name="T47" fmla="*/ 232 h 415"/>
              <a:gd name="T48" fmla="*/ 98 w 414"/>
              <a:gd name="T49" fmla="*/ 206 h 415"/>
              <a:gd name="T50" fmla="*/ 113 w 414"/>
              <a:gd name="T51" fmla="*/ 176 h 415"/>
              <a:gd name="T52" fmla="*/ 116 w 414"/>
              <a:gd name="T53" fmla="*/ 185 h 415"/>
              <a:gd name="T54" fmla="*/ 118 w 414"/>
              <a:gd name="T55" fmla="*/ 186 h 415"/>
              <a:gd name="T56" fmla="*/ 120 w 414"/>
              <a:gd name="T57" fmla="*/ 176 h 415"/>
              <a:gd name="T58" fmla="*/ 134 w 414"/>
              <a:gd name="T59" fmla="*/ 205 h 415"/>
              <a:gd name="T60" fmla="*/ 400 w 414"/>
              <a:gd name="T61" fmla="*/ 354 h 415"/>
              <a:gd name="T62" fmla="*/ 282 w 414"/>
              <a:gd name="T63" fmla="*/ 326 h 415"/>
              <a:gd name="T64" fmla="*/ 245 w 414"/>
              <a:gd name="T65" fmla="*/ 274 h 415"/>
              <a:gd name="T66" fmla="*/ 245 w 414"/>
              <a:gd name="T67" fmla="*/ 241 h 415"/>
              <a:gd name="T68" fmla="*/ 282 w 414"/>
              <a:gd name="T69" fmla="*/ 189 h 415"/>
              <a:gd name="T70" fmla="*/ 282 w 414"/>
              <a:gd name="T71" fmla="*/ 170 h 415"/>
              <a:gd name="T72" fmla="*/ 245 w 414"/>
              <a:gd name="T73" fmla="*/ 118 h 415"/>
              <a:gd name="T74" fmla="*/ 245 w 414"/>
              <a:gd name="T75" fmla="*/ 85 h 415"/>
              <a:gd name="T76" fmla="*/ 400 w 414"/>
              <a:gd name="T77" fmla="*/ 354 h 415"/>
              <a:gd name="T78" fmla="*/ 301 w 414"/>
              <a:gd name="T79" fmla="*/ 326 h 415"/>
              <a:gd name="T80" fmla="*/ 367 w 414"/>
              <a:gd name="T81" fmla="*/ 241 h 415"/>
              <a:gd name="T82" fmla="*/ 367 w 414"/>
              <a:gd name="T83" fmla="*/ 274 h 415"/>
              <a:gd name="T84" fmla="*/ 301 w 414"/>
              <a:gd name="T85" fmla="*/ 189 h 415"/>
              <a:gd name="T86" fmla="*/ 367 w 414"/>
              <a:gd name="T87" fmla="*/ 189 h 415"/>
              <a:gd name="T88" fmla="*/ 301 w 414"/>
              <a:gd name="T89" fmla="*/ 170 h 415"/>
              <a:gd name="T90" fmla="*/ 367 w 414"/>
              <a:gd name="T91" fmla="*/ 85 h 415"/>
              <a:gd name="T92" fmla="*/ 367 w 414"/>
              <a:gd name="T93" fmla="*/ 118 h 4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414" h="415">
                <a:moveTo>
                  <a:pt x="301" y="241"/>
                </a:moveTo>
                <a:cubicBezTo>
                  <a:pt x="301" y="274"/>
                  <a:pt x="301" y="274"/>
                  <a:pt x="301" y="274"/>
                </a:cubicBezTo>
                <a:cubicBezTo>
                  <a:pt x="367" y="274"/>
                  <a:pt x="367" y="274"/>
                  <a:pt x="367" y="274"/>
                </a:cubicBezTo>
                <a:cubicBezTo>
                  <a:pt x="367" y="241"/>
                  <a:pt x="367" y="241"/>
                  <a:pt x="367" y="241"/>
                </a:cubicBezTo>
                <a:lnTo>
                  <a:pt x="301" y="241"/>
                </a:lnTo>
                <a:close/>
                <a:moveTo>
                  <a:pt x="301" y="189"/>
                </a:moveTo>
                <a:cubicBezTo>
                  <a:pt x="301" y="222"/>
                  <a:pt x="301" y="222"/>
                  <a:pt x="301" y="222"/>
                </a:cubicBezTo>
                <a:cubicBezTo>
                  <a:pt x="367" y="222"/>
                  <a:pt x="367" y="222"/>
                  <a:pt x="367" y="222"/>
                </a:cubicBezTo>
                <a:cubicBezTo>
                  <a:pt x="367" y="189"/>
                  <a:pt x="367" y="189"/>
                  <a:pt x="367" y="189"/>
                </a:cubicBezTo>
                <a:lnTo>
                  <a:pt x="301" y="189"/>
                </a:lnTo>
                <a:close/>
                <a:moveTo>
                  <a:pt x="301" y="293"/>
                </a:moveTo>
                <a:cubicBezTo>
                  <a:pt x="301" y="326"/>
                  <a:pt x="301" y="326"/>
                  <a:pt x="301" y="326"/>
                </a:cubicBezTo>
                <a:cubicBezTo>
                  <a:pt x="367" y="326"/>
                  <a:pt x="367" y="326"/>
                  <a:pt x="367" y="326"/>
                </a:cubicBezTo>
                <a:cubicBezTo>
                  <a:pt x="367" y="293"/>
                  <a:pt x="367" y="293"/>
                  <a:pt x="367" y="293"/>
                </a:cubicBezTo>
                <a:lnTo>
                  <a:pt x="301" y="293"/>
                </a:lnTo>
                <a:close/>
                <a:moveTo>
                  <a:pt x="301" y="137"/>
                </a:moveTo>
                <a:cubicBezTo>
                  <a:pt x="301" y="170"/>
                  <a:pt x="301" y="170"/>
                  <a:pt x="301" y="170"/>
                </a:cubicBezTo>
                <a:cubicBezTo>
                  <a:pt x="367" y="170"/>
                  <a:pt x="367" y="170"/>
                  <a:pt x="367" y="170"/>
                </a:cubicBezTo>
                <a:cubicBezTo>
                  <a:pt x="367" y="137"/>
                  <a:pt x="367" y="137"/>
                  <a:pt x="367" y="137"/>
                </a:cubicBezTo>
                <a:lnTo>
                  <a:pt x="301" y="137"/>
                </a:lnTo>
                <a:close/>
                <a:moveTo>
                  <a:pt x="301" y="85"/>
                </a:moveTo>
                <a:cubicBezTo>
                  <a:pt x="301" y="118"/>
                  <a:pt x="301" y="118"/>
                  <a:pt x="301" y="118"/>
                </a:cubicBezTo>
                <a:cubicBezTo>
                  <a:pt x="367" y="118"/>
                  <a:pt x="367" y="118"/>
                  <a:pt x="367" y="118"/>
                </a:cubicBezTo>
                <a:cubicBezTo>
                  <a:pt x="367" y="85"/>
                  <a:pt x="367" y="85"/>
                  <a:pt x="367" y="85"/>
                </a:cubicBezTo>
                <a:lnTo>
                  <a:pt x="301" y="85"/>
                </a:lnTo>
                <a:close/>
                <a:moveTo>
                  <a:pt x="301" y="326"/>
                </a:moveTo>
                <a:cubicBezTo>
                  <a:pt x="367" y="326"/>
                  <a:pt x="367" y="326"/>
                  <a:pt x="367" y="326"/>
                </a:cubicBezTo>
                <a:cubicBezTo>
                  <a:pt x="367" y="293"/>
                  <a:pt x="367" y="293"/>
                  <a:pt x="367" y="293"/>
                </a:cubicBezTo>
                <a:cubicBezTo>
                  <a:pt x="301" y="293"/>
                  <a:pt x="301" y="293"/>
                  <a:pt x="301" y="293"/>
                </a:cubicBezTo>
                <a:lnTo>
                  <a:pt x="301" y="326"/>
                </a:lnTo>
                <a:close/>
                <a:moveTo>
                  <a:pt x="301" y="274"/>
                </a:moveTo>
                <a:cubicBezTo>
                  <a:pt x="367" y="274"/>
                  <a:pt x="367" y="274"/>
                  <a:pt x="367" y="274"/>
                </a:cubicBezTo>
                <a:cubicBezTo>
                  <a:pt x="367" y="241"/>
                  <a:pt x="367" y="241"/>
                  <a:pt x="367" y="241"/>
                </a:cubicBezTo>
                <a:cubicBezTo>
                  <a:pt x="301" y="241"/>
                  <a:pt x="301" y="241"/>
                  <a:pt x="301" y="241"/>
                </a:cubicBezTo>
                <a:lnTo>
                  <a:pt x="301" y="274"/>
                </a:lnTo>
                <a:close/>
                <a:moveTo>
                  <a:pt x="301" y="222"/>
                </a:moveTo>
                <a:cubicBezTo>
                  <a:pt x="367" y="222"/>
                  <a:pt x="367" y="222"/>
                  <a:pt x="367" y="222"/>
                </a:cubicBezTo>
                <a:cubicBezTo>
                  <a:pt x="367" y="189"/>
                  <a:pt x="367" y="189"/>
                  <a:pt x="367" y="189"/>
                </a:cubicBezTo>
                <a:cubicBezTo>
                  <a:pt x="301" y="189"/>
                  <a:pt x="301" y="189"/>
                  <a:pt x="301" y="189"/>
                </a:cubicBezTo>
                <a:lnTo>
                  <a:pt x="301" y="222"/>
                </a:lnTo>
                <a:close/>
                <a:moveTo>
                  <a:pt x="301" y="170"/>
                </a:moveTo>
                <a:cubicBezTo>
                  <a:pt x="367" y="170"/>
                  <a:pt x="367" y="170"/>
                  <a:pt x="367" y="170"/>
                </a:cubicBezTo>
                <a:cubicBezTo>
                  <a:pt x="367" y="137"/>
                  <a:pt x="367" y="137"/>
                  <a:pt x="367" y="137"/>
                </a:cubicBezTo>
                <a:cubicBezTo>
                  <a:pt x="301" y="137"/>
                  <a:pt x="301" y="137"/>
                  <a:pt x="301" y="137"/>
                </a:cubicBezTo>
                <a:lnTo>
                  <a:pt x="301" y="170"/>
                </a:lnTo>
                <a:close/>
                <a:moveTo>
                  <a:pt x="301" y="85"/>
                </a:moveTo>
                <a:cubicBezTo>
                  <a:pt x="301" y="118"/>
                  <a:pt x="301" y="118"/>
                  <a:pt x="301" y="118"/>
                </a:cubicBezTo>
                <a:cubicBezTo>
                  <a:pt x="367" y="118"/>
                  <a:pt x="367" y="118"/>
                  <a:pt x="367" y="118"/>
                </a:cubicBezTo>
                <a:cubicBezTo>
                  <a:pt x="367" y="85"/>
                  <a:pt x="367" y="85"/>
                  <a:pt x="367" y="85"/>
                </a:cubicBezTo>
                <a:lnTo>
                  <a:pt x="301" y="85"/>
                </a:lnTo>
                <a:close/>
                <a:moveTo>
                  <a:pt x="400" y="42"/>
                </a:moveTo>
                <a:cubicBezTo>
                  <a:pt x="245" y="42"/>
                  <a:pt x="245" y="42"/>
                  <a:pt x="245" y="42"/>
                </a:cubicBezTo>
                <a:cubicBezTo>
                  <a:pt x="245" y="0"/>
                  <a:pt x="245" y="0"/>
                  <a:pt x="245" y="0"/>
                </a:cubicBezTo>
                <a:cubicBezTo>
                  <a:pt x="0" y="42"/>
                  <a:pt x="0" y="42"/>
                  <a:pt x="0" y="42"/>
                </a:cubicBezTo>
                <a:cubicBezTo>
                  <a:pt x="0" y="373"/>
                  <a:pt x="0" y="373"/>
                  <a:pt x="0" y="373"/>
                </a:cubicBezTo>
                <a:cubicBezTo>
                  <a:pt x="245" y="415"/>
                  <a:pt x="245" y="415"/>
                  <a:pt x="245" y="415"/>
                </a:cubicBezTo>
                <a:cubicBezTo>
                  <a:pt x="245" y="368"/>
                  <a:pt x="245" y="368"/>
                  <a:pt x="245" y="368"/>
                </a:cubicBezTo>
                <a:cubicBezTo>
                  <a:pt x="401" y="368"/>
                  <a:pt x="401" y="368"/>
                  <a:pt x="401" y="368"/>
                </a:cubicBezTo>
                <a:cubicBezTo>
                  <a:pt x="410" y="368"/>
                  <a:pt x="414" y="362"/>
                  <a:pt x="414" y="354"/>
                </a:cubicBezTo>
                <a:cubicBezTo>
                  <a:pt x="414" y="56"/>
                  <a:pt x="414" y="56"/>
                  <a:pt x="414" y="56"/>
                </a:cubicBezTo>
                <a:cubicBezTo>
                  <a:pt x="414" y="49"/>
                  <a:pt x="408" y="42"/>
                  <a:pt x="400" y="42"/>
                </a:cubicBezTo>
                <a:close/>
                <a:moveTo>
                  <a:pt x="139" y="282"/>
                </a:moveTo>
                <a:cubicBezTo>
                  <a:pt x="118" y="232"/>
                  <a:pt x="118" y="232"/>
                  <a:pt x="118" y="232"/>
                </a:cubicBezTo>
                <a:cubicBezTo>
                  <a:pt x="118" y="231"/>
                  <a:pt x="118" y="231"/>
                  <a:pt x="118" y="230"/>
                </a:cubicBezTo>
                <a:cubicBezTo>
                  <a:pt x="117" y="230"/>
                  <a:pt x="117" y="229"/>
                  <a:pt x="117" y="229"/>
                </a:cubicBezTo>
                <a:cubicBezTo>
                  <a:pt x="117" y="228"/>
                  <a:pt x="117" y="226"/>
                  <a:pt x="117" y="225"/>
                </a:cubicBezTo>
                <a:cubicBezTo>
                  <a:pt x="116" y="224"/>
                  <a:pt x="116" y="223"/>
                  <a:pt x="116" y="222"/>
                </a:cubicBezTo>
                <a:cubicBezTo>
                  <a:pt x="116" y="222"/>
                  <a:pt x="116" y="222"/>
                  <a:pt x="116" y="222"/>
                </a:cubicBezTo>
                <a:cubicBezTo>
                  <a:pt x="116" y="223"/>
                  <a:pt x="114" y="223"/>
                  <a:pt x="114" y="224"/>
                </a:cubicBezTo>
                <a:cubicBezTo>
                  <a:pt x="114" y="224"/>
                  <a:pt x="114" y="225"/>
                  <a:pt x="114" y="226"/>
                </a:cubicBezTo>
                <a:cubicBezTo>
                  <a:pt x="114" y="228"/>
                  <a:pt x="113" y="228"/>
                  <a:pt x="113" y="229"/>
                </a:cubicBezTo>
                <a:cubicBezTo>
                  <a:pt x="113" y="230"/>
                  <a:pt x="113" y="231"/>
                  <a:pt x="112" y="232"/>
                </a:cubicBezTo>
                <a:cubicBezTo>
                  <a:pt x="92" y="280"/>
                  <a:pt x="92" y="280"/>
                  <a:pt x="92" y="280"/>
                </a:cubicBezTo>
                <a:cubicBezTo>
                  <a:pt x="61" y="277"/>
                  <a:pt x="61" y="277"/>
                  <a:pt x="61" y="277"/>
                </a:cubicBezTo>
                <a:cubicBezTo>
                  <a:pt x="98" y="206"/>
                  <a:pt x="98" y="206"/>
                  <a:pt x="98" y="206"/>
                </a:cubicBezTo>
                <a:cubicBezTo>
                  <a:pt x="65" y="134"/>
                  <a:pt x="65" y="134"/>
                  <a:pt x="65" y="134"/>
                </a:cubicBezTo>
                <a:cubicBezTo>
                  <a:pt x="95" y="132"/>
                  <a:pt x="95" y="132"/>
                  <a:pt x="95" y="132"/>
                </a:cubicBezTo>
                <a:cubicBezTo>
                  <a:pt x="113" y="176"/>
                  <a:pt x="113" y="176"/>
                  <a:pt x="113" y="176"/>
                </a:cubicBezTo>
                <a:cubicBezTo>
                  <a:pt x="113" y="177"/>
                  <a:pt x="113" y="178"/>
                  <a:pt x="114" y="179"/>
                </a:cubicBezTo>
                <a:cubicBezTo>
                  <a:pt x="114" y="179"/>
                  <a:pt x="114" y="180"/>
                  <a:pt x="114" y="182"/>
                </a:cubicBezTo>
                <a:cubicBezTo>
                  <a:pt x="116" y="183"/>
                  <a:pt x="116" y="184"/>
                  <a:pt x="116" y="185"/>
                </a:cubicBezTo>
                <a:cubicBezTo>
                  <a:pt x="116" y="186"/>
                  <a:pt x="116" y="187"/>
                  <a:pt x="117" y="189"/>
                </a:cubicBezTo>
                <a:cubicBezTo>
                  <a:pt x="117" y="189"/>
                  <a:pt x="117" y="189"/>
                  <a:pt x="117" y="189"/>
                </a:cubicBezTo>
                <a:cubicBezTo>
                  <a:pt x="117" y="187"/>
                  <a:pt x="117" y="187"/>
                  <a:pt x="118" y="186"/>
                </a:cubicBezTo>
                <a:cubicBezTo>
                  <a:pt x="118" y="185"/>
                  <a:pt x="118" y="184"/>
                  <a:pt x="118" y="183"/>
                </a:cubicBezTo>
                <a:cubicBezTo>
                  <a:pt x="118" y="182"/>
                  <a:pt x="119" y="180"/>
                  <a:pt x="119" y="179"/>
                </a:cubicBezTo>
                <a:cubicBezTo>
                  <a:pt x="119" y="178"/>
                  <a:pt x="120" y="177"/>
                  <a:pt x="120" y="176"/>
                </a:cubicBezTo>
                <a:cubicBezTo>
                  <a:pt x="140" y="130"/>
                  <a:pt x="140" y="130"/>
                  <a:pt x="140" y="130"/>
                </a:cubicBezTo>
                <a:cubicBezTo>
                  <a:pt x="172" y="127"/>
                  <a:pt x="172" y="127"/>
                  <a:pt x="172" y="127"/>
                </a:cubicBezTo>
                <a:cubicBezTo>
                  <a:pt x="134" y="205"/>
                  <a:pt x="134" y="205"/>
                  <a:pt x="134" y="205"/>
                </a:cubicBezTo>
                <a:cubicBezTo>
                  <a:pt x="173" y="284"/>
                  <a:pt x="173" y="284"/>
                  <a:pt x="173" y="284"/>
                </a:cubicBezTo>
                <a:lnTo>
                  <a:pt x="139" y="282"/>
                </a:lnTo>
                <a:close/>
                <a:moveTo>
                  <a:pt x="400" y="354"/>
                </a:moveTo>
                <a:cubicBezTo>
                  <a:pt x="245" y="354"/>
                  <a:pt x="245" y="354"/>
                  <a:pt x="245" y="354"/>
                </a:cubicBezTo>
                <a:cubicBezTo>
                  <a:pt x="245" y="326"/>
                  <a:pt x="245" y="326"/>
                  <a:pt x="245" y="326"/>
                </a:cubicBezTo>
                <a:cubicBezTo>
                  <a:pt x="282" y="326"/>
                  <a:pt x="282" y="326"/>
                  <a:pt x="282" y="326"/>
                </a:cubicBezTo>
                <a:cubicBezTo>
                  <a:pt x="282" y="293"/>
                  <a:pt x="282" y="293"/>
                  <a:pt x="282" y="293"/>
                </a:cubicBezTo>
                <a:cubicBezTo>
                  <a:pt x="245" y="293"/>
                  <a:pt x="245" y="293"/>
                  <a:pt x="245" y="293"/>
                </a:cubicBezTo>
                <a:cubicBezTo>
                  <a:pt x="245" y="274"/>
                  <a:pt x="245" y="274"/>
                  <a:pt x="245" y="274"/>
                </a:cubicBezTo>
                <a:cubicBezTo>
                  <a:pt x="282" y="274"/>
                  <a:pt x="282" y="274"/>
                  <a:pt x="282" y="274"/>
                </a:cubicBezTo>
                <a:cubicBezTo>
                  <a:pt x="282" y="241"/>
                  <a:pt x="282" y="241"/>
                  <a:pt x="282" y="241"/>
                </a:cubicBezTo>
                <a:cubicBezTo>
                  <a:pt x="245" y="241"/>
                  <a:pt x="245" y="241"/>
                  <a:pt x="245" y="241"/>
                </a:cubicBezTo>
                <a:cubicBezTo>
                  <a:pt x="245" y="222"/>
                  <a:pt x="245" y="222"/>
                  <a:pt x="245" y="222"/>
                </a:cubicBezTo>
                <a:cubicBezTo>
                  <a:pt x="282" y="222"/>
                  <a:pt x="282" y="222"/>
                  <a:pt x="282" y="222"/>
                </a:cubicBezTo>
                <a:cubicBezTo>
                  <a:pt x="282" y="189"/>
                  <a:pt x="282" y="189"/>
                  <a:pt x="282" y="189"/>
                </a:cubicBezTo>
                <a:cubicBezTo>
                  <a:pt x="245" y="189"/>
                  <a:pt x="245" y="189"/>
                  <a:pt x="245" y="189"/>
                </a:cubicBezTo>
                <a:cubicBezTo>
                  <a:pt x="245" y="170"/>
                  <a:pt x="245" y="170"/>
                  <a:pt x="245" y="170"/>
                </a:cubicBezTo>
                <a:cubicBezTo>
                  <a:pt x="282" y="170"/>
                  <a:pt x="282" y="170"/>
                  <a:pt x="282" y="170"/>
                </a:cubicBezTo>
                <a:cubicBezTo>
                  <a:pt x="282" y="137"/>
                  <a:pt x="282" y="137"/>
                  <a:pt x="282" y="137"/>
                </a:cubicBezTo>
                <a:cubicBezTo>
                  <a:pt x="245" y="137"/>
                  <a:pt x="245" y="137"/>
                  <a:pt x="245" y="137"/>
                </a:cubicBezTo>
                <a:cubicBezTo>
                  <a:pt x="245" y="118"/>
                  <a:pt x="245" y="118"/>
                  <a:pt x="245" y="118"/>
                </a:cubicBezTo>
                <a:cubicBezTo>
                  <a:pt x="282" y="118"/>
                  <a:pt x="282" y="118"/>
                  <a:pt x="282" y="118"/>
                </a:cubicBezTo>
                <a:cubicBezTo>
                  <a:pt x="282" y="85"/>
                  <a:pt x="282" y="85"/>
                  <a:pt x="282" y="85"/>
                </a:cubicBezTo>
                <a:cubicBezTo>
                  <a:pt x="245" y="85"/>
                  <a:pt x="245" y="85"/>
                  <a:pt x="245" y="85"/>
                </a:cubicBezTo>
                <a:cubicBezTo>
                  <a:pt x="245" y="56"/>
                  <a:pt x="245" y="56"/>
                  <a:pt x="245" y="56"/>
                </a:cubicBezTo>
                <a:cubicBezTo>
                  <a:pt x="400" y="56"/>
                  <a:pt x="400" y="56"/>
                  <a:pt x="400" y="56"/>
                </a:cubicBezTo>
                <a:lnTo>
                  <a:pt x="400" y="354"/>
                </a:lnTo>
                <a:close/>
                <a:moveTo>
                  <a:pt x="367" y="293"/>
                </a:moveTo>
                <a:cubicBezTo>
                  <a:pt x="301" y="293"/>
                  <a:pt x="301" y="293"/>
                  <a:pt x="301" y="293"/>
                </a:cubicBezTo>
                <a:cubicBezTo>
                  <a:pt x="301" y="326"/>
                  <a:pt x="301" y="326"/>
                  <a:pt x="301" y="326"/>
                </a:cubicBezTo>
                <a:cubicBezTo>
                  <a:pt x="367" y="326"/>
                  <a:pt x="367" y="326"/>
                  <a:pt x="367" y="326"/>
                </a:cubicBezTo>
                <a:lnTo>
                  <a:pt x="367" y="293"/>
                </a:lnTo>
                <a:close/>
                <a:moveTo>
                  <a:pt x="367" y="241"/>
                </a:moveTo>
                <a:cubicBezTo>
                  <a:pt x="301" y="241"/>
                  <a:pt x="301" y="241"/>
                  <a:pt x="301" y="241"/>
                </a:cubicBezTo>
                <a:cubicBezTo>
                  <a:pt x="301" y="274"/>
                  <a:pt x="301" y="274"/>
                  <a:pt x="301" y="274"/>
                </a:cubicBezTo>
                <a:cubicBezTo>
                  <a:pt x="367" y="274"/>
                  <a:pt x="367" y="274"/>
                  <a:pt x="367" y="274"/>
                </a:cubicBezTo>
                <a:lnTo>
                  <a:pt x="367" y="241"/>
                </a:lnTo>
                <a:close/>
                <a:moveTo>
                  <a:pt x="367" y="189"/>
                </a:moveTo>
                <a:cubicBezTo>
                  <a:pt x="301" y="189"/>
                  <a:pt x="301" y="189"/>
                  <a:pt x="301" y="189"/>
                </a:cubicBezTo>
                <a:cubicBezTo>
                  <a:pt x="301" y="222"/>
                  <a:pt x="301" y="222"/>
                  <a:pt x="301" y="222"/>
                </a:cubicBezTo>
                <a:cubicBezTo>
                  <a:pt x="367" y="222"/>
                  <a:pt x="367" y="222"/>
                  <a:pt x="367" y="222"/>
                </a:cubicBezTo>
                <a:lnTo>
                  <a:pt x="367" y="189"/>
                </a:lnTo>
                <a:close/>
                <a:moveTo>
                  <a:pt x="367" y="137"/>
                </a:moveTo>
                <a:cubicBezTo>
                  <a:pt x="301" y="137"/>
                  <a:pt x="301" y="137"/>
                  <a:pt x="301" y="137"/>
                </a:cubicBezTo>
                <a:cubicBezTo>
                  <a:pt x="301" y="170"/>
                  <a:pt x="301" y="170"/>
                  <a:pt x="301" y="170"/>
                </a:cubicBezTo>
                <a:cubicBezTo>
                  <a:pt x="367" y="170"/>
                  <a:pt x="367" y="170"/>
                  <a:pt x="367" y="170"/>
                </a:cubicBezTo>
                <a:lnTo>
                  <a:pt x="367" y="137"/>
                </a:lnTo>
                <a:close/>
                <a:moveTo>
                  <a:pt x="367" y="85"/>
                </a:moveTo>
                <a:cubicBezTo>
                  <a:pt x="301" y="85"/>
                  <a:pt x="301" y="85"/>
                  <a:pt x="301" y="85"/>
                </a:cubicBezTo>
                <a:cubicBezTo>
                  <a:pt x="301" y="118"/>
                  <a:pt x="301" y="118"/>
                  <a:pt x="301" y="118"/>
                </a:cubicBezTo>
                <a:cubicBezTo>
                  <a:pt x="367" y="118"/>
                  <a:pt x="367" y="118"/>
                  <a:pt x="367" y="118"/>
                </a:cubicBezTo>
                <a:lnTo>
                  <a:pt x="367" y="85"/>
                </a:lnTo>
                <a:close/>
              </a:path>
            </a:pathLst>
          </a:custGeom>
          <a:solidFill>
            <a:schemeClr val="accent4"/>
          </a:solidFill>
          <a:ln>
            <a:noFill/>
          </a:ln>
        </p:spPr>
        <p:txBody>
          <a:bodyPr vert="horz" wrap="square" lIns="91440" tIns="45720" rIns="91440" bIns="45720" numCol="1" anchor="t" anchorCtr="0" compatLnSpc="1">
            <a:prstTxWarp prst="textNoShape">
              <a:avLst/>
            </a:prstTxWarp>
          </a:bodyPr>
          <a:lstStyle/>
          <a:p>
            <a:endParaRPr lang="en-US"/>
          </a:p>
        </p:txBody>
      </p:sp>
      <p:sp>
        <p:nvSpPr>
          <p:cNvPr id="11" name="Freeform 13"/>
          <p:cNvSpPr>
            <a:spLocks noChangeAspect="1" noEditPoints="1"/>
          </p:cNvSpPr>
          <p:nvPr/>
        </p:nvSpPr>
        <p:spPr bwMode="black">
          <a:xfrm>
            <a:off x="8858733" y="3950919"/>
            <a:ext cx="748521" cy="750035"/>
          </a:xfrm>
          <a:custGeom>
            <a:avLst/>
            <a:gdLst>
              <a:gd name="T0" fmla="*/ 246 w 416"/>
              <a:gd name="T1" fmla="*/ 43 h 416"/>
              <a:gd name="T2" fmla="*/ 0 w 416"/>
              <a:gd name="T3" fmla="*/ 43 h 416"/>
              <a:gd name="T4" fmla="*/ 246 w 416"/>
              <a:gd name="T5" fmla="*/ 416 h 416"/>
              <a:gd name="T6" fmla="*/ 402 w 416"/>
              <a:gd name="T7" fmla="*/ 374 h 416"/>
              <a:gd name="T8" fmla="*/ 416 w 416"/>
              <a:gd name="T9" fmla="*/ 57 h 416"/>
              <a:gd name="T10" fmla="*/ 156 w 416"/>
              <a:gd name="T11" fmla="*/ 275 h 416"/>
              <a:gd name="T12" fmla="*/ 111 w 416"/>
              <a:gd name="T13" fmla="*/ 187 h 416"/>
              <a:gd name="T14" fmla="*/ 110 w 416"/>
              <a:gd name="T15" fmla="*/ 181 h 416"/>
              <a:gd name="T16" fmla="*/ 110 w 416"/>
              <a:gd name="T17" fmla="*/ 173 h 416"/>
              <a:gd name="T18" fmla="*/ 109 w 416"/>
              <a:gd name="T19" fmla="*/ 178 h 416"/>
              <a:gd name="T20" fmla="*/ 108 w 416"/>
              <a:gd name="T21" fmla="*/ 185 h 416"/>
              <a:gd name="T22" fmla="*/ 90 w 416"/>
              <a:gd name="T23" fmla="*/ 270 h 416"/>
              <a:gd name="T24" fmla="*/ 40 w 416"/>
              <a:gd name="T25" fmla="*/ 145 h 416"/>
              <a:gd name="T26" fmla="*/ 77 w 416"/>
              <a:gd name="T27" fmla="*/ 227 h 416"/>
              <a:gd name="T28" fmla="*/ 77 w 416"/>
              <a:gd name="T29" fmla="*/ 233 h 416"/>
              <a:gd name="T30" fmla="*/ 78 w 416"/>
              <a:gd name="T31" fmla="*/ 241 h 416"/>
              <a:gd name="T32" fmla="*/ 78 w 416"/>
              <a:gd name="T33" fmla="*/ 238 h 416"/>
              <a:gd name="T34" fmla="*/ 79 w 416"/>
              <a:gd name="T35" fmla="*/ 231 h 416"/>
              <a:gd name="T36" fmla="*/ 98 w 416"/>
              <a:gd name="T37" fmla="*/ 141 h 416"/>
              <a:gd name="T38" fmla="*/ 142 w 416"/>
              <a:gd name="T39" fmla="*/ 230 h 416"/>
              <a:gd name="T40" fmla="*/ 142 w 416"/>
              <a:gd name="T41" fmla="*/ 236 h 416"/>
              <a:gd name="T42" fmla="*/ 143 w 416"/>
              <a:gd name="T43" fmla="*/ 244 h 416"/>
              <a:gd name="T44" fmla="*/ 144 w 416"/>
              <a:gd name="T45" fmla="*/ 240 h 416"/>
              <a:gd name="T46" fmla="*/ 144 w 416"/>
              <a:gd name="T47" fmla="*/ 232 h 416"/>
              <a:gd name="T48" fmla="*/ 161 w 416"/>
              <a:gd name="T49" fmla="*/ 138 h 416"/>
              <a:gd name="T50" fmla="*/ 156 w 416"/>
              <a:gd name="T51" fmla="*/ 275 h 416"/>
              <a:gd name="T52" fmla="*/ 246 w 416"/>
              <a:gd name="T53" fmla="*/ 360 h 416"/>
              <a:gd name="T54" fmla="*/ 369 w 416"/>
              <a:gd name="T55" fmla="*/ 322 h 416"/>
              <a:gd name="T56" fmla="*/ 246 w 416"/>
              <a:gd name="T57" fmla="*/ 303 h 416"/>
              <a:gd name="T58" fmla="*/ 369 w 416"/>
              <a:gd name="T59" fmla="*/ 279 h 416"/>
              <a:gd name="T60" fmla="*/ 246 w 416"/>
              <a:gd name="T61" fmla="*/ 260 h 416"/>
              <a:gd name="T62" fmla="*/ 369 w 416"/>
              <a:gd name="T63" fmla="*/ 237 h 416"/>
              <a:gd name="T64" fmla="*/ 246 w 416"/>
              <a:gd name="T65" fmla="*/ 218 h 416"/>
              <a:gd name="T66" fmla="*/ 369 w 416"/>
              <a:gd name="T67" fmla="*/ 194 h 416"/>
              <a:gd name="T68" fmla="*/ 246 w 416"/>
              <a:gd name="T69" fmla="*/ 175 h 416"/>
              <a:gd name="T70" fmla="*/ 369 w 416"/>
              <a:gd name="T71" fmla="*/ 152 h 416"/>
              <a:gd name="T72" fmla="*/ 246 w 416"/>
              <a:gd name="T73" fmla="*/ 133 h 416"/>
              <a:gd name="T74" fmla="*/ 369 w 416"/>
              <a:gd name="T75" fmla="*/ 109 h 416"/>
              <a:gd name="T76" fmla="*/ 246 w 416"/>
              <a:gd name="T77" fmla="*/ 90 h 416"/>
              <a:gd name="T78" fmla="*/ 402 w 416"/>
              <a:gd name="T79" fmla="*/ 57 h 4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416" h="416">
                <a:moveTo>
                  <a:pt x="402" y="43"/>
                </a:moveTo>
                <a:cubicBezTo>
                  <a:pt x="246" y="43"/>
                  <a:pt x="246" y="43"/>
                  <a:pt x="246" y="43"/>
                </a:cubicBezTo>
                <a:cubicBezTo>
                  <a:pt x="246" y="0"/>
                  <a:pt x="246" y="0"/>
                  <a:pt x="246" y="0"/>
                </a:cubicBezTo>
                <a:cubicBezTo>
                  <a:pt x="0" y="43"/>
                  <a:pt x="0" y="43"/>
                  <a:pt x="0" y="43"/>
                </a:cubicBezTo>
                <a:cubicBezTo>
                  <a:pt x="0" y="374"/>
                  <a:pt x="0" y="374"/>
                  <a:pt x="0" y="374"/>
                </a:cubicBezTo>
                <a:cubicBezTo>
                  <a:pt x="246" y="416"/>
                  <a:pt x="246" y="416"/>
                  <a:pt x="246" y="416"/>
                </a:cubicBezTo>
                <a:cubicBezTo>
                  <a:pt x="246" y="374"/>
                  <a:pt x="246" y="374"/>
                  <a:pt x="246" y="374"/>
                </a:cubicBezTo>
                <a:cubicBezTo>
                  <a:pt x="402" y="374"/>
                  <a:pt x="402" y="374"/>
                  <a:pt x="402" y="374"/>
                </a:cubicBezTo>
                <a:cubicBezTo>
                  <a:pt x="410" y="374"/>
                  <a:pt x="416" y="368"/>
                  <a:pt x="416" y="360"/>
                </a:cubicBezTo>
                <a:cubicBezTo>
                  <a:pt x="416" y="57"/>
                  <a:pt x="416" y="57"/>
                  <a:pt x="416" y="57"/>
                </a:cubicBezTo>
                <a:cubicBezTo>
                  <a:pt x="416" y="49"/>
                  <a:pt x="410" y="43"/>
                  <a:pt x="402" y="43"/>
                </a:cubicBezTo>
                <a:close/>
                <a:moveTo>
                  <a:pt x="156" y="275"/>
                </a:moveTo>
                <a:cubicBezTo>
                  <a:pt x="129" y="272"/>
                  <a:pt x="129" y="272"/>
                  <a:pt x="129" y="272"/>
                </a:cubicBezTo>
                <a:cubicBezTo>
                  <a:pt x="111" y="187"/>
                  <a:pt x="111" y="187"/>
                  <a:pt x="111" y="187"/>
                </a:cubicBezTo>
                <a:cubicBezTo>
                  <a:pt x="111" y="187"/>
                  <a:pt x="111" y="186"/>
                  <a:pt x="110" y="185"/>
                </a:cubicBezTo>
                <a:cubicBezTo>
                  <a:pt x="110" y="184"/>
                  <a:pt x="110" y="182"/>
                  <a:pt x="110" y="181"/>
                </a:cubicBezTo>
                <a:cubicBezTo>
                  <a:pt x="110" y="180"/>
                  <a:pt x="110" y="179"/>
                  <a:pt x="110" y="177"/>
                </a:cubicBezTo>
                <a:cubicBezTo>
                  <a:pt x="110" y="175"/>
                  <a:pt x="110" y="174"/>
                  <a:pt x="110" y="173"/>
                </a:cubicBezTo>
                <a:cubicBezTo>
                  <a:pt x="109" y="173"/>
                  <a:pt x="109" y="173"/>
                  <a:pt x="109" y="173"/>
                </a:cubicBezTo>
                <a:cubicBezTo>
                  <a:pt x="109" y="174"/>
                  <a:pt x="109" y="175"/>
                  <a:pt x="109" y="178"/>
                </a:cubicBezTo>
                <a:cubicBezTo>
                  <a:pt x="109" y="179"/>
                  <a:pt x="109" y="180"/>
                  <a:pt x="109" y="181"/>
                </a:cubicBezTo>
                <a:cubicBezTo>
                  <a:pt x="108" y="182"/>
                  <a:pt x="108" y="184"/>
                  <a:pt x="108" y="185"/>
                </a:cubicBezTo>
                <a:cubicBezTo>
                  <a:pt x="108" y="186"/>
                  <a:pt x="108" y="187"/>
                  <a:pt x="108" y="187"/>
                </a:cubicBezTo>
                <a:cubicBezTo>
                  <a:pt x="90" y="270"/>
                  <a:pt x="90" y="270"/>
                  <a:pt x="90" y="270"/>
                </a:cubicBezTo>
                <a:cubicBezTo>
                  <a:pt x="64" y="269"/>
                  <a:pt x="64" y="269"/>
                  <a:pt x="64" y="269"/>
                </a:cubicBezTo>
                <a:cubicBezTo>
                  <a:pt x="40" y="145"/>
                  <a:pt x="40" y="145"/>
                  <a:pt x="40" y="145"/>
                </a:cubicBezTo>
                <a:cubicBezTo>
                  <a:pt x="63" y="143"/>
                  <a:pt x="63" y="143"/>
                  <a:pt x="63" y="143"/>
                </a:cubicBezTo>
                <a:cubicBezTo>
                  <a:pt x="77" y="227"/>
                  <a:pt x="77" y="227"/>
                  <a:pt x="77" y="227"/>
                </a:cubicBezTo>
                <a:cubicBezTo>
                  <a:pt x="77" y="229"/>
                  <a:pt x="77" y="229"/>
                  <a:pt x="77" y="230"/>
                </a:cubicBezTo>
                <a:cubicBezTo>
                  <a:pt x="77" y="231"/>
                  <a:pt x="77" y="232"/>
                  <a:pt x="77" y="233"/>
                </a:cubicBezTo>
                <a:cubicBezTo>
                  <a:pt x="77" y="234"/>
                  <a:pt x="77" y="236"/>
                  <a:pt x="77" y="237"/>
                </a:cubicBezTo>
                <a:cubicBezTo>
                  <a:pt x="78" y="239"/>
                  <a:pt x="78" y="240"/>
                  <a:pt x="78" y="241"/>
                </a:cubicBezTo>
                <a:cubicBezTo>
                  <a:pt x="78" y="241"/>
                  <a:pt x="78" y="241"/>
                  <a:pt x="78" y="241"/>
                </a:cubicBezTo>
                <a:cubicBezTo>
                  <a:pt x="78" y="240"/>
                  <a:pt x="78" y="239"/>
                  <a:pt x="78" y="238"/>
                </a:cubicBezTo>
                <a:cubicBezTo>
                  <a:pt x="78" y="237"/>
                  <a:pt x="78" y="236"/>
                  <a:pt x="79" y="234"/>
                </a:cubicBezTo>
                <a:cubicBezTo>
                  <a:pt x="79" y="233"/>
                  <a:pt x="79" y="232"/>
                  <a:pt x="79" y="231"/>
                </a:cubicBezTo>
                <a:cubicBezTo>
                  <a:pt x="79" y="230"/>
                  <a:pt x="79" y="229"/>
                  <a:pt x="80" y="227"/>
                </a:cubicBezTo>
                <a:cubicBezTo>
                  <a:pt x="98" y="141"/>
                  <a:pt x="98" y="141"/>
                  <a:pt x="98" y="141"/>
                </a:cubicBezTo>
                <a:cubicBezTo>
                  <a:pt x="123" y="140"/>
                  <a:pt x="123" y="140"/>
                  <a:pt x="123" y="140"/>
                </a:cubicBezTo>
                <a:cubicBezTo>
                  <a:pt x="142" y="230"/>
                  <a:pt x="142" y="230"/>
                  <a:pt x="142" y="230"/>
                </a:cubicBezTo>
                <a:cubicBezTo>
                  <a:pt x="142" y="230"/>
                  <a:pt x="142" y="231"/>
                  <a:pt x="142" y="232"/>
                </a:cubicBezTo>
                <a:cubicBezTo>
                  <a:pt x="142" y="233"/>
                  <a:pt x="142" y="234"/>
                  <a:pt x="142" y="236"/>
                </a:cubicBezTo>
                <a:cubicBezTo>
                  <a:pt x="143" y="237"/>
                  <a:pt x="143" y="238"/>
                  <a:pt x="143" y="239"/>
                </a:cubicBezTo>
                <a:cubicBezTo>
                  <a:pt x="143" y="240"/>
                  <a:pt x="143" y="241"/>
                  <a:pt x="143" y="244"/>
                </a:cubicBezTo>
                <a:cubicBezTo>
                  <a:pt x="143" y="244"/>
                  <a:pt x="143" y="244"/>
                  <a:pt x="143" y="244"/>
                </a:cubicBezTo>
                <a:cubicBezTo>
                  <a:pt x="143" y="243"/>
                  <a:pt x="143" y="241"/>
                  <a:pt x="144" y="240"/>
                </a:cubicBezTo>
                <a:cubicBezTo>
                  <a:pt x="144" y="239"/>
                  <a:pt x="144" y="237"/>
                  <a:pt x="144" y="236"/>
                </a:cubicBezTo>
                <a:cubicBezTo>
                  <a:pt x="144" y="234"/>
                  <a:pt x="144" y="233"/>
                  <a:pt x="144" y="232"/>
                </a:cubicBezTo>
                <a:cubicBezTo>
                  <a:pt x="144" y="231"/>
                  <a:pt x="145" y="230"/>
                  <a:pt x="145" y="229"/>
                </a:cubicBezTo>
                <a:cubicBezTo>
                  <a:pt x="161" y="138"/>
                  <a:pt x="161" y="138"/>
                  <a:pt x="161" y="138"/>
                </a:cubicBezTo>
                <a:cubicBezTo>
                  <a:pt x="188" y="136"/>
                  <a:pt x="188" y="136"/>
                  <a:pt x="188" y="136"/>
                </a:cubicBezTo>
                <a:lnTo>
                  <a:pt x="156" y="275"/>
                </a:lnTo>
                <a:close/>
                <a:moveTo>
                  <a:pt x="402" y="360"/>
                </a:moveTo>
                <a:cubicBezTo>
                  <a:pt x="246" y="360"/>
                  <a:pt x="246" y="360"/>
                  <a:pt x="246" y="360"/>
                </a:cubicBezTo>
                <a:cubicBezTo>
                  <a:pt x="246" y="322"/>
                  <a:pt x="246" y="322"/>
                  <a:pt x="246" y="322"/>
                </a:cubicBezTo>
                <a:cubicBezTo>
                  <a:pt x="369" y="322"/>
                  <a:pt x="369" y="322"/>
                  <a:pt x="369" y="322"/>
                </a:cubicBezTo>
                <a:cubicBezTo>
                  <a:pt x="369" y="303"/>
                  <a:pt x="369" y="303"/>
                  <a:pt x="369" y="303"/>
                </a:cubicBezTo>
                <a:cubicBezTo>
                  <a:pt x="246" y="303"/>
                  <a:pt x="246" y="303"/>
                  <a:pt x="246" y="303"/>
                </a:cubicBezTo>
                <a:cubicBezTo>
                  <a:pt x="246" y="279"/>
                  <a:pt x="246" y="279"/>
                  <a:pt x="246" y="279"/>
                </a:cubicBezTo>
                <a:cubicBezTo>
                  <a:pt x="369" y="279"/>
                  <a:pt x="369" y="279"/>
                  <a:pt x="369" y="279"/>
                </a:cubicBezTo>
                <a:cubicBezTo>
                  <a:pt x="369" y="260"/>
                  <a:pt x="369" y="260"/>
                  <a:pt x="369" y="260"/>
                </a:cubicBezTo>
                <a:cubicBezTo>
                  <a:pt x="246" y="260"/>
                  <a:pt x="246" y="260"/>
                  <a:pt x="246" y="260"/>
                </a:cubicBezTo>
                <a:cubicBezTo>
                  <a:pt x="246" y="237"/>
                  <a:pt x="246" y="237"/>
                  <a:pt x="246" y="237"/>
                </a:cubicBezTo>
                <a:cubicBezTo>
                  <a:pt x="369" y="237"/>
                  <a:pt x="369" y="237"/>
                  <a:pt x="369" y="237"/>
                </a:cubicBezTo>
                <a:cubicBezTo>
                  <a:pt x="369" y="218"/>
                  <a:pt x="369" y="218"/>
                  <a:pt x="369" y="218"/>
                </a:cubicBezTo>
                <a:cubicBezTo>
                  <a:pt x="246" y="218"/>
                  <a:pt x="246" y="218"/>
                  <a:pt x="246" y="218"/>
                </a:cubicBezTo>
                <a:cubicBezTo>
                  <a:pt x="246" y="194"/>
                  <a:pt x="246" y="194"/>
                  <a:pt x="246" y="194"/>
                </a:cubicBezTo>
                <a:cubicBezTo>
                  <a:pt x="369" y="194"/>
                  <a:pt x="369" y="194"/>
                  <a:pt x="369" y="194"/>
                </a:cubicBezTo>
                <a:cubicBezTo>
                  <a:pt x="369" y="175"/>
                  <a:pt x="369" y="175"/>
                  <a:pt x="369" y="175"/>
                </a:cubicBezTo>
                <a:cubicBezTo>
                  <a:pt x="246" y="175"/>
                  <a:pt x="246" y="175"/>
                  <a:pt x="246" y="175"/>
                </a:cubicBezTo>
                <a:cubicBezTo>
                  <a:pt x="246" y="152"/>
                  <a:pt x="246" y="152"/>
                  <a:pt x="246" y="152"/>
                </a:cubicBezTo>
                <a:cubicBezTo>
                  <a:pt x="369" y="152"/>
                  <a:pt x="369" y="152"/>
                  <a:pt x="369" y="152"/>
                </a:cubicBezTo>
                <a:cubicBezTo>
                  <a:pt x="369" y="133"/>
                  <a:pt x="369" y="133"/>
                  <a:pt x="369" y="133"/>
                </a:cubicBezTo>
                <a:cubicBezTo>
                  <a:pt x="246" y="133"/>
                  <a:pt x="246" y="133"/>
                  <a:pt x="246" y="133"/>
                </a:cubicBezTo>
                <a:cubicBezTo>
                  <a:pt x="246" y="109"/>
                  <a:pt x="246" y="109"/>
                  <a:pt x="246" y="109"/>
                </a:cubicBezTo>
                <a:cubicBezTo>
                  <a:pt x="369" y="109"/>
                  <a:pt x="369" y="109"/>
                  <a:pt x="369" y="109"/>
                </a:cubicBezTo>
                <a:cubicBezTo>
                  <a:pt x="369" y="90"/>
                  <a:pt x="369" y="90"/>
                  <a:pt x="369" y="90"/>
                </a:cubicBezTo>
                <a:cubicBezTo>
                  <a:pt x="246" y="90"/>
                  <a:pt x="246" y="90"/>
                  <a:pt x="246" y="90"/>
                </a:cubicBezTo>
                <a:cubicBezTo>
                  <a:pt x="246" y="57"/>
                  <a:pt x="246" y="57"/>
                  <a:pt x="246" y="57"/>
                </a:cubicBezTo>
                <a:cubicBezTo>
                  <a:pt x="402" y="57"/>
                  <a:pt x="402" y="57"/>
                  <a:pt x="402" y="57"/>
                </a:cubicBezTo>
                <a:lnTo>
                  <a:pt x="402" y="360"/>
                </a:ln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12" name="Freeform 5"/>
          <p:cNvSpPr>
            <a:spLocks noChangeAspect="1" noEditPoints="1"/>
          </p:cNvSpPr>
          <p:nvPr/>
        </p:nvSpPr>
        <p:spPr bwMode="black">
          <a:xfrm>
            <a:off x="9918748" y="3954463"/>
            <a:ext cx="746464" cy="750035"/>
          </a:xfrm>
          <a:custGeom>
            <a:avLst/>
            <a:gdLst>
              <a:gd name="T0" fmla="*/ 208 w 351"/>
              <a:gd name="T1" fmla="*/ 40 h 352"/>
              <a:gd name="T2" fmla="*/ 0 w 351"/>
              <a:gd name="T3" fmla="*/ 36 h 352"/>
              <a:gd name="T4" fmla="*/ 208 w 351"/>
              <a:gd name="T5" fmla="*/ 352 h 352"/>
              <a:gd name="T6" fmla="*/ 340 w 351"/>
              <a:gd name="T7" fmla="*/ 308 h 352"/>
              <a:gd name="T8" fmla="*/ 351 w 351"/>
              <a:gd name="T9" fmla="*/ 52 h 352"/>
              <a:gd name="T10" fmla="*/ 140 w 351"/>
              <a:gd name="T11" fmla="*/ 158 h 352"/>
              <a:gd name="T12" fmla="*/ 134 w 351"/>
              <a:gd name="T13" fmla="*/ 174 h 352"/>
              <a:gd name="T14" fmla="*/ 122 w 351"/>
              <a:gd name="T15" fmla="*/ 187 h 352"/>
              <a:gd name="T16" fmla="*/ 107 w 351"/>
              <a:gd name="T17" fmla="*/ 193 h 352"/>
              <a:gd name="T18" fmla="*/ 88 w 351"/>
              <a:gd name="T19" fmla="*/ 193 h 352"/>
              <a:gd name="T20" fmla="*/ 64 w 351"/>
              <a:gd name="T21" fmla="*/ 238 h 352"/>
              <a:gd name="T22" fmla="*/ 100 w 351"/>
              <a:gd name="T23" fmla="*/ 108 h 352"/>
              <a:gd name="T24" fmla="*/ 130 w 351"/>
              <a:gd name="T25" fmla="*/ 117 h 352"/>
              <a:gd name="T26" fmla="*/ 140 w 351"/>
              <a:gd name="T27" fmla="*/ 149 h 352"/>
              <a:gd name="T28" fmla="*/ 339 w 351"/>
              <a:gd name="T29" fmla="*/ 296 h 352"/>
              <a:gd name="T30" fmla="*/ 208 w 351"/>
              <a:gd name="T31" fmla="*/ 264 h 352"/>
              <a:gd name="T32" fmla="*/ 303 w 351"/>
              <a:gd name="T33" fmla="*/ 248 h 352"/>
              <a:gd name="T34" fmla="*/ 208 w 351"/>
              <a:gd name="T35" fmla="*/ 228 h 352"/>
              <a:gd name="T36" fmla="*/ 303 w 351"/>
              <a:gd name="T37" fmla="*/ 212 h 352"/>
              <a:gd name="T38" fmla="*/ 208 w 351"/>
              <a:gd name="T39" fmla="*/ 188 h 352"/>
              <a:gd name="T40" fmla="*/ 280 w 351"/>
              <a:gd name="T41" fmla="*/ 140 h 352"/>
              <a:gd name="T42" fmla="*/ 227 w 351"/>
              <a:gd name="T43" fmla="*/ 88 h 352"/>
              <a:gd name="T44" fmla="*/ 208 w 351"/>
              <a:gd name="T45" fmla="*/ 52 h 352"/>
              <a:gd name="T46" fmla="*/ 339 w 351"/>
              <a:gd name="T47" fmla="*/ 296 h 352"/>
              <a:gd name="T48" fmla="*/ 104 w 351"/>
              <a:gd name="T49" fmla="*/ 132 h 352"/>
              <a:gd name="T50" fmla="*/ 88 w 351"/>
              <a:gd name="T51" fmla="*/ 132 h 352"/>
              <a:gd name="T52" fmla="*/ 88 w 351"/>
              <a:gd name="T53" fmla="*/ 170 h 352"/>
              <a:gd name="T54" fmla="*/ 104 w 351"/>
              <a:gd name="T55" fmla="*/ 170 h 352"/>
              <a:gd name="T56" fmla="*/ 113 w 351"/>
              <a:gd name="T57" fmla="*/ 159 h 352"/>
              <a:gd name="T58" fmla="*/ 113 w 351"/>
              <a:gd name="T59" fmla="*/ 141 h 352"/>
              <a:gd name="T60" fmla="*/ 288 w 351"/>
              <a:gd name="T61" fmla="*/ 132 h 352"/>
              <a:gd name="T62" fmla="*/ 235 w 351"/>
              <a:gd name="T63" fmla="*/ 80 h 3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351" h="352">
                <a:moveTo>
                  <a:pt x="340" y="40"/>
                </a:moveTo>
                <a:cubicBezTo>
                  <a:pt x="208" y="40"/>
                  <a:pt x="208" y="40"/>
                  <a:pt x="208" y="40"/>
                </a:cubicBezTo>
                <a:cubicBezTo>
                  <a:pt x="208" y="0"/>
                  <a:pt x="208" y="0"/>
                  <a:pt x="208" y="0"/>
                </a:cubicBezTo>
                <a:cubicBezTo>
                  <a:pt x="0" y="36"/>
                  <a:pt x="0" y="36"/>
                  <a:pt x="0" y="36"/>
                </a:cubicBezTo>
                <a:cubicBezTo>
                  <a:pt x="0" y="316"/>
                  <a:pt x="0" y="316"/>
                  <a:pt x="0" y="316"/>
                </a:cubicBezTo>
                <a:cubicBezTo>
                  <a:pt x="208" y="352"/>
                  <a:pt x="208" y="352"/>
                  <a:pt x="208" y="352"/>
                </a:cubicBezTo>
                <a:cubicBezTo>
                  <a:pt x="208" y="308"/>
                  <a:pt x="208" y="308"/>
                  <a:pt x="208" y="308"/>
                </a:cubicBezTo>
                <a:cubicBezTo>
                  <a:pt x="340" y="308"/>
                  <a:pt x="340" y="308"/>
                  <a:pt x="340" y="308"/>
                </a:cubicBezTo>
                <a:cubicBezTo>
                  <a:pt x="347" y="308"/>
                  <a:pt x="351" y="303"/>
                  <a:pt x="351" y="296"/>
                </a:cubicBezTo>
                <a:cubicBezTo>
                  <a:pt x="351" y="52"/>
                  <a:pt x="351" y="52"/>
                  <a:pt x="351" y="52"/>
                </a:cubicBezTo>
                <a:cubicBezTo>
                  <a:pt x="351" y="45"/>
                  <a:pt x="346" y="40"/>
                  <a:pt x="340" y="40"/>
                </a:cubicBezTo>
                <a:close/>
                <a:moveTo>
                  <a:pt x="140" y="158"/>
                </a:moveTo>
                <a:cubicBezTo>
                  <a:pt x="139" y="161"/>
                  <a:pt x="138" y="164"/>
                  <a:pt x="137" y="167"/>
                </a:cubicBezTo>
                <a:cubicBezTo>
                  <a:pt x="136" y="169"/>
                  <a:pt x="135" y="172"/>
                  <a:pt x="134" y="174"/>
                </a:cubicBezTo>
                <a:cubicBezTo>
                  <a:pt x="132" y="177"/>
                  <a:pt x="131" y="179"/>
                  <a:pt x="129" y="181"/>
                </a:cubicBezTo>
                <a:cubicBezTo>
                  <a:pt x="127" y="183"/>
                  <a:pt x="125" y="185"/>
                  <a:pt x="122" y="187"/>
                </a:cubicBezTo>
                <a:cubicBezTo>
                  <a:pt x="120" y="188"/>
                  <a:pt x="117" y="190"/>
                  <a:pt x="115" y="191"/>
                </a:cubicBezTo>
                <a:cubicBezTo>
                  <a:pt x="112" y="192"/>
                  <a:pt x="109" y="192"/>
                  <a:pt x="107" y="193"/>
                </a:cubicBezTo>
                <a:cubicBezTo>
                  <a:pt x="104" y="193"/>
                  <a:pt x="101" y="194"/>
                  <a:pt x="97" y="194"/>
                </a:cubicBezTo>
                <a:cubicBezTo>
                  <a:pt x="88" y="193"/>
                  <a:pt x="88" y="193"/>
                  <a:pt x="88" y="193"/>
                </a:cubicBezTo>
                <a:cubicBezTo>
                  <a:pt x="88" y="240"/>
                  <a:pt x="88" y="240"/>
                  <a:pt x="88" y="240"/>
                </a:cubicBezTo>
                <a:cubicBezTo>
                  <a:pt x="64" y="238"/>
                  <a:pt x="64" y="238"/>
                  <a:pt x="64" y="238"/>
                </a:cubicBezTo>
                <a:cubicBezTo>
                  <a:pt x="64" y="110"/>
                  <a:pt x="64" y="110"/>
                  <a:pt x="64" y="110"/>
                </a:cubicBezTo>
                <a:cubicBezTo>
                  <a:pt x="100" y="108"/>
                  <a:pt x="100" y="108"/>
                  <a:pt x="100" y="108"/>
                </a:cubicBezTo>
                <a:cubicBezTo>
                  <a:pt x="108" y="108"/>
                  <a:pt x="112" y="108"/>
                  <a:pt x="117" y="110"/>
                </a:cubicBezTo>
                <a:cubicBezTo>
                  <a:pt x="122" y="111"/>
                  <a:pt x="126" y="113"/>
                  <a:pt x="130" y="117"/>
                </a:cubicBezTo>
                <a:cubicBezTo>
                  <a:pt x="133" y="120"/>
                  <a:pt x="136" y="125"/>
                  <a:pt x="138" y="130"/>
                </a:cubicBezTo>
                <a:cubicBezTo>
                  <a:pt x="139" y="135"/>
                  <a:pt x="140" y="141"/>
                  <a:pt x="140" y="149"/>
                </a:cubicBezTo>
                <a:cubicBezTo>
                  <a:pt x="140" y="152"/>
                  <a:pt x="140" y="155"/>
                  <a:pt x="140" y="158"/>
                </a:cubicBezTo>
                <a:close/>
                <a:moveTo>
                  <a:pt x="339" y="296"/>
                </a:moveTo>
                <a:cubicBezTo>
                  <a:pt x="208" y="296"/>
                  <a:pt x="208" y="296"/>
                  <a:pt x="208" y="296"/>
                </a:cubicBezTo>
                <a:cubicBezTo>
                  <a:pt x="208" y="264"/>
                  <a:pt x="208" y="264"/>
                  <a:pt x="208" y="264"/>
                </a:cubicBezTo>
                <a:cubicBezTo>
                  <a:pt x="303" y="264"/>
                  <a:pt x="303" y="264"/>
                  <a:pt x="303" y="264"/>
                </a:cubicBezTo>
                <a:cubicBezTo>
                  <a:pt x="303" y="248"/>
                  <a:pt x="303" y="248"/>
                  <a:pt x="303" y="248"/>
                </a:cubicBezTo>
                <a:cubicBezTo>
                  <a:pt x="208" y="248"/>
                  <a:pt x="208" y="248"/>
                  <a:pt x="208" y="248"/>
                </a:cubicBezTo>
                <a:cubicBezTo>
                  <a:pt x="208" y="228"/>
                  <a:pt x="208" y="228"/>
                  <a:pt x="208" y="228"/>
                </a:cubicBezTo>
                <a:cubicBezTo>
                  <a:pt x="303" y="228"/>
                  <a:pt x="303" y="228"/>
                  <a:pt x="303" y="228"/>
                </a:cubicBezTo>
                <a:cubicBezTo>
                  <a:pt x="303" y="212"/>
                  <a:pt x="303" y="212"/>
                  <a:pt x="303" y="212"/>
                </a:cubicBezTo>
                <a:cubicBezTo>
                  <a:pt x="208" y="212"/>
                  <a:pt x="208" y="212"/>
                  <a:pt x="208" y="212"/>
                </a:cubicBezTo>
                <a:cubicBezTo>
                  <a:pt x="208" y="188"/>
                  <a:pt x="208" y="188"/>
                  <a:pt x="208" y="188"/>
                </a:cubicBezTo>
                <a:cubicBezTo>
                  <a:pt x="214" y="191"/>
                  <a:pt x="221" y="192"/>
                  <a:pt x="228" y="192"/>
                </a:cubicBezTo>
                <a:cubicBezTo>
                  <a:pt x="256" y="192"/>
                  <a:pt x="280" y="169"/>
                  <a:pt x="280" y="140"/>
                </a:cubicBezTo>
                <a:cubicBezTo>
                  <a:pt x="227" y="140"/>
                  <a:pt x="227" y="140"/>
                  <a:pt x="227" y="140"/>
                </a:cubicBezTo>
                <a:cubicBezTo>
                  <a:pt x="227" y="88"/>
                  <a:pt x="227" y="88"/>
                  <a:pt x="227" y="88"/>
                </a:cubicBezTo>
                <a:cubicBezTo>
                  <a:pt x="220" y="88"/>
                  <a:pt x="214" y="89"/>
                  <a:pt x="208" y="92"/>
                </a:cubicBezTo>
                <a:cubicBezTo>
                  <a:pt x="208" y="52"/>
                  <a:pt x="208" y="52"/>
                  <a:pt x="208" y="52"/>
                </a:cubicBezTo>
                <a:cubicBezTo>
                  <a:pt x="339" y="52"/>
                  <a:pt x="339" y="52"/>
                  <a:pt x="339" y="52"/>
                </a:cubicBezTo>
                <a:lnTo>
                  <a:pt x="339" y="296"/>
                </a:lnTo>
                <a:close/>
                <a:moveTo>
                  <a:pt x="110" y="135"/>
                </a:moveTo>
                <a:cubicBezTo>
                  <a:pt x="108" y="134"/>
                  <a:pt x="106" y="132"/>
                  <a:pt x="104" y="132"/>
                </a:cubicBezTo>
                <a:cubicBezTo>
                  <a:pt x="101" y="131"/>
                  <a:pt x="98" y="131"/>
                  <a:pt x="95" y="131"/>
                </a:cubicBezTo>
                <a:cubicBezTo>
                  <a:pt x="88" y="132"/>
                  <a:pt x="88" y="132"/>
                  <a:pt x="88" y="132"/>
                </a:cubicBezTo>
                <a:cubicBezTo>
                  <a:pt x="88" y="170"/>
                  <a:pt x="88" y="170"/>
                  <a:pt x="88" y="170"/>
                </a:cubicBezTo>
                <a:cubicBezTo>
                  <a:pt x="88" y="170"/>
                  <a:pt x="88" y="170"/>
                  <a:pt x="88" y="170"/>
                </a:cubicBezTo>
                <a:cubicBezTo>
                  <a:pt x="95" y="171"/>
                  <a:pt x="95" y="171"/>
                  <a:pt x="95" y="171"/>
                </a:cubicBezTo>
                <a:cubicBezTo>
                  <a:pt x="98" y="171"/>
                  <a:pt x="101" y="171"/>
                  <a:pt x="104" y="170"/>
                </a:cubicBezTo>
                <a:cubicBezTo>
                  <a:pt x="106" y="169"/>
                  <a:pt x="108" y="168"/>
                  <a:pt x="110" y="166"/>
                </a:cubicBezTo>
                <a:cubicBezTo>
                  <a:pt x="111" y="164"/>
                  <a:pt x="112" y="162"/>
                  <a:pt x="113" y="159"/>
                </a:cubicBezTo>
                <a:cubicBezTo>
                  <a:pt x="114" y="157"/>
                  <a:pt x="114" y="154"/>
                  <a:pt x="114" y="150"/>
                </a:cubicBezTo>
                <a:cubicBezTo>
                  <a:pt x="114" y="147"/>
                  <a:pt x="114" y="144"/>
                  <a:pt x="113" y="141"/>
                </a:cubicBezTo>
                <a:cubicBezTo>
                  <a:pt x="112" y="139"/>
                  <a:pt x="111" y="137"/>
                  <a:pt x="110" y="135"/>
                </a:cubicBezTo>
                <a:close/>
                <a:moveTo>
                  <a:pt x="288" y="132"/>
                </a:moveTo>
                <a:cubicBezTo>
                  <a:pt x="235" y="132"/>
                  <a:pt x="235" y="132"/>
                  <a:pt x="235" y="132"/>
                </a:cubicBezTo>
                <a:cubicBezTo>
                  <a:pt x="235" y="80"/>
                  <a:pt x="235" y="80"/>
                  <a:pt x="235" y="80"/>
                </a:cubicBezTo>
                <a:cubicBezTo>
                  <a:pt x="263" y="80"/>
                  <a:pt x="288" y="103"/>
                  <a:pt x="288" y="132"/>
                </a:cubicBezTo>
                <a:close/>
              </a:path>
            </a:pathLst>
          </a:custGeom>
          <a:solidFill>
            <a:schemeClr val="tx2"/>
          </a:solidFill>
          <a:ln>
            <a:noFill/>
          </a:ln>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10233163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274639" y="295274"/>
            <a:ext cx="7315199" cy="917575"/>
          </a:xfrm>
        </p:spPr>
        <p:txBody>
          <a:bodyPr/>
          <a:lstStyle/>
          <a:p>
            <a:r>
              <a:rPr lang="en-US" dirty="0" smtClean="0"/>
              <a:t>Agenda</a:t>
            </a:r>
            <a:endParaRPr lang="en-US" dirty="0"/>
          </a:p>
        </p:txBody>
      </p:sp>
      <p:sp>
        <p:nvSpPr>
          <p:cNvPr id="5" name="Text Placeholder 4"/>
          <p:cNvSpPr>
            <a:spLocks noGrp="1"/>
          </p:cNvSpPr>
          <p:nvPr>
            <p:ph type="body" sz="quarter" idx="10"/>
          </p:nvPr>
        </p:nvSpPr>
        <p:spPr>
          <a:xfrm>
            <a:off x="274638" y="1212850"/>
            <a:ext cx="7498062" cy="3560975"/>
          </a:xfrm>
        </p:spPr>
        <p:txBody>
          <a:bodyPr/>
          <a:lstStyle/>
          <a:p>
            <a:pPr marL="571500">
              <a:spcBef>
                <a:spcPts val="3000"/>
              </a:spcBef>
            </a:pPr>
            <a:r>
              <a:rPr lang="en-US" sz="3200" dirty="0"/>
              <a:t>Office add-ins </a:t>
            </a:r>
            <a:r>
              <a:rPr lang="en-US" sz="3200" dirty="0" smtClean="0"/>
              <a:t>revisited</a:t>
            </a:r>
            <a:endParaRPr lang="en-US" sz="3200" dirty="0"/>
          </a:p>
          <a:p>
            <a:pPr marL="571500">
              <a:spcBef>
                <a:spcPts val="3000"/>
              </a:spcBef>
            </a:pPr>
            <a:r>
              <a:rPr lang="en-US" sz="3200" dirty="0"/>
              <a:t>Generic Office.js APIs</a:t>
            </a:r>
          </a:p>
          <a:p>
            <a:pPr marL="571500">
              <a:spcBef>
                <a:spcPts val="3000"/>
              </a:spcBef>
            </a:pPr>
            <a:r>
              <a:rPr lang="en-US" sz="3200" dirty="0"/>
              <a:t>Word </a:t>
            </a:r>
            <a:r>
              <a:rPr lang="en-US" sz="3200" dirty="0" smtClean="0"/>
              <a:t>APIs</a:t>
            </a:r>
            <a:br>
              <a:rPr lang="en-US" sz="3200" dirty="0" smtClean="0"/>
            </a:br>
            <a:r>
              <a:rPr lang="en-US" sz="3200" dirty="0" smtClean="0"/>
              <a:t>Excel </a:t>
            </a:r>
            <a:r>
              <a:rPr lang="en-US" sz="3200" dirty="0"/>
              <a:t>APIs</a:t>
            </a:r>
          </a:p>
          <a:p>
            <a:pPr marL="571500">
              <a:spcBef>
                <a:spcPts val="3000"/>
              </a:spcBef>
            </a:pPr>
            <a:r>
              <a:rPr lang="en-US" sz="3200" dirty="0"/>
              <a:t>Deployment</a:t>
            </a:r>
          </a:p>
        </p:txBody>
      </p:sp>
      <p:grpSp>
        <p:nvGrpSpPr>
          <p:cNvPr id="8" name="Group 7"/>
          <p:cNvGrpSpPr/>
          <p:nvPr/>
        </p:nvGrpSpPr>
        <p:grpSpPr>
          <a:xfrm>
            <a:off x="449959" y="1321919"/>
            <a:ext cx="364194" cy="364194"/>
            <a:chOff x="457580" y="2341896"/>
            <a:chExt cx="364194" cy="364194"/>
          </a:xfrm>
        </p:grpSpPr>
        <p:sp>
          <p:nvSpPr>
            <p:cNvPr id="9" name="Oval 8"/>
            <p:cNvSpPr/>
            <p:nvPr/>
          </p:nvSpPr>
          <p:spPr bwMode="auto">
            <a:xfrm>
              <a:off x="457580" y="2341896"/>
              <a:ext cx="364194" cy="364194"/>
            </a:xfrm>
            <a:prstGeom prst="ellipse">
              <a:avLst/>
            </a:prstGeom>
            <a:solidFill>
              <a:schemeClr val="bg1"/>
            </a:solidFill>
            <a:ln w="44450">
              <a:solidFill>
                <a:schemeClr val="tx2"/>
              </a:solid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sp>
          <p:nvSpPr>
            <p:cNvPr id="11" name="Right Arrow 10"/>
            <p:cNvSpPr/>
            <p:nvPr/>
          </p:nvSpPr>
          <p:spPr bwMode="auto">
            <a:xfrm>
              <a:off x="548238" y="2432554"/>
              <a:ext cx="206618" cy="182878"/>
            </a:xfrm>
            <a:prstGeom prst="rightArrow">
              <a:avLst>
                <a:gd name="adj1" fmla="val 50000"/>
                <a:gd name="adj2" fmla="val 39583"/>
              </a:avLst>
            </a:prstGeom>
            <a:solidFill>
              <a:schemeClr val="accent1"/>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grpSp>
      <p:grpSp>
        <p:nvGrpSpPr>
          <p:cNvPr id="12" name="Group 11"/>
          <p:cNvGrpSpPr/>
          <p:nvPr/>
        </p:nvGrpSpPr>
        <p:grpSpPr>
          <a:xfrm>
            <a:off x="449959" y="2138024"/>
            <a:ext cx="364194" cy="364194"/>
            <a:chOff x="457580" y="2341896"/>
            <a:chExt cx="364194" cy="364194"/>
          </a:xfrm>
        </p:grpSpPr>
        <p:sp>
          <p:nvSpPr>
            <p:cNvPr id="14" name="Oval 13"/>
            <p:cNvSpPr/>
            <p:nvPr/>
          </p:nvSpPr>
          <p:spPr bwMode="auto">
            <a:xfrm>
              <a:off x="457580" y="2341896"/>
              <a:ext cx="364194" cy="364194"/>
            </a:xfrm>
            <a:prstGeom prst="ellipse">
              <a:avLst/>
            </a:prstGeom>
            <a:solidFill>
              <a:schemeClr val="bg1"/>
            </a:solidFill>
            <a:ln w="44450">
              <a:solidFill>
                <a:schemeClr val="tx2"/>
              </a:solid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sp>
          <p:nvSpPr>
            <p:cNvPr id="15" name="Right Arrow 14"/>
            <p:cNvSpPr/>
            <p:nvPr/>
          </p:nvSpPr>
          <p:spPr bwMode="auto">
            <a:xfrm>
              <a:off x="548238" y="2432554"/>
              <a:ext cx="206618" cy="182878"/>
            </a:xfrm>
            <a:prstGeom prst="rightArrow">
              <a:avLst>
                <a:gd name="adj1" fmla="val 50000"/>
                <a:gd name="adj2" fmla="val 39583"/>
              </a:avLst>
            </a:prstGeom>
            <a:solidFill>
              <a:schemeClr val="accent1"/>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grpSp>
      <p:grpSp>
        <p:nvGrpSpPr>
          <p:cNvPr id="16" name="Group 15"/>
          <p:cNvGrpSpPr/>
          <p:nvPr/>
        </p:nvGrpSpPr>
        <p:grpSpPr>
          <a:xfrm>
            <a:off x="449959" y="2963863"/>
            <a:ext cx="364194" cy="364194"/>
            <a:chOff x="457580" y="2341896"/>
            <a:chExt cx="364194" cy="364194"/>
          </a:xfrm>
        </p:grpSpPr>
        <p:sp>
          <p:nvSpPr>
            <p:cNvPr id="17" name="Oval 16"/>
            <p:cNvSpPr/>
            <p:nvPr/>
          </p:nvSpPr>
          <p:spPr bwMode="auto">
            <a:xfrm>
              <a:off x="457580" y="2341896"/>
              <a:ext cx="364194" cy="364194"/>
            </a:xfrm>
            <a:prstGeom prst="ellipse">
              <a:avLst/>
            </a:prstGeom>
            <a:solidFill>
              <a:schemeClr val="bg1"/>
            </a:solidFill>
            <a:ln w="44450">
              <a:solidFill>
                <a:schemeClr val="tx2"/>
              </a:solid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sp>
          <p:nvSpPr>
            <p:cNvPr id="18" name="Right Arrow 17"/>
            <p:cNvSpPr/>
            <p:nvPr/>
          </p:nvSpPr>
          <p:spPr bwMode="auto">
            <a:xfrm>
              <a:off x="548238" y="2432554"/>
              <a:ext cx="206618" cy="182878"/>
            </a:xfrm>
            <a:prstGeom prst="rightArrow">
              <a:avLst>
                <a:gd name="adj1" fmla="val 50000"/>
                <a:gd name="adj2" fmla="val 39583"/>
              </a:avLst>
            </a:prstGeom>
            <a:solidFill>
              <a:schemeClr val="accent1"/>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grpSp>
      <p:grpSp>
        <p:nvGrpSpPr>
          <p:cNvPr id="19" name="Group 18"/>
          <p:cNvGrpSpPr/>
          <p:nvPr/>
        </p:nvGrpSpPr>
        <p:grpSpPr>
          <a:xfrm>
            <a:off x="449959" y="4226391"/>
            <a:ext cx="364194" cy="364194"/>
            <a:chOff x="457580" y="2341896"/>
            <a:chExt cx="364194" cy="364194"/>
          </a:xfrm>
        </p:grpSpPr>
        <p:sp>
          <p:nvSpPr>
            <p:cNvPr id="20" name="Oval 19"/>
            <p:cNvSpPr/>
            <p:nvPr/>
          </p:nvSpPr>
          <p:spPr bwMode="auto">
            <a:xfrm>
              <a:off x="457580" y="2341896"/>
              <a:ext cx="364194" cy="364194"/>
            </a:xfrm>
            <a:prstGeom prst="ellipse">
              <a:avLst/>
            </a:prstGeom>
            <a:solidFill>
              <a:schemeClr val="bg1"/>
            </a:solidFill>
            <a:ln w="44450">
              <a:solidFill>
                <a:schemeClr val="tx2"/>
              </a:solid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sp>
          <p:nvSpPr>
            <p:cNvPr id="21" name="Right Arrow 20"/>
            <p:cNvSpPr/>
            <p:nvPr/>
          </p:nvSpPr>
          <p:spPr bwMode="auto">
            <a:xfrm>
              <a:off x="548238" y="2432554"/>
              <a:ext cx="206618" cy="182878"/>
            </a:xfrm>
            <a:prstGeom prst="rightArrow">
              <a:avLst>
                <a:gd name="adj1" fmla="val 50000"/>
                <a:gd name="adj2" fmla="val 39583"/>
              </a:avLst>
            </a:prstGeom>
            <a:solidFill>
              <a:schemeClr val="accent1"/>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grpSp>
    </p:spTree>
    <p:extLst>
      <p:ext uri="{BB962C8B-B14F-4D97-AF65-F5344CB8AC3E}">
        <p14:creationId xmlns:p14="http://schemas.microsoft.com/office/powerpoint/2010/main" val="32121918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smtClean="0"/>
              <a:t>Developer vision</a:t>
            </a:r>
            <a:endParaRPr lang="en-US" dirty="0"/>
          </a:p>
        </p:txBody>
      </p:sp>
    </p:spTree>
    <p:extLst>
      <p:ext uri="{BB962C8B-B14F-4D97-AF65-F5344CB8AC3E}">
        <p14:creationId xmlns:p14="http://schemas.microsoft.com/office/powerpoint/2010/main" val="1068161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1"/>
          </p:nvPr>
        </p:nvSpPr>
        <p:spPr/>
        <p:txBody>
          <a:bodyPr/>
          <a:lstStyle/>
          <a:p>
            <a:r>
              <a:rPr lang="en-US" dirty="0" smtClean="0"/>
              <a:t>Overview</a:t>
            </a:r>
            <a:endParaRPr lang="en-US" dirty="0"/>
          </a:p>
        </p:txBody>
      </p:sp>
      <p:sp>
        <p:nvSpPr>
          <p:cNvPr id="3" name="Text Placeholder 2"/>
          <p:cNvSpPr>
            <a:spLocks noGrp="1"/>
          </p:cNvSpPr>
          <p:nvPr>
            <p:ph type="body" sz="quarter" idx="12"/>
          </p:nvPr>
        </p:nvSpPr>
        <p:spPr/>
        <p:txBody>
          <a:bodyPr/>
          <a:lstStyle/>
          <a:p>
            <a:r>
              <a:rPr lang="en-US" dirty="0" smtClean="0"/>
              <a:t>1</a:t>
            </a:r>
            <a:endParaRPr lang="en-US" dirty="0"/>
          </a:p>
        </p:txBody>
      </p:sp>
      <p:sp>
        <p:nvSpPr>
          <p:cNvPr id="7" name="Freeform 5"/>
          <p:cNvSpPr>
            <a:spLocks noEditPoints="1"/>
          </p:cNvSpPr>
          <p:nvPr/>
        </p:nvSpPr>
        <p:spPr bwMode="auto">
          <a:xfrm>
            <a:off x="5257800" y="1013025"/>
            <a:ext cx="7816850" cy="7880151"/>
          </a:xfrm>
          <a:custGeom>
            <a:avLst/>
            <a:gdLst>
              <a:gd name="T0" fmla="*/ 1524 w 2036"/>
              <a:gd name="T1" fmla="*/ 736 h 2052"/>
              <a:gd name="T2" fmla="*/ 1704 w 2036"/>
              <a:gd name="T3" fmla="*/ 1060 h 2052"/>
              <a:gd name="T4" fmla="*/ 1696 w 2036"/>
              <a:gd name="T5" fmla="*/ 1076 h 2052"/>
              <a:gd name="T6" fmla="*/ 1338 w 2036"/>
              <a:gd name="T7" fmla="*/ 1076 h 2052"/>
              <a:gd name="T8" fmla="*/ 1330 w 2036"/>
              <a:gd name="T9" fmla="*/ 1060 h 2052"/>
              <a:gd name="T10" fmla="*/ 1508 w 2036"/>
              <a:gd name="T11" fmla="*/ 736 h 2052"/>
              <a:gd name="T12" fmla="*/ 1524 w 2036"/>
              <a:gd name="T13" fmla="*/ 736 h 2052"/>
              <a:gd name="T14" fmla="*/ 658 w 2036"/>
              <a:gd name="T15" fmla="*/ 910 h 2052"/>
              <a:gd name="T16" fmla="*/ 360 w 2036"/>
              <a:gd name="T17" fmla="*/ 910 h 2052"/>
              <a:gd name="T18" fmla="*/ 326 w 2036"/>
              <a:gd name="T19" fmla="*/ 875 h 2052"/>
              <a:gd name="T20" fmla="*/ 326 w 2036"/>
              <a:gd name="T21" fmla="*/ 806 h 2052"/>
              <a:gd name="T22" fmla="*/ 360 w 2036"/>
              <a:gd name="T23" fmla="*/ 771 h 2052"/>
              <a:gd name="T24" fmla="*/ 658 w 2036"/>
              <a:gd name="T25" fmla="*/ 771 h 2052"/>
              <a:gd name="T26" fmla="*/ 692 w 2036"/>
              <a:gd name="T27" fmla="*/ 806 h 2052"/>
              <a:gd name="T28" fmla="*/ 692 w 2036"/>
              <a:gd name="T29" fmla="*/ 875 h 2052"/>
              <a:gd name="T30" fmla="*/ 658 w 2036"/>
              <a:gd name="T31" fmla="*/ 910 h 2052"/>
              <a:gd name="T32" fmla="*/ 692 w 2036"/>
              <a:gd name="T33" fmla="*/ 1061 h 2052"/>
              <a:gd name="T34" fmla="*/ 658 w 2036"/>
              <a:gd name="T35" fmla="*/ 1096 h 2052"/>
              <a:gd name="T36" fmla="*/ 360 w 2036"/>
              <a:gd name="T37" fmla="*/ 1096 h 2052"/>
              <a:gd name="T38" fmla="*/ 326 w 2036"/>
              <a:gd name="T39" fmla="*/ 1061 h 2052"/>
              <a:gd name="T40" fmla="*/ 326 w 2036"/>
              <a:gd name="T41" fmla="*/ 992 h 2052"/>
              <a:gd name="T42" fmla="*/ 360 w 2036"/>
              <a:gd name="T43" fmla="*/ 957 h 2052"/>
              <a:gd name="T44" fmla="*/ 658 w 2036"/>
              <a:gd name="T45" fmla="*/ 957 h 2052"/>
              <a:gd name="T46" fmla="*/ 692 w 2036"/>
              <a:gd name="T47" fmla="*/ 992 h 2052"/>
              <a:gd name="T48" fmla="*/ 692 w 2036"/>
              <a:gd name="T49" fmla="*/ 1061 h 2052"/>
              <a:gd name="T50" fmla="*/ 1240 w 2036"/>
              <a:gd name="T51" fmla="*/ 2007 h 2052"/>
              <a:gd name="T52" fmla="*/ 1303 w 2036"/>
              <a:gd name="T53" fmla="*/ 1828 h 2052"/>
              <a:gd name="T54" fmla="*/ 1295 w 2036"/>
              <a:gd name="T55" fmla="*/ 1760 h 2052"/>
              <a:gd name="T56" fmla="*/ 1814 w 2036"/>
              <a:gd name="T57" fmla="*/ 1016 h 2052"/>
              <a:gd name="T58" fmla="*/ 1018 w 2036"/>
              <a:gd name="T59" fmla="*/ 222 h 2052"/>
              <a:gd name="T60" fmla="*/ 222 w 2036"/>
              <a:gd name="T61" fmla="*/ 1016 h 2052"/>
              <a:gd name="T62" fmla="*/ 741 w 2036"/>
              <a:gd name="T63" fmla="*/ 1760 h 2052"/>
              <a:gd name="T64" fmla="*/ 733 w 2036"/>
              <a:gd name="T65" fmla="*/ 1828 h 2052"/>
              <a:gd name="T66" fmla="*/ 796 w 2036"/>
              <a:gd name="T67" fmla="*/ 2007 h 2052"/>
              <a:gd name="T68" fmla="*/ 0 w 2036"/>
              <a:gd name="T69" fmla="*/ 1016 h 2052"/>
              <a:gd name="T70" fmla="*/ 1018 w 2036"/>
              <a:gd name="T71" fmla="*/ 0 h 2052"/>
              <a:gd name="T72" fmla="*/ 2036 w 2036"/>
              <a:gd name="T73" fmla="*/ 1016 h 2052"/>
              <a:gd name="T74" fmla="*/ 1240 w 2036"/>
              <a:gd name="T75" fmla="*/ 2007 h 2052"/>
              <a:gd name="T76" fmla="*/ 1008 w 2036"/>
              <a:gd name="T77" fmla="*/ 649 h 2052"/>
              <a:gd name="T78" fmla="*/ 835 w 2036"/>
              <a:gd name="T79" fmla="*/ 476 h 2052"/>
              <a:gd name="T80" fmla="*/ 1008 w 2036"/>
              <a:gd name="T81" fmla="*/ 303 h 2052"/>
              <a:gd name="T82" fmla="*/ 1181 w 2036"/>
              <a:gd name="T83" fmla="*/ 476 h 2052"/>
              <a:gd name="T84" fmla="*/ 1008 w 2036"/>
              <a:gd name="T85" fmla="*/ 649 h 2052"/>
              <a:gd name="T86" fmla="*/ 1008 w 2036"/>
              <a:gd name="T87" fmla="*/ 411 h 2052"/>
              <a:gd name="T88" fmla="*/ 943 w 2036"/>
              <a:gd name="T89" fmla="*/ 476 h 2052"/>
              <a:gd name="T90" fmla="*/ 1008 w 2036"/>
              <a:gd name="T91" fmla="*/ 541 h 2052"/>
              <a:gd name="T92" fmla="*/ 1073 w 2036"/>
              <a:gd name="T93" fmla="*/ 476 h 2052"/>
              <a:gd name="T94" fmla="*/ 1008 w 2036"/>
              <a:gd name="T95" fmla="*/ 411 h 2052"/>
              <a:gd name="T96" fmla="*/ 928 w 2036"/>
              <a:gd name="T97" fmla="*/ 1653 h 2052"/>
              <a:gd name="T98" fmla="*/ 1001 w 2036"/>
              <a:gd name="T99" fmla="*/ 884 h 2052"/>
              <a:gd name="T100" fmla="*/ 1022 w 2036"/>
              <a:gd name="T101" fmla="*/ 895 h 2052"/>
              <a:gd name="T102" fmla="*/ 1083 w 2036"/>
              <a:gd name="T103" fmla="*/ 1638 h 2052"/>
              <a:gd name="T104" fmla="*/ 1152 w 2036"/>
              <a:gd name="T105" fmla="*/ 1676 h 2052"/>
              <a:gd name="T106" fmla="*/ 1168 w 2036"/>
              <a:gd name="T107" fmla="*/ 1958 h 2052"/>
              <a:gd name="T108" fmla="*/ 884 w 2036"/>
              <a:gd name="T109" fmla="*/ 1981 h 2052"/>
              <a:gd name="T110" fmla="*/ 868 w 2036"/>
              <a:gd name="T111" fmla="*/ 1700 h 2052"/>
              <a:gd name="T112" fmla="*/ 928 w 2036"/>
              <a:gd name="T113" fmla="*/ 1653 h 20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2036" h="2052">
                <a:moveTo>
                  <a:pt x="1524" y="736"/>
                </a:moveTo>
                <a:cubicBezTo>
                  <a:pt x="1555" y="787"/>
                  <a:pt x="1669" y="1005"/>
                  <a:pt x="1704" y="1060"/>
                </a:cubicBezTo>
                <a:cubicBezTo>
                  <a:pt x="1710" y="1069"/>
                  <a:pt x="1706" y="1076"/>
                  <a:pt x="1696" y="1076"/>
                </a:cubicBezTo>
                <a:cubicBezTo>
                  <a:pt x="1633" y="1076"/>
                  <a:pt x="1403" y="1076"/>
                  <a:pt x="1338" y="1076"/>
                </a:cubicBezTo>
                <a:cubicBezTo>
                  <a:pt x="1331" y="1076"/>
                  <a:pt x="1323" y="1071"/>
                  <a:pt x="1330" y="1060"/>
                </a:cubicBezTo>
                <a:cubicBezTo>
                  <a:pt x="1363" y="1008"/>
                  <a:pt x="1476" y="788"/>
                  <a:pt x="1508" y="736"/>
                </a:cubicBezTo>
                <a:cubicBezTo>
                  <a:pt x="1513" y="730"/>
                  <a:pt x="1519" y="730"/>
                  <a:pt x="1524" y="736"/>
                </a:cubicBezTo>
                <a:close/>
                <a:moveTo>
                  <a:pt x="658" y="910"/>
                </a:moveTo>
                <a:cubicBezTo>
                  <a:pt x="360" y="910"/>
                  <a:pt x="360" y="910"/>
                  <a:pt x="360" y="910"/>
                </a:cubicBezTo>
                <a:cubicBezTo>
                  <a:pt x="341" y="910"/>
                  <a:pt x="326" y="895"/>
                  <a:pt x="326" y="875"/>
                </a:cubicBezTo>
                <a:cubicBezTo>
                  <a:pt x="326" y="806"/>
                  <a:pt x="326" y="806"/>
                  <a:pt x="326" y="806"/>
                </a:cubicBezTo>
                <a:cubicBezTo>
                  <a:pt x="326" y="786"/>
                  <a:pt x="341" y="771"/>
                  <a:pt x="360" y="771"/>
                </a:cubicBezTo>
                <a:cubicBezTo>
                  <a:pt x="658" y="771"/>
                  <a:pt x="658" y="771"/>
                  <a:pt x="658" y="771"/>
                </a:cubicBezTo>
                <a:cubicBezTo>
                  <a:pt x="677" y="771"/>
                  <a:pt x="692" y="786"/>
                  <a:pt x="692" y="806"/>
                </a:cubicBezTo>
                <a:cubicBezTo>
                  <a:pt x="692" y="875"/>
                  <a:pt x="692" y="875"/>
                  <a:pt x="692" y="875"/>
                </a:cubicBezTo>
                <a:cubicBezTo>
                  <a:pt x="692" y="895"/>
                  <a:pt x="677" y="910"/>
                  <a:pt x="658" y="910"/>
                </a:cubicBezTo>
                <a:close/>
                <a:moveTo>
                  <a:pt x="692" y="1061"/>
                </a:moveTo>
                <a:cubicBezTo>
                  <a:pt x="692" y="1081"/>
                  <a:pt x="677" y="1096"/>
                  <a:pt x="658" y="1096"/>
                </a:cubicBezTo>
                <a:cubicBezTo>
                  <a:pt x="360" y="1096"/>
                  <a:pt x="360" y="1096"/>
                  <a:pt x="360" y="1096"/>
                </a:cubicBezTo>
                <a:cubicBezTo>
                  <a:pt x="341" y="1096"/>
                  <a:pt x="326" y="1081"/>
                  <a:pt x="326" y="1061"/>
                </a:cubicBezTo>
                <a:cubicBezTo>
                  <a:pt x="326" y="992"/>
                  <a:pt x="326" y="992"/>
                  <a:pt x="326" y="992"/>
                </a:cubicBezTo>
                <a:cubicBezTo>
                  <a:pt x="326" y="972"/>
                  <a:pt x="341" y="957"/>
                  <a:pt x="360" y="957"/>
                </a:cubicBezTo>
                <a:cubicBezTo>
                  <a:pt x="658" y="957"/>
                  <a:pt x="658" y="957"/>
                  <a:pt x="658" y="957"/>
                </a:cubicBezTo>
                <a:cubicBezTo>
                  <a:pt x="677" y="957"/>
                  <a:pt x="692" y="972"/>
                  <a:pt x="692" y="992"/>
                </a:cubicBezTo>
                <a:lnTo>
                  <a:pt x="692" y="1061"/>
                </a:lnTo>
                <a:close/>
                <a:moveTo>
                  <a:pt x="1240" y="2007"/>
                </a:moveTo>
                <a:cubicBezTo>
                  <a:pt x="1279" y="1959"/>
                  <a:pt x="1303" y="1896"/>
                  <a:pt x="1303" y="1828"/>
                </a:cubicBezTo>
                <a:cubicBezTo>
                  <a:pt x="1303" y="1805"/>
                  <a:pt x="1300" y="1782"/>
                  <a:pt x="1295" y="1760"/>
                </a:cubicBezTo>
                <a:cubicBezTo>
                  <a:pt x="1598" y="1648"/>
                  <a:pt x="1814" y="1357"/>
                  <a:pt x="1814" y="1016"/>
                </a:cubicBezTo>
                <a:cubicBezTo>
                  <a:pt x="1814" y="577"/>
                  <a:pt x="1457" y="222"/>
                  <a:pt x="1018" y="222"/>
                </a:cubicBezTo>
                <a:cubicBezTo>
                  <a:pt x="579" y="222"/>
                  <a:pt x="222" y="577"/>
                  <a:pt x="222" y="1016"/>
                </a:cubicBezTo>
                <a:cubicBezTo>
                  <a:pt x="222" y="1357"/>
                  <a:pt x="438" y="1648"/>
                  <a:pt x="741" y="1760"/>
                </a:cubicBezTo>
                <a:cubicBezTo>
                  <a:pt x="736" y="1782"/>
                  <a:pt x="733" y="1805"/>
                  <a:pt x="733" y="1828"/>
                </a:cubicBezTo>
                <a:cubicBezTo>
                  <a:pt x="733" y="1896"/>
                  <a:pt x="757" y="1959"/>
                  <a:pt x="796" y="2007"/>
                </a:cubicBezTo>
                <a:cubicBezTo>
                  <a:pt x="341" y="1906"/>
                  <a:pt x="0" y="1501"/>
                  <a:pt x="0" y="1016"/>
                </a:cubicBezTo>
                <a:cubicBezTo>
                  <a:pt x="0" y="455"/>
                  <a:pt x="456" y="0"/>
                  <a:pt x="1018" y="0"/>
                </a:cubicBezTo>
                <a:cubicBezTo>
                  <a:pt x="1580" y="0"/>
                  <a:pt x="2036" y="455"/>
                  <a:pt x="2036" y="1016"/>
                </a:cubicBezTo>
                <a:cubicBezTo>
                  <a:pt x="2036" y="1501"/>
                  <a:pt x="1695" y="1906"/>
                  <a:pt x="1240" y="2007"/>
                </a:cubicBezTo>
                <a:close/>
                <a:moveTo>
                  <a:pt x="1008" y="649"/>
                </a:moveTo>
                <a:cubicBezTo>
                  <a:pt x="912" y="649"/>
                  <a:pt x="835" y="571"/>
                  <a:pt x="835" y="476"/>
                </a:cubicBezTo>
                <a:cubicBezTo>
                  <a:pt x="835" y="380"/>
                  <a:pt x="912" y="303"/>
                  <a:pt x="1008" y="303"/>
                </a:cubicBezTo>
                <a:cubicBezTo>
                  <a:pt x="1103" y="303"/>
                  <a:pt x="1181" y="380"/>
                  <a:pt x="1181" y="476"/>
                </a:cubicBezTo>
                <a:cubicBezTo>
                  <a:pt x="1181" y="571"/>
                  <a:pt x="1103" y="649"/>
                  <a:pt x="1008" y="649"/>
                </a:cubicBezTo>
                <a:close/>
                <a:moveTo>
                  <a:pt x="1008" y="411"/>
                </a:moveTo>
                <a:cubicBezTo>
                  <a:pt x="972" y="411"/>
                  <a:pt x="943" y="440"/>
                  <a:pt x="943" y="476"/>
                </a:cubicBezTo>
                <a:cubicBezTo>
                  <a:pt x="943" y="512"/>
                  <a:pt x="972" y="541"/>
                  <a:pt x="1008" y="541"/>
                </a:cubicBezTo>
                <a:cubicBezTo>
                  <a:pt x="1044" y="541"/>
                  <a:pt x="1073" y="512"/>
                  <a:pt x="1073" y="476"/>
                </a:cubicBezTo>
                <a:cubicBezTo>
                  <a:pt x="1073" y="440"/>
                  <a:pt x="1044" y="411"/>
                  <a:pt x="1008" y="411"/>
                </a:cubicBezTo>
                <a:close/>
                <a:moveTo>
                  <a:pt x="928" y="1653"/>
                </a:moveTo>
                <a:cubicBezTo>
                  <a:pt x="928" y="1653"/>
                  <a:pt x="988" y="1017"/>
                  <a:pt x="1001" y="884"/>
                </a:cubicBezTo>
                <a:cubicBezTo>
                  <a:pt x="1004" y="852"/>
                  <a:pt x="1018" y="862"/>
                  <a:pt x="1022" y="895"/>
                </a:cubicBezTo>
                <a:cubicBezTo>
                  <a:pt x="1036" y="1027"/>
                  <a:pt x="1083" y="1638"/>
                  <a:pt x="1083" y="1638"/>
                </a:cubicBezTo>
                <a:cubicBezTo>
                  <a:pt x="1108" y="1646"/>
                  <a:pt x="1131" y="1659"/>
                  <a:pt x="1152" y="1676"/>
                </a:cubicBezTo>
                <a:cubicBezTo>
                  <a:pt x="1235" y="1748"/>
                  <a:pt x="1242" y="1874"/>
                  <a:pt x="1168" y="1958"/>
                </a:cubicBezTo>
                <a:cubicBezTo>
                  <a:pt x="1094" y="2042"/>
                  <a:pt x="967" y="2052"/>
                  <a:pt x="884" y="1981"/>
                </a:cubicBezTo>
                <a:cubicBezTo>
                  <a:pt x="801" y="1910"/>
                  <a:pt x="794" y="1784"/>
                  <a:pt x="868" y="1700"/>
                </a:cubicBezTo>
                <a:cubicBezTo>
                  <a:pt x="885" y="1680"/>
                  <a:pt x="906" y="1664"/>
                  <a:pt x="928" y="1653"/>
                </a:cubicBezTo>
                <a:close/>
              </a:path>
            </a:pathLst>
          </a:custGeom>
          <a:solidFill>
            <a:schemeClr val="accent6">
              <a:lumMod val="50000"/>
              <a:alpha val="39000"/>
            </a:schemeClr>
          </a:solidFill>
          <a:ln>
            <a:noFill/>
          </a:ln>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21127457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type="body" sz="quarter" idx="10"/>
          </p:nvPr>
        </p:nvSpPr>
        <p:spPr>
          <a:xfrm>
            <a:off x="249239" y="1212850"/>
            <a:ext cx="11887200" cy="4665893"/>
          </a:xfrm>
        </p:spPr>
        <p:txBody>
          <a:bodyPr/>
          <a:lstStyle/>
          <a:p>
            <a:pPr marL="0" indent="0">
              <a:spcBef>
                <a:spcPts val="1200"/>
              </a:spcBef>
              <a:buNone/>
            </a:pPr>
            <a:r>
              <a:rPr lang="en-US" dirty="0">
                <a:gradFill>
                  <a:gsLst>
                    <a:gs pos="16814">
                      <a:schemeClr val="accent6"/>
                    </a:gs>
                    <a:gs pos="42000">
                      <a:schemeClr val="accent6"/>
                    </a:gs>
                  </a:gsLst>
                  <a:lin ang="5400000" scaled="0"/>
                </a:gradFill>
              </a:rPr>
              <a:t>Web application loaded inside an Office application</a:t>
            </a:r>
          </a:p>
          <a:p>
            <a:pPr marL="287338" lvl="1" indent="-287338"/>
            <a:r>
              <a:rPr lang="en-US" dirty="0" smtClean="0"/>
              <a:t>Embedded inline </a:t>
            </a:r>
            <a:r>
              <a:rPr lang="en-US" dirty="0"/>
              <a:t>or as </a:t>
            </a:r>
            <a:r>
              <a:rPr lang="en-US" dirty="0" smtClean="0"/>
              <a:t>task </a:t>
            </a:r>
            <a:r>
              <a:rPr lang="en-US" dirty="0"/>
              <a:t>pane within documents, mails or </a:t>
            </a:r>
            <a:r>
              <a:rPr lang="en-US" dirty="0" smtClean="0"/>
              <a:t>appointments</a:t>
            </a:r>
            <a:endParaRPr lang="en-US" dirty="0"/>
          </a:p>
          <a:p>
            <a:pPr marL="287338" lvl="1" indent="-287338"/>
            <a:r>
              <a:rPr lang="en-US" dirty="0" smtClean="0"/>
              <a:t>Works in Office applications such as Microsoft Outlook</a:t>
            </a:r>
          </a:p>
          <a:p>
            <a:pPr marL="287338" lvl="1" indent="-287338"/>
            <a:r>
              <a:rPr lang="en-US" dirty="0" smtClean="0"/>
              <a:t>Works in Office Web Applications such as OWA</a:t>
            </a:r>
          </a:p>
          <a:p>
            <a:pPr marL="287338" lvl="1" indent="-287338"/>
            <a:r>
              <a:rPr lang="en-US" dirty="0" smtClean="0"/>
              <a:t>Works in </a:t>
            </a:r>
            <a:r>
              <a:rPr lang="en-US" dirty="0"/>
              <a:t>mobile Office </a:t>
            </a:r>
            <a:r>
              <a:rPr lang="en-US" dirty="0" smtClean="0"/>
              <a:t>clients</a:t>
            </a:r>
            <a:endParaRPr lang="en-US" dirty="0"/>
          </a:p>
          <a:p>
            <a:pPr marL="0" indent="0">
              <a:spcBef>
                <a:spcPts val="1200"/>
              </a:spcBef>
              <a:buNone/>
            </a:pPr>
            <a:r>
              <a:rPr lang="en-US" dirty="0">
                <a:gradFill>
                  <a:gsLst>
                    <a:gs pos="16814">
                      <a:schemeClr val="accent6"/>
                    </a:gs>
                    <a:gs pos="42000">
                      <a:schemeClr val="accent6"/>
                    </a:gs>
                  </a:gsLst>
                  <a:lin ang="5400000" scaled="0"/>
                </a:gradFill>
              </a:rPr>
              <a:t>Office application extensions using web technologies</a:t>
            </a:r>
          </a:p>
          <a:p>
            <a:pPr marL="287338" lvl="1" indent="-287338"/>
            <a:r>
              <a:rPr lang="en-US" dirty="0"/>
              <a:t>HTML 5 and CSS used to construct user interface</a:t>
            </a:r>
          </a:p>
          <a:p>
            <a:pPr marL="287338" lvl="1" indent="-287338"/>
            <a:r>
              <a:rPr lang="en-US" dirty="0"/>
              <a:t>JavaScript and jQuery used to add executable logic and event handlers</a:t>
            </a:r>
          </a:p>
          <a:p>
            <a:pPr marL="287338" lvl="1" indent="-287338"/>
            <a:r>
              <a:rPr lang="en-US" dirty="0"/>
              <a:t>Add-in can provided code to read/write content to/from Office documents</a:t>
            </a:r>
          </a:p>
          <a:p>
            <a:pPr marL="287338" lvl="1" indent="-287338"/>
            <a:r>
              <a:rPr lang="en-US" dirty="0"/>
              <a:t>Add-in can call </a:t>
            </a:r>
            <a:r>
              <a:rPr lang="en-US" dirty="0" smtClean="0"/>
              <a:t>web </a:t>
            </a:r>
            <a:r>
              <a:rPr lang="en-US" dirty="0"/>
              <a:t>services hosted over </a:t>
            </a:r>
            <a:r>
              <a:rPr lang="en-US" dirty="0" smtClean="0"/>
              <a:t>internet </a:t>
            </a:r>
            <a:r>
              <a:rPr lang="en-US" dirty="0"/>
              <a:t>or running within local network</a:t>
            </a:r>
          </a:p>
        </p:txBody>
      </p:sp>
      <p:sp>
        <p:nvSpPr>
          <p:cNvPr id="3" name="Title 2"/>
          <p:cNvSpPr>
            <a:spLocks noGrp="1"/>
          </p:cNvSpPr>
          <p:nvPr>
            <p:ph type="title"/>
          </p:nvPr>
        </p:nvSpPr>
        <p:spPr/>
        <p:txBody>
          <a:bodyPr/>
          <a:lstStyle/>
          <a:p>
            <a:r>
              <a:rPr lang="en-US" dirty="0" smtClean="0"/>
              <a:t>What is an Office add-in?</a:t>
            </a:r>
            <a:endParaRPr lang="en-US" dirty="0"/>
          </a:p>
        </p:txBody>
      </p:sp>
      <p:sp>
        <p:nvSpPr>
          <p:cNvPr id="4" name="Footer Placeholder 3"/>
          <p:cNvSpPr>
            <a:spLocks noGrp="1"/>
          </p:cNvSpPr>
          <p:nvPr>
            <p:ph type="ftr" sz="quarter" idx="11"/>
          </p:nvPr>
        </p:nvSpPr>
        <p:spPr/>
        <p:txBody>
          <a:bodyPr/>
          <a:lstStyle/>
          <a:p>
            <a:pPr>
              <a:defRPr/>
            </a:pPr>
            <a:r>
              <a:rPr lang="en-US" sz="1400" smtClean="0">
                <a:gradFill>
                  <a:gsLst>
                    <a:gs pos="8367">
                      <a:schemeClr val="accent6"/>
                    </a:gs>
                    <a:gs pos="100000">
                      <a:schemeClr val="accent6"/>
                    </a:gs>
                  </a:gsLst>
                  <a:lin ang="5400000" scaled="0"/>
                </a:gradFill>
                <a:latin typeface="Segoe UI Black" panose="020B0A02040204020203" pitchFamily="34" charset="0"/>
                <a:ea typeface="Segoe UI Black" panose="020B0A02040204020203" pitchFamily="34" charset="0"/>
                <a:cs typeface="Segoe UI Black" panose="020B0A02040204020203" pitchFamily="34" charset="0"/>
              </a:rPr>
              <a:t>1</a:t>
            </a:r>
            <a:r>
              <a:rPr lang="en-US" sz="1400" smtClean="0">
                <a:gradFill>
                  <a:gsLst>
                    <a:gs pos="8367">
                      <a:schemeClr val="accent6"/>
                    </a:gs>
                    <a:gs pos="100000">
                      <a:schemeClr val="accent6"/>
                    </a:gs>
                  </a:gsLst>
                  <a:lin ang="5400000" scaled="0"/>
                </a:gradFill>
              </a:rPr>
              <a:t> </a:t>
            </a:r>
            <a:r>
              <a:rPr lang="en-US" sz="1400" smtClean="0">
                <a:gradFill>
                  <a:gsLst>
                    <a:gs pos="8367">
                      <a:srgbClr val="000000"/>
                    </a:gs>
                    <a:gs pos="31000">
                      <a:srgbClr val="000000"/>
                    </a:gs>
                  </a:gsLst>
                  <a:lin ang="5400000" scaled="0"/>
                </a:gradFill>
              </a:rPr>
              <a:t>Office add-ins revisited</a:t>
            </a:r>
          </a:p>
          <a:p>
            <a:endParaRPr lang="en-US" dirty="0"/>
          </a:p>
        </p:txBody>
      </p:sp>
    </p:spTree>
    <p:extLst>
      <p:ext uri="{BB962C8B-B14F-4D97-AF65-F5344CB8AC3E}">
        <p14:creationId xmlns:p14="http://schemas.microsoft.com/office/powerpoint/2010/main" val="4696438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gradFill>
                  <a:gsLst>
                    <a:gs pos="17500">
                      <a:schemeClr val="tx1"/>
                    </a:gs>
                    <a:gs pos="54000">
                      <a:schemeClr val="tx1"/>
                    </a:gs>
                  </a:gsLst>
                  <a:lin ang="5400000" scaled="0"/>
                </a:gradFill>
              </a:rPr>
              <a:t>Office add-ins</a:t>
            </a:r>
            <a:endParaRPr lang="en-US" dirty="0">
              <a:gradFill>
                <a:gsLst>
                  <a:gs pos="17500">
                    <a:schemeClr val="tx1"/>
                  </a:gs>
                  <a:gs pos="54000">
                    <a:schemeClr val="tx1"/>
                  </a:gs>
                </a:gsLst>
                <a:lin ang="5400000" scaled="0"/>
              </a:gradFill>
            </a:endParaRPr>
          </a:p>
        </p:txBody>
      </p:sp>
      <p:sp>
        <p:nvSpPr>
          <p:cNvPr id="11" name="Rectangle 10"/>
          <p:cNvSpPr/>
          <p:nvPr/>
        </p:nvSpPr>
        <p:spPr>
          <a:xfrm>
            <a:off x="1009805" y="4597852"/>
            <a:ext cx="437099" cy="442584"/>
          </a:xfrm>
          <a:prstGeom prst="rect">
            <a:avLst/>
          </a:prstGeom>
          <a:solidFill>
            <a:schemeClr val="bg1">
              <a:lumMod val="95000"/>
            </a:schemeClr>
          </a:solidFill>
          <a:ln w="19050">
            <a:noFill/>
          </a:ln>
        </p:spPr>
        <p:style>
          <a:lnRef idx="1">
            <a:schemeClr val="dk1"/>
          </a:lnRef>
          <a:fillRef idx="2">
            <a:schemeClr val="dk1"/>
          </a:fillRef>
          <a:effectRef idx="1">
            <a:schemeClr val="dk1"/>
          </a:effectRef>
          <a:fontRef idx="minor">
            <a:schemeClr val="dk1"/>
          </a:fontRef>
        </p:style>
        <p:txBody>
          <a:bodyPr lIns="91386" tIns="45694" rIns="91386" bIns="45694" rtlCol="0" anchor="ctr"/>
          <a:lstStyle/>
          <a:p>
            <a:pPr algn="ctr" defTabSz="914005"/>
            <a:endParaRPr lang="en-US" sz="1799" dirty="0">
              <a:solidFill>
                <a:srgbClr val="000000"/>
              </a:solidFill>
            </a:endParaRPr>
          </a:p>
        </p:txBody>
      </p:sp>
      <p:grpSp>
        <p:nvGrpSpPr>
          <p:cNvPr id="62" name="Group 61"/>
          <p:cNvGrpSpPr/>
          <p:nvPr/>
        </p:nvGrpSpPr>
        <p:grpSpPr>
          <a:xfrm>
            <a:off x="438330" y="3965888"/>
            <a:ext cx="8980353" cy="1138771"/>
            <a:chOff x="438330" y="3954457"/>
            <a:chExt cx="8980353" cy="1138771"/>
          </a:xfrm>
        </p:grpSpPr>
        <p:sp>
          <p:nvSpPr>
            <p:cNvPr id="14" name="Text Placeholder 2"/>
            <p:cNvSpPr txBox="1">
              <a:spLocks/>
            </p:cNvSpPr>
            <p:nvPr/>
          </p:nvSpPr>
          <p:spPr>
            <a:xfrm>
              <a:off x="2012043" y="3954457"/>
              <a:ext cx="7406640" cy="1138771"/>
            </a:xfrm>
            <a:prstGeom prst="rect">
              <a:avLst/>
            </a:prstGeom>
          </p:spPr>
          <p:txBody>
            <a:bodyPr lIns="146304" tIns="91440" rIns="146304" bIns="91440"/>
            <a:lstStyle>
              <a:lvl1pPr marL="345796" indent="-345796" algn="l" defTabSz="913637" rtl="0" eaLnBrk="1" latinLnBrk="0" hangingPunct="1">
                <a:lnSpc>
                  <a:spcPct val="90000"/>
                </a:lnSpc>
                <a:spcBef>
                  <a:spcPct val="20000"/>
                </a:spcBef>
                <a:buSzPct val="90000"/>
                <a:buFont typeface="Arial" pitchFamily="34" charset="0"/>
                <a:buChar char="•"/>
                <a:defRPr sz="3200" kern="1200">
                  <a:gradFill flip="none" rotWithShape="1">
                    <a:gsLst>
                      <a:gs pos="0">
                        <a:schemeClr val="tx1">
                          <a:lumMod val="65000"/>
                          <a:lumOff val="35000"/>
                        </a:schemeClr>
                      </a:gs>
                      <a:gs pos="86000">
                        <a:schemeClr val="tx1">
                          <a:lumMod val="75000"/>
                          <a:lumOff val="25000"/>
                        </a:schemeClr>
                      </a:gs>
                    </a:gsLst>
                    <a:path path="circle">
                      <a:fillToRect r="100000" b="100000"/>
                    </a:path>
                    <a:tileRect l="-100000" t="-100000"/>
                  </a:gradFill>
                  <a:latin typeface="+mn-lt"/>
                  <a:ea typeface="+mn-ea"/>
                  <a:cs typeface="+mn-cs"/>
                </a:defRPr>
              </a:lvl1pPr>
              <a:lvl2pPr marL="629739" indent="-283935" algn="l" defTabSz="913637" rtl="0" eaLnBrk="1" latinLnBrk="0" hangingPunct="1">
                <a:lnSpc>
                  <a:spcPct val="90000"/>
                </a:lnSpc>
                <a:spcBef>
                  <a:spcPct val="20000"/>
                </a:spcBef>
                <a:buSzPct val="90000"/>
                <a:buFont typeface="Arial" pitchFamily="34" charset="0"/>
                <a:buChar char="•"/>
                <a:tabLst>
                  <a:tab pos="629739" algn="l"/>
                </a:tabLst>
                <a:defRPr sz="2800" kern="1200">
                  <a:gradFill flip="none" rotWithShape="1">
                    <a:gsLst>
                      <a:gs pos="0">
                        <a:schemeClr val="tx1">
                          <a:lumMod val="65000"/>
                          <a:lumOff val="35000"/>
                        </a:schemeClr>
                      </a:gs>
                      <a:gs pos="86000">
                        <a:schemeClr val="tx1">
                          <a:lumMod val="75000"/>
                          <a:lumOff val="25000"/>
                        </a:schemeClr>
                      </a:gs>
                    </a:gsLst>
                    <a:path path="circle">
                      <a:fillToRect r="100000" b="100000"/>
                    </a:path>
                    <a:tileRect l="-100000" t="-100000"/>
                  </a:gradFill>
                  <a:latin typeface="+mn-lt"/>
                  <a:ea typeface="+mn-ea"/>
                  <a:cs typeface="+mn-cs"/>
                </a:defRPr>
              </a:lvl2pPr>
              <a:lvl3pPr marL="913673" indent="-283935" algn="l" defTabSz="913637" rtl="0" eaLnBrk="1" latinLnBrk="0" hangingPunct="1">
                <a:lnSpc>
                  <a:spcPct val="90000"/>
                </a:lnSpc>
                <a:spcBef>
                  <a:spcPct val="20000"/>
                </a:spcBef>
                <a:buSzPct val="90000"/>
                <a:buFont typeface="Arial" pitchFamily="34" charset="0"/>
                <a:buChar char="•"/>
                <a:defRPr sz="2400" kern="1200">
                  <a:gradFill flip="none" rotWithShape="1">
                    <a:gsLst>
                      <a:gs pos="0">
                        <a:schemeClr val="tx1">
                          <a:lumMod val="65000"/>
                          <a:lumOff val="35000"/>
                        </a:schemeClr>
                      </a:gs>
                      <a:gs pos="86000">
                        <a:schemeClr val="tx1">
                          <a:lumMod val="75000"/>
                          <a:lumOff val="25000"/>
                        </a:schemeClr>
                      </a:gs>
                    </a:gsLst>
                    <a:path path="circle">
                      <a:fillToRect r="100000" b="100000"/>
                    </a:path>
                    <a:tileRect l="-100000" t="-100000"/>
                  </a:gradFill>
                  <a:latin typeface="+mn-lt"/>
                  <a:ea typeface="+mn-ea"/>
                  <a:cs typeface="+mn-cs"/>
                </a:defRPr>
              </a:lvl3pPr>
              <a:lvl4pPr marL="1481549" indent="-223661" algn="l" defTabSz="913637" rtl="0" eaLnBrk="1" latinLnBrk="0" hangingPunct="1">
                <a:lnSpc>
                  <a:spcPct val="90000"/>
                </a:lnSpc>
                <a:spcBef>
                  <a:spcPct val="20000"/>
                </a:spcBef>
                <a:buSzPct val="90000"/>
                <a:buFont typeface="Arial" pitchFamily="34" charset="0"/>
                <a:buChar char="•"/>
                <a:tabLst>
                  <a:tab pos="913673" algn="l"/>
                </a:tabLst>
                <a:defRPr sz="2000" kern="1200">
                  <a:gradFill flip="none" rotWithShape="1">
                    <a:gsLst>
                      <a:gs pos="0">
                        <a:schemeClr val="tx1">
                          <a:lumMod val="65000"/>
                          <a:lumOff val="35000"/>
                        </a:schemeClr>
                      </a:gs>
                      <a:gs pos="86000">
                        <a:schemeClr val="tx1">
                          <a:lumMod val="75000"/>
                          <a:lumOff val="25000"/>
                        </a:schemeClr>
                      </a:gs>
                    </a:gsLst>
                    <a:path path="circle">
                      <a:fillToRect r="100000" b="100000"/>
                    </a:path>
                    <a:tileRect l="-100000" t="-100000"/>
                  </a:gradFill>
                  <a:latin typeface="+mn-lt"/>
                  <a:ea typeface="+mn-ea"/>
                  <a:cs typeface="+mn-cs"/>
                </a:defRPr>
              </a:lvl4pPr>
              <a:lvl5pPr marL="1711555" indent="-230006" algn="l" defTabSz="913637" rtl="0" eaLnBrk="1" latinLnBrk="0" hangingPunct="1">
                <a:lnSpc>
                  <a:spcPct val="90000"/>
                </a:lnSpc>
                <a:spcBef>
                  <a:spcPct val="20000"/>
                </a:spcBef>
                <a:buSzPct val="90000"/>
                <a:buFont typeface="Arial" pitchFamily="34" charset="0"/>
                <a:buChar char="•"/>
                <a:defRPr sz="2000" kern="1200">
                  <a:gradFill flip="none" rotWithShape="1">
                    <a:gsLst>
                      <a:gs pos="0">
                        <a:schemeClr val="tx1">
                          <a:lumMod val="65000"/>
                          <a:lumOff val="35000"/>
                        </a:schemeClr>
                      </a:gs>
                      <a:gs pos="86000">
                        <a:schemeClr val="tx1">
                          <a:lumMod val="75000"/>
                          <a:lumOff val="25000"/>
                        </a:schemeClr>
                      </a:gs>
                    </a:gsLst>
                    <a:path path="circle">
                      <a:fillToRect r="100000" b="100000"/>
                    </a:path>
                    <a:tileRect l="-100000" t="-100000"/>
                  </a:gradFill>
                  <a:latin typeface="+mn-lt"/>
                  <a:ea typeface="+mn-ea"/>
                  <a:cs typeface="+mn-cs"/>
                </a:defRPr>
              </a:lvl5pPr>
              <a:lvl6pPr marL="2512504" indent="-228409" algn="l" defTabSz="913637"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69323" indent="-228409" algn="l" defTabSz="913637"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6141" indent="-228409" algn="l" defTabSz="913637"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2963" indent="-228409" algn="l" defTabSz="913637"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spcBef>
                  <a:spcPts val="600"/>
                </a:spcBef>
                <a:buFont typeface="Arial" pitchFamily="34" charset="0"/>
                <a:buNone/>
              </a:pPr>
              <a:r>
                <a:rPr lang="en-US" sz="2399" dirty="0">
                  <a:gradFill>
                    <a:gsLst>
                      <a:gs pos="17500">
                        <a:srgbClr val="262626"/>
                      </a:gs>
                      <a:gs pos="54000">
                        <a:srgbClr val="262626"/>
                      </a:gs>
                    </a:gsLst>
                    <a:lin ang="5400000" scaled="0"/>
                  </a:gradFill>
                  <a:latin typeface="Segoe UI Light"/>
                </a:rPr>
                <a:t>Content </a:t>
              </a:r>
              <a:r>
                <a:rPr lang="en-US" sz="2399" dirty="0" smtClean="0">
                  <a:gradFill>
                    <a:gsLst>
                      <a:gs pos="17500">
                        <a:srgbClr val="262626"/>
                      </a:gs>
                      <a:gs pos="54000">
                        <a:srgbClr val="262626"/>
                      </a:gs>
                    </a:gsLst>
                    <a:lin ang="5400000" scaled="0"/>
                  </a:gradFill>
                  <a:latin typeface="Segoe UI Light"/>
                </a:rPr>
                <a:t>add-in</a:t>
              </a:r>
              <a:endParaRPr lang="en-US" sz="2399" dirty="0">
                <a:gradFill>
                  <a:gsLst>
                    <a:gs pos="17500">
                      <a:srgbClr val="262626"/>
                    </a:gs>
                    <a:gs pos="54000">
                      <a:srgbClr val="262626"/>
                    </a:gs>
                  </a:gsLst>
                  <a:lin ang="5400000" scaled="0"/>
                </a:gradFill>
                <a:latin typeface="Segoe UI Light"/>
              </a:endParaRPr>
            </a:p>
            <a:p>
              <a:pPr marL="0" indent="0">
                <a:spcBef>
                  <a:spcPts val="600"/>
                </a:spcBef>
                <a:buFont typeface="Arial" pitchFamily="34" charset="0"/>
                <a:buNone/>
              </a:pPr>
              <a:r>
                <a:rPr lang="en-US" sz="1599" dirty="0">
                  <a:gradFill>
                    <a:gsLst>
                      <a:gs pos="17500">
                        <a:srgbClr val="262626"/>
                      </a:gs>
                      <a:gs pos="54000">
                        <a:srgbClr val="262626"/>
                      </a:gs>
                    </a:gsLst>
                    <a:lin ang="5400000" scaled="0"/>
                  </a:gradFill>
                </a:rPr>
                <a:t>Add-in that runs within a document content with read/write access</a:t>
              </a:r>
            </a:p>
            <a:p>
              <a:pPr marL="0" indent="0">
                <a:spcBef>
                  <a:spcPts val="600"/>
                </a:spcBef>
                <a:buFont typeface="Arial" pitchFamily="34" charset="0"/>
                <a:buNone/>
              </a:pPr>
              <a:r>
                <a:rPr lang="en-US" sz="1599" dirty="0">
                  <a:gradFill>
                    <a:gsLst>
                      <a:gs pos="17500">
                        <a:srgbClr val="262626"/>
                      </a:gs>
                      <a:gs pos="54000">
                        <a:srgbClr val="262626"/>
                      </a:gs>
                    </a:gsLst>
                    <a:lin ang="5400000" scaled="0"/>
                  </a:gradFill>
                </a:rPr>
                <a:t>Excel, PowerPoint, Access</a:t>
              </a:r>
            </a:p>
          </p:txBody>
        </p:sp>
        <p:grpSp>
          <p:nvGrpSpPr>
            <p:cNvPr id="55" name="Group 54"/>
            <p:cNvGrpSpPr/>
            <p:nvPr/>
          </p:nvGrpSpPr>
          <p:grpSpPr>
            <a:xfrm>
              <a:off x="438330" y="3993894"/>
              <a:ext cx="1543309" cy="1059897"/>
              <a:chOff x="460988" y="4322512"/>
              <a:chExt cx="1543309" cy="1059897"/>
            </a:xfrm>
          </p:grpSpPr>
          <p:sp>
            <p:nvSpPr>
              <p:cNvPr id="13" name="Rectangle 12"/>
              <p:cNvSpPr/>
              <p:nvPr/>
            </p:nvSpPr>
            <p:spPr>
              <a:xfrm>
                <a:off x="460988" y="4322512"/>
                <a:ext cx="1543309" cy="1059897"/>
              </a:xfrm>
              <a:prstGeom prst="rect">
                <a:avLst/>
              </a:prstGeom>
              <a:solidFill>
                <a:schemeClr val="tx1">
                  <a:lumMod val="75000"/>
                  <a:lumOff val="25000"/>
                </a:schemeClr>
              </a:solidFill>
              <a:ln>
                <a:noFill/>
              </a:ln>
            </p:spPr>
            <p:style>
              <a:lnRef idx="2">
                <a:schemeClr val="accent3">
                  <a:shade val="50000"/>
                </a:schemeClr>
              </a:lnRef>
              <a:fillRef idx="1">
                <a:schemeClr val="accent3"/>
              </a:fillRef>
              <a:effectRef idx="0">
                <a:schemeClr val="accent3"/>
              </a:effectRef>
              <a:fontRef idx="minor">
                <a:schemeClr val="lt1"/>
              </a:fontRef>
            </p:style>
            <p:txBody>
              <a:bodyPr vert="horz" lIns="91383" tIns="45692" rIns="91383" bIns="45692" rtlCol="0" anchor="t"/>
              <a:lstStyle/>
              <a:p>
                <a:pPr defTabSz="914005"/>
                <a:endParaRPr lang="en-US" sz="1299" dirty="0">
                  <a:solidFill>
                    <a:srgbClr val="FFFFFF">
                      <a:alpha val="99000"/>
                    </a:srgbClr>
                  </a:solidFill>
                </a:endParaRPr>
              </a:p>
            </p:txBody>
          </p:sp>
          <p:grpSp>
            <p:nvGrpSpPr>
              <p:cNvPr id="54" name="Group 53"/>
              <p:cNvGrpSpPr/>
              <p:nvPr/>
            </p:nvGrpSpPr>
            <p:grpSpPr>
              <a:xfrm>
                <a:off x="759308" y="4450066"/>
                <a:ext cx="970559" cy="804789"/>
                <a:chOff x="759308" y="4450066"/>
                <a:chExt cx="970559" cy="804789"/>
              </a:xfrm>
            </p:grpSpPr>
            <p:sp>
              <p:nvSpPr>
                <p:cNvPr id="6" name="Rectangle 5"/>
                <p:cNvSpPr/>
                <p:nvPr/>
              </p:nvSpPr>
              <p:spPr>
                <a:xfrm>
                  <a:off x="759308" y="4450066"/>
                  <a:ext cx="970559" cy="804789"/>
                </a:xfrm>
                <a:prstGeom prst="rect">
                  <a:avLst/>
                </a:prstGeom>
                <a:solidFill>
                  <a:schemeClr val="bg1">
                    <a:lumMod val="95000"/>
                  </a:schemeClr>
                </a:solidFill>
                <a:ln w="19050">
                  <a:noFill/>
                </a:ln>
              </p:spPr>
              <p:style>
                <a:lnRef idx="1">
                  <a:schemeClr val="dk1"/>
                </a:lnRef>
                <a:fillRef idx="2">
                  <a:schemeClr val="dk1"/>
                </a:fillRef>
                <a:effectRef idx="1">
                  <a:schemeClr val="dk1"/>
                </a:effectRef>
                <a:fontRef idx="minor">
                  <a:schemeClr val="dk1"/>
                </a:fontRef>
              </p:style>
              <p:txBody>
                <a:bodyPr lIns="91386" tIns="45694" rIns="91386" bIns="45694" rtlCol="0" anchor="ctr"/>
                <a:lstStyle/>
                <a:p>
                  <a:pPr algn="ctr" defTabSz="914005"/>
                  <a:endParaRPr lang="en-US" sz="1799" dirty="0">
                    <a:solidFill>
                      <a:srgbClr val="000000"/>
                    </a:solidFill>
                  </a:endParaRPr>
                </a:p>
              </p:txBody>
            </p:sp>
            <p:cxnSp>
              <p:nvCxnSpPr>
                <p:cNvPr id="7" name="Straight Connector 6"/>
                <p:cNvCxnSpPr/>
                <p:nvPr/>
              </p:nvCxnSpPr>
              <p:spPr>
                <a:xfrm>
                  <a:off x="867783" y="4743793"/>
                  <a:ext cx="727755" cy="0"/>
                </a:xfrm>
                <a:prstGeom prst="line">
                  <a:avLst/>
                </a:prstGeom>
                <a:ln w="19050">
                  <a:solidFill>
                    <a:schemeClr val="tx1"/>
                  </a:solidFill>
                </a:ln>
              </p:spPr>
              <p:style>
                <a:lnRef idx="1">
                  <a:schemeClr val="dk1"/>
                </a:lnRef>
                <a:fillRef idx="2">
                  <a:schemeClr val="dk1"/>
                </a:fillRef>
                <a:effectRef idx="1">
                  <a:schemeClr val="dk1"/>
                </a:effectRef>
                <a:fontRef idx="minor">
                  <a:schemeClr val="dk1"/>
                </a:fontRef>
              </p:style>
            </p:cxnSp>
            <p:cxnSp>
              <p:nvCxnSpPr>
                <p:cNvPr id="8" name="Straight Connector 7"/>
                <p:cNvCxnSpPr/>
                <p:nvPr/>
              </p:nvCxnSpPr>
              <p:spPr>
                <a:xfrm>
                  <a:off x="867783" y="4922144"/>
                  <a:ext cx="727755" cy="0"/>
                </a:xfrm>
                <a:prstGeom prst="line">
                  <a:avLst/>
                </a:prstGeom>
                <a:ln w="19050">
                  <a:solidFill>
                    <a:schemeClr val="tx1"/>
                  </a:solidFill>
                </a:ln>
              </p:spPr>
              <p:style>
                <a:lnRef idx="1">
                  <a:schemeClr val="dk1"/>
                </a:lnRef>
                <a:fillRef idx="2">
                  <a:schemeClr val="dk1"/>
                </a:fillRef>
                <a:effectRef idx="1">
                  <a:schemeClr val="dk1"/>
                </a:effectRef>
                <a:fontRef idx="minor">
                  <a:schemeClr val="dk1"/>
                </a:fontRef>
              </p:style>
            </p:cxnSp>
            <p:cxnSp>
              <p:nvCxnSpPr>
                <p:cNvPr id="9" name="Straight Connector 8"/>
                <p:cNvCxnSpPr/>
                <p:nvPr/>
              </p:nvCxnSpPr>
              <p:spPr>
                <a:xfrm>
                  <a:off x="867783" y="5100495"/>
                  <a:ext cx="727755" cy="0"/>
                </a:xfrm>
                <a:prstGeom prst="line">
                  <a:avLst/>
                </a:prstGeom>
                <a:ln w="19050">
                  <a:solidFill>
                    <a:schemeClr val="tx1"/>
                  </a:solidFill>
                </a:ln>
              </p:spPr>
              <p:style>
                <a:lnRef idx="1">
                  <a:schemeClr val="dk1"/>
                </a:lnRef>
                <a:fillRef idx="2">
                  <a:schemeClr val="dk1"/>
                </a:fillRef>
                <a:effectRef idx="1">
                  <a:schemeClr val="dk1"/>
                </a:effectRef>
                <a:fontRef idx="minor">
                  <a:schemeClr val="dk1"/>
                </a:fontRef>
              </p:style>
            </p:cxnSp>
            <p:cxnSp>
              <p:nvCxnSpPr>
                <p:cNvPr id="10" name="Straight Connector 9"/>
                <p:cNvCxnSpPr/>
                <p:nvPr/>
              </p:nvCxnSpPr>
              <p:spPr>
                <a:xfrm>
                  <a:off x="858958" y="4580715"/>
                  <a:ext cx="736581" cy="0"/>
                </a:xfrm>
                <a:prstGeom prst="line">
                  <a:avLst/>
                </a:prstGeom>
                <a:ln w="19050">
                  <a:solidFill>
                    <a:schemeClr val="tx1"/>
                  </a:solidFill>
                </a:ln>
              </p:spPr>
              <p:style>
                <a:lnRef idx="1">
                  <a:schemeClr val="dk1"/>
                </a:lnRef>
                <a:fillRef idx="2">
                  <a:schemeClr val="dk1"/>
                </a:fillRef>
                <a:effectRef idx="1">
                  <a:schemeClr val="dk1"/>
                </a:effectRef>
                <a:fontRef idx="minor">
                  <a:schemeClr val="dk1"/>
                </a:fontRef>
              </p:style>
            </p:cxnSp>
            <p:sp>
              <p:nvSpPr>
                <p:cNvPr id="12" name="Rectangle 11"/>
                <p:cNvSpPr/>
                <p:nvPr/>
              </p:nvSpPr>
              <p:spPr>
                <a:xfrm>
                  <a:off x="1057497" y="4664582"/>
                  <a:ext cx="344045" cy="349582"/>
                </a:xfrm>
                <a:prstGeom prst="rect">
                  <a:avLst/>
                </a:prstGeom>
                <a:solidFill>
                  <a:schemeClr val="accent6"/>
                </a:solidFill>
                <a:ln w="25400" cap="sq">
                  <a:solidFill>
                    <a:srgbClr val="F2F2F2"/>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91386" tIns="45694" rIns="91386" bIns="45694" rtlCol="0" anchor="ctr"/>
                <a:lstStyle/>
                <a:p>
                  <a:pPr algn="ctr" defTabSz="914005"/>
                  <a:endParaRPr lang="en-US" sz="1799" dirty="0">
                    <a:solidFill>
                      <a:srgbClr val="000000"/>
                    </a:solidFill>
                  </a:endParaRPr>
                </a:p>
              </p:txBody>
            </p:sp>
          </p:grpSp>
        </p:grpSp>
      </p:grpSp>
      <p:grpSp>
        <p:nvGrpSpPr>
          <p:cNvPr id="60" name="Group 59"/>
          <p:cNvGrpSpPr/>
          <p:nvPr/>
        </p:nvGrpSpPr>
        <p:grpSpPr>
          <a:xfrm>
            <a:off x="438330" y="1611330"/>
            <a:ext cx="8980353" cy="1138773"/>
            <a:chOff x="438330" y="1611330"/>
            <a:chExt cx="8980353" cy="1138773"/>
          </a:xfrm>
        </p:grpSpPr>
        <p:sp>
          <p:nvSpPr>
            <p:cNvPr id="16" name="Text Placeholder 2"/>
            <p:cNvSpPr txBox="1">
              <a:spLocks/>
            </p:cNvSpPr>
            <p:nvPr/>
          </p:nvSpPr>
          <p:spPr>
            <a:xfrm>
              <a:off x="2012043" y="1611330"/>
              <a:ext cx="7406640" cy="1138773"/>
            </a:xfrm>
            <a:prstGeom prst="rect">
              <a:avLst/>
            </a:prstGeom>
          </p:spPr>
          <p:txBody>
            <a:bodyPr lIns="146304" tIns="91440" rIns="146304" bIns="91440"/>
            <a:lstStyle>
              <a:lvl1pPr marL="345796" indent="-345796" algn="l" defTabSz="913637" rtl="0" eaLnBrk="1" latinLnBrk="0" hangingPunct="1">
                <a:lnSpc>
                  <a:spcPct val="90000"/>
                </a:lnSpc>
                <a:spcBef>
                  <a:spcPct val="20000"/>
                </a:spcBef>
                <a:buSzPct val="90000"/>
                <a:buFont typeface="Arial" pitchFamily="34" charset="0"/>
                <a:buChar char="•"/>
                <a:defRPr sz="3200" kern="1200">
                  <a:gradFill flip="none" rotWithShape="1">
                    <a:gsLst>
                      <a:gs pos="0">
                        <a:schemeClr val="tx1">
                          <a:lumMod val="65000"/>
                          <a:lumOff val="35000"/>
                        </a:schemeClr>
                      </a:gs>
                      <a:gs pos="86000">
                        <a:schemeClr val="tx1">
                          <a:lumMod val="75000"/>
                          <a:lumOff val="25000"/>
                        </a:schemeClr>
                      </a:gs>
                    </a:gsLst>
                    <a:path path="circle">
                      <a:fillToRect r="100000" b="100000"/>
                    </a:path>
                    <a:tileRect l="-100000" t="-100000"/>
                  </a:gradFill>
                  <a:latin typeface="+mn-lt"/>
                  <a:ea typeface="+mn-ea"/>
                  <a:cs typeface="+mn-cs"/>
                </a:defRPr>
              </a:lvl1pPr>
              <a:lvl2pPr marL="629739" indent="-283935" algn="l" defTabSz="913637" rtl="0" eaLnBrk="1" latinLnBrk="0" hangingPunct="1">
                <a:lnSpc>
                  <a:spcPct val="90000"/>
                </a:lnSpc>
                <a:spcBef>
                  <a:spcPct val="20000"/>
                </a:spcBef>
                <a:buSzPct val="90000"/>
                <a:buFont typeface="Arial" pitchFamily="34" charset="0"/>
                <a:buChar char="•"/>
                <a:tabLst>
                  <a:tab pos="629739" algn="l"/>
                </a:tabLst>
                <a:defRPr sz="2800" kern="1200">
                  <a:gradFill flip="none" rotWithShape="1">
                    <a:gsLst>
                      <a:gs pos="0">
                        <a:schemeClr val="tx1">
                          <a:lumMod val="65000"/>
                          <a:lumOff val="35000"/>
                        </a:schemeClr>
                      </a:gs>
                      <a:gs pos="86000">
                        <a:schemeClr val="tx1">
                          <a:lumMod val="75000"/>
                          <a:lumOff val="25000"/>
                        </a:schemeClr>
                      </a:gs>
                    </a:gsLst>
                    <a:path path="circle">
                      <a:fillToRect r="100000" b="100000"/>
                    </a:path>
                    <a:tileRect l="-100000" t="-100000"/>
                  </a:gradFill>
                  <a:latin typeface="+mn-lt"/>
                  <a:ea typeface="+mn-ea"/>
                  <a:cs typeface="+mn-cs"/>
                </a:defRPr>
              </a:lvl2pPr>
              <a:lvl3pPr marL="913673" indent="-283935" algn="l" defTabSz="913637" rtl="0" eaLnBrk="1" latinLnBrk="0" hangingPunct="1">
                <a:lnSpc>
                  <a:spcPct val="90000"/>
                </a:lnSpc>
                <a:spcBef>
                  <a:spcPct val="20000"/>
                </a:spcBef>
                <a:buSzPct val="90000"/>
                <a:buFont typeface="Arial" pitchFamily="34" charset="0"/>
                <a:buChar char="•"/>
                <a:defRPr sz="2400" kern="1200">
                  <a:gradFill flip="none" rotWithShape="1">
                    <a:gsLst>
                      <a:gs pos="0">
                        <a:schemeClr val="tx1">
                          <a:lumMod val="65000"/>
                          <a:lumOff val="35000"/>
                        </a:schemeClr>
                      </a:gs>
                      <a:gs pos="86000">
                        <a:schemeClr val="tx1">
                          <a:lumMod val="75000"/>
                          <a:lumOff val="25000"/>
                        </a:schemeClr>
                      </a:gs>
                    </a:gsLst>
                    <a:path path="circle">
                      <a:fillToRect r="100000" b="100000"/>
                    </a:path>
                    <a:tileRect l="-100000" t="-100000"/>
                  </a:gradFill>
                  <a:latin typeface="+mn-lt"/>
                  <a:ea typeface="+mn-ea"/>
                  <a:cs typeface="+mn-cs"/>
                </a:defRPr>
              </a:lvl3pPr>
              <a:lvl4pPr marL="1481549" indent="-223661" algn="l" defTabSz="913637" rtl="0" eaLnBrk="1" latinLnBrk="0" hangingPunct="1">
                <a:lnSpc>
                  <a:spcPct val="90000"/>
                </a:lnSpc>
                <a:spcBef>
                  <a:spcPct val="20000"/>
                </a:spcBef>
                <a:buSzPct val="90000"/>
                <a:buFont typeface="Arial" pitchFamily="34" charset="0"/>
                <a:buChar char="•"/>
                <a:tabLst>
                  <a:tab pos="913673" algn="l"/>
                </a:tabLst>
                <a:defRPr sz="2000" kern="1200">
                  <a:gradFill flip="none" rotWithShape="1">
                    <a:gsLst>
                      <a:gs pos="0">
                        <a:schemeClr val="tx1">
                          <a:lumMod val="65000"/>
                          <a:lumOff val="35000"/>
                        </a:schemeClr>
                      </a:gs>
                      <a:gs pos="86000">
                        <a:schemeClr val="tx1">
                          <a:lumMod val="75000"/>
                          <a:lumOff val="25000"/>
                        </a:schemeClr>
                      </a:gs>
                    </a:gsLst>
                    <a:path path="circle">
                      <a:fillToRect r="100000" b="100000"/>
                    </a:path>
                    <a:tileRect l="-100000" t="-100000"/>
                  </a:gradFill>
                  <a:latin typeface="+mn-lt"/>
                  <a:ea typeface="+mn-ea"/>
                  <a:cs typeface="+mn-cs"/>
                </a:defRPr>
              </a:lvl4pPr>
              <a:lvl5pPr marL="1711555" indent="-230006" algn="l" defTabSz="913637" rtl="0" eaLnBrk="1" latinLnBrk="0" hangingPunct="1">
                <a:lnSpc>
                  <a:spcPct val="90000"/>
                </a:lnSpc>
                <a:spcBef>
                  <a:spcPct val="20000"/>
                </a:spcBef>
                <a:buSzPct val="90000"/>
                <a:buFont typeface="Arial" pitchFamily="34" charset="0"/>
                <a:buChar char="•"/>
                <a:defRPr sz="2000" kern="1200">
                  <a:gradFill flip="none" rotWithShape="1">
                    <a:gsLst>
                      <a:gs pos="0">
                        <a:schemeClr val="tx1">
                          <a:lumMod val="65000"/>
                          <a:lumOff val="35000"/>
                        </a:schemeClr>
                      </a:gs>
                      <a:gs pos="86000">
                        <a:schemeClr val="tx1">
                          <a:lumMod val="75000"/>
                          <a:lumOff val="25000"/>
                        </a:schemeClr>
                      </a:gs>
                    </a:gsLst>
                    <a:path path="circle">
                      <a:fillToRect r="100000" b="100000"/>
                    </a:path>
                    <a:tileRect l="-100000" t="-100000"/>
                  </a:gradFill>
                  <a:latin typeface="+mn-lt"/>
                  <a:ea typeface="+mn-ea"/>
                  <a:cs typeface="+mn-cs"/>
                </a:defRPr>
              </a:lvl5pPr>
              <a:lvl6pPr marL="2512504" indent="-228409" algn="l" defTabSz="913637"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69323" indent="-228409" algn="l" defTabSz="913637"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6141" indent="-228409" algn="l" defTabSz="913637"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2963" indent="-228409" algn="l" defTabSz="913637"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spcBef>
                  <a:spcPts val="600"/>
                </a:spcBef>
                <a:buFont typeface="Arial" pitchFamily="34" charset="0"/>
                <a:buNone/>
              </a:pPr>
              <a:r>
                <a:rPr lang="en-US" sz="2399" dirty="0">
                  <a:gradFill>
                    <a:gsLst>
                      <a:gs pos="17500">
                        <a:srgbClr val="262626"/>
                      </a:gs>
                      <a:gs pos="54000">
                        <a:srgbClr val="262626"/>
                      </a:gs>
                    </a:gsLst>
                    <a:lin ang="5400000" scaled="0"/>
                  </a:gradFill>
                  <a:latin typeface="Segoe UI Light"/>
                </a:rPr>
                <a:t>Contextual </a:t>
              </a:r>
              <a:r>
                <a:rPr lang="en-US" sz="2399" dirty="0" smtClean="0">
                  <a:gradFill>
                    <a:gsLst>
                      <a:gs pos="17500">
                        <a:srgbClr val="262626"/>
                      </a:gs>
                      <a:gs pos="54000">
                        <a:srgbClr val="262626"/>
                      </a:gs>
                    </a:gsLst>
                    <a:lin ang="5400000" scaled="0"/>
                  </a:gradFill>
                  <a:latin typeface="Segoe UI Light"/>
                </a:rPr>
                <a:t>mail add-in</a:t>
              </a:r>
              <a:endParaRPr lang="en-US" sz="2399" dirty="0">
                <a:gradFill>
                  <a:gsLst>
                    <a:gs pos="17500">
                      <a:srgbClr val="262626"/>
                    </a:gs>
                    <a:gs pos="54000">
                      <a:srgbClr val="262626"/>
                    </a:gs>
                  </a:gsLst>
                  <a:lin ang="5400000" scaled="0"/>
                </a:gradFill>
                <a:latin typeface="Segoe UI Light"/>
              </a:endParaRPr>
            </a:p>
            <a:p>
              <a:pPr marL="0" indent="0">
                <a:spcBef>
                  <a:spcPts val="600"/>
                </a:spcBef>
                <a:buFont typeface="Arial" pitchFamily="34" charset="0"/>
                <a:buNone/>
              </a:pPr>
              <a:r>
                <a:rPr lang="en-US" sz="1599" dirty="0">
                  <a:gradFill>
                    <a:gsLst>
                      <a:gs pos="17500">
                        <a:srgbClr val="262626"/>
                      </a:gs>
                      <a:gs pos="54000">
                        <a:srgbClr val="262626"/>
                      </a:gs>
                    </a:gsLst>
                    <a:lin ang="5400000" scaled="0"/>
                  </a:gradFill>
                </a:rPr>
                <a:t>Add-in launched contextually from a mail message or appointment</a:t>
              </a:r>
            </a:p>
            <a:p>
              <a:pPr marL="0" indent="0">
                <a:spcBef>
                  <a:spcPts val="600"/>
                </a:spcBef>
                <a:buFont typeface="Arial" pitchFamily="34" charset="0"/>
                <a:buNone/>
              </a:pPr>
              <a:r>
                <a:rPr lang="en-US" sz="1599" dirty="0">
                  <a:gradFill>
                    <a:gsLst>
                      <a:gs pos="17500">
                        <a:srgbClr val="262626"/>
                      </a:gs>
                      <a:gs pos="54000">
                        <a:srgbClr val="262626"/>
                      </a:gs>
                    </a:gsLst>
                    <a:lin ang="5400000" scaled="0"/>
                  </a:gradFill>
                </a:rPr>
                <a:t>Outlook and Outlook Web Access (OWA)</a:t>
              </a:r>
            </a:p>
          </p:txBody>
        </p:sp>
        <p:grpSp>
          <p:nvGrpSpPr>
            <p:cNvPr id="47" name="Group 46"/>
            <p:cNvGrpSpPr/>
            <p:nvPr/>
          </p:nvGrpSpPr>
          <p:grpSpPr>
            <a:xfrm>
              <a:off x="438330" y="1650767"/>
              <a:ext cx="1543309" cy="1059898"/>
              <a:chOff x="460988" y="1963984"/>
              <a:chExt cx="1543309" cy="1059898"/>
            </a:xfrm>
          </p:grpSpPr>
          <p:sp>
            <p:nvSpPr>
              <p:cNvPr id="17" name="Rectangle 16"/>
              <p:cNvSpPr/>
              <p:nvPr/>
            </p:nvSpPr>
            <p:spPr>
              <a:xfrm>
                <a:off x="460988" y="1963984"/>
                <a:ext cx="1543309" cy="1059898"/>
              </a:xfrm>
              <a:prstGeom prst="rect">
                <a:avLst/>
              </a:prstGeom>
              <a:solidFill>
                <a:schemeClr val="tx1">
                  <a:lumMod val="75000"/>
                  <a:lumOff val="25000"/>
                </a:schemeClr>
              </a:solidFill>
              <a:ln>
                <a:noFill/>
              </a:ln>
            </p:spPr>
            <p:style>
              <a:lnRef idx="2">
                <a:schemeClr val="accent3">
                  <a:shade val="50000"/>
                </a:schemeClr>
              </a:lnRef>
              <a:fillRef idx="1">
                <a:schemeClr val="accent3"/>
              </a:fillRef>
              <a:effectRef idx="0">
                <a:schemeClr val="accent3"/>
              </a:effectRef>
              <a:fontRef idx="minor">
                <a:schemeClr val="lt1"/>
              </a:fontRef>
            </p:style>
            <p:txBody>
              <a:bodyPr vert="horz" lIns="91383" tIns="45692" rIns="91383" bIns="45692" rtlCol="0" anchor="t"/>
              <a:lstStyle/>
              <a:p>
                <a:pPr defTabSz="914005"/>
                <a:endParaRPr lang="en-US" sz="1299" dirty="0">
                  <a:solidFill>
                    <a:srgbClr val="FFFFFF">
                      <a:alpha val="99000"/>
                    </a:srgbClr>
                  </a:solidFill>
                </a:endParaRPr>
              </a:p>
            </p:txBody>
          </p:sp>
          <p:sp>
            <p:nvSpPr>
              <p:cNvPr id="18" name="Rectangle 17"/>
              <p:cNvSpPr/>
              <p:nvPr/>
            </p:nvSpPr>
            <p:spPr>
              <a:xfrm>
                <a:off x="931446" y="2139780"/>
                <a:ext cx="940191" cy="713405"/>
              </a:xfrm>
              <a:prstGeom prst="rect">
                <a:avLst/>
              </a:prstGeom>
              <a:solidFill>
                <a:schemeClr val="bg1">
                  <a:lumMod val="95000"/>
                </a:schemeClr>
              </a:solidFill>
              <a:ln w="19050">
                <a:noFill/>
              </a:ln>
            </p:spPr>
            <p:style>
              <a:lnRef idx="1">
                <a:schemeClr val="dk1"/>
              </a:lnRef>
              <a:fillRef idx="2">
                <a:schemeClr val="dk1"/>
              </a:fillRef>
              <a:effectRef idx="1">
                <a:schemeClr val="dk1"/>
              </a:effectRef>
              <a:fontRef idx="minor">
                <a:schemeClr val="dk1"/>
              </a:fontRef>
            </p:style>
            <p:txBody>
              <a:bodyPr lIns="91386" tIns="45694" rIns="91386" bIns="45694" rtlCol="0" anchor="ctr"/>
              <a:lstStyle/>
              <a:p>
                <a:pPr algn="ctr" defTabSz="914005"/>
                <a:endParaRPr lang="en-US" sz="1799" dirty="0">
                  <a:solidFill>
                    <a:srgbClr val="000000"/>
                  </a:solidFill>
                </a:endParaRPr>
              </a:p>
            </p:txBody>
          </p:sp>
          <p:sp>
            <p:nvSpPr>
              <p:cNvPr id="20" name="Rectangle 19"/>
              <p:cNvSpPr/>
              <p:nvPr/>
            </p:nvSpPr>
            <p:spPr>
              <a:xfrm>
                <a:off x="578841" y="2137230"/>
                <a:ext cx="312340" cy="713405"/>
              </a:xfrm>
              <a:prstGeom prst="rect">
                <a:avLst/>
              </a:prstGeom>
              <a:solidFill>
                <a:schemeClr val="bg1">
                  <a:lumMod val="95000"/>
                </a:schemeClr>
              </a:solidFill>
              <a:ln w="19050">
                <a:noFill/>
              </a:ln>
            </p:spPr>
            <p:style>
              <a:lnRef idx="1">
                <a:schemeClr val="dk1"/>
              </a:lnRef>
              <a:fillRef idx="2">
                <a:schemeClr val="dk1"/>
              </a:fillRef>
              <a:effectRef idx="1">
                <a:schemeClr val="dk1"/>
              </a:effectRef>
              <a:fontRef idx="minor">
                <a:schemeClr val="dk1"/>
              </a:fontRef>
            </p:style>
            <p:txBody>
              <a:bodyPr lIns="91386" tIns="45694" rIns="91386" bIns="45694" rtlCol="0" anchor="ctr"/>
              <a:lstStyle/>
              <a:p>
                <a:pPr algn="ctr" defTabSz="914005"/>
                <a:endParaRPr lang="en-US" sz="1799" dirty="0">
                  <a:solidFill>
                    <a:srgbClr val="000000"/>
                  </a:solidFill>
                </a:endParaRPr>
              </a:p>
            </p:txBody>
          </p:sp>
          <p:cxnSp>
            <p:nvCxnSpPr>
              <p:cNvPr id="21" name="Straight Connector 20"/>
              <p:cNvCxnSpPr/>
              <p:nvPr/>
            </p:nvCxnSpPr>
            <p:spPr>
              <a:xfrm>
                <a:off x="567953" y="2319634"/>
                <a:ext cx="323228" cy="0"/>
              </a:xfrm>
              <a:prstGeom prst="line">
                <a:avLst/>
              </a:prstGeom>
              <a:ln w="19050">
                <a:solidFill>
                  <a:schemeClr val="tx1"/>
                </a:solidFill>
              </a:ln>
            </p:spPr>
            <p:style>
              <a:lnRef idx="1">
                <a:schemeClr val="dk1"/>
              </a:lnRef>
              <a:fillRef idx="2">
                <a:schemeClr val="dk1"/>
              </a:fillRef>
              <a:effectRef idx="1">
                <a:schemeClr val="dk1"/>
              </a:effectRef>
              <a:fontRef idx="minor">
                <a:schemeClr val="dk1"/>
              </a:fontRef>
            </p:style>
          </p:cxnSp>
          <p:cxnSp>
            <p:nvCxnSpPr>
              <p:cNvPr id="22" name="Straight Connector 21"/>
              <p:cNvCxnSpPr/>
              <p:nvPr/>
            </p:nvCxnSpPr>
            <p:spPr>
              <a:xfrm>
                <a:off x="567952" y="2497985"/>
                <a:ext cx="323228" cy="0"/>
              </a:xfrm>
              <a:prstGeom prst="line">
                <a:avLst/>
              </a:prstGeom>
              <a:ln w="19050">
                <a:solidFill>
                  <a:schemeClr val="tx1"/>
                </a:solidFill>
              </a:ln>
            </p:spPr>
            <p:style>
              <a:lnRef idx="1">
                <a:schemeClr val="dk1"/>
              </a:lnRef>
              <a:fillRef idx="2">
                <a:schemeClr val="dk1"/>
              </a:fillRef>
              <a:effectRef idx="1">
                <a:schemeClr val="dk1"/>
              </a:effectRef>
              <a:fontRef idx="minor">
                <a:schemeClr val="dk1"/>
              </a:fontRef>
            </p:style>
          </p:cxnSp>
          <p:cxnSp>
            <p:nvCxnSpPr>
              <p:cNvPr id="23" name="Straight Connector 22"/>
              <p:cNvCxnSpPr/>
              <p:nvPr/>
            </p:nvCxnSpPr>
            <p:spPr>
              <a:xfrm>
                <a:off x="567953" y="2676336"/>
                <a:ext cx="323228" cy="0"/>
              </a:xfrm>
              <a:prstGeom prst="line">
                <a:avLst/>
              </a:prstGeom>
              <a:ln w="19050">
                <a:solidFill>
                  <a:schemeClr val="tx1"/>
                </a:solidFill>
              </a:ln>
            </p:spPr>
            <p:style>
              <a:lnRef idx="1">
                <a:schemeClr val="dk1"/>
              </a:lnRef>
              <a:fillRef idx="2">
                <a:schemeClr val="dk1"/>
              </a:fillRef>
              <a:effectRef idx="1">
                <a:schemeClr val="dk1"/>
              </a:effectRef>
              <a:fontRef idx="minor">
                <a:schemeClr val="dk1"/>
              </a:fontRef>
            </p:style>
          </p:cxnSp>
          <p:sp>
            <p:nvSpPr>
              <p:cNvPr id="24" name="Rectangle 23"/>
              <p:cNvSpPr/>
              <p:nvPr/>
            </p:nvSpPr>
            <p:spPr>
              <a:xfrm>
                <a:off x="958463" y="2257280"/>
                <a:ext cx="876345" cy="28879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lIns="91386" tIns="45694" rIns="91386" bIns="45694" rtlCol="0" anchor="ctr"/>
              <a:lstStyle/>
              <a:p>
                <a:pPr algn="ctr" defTabSz="914005"/>
                <a:endParaRPr lang="en-US" sz="1799" dirty="0">
                  <a:solidFill>
                    <a:srgbClr val="000000"/>
                  </a:solidFill>
                </a:endParaRPr>
              </a:p>
            </p:txBody>
          </p:sp>
        </p:grpSp>
      </p:grpSp>
      <p:grpSp>
        <p:nvGrpSpPr>
          <p:cNvPr id="63" name="Group 62"/>
          <p:cNvGrpSpPr/>
          <p:nvPr/>
        </p:nvGrpSpPr>
        <p:grpSpPr>
          <a:xfrm>
            <a:off x="438331" y="5143164"/>
            <a:ext cx="8980352" cy="1138771"/>
            <a:chOff x="438331" y="5143164"/>
            <a:chExt cx="8980352" cy="1138771"/>
          </a:xfrm>
        </p:grpSpPr>
        <p:sp>
          <p:nvSpPr>
            <p:cNvPr id="29" name="Text Placeholder 2"/>
            <p:cNvSpPr txBox="1">
              <a:spLocks/>
            </p:cNvSpPr>
            <p:nvPr/>
          </p:nvSpPr>
          <p:spPr>
            <a:xfrm>
              <a:off x="2012043" y="5143164"/>
              <a:ext cx="7406640" cy="1138771"/>
            </a:xfrm>
            <a:prstGeom prst="rect">
              <a:avLst/>
            </a:prstGeom>
          </p:spPr>
          <p:txBody>
            <a:bodyPr lIns="146304" tIns="91440" rIns="146304" bIns="91440"/>
            <a:lstStyle>
              <a:lvl1pPr marL="345796" indent="-345796" algn="l" defTabSz="913637" rtl="0" eaLnBrk="1" latinLnBrk="0" hangingPunct="1">
                <a:lnSpc>
                  <a:spcPct val="90000"/>
                </a:lnSpc>
                <a:spcBef>
                  <a:spcPct val="20000"/>
                </a:spcBef>
                <a:buSzPct val="90000"/>
                <a:buFont typeface="Arial" pitchFamily="34" charset="0"/>
                <a:buChar char="•"/>
                <a:defRPr sz="3200" kern="1200">
                  <a:gradFill flip="none" rotWithShape="1">
                    <a:gsLst>
                      <a:gs pos="0">
                        <a:schemeClr val="tx1">
                          <a:lumMod val="65000"/>
                          <a:lumOff val="35000"/>
                        </a:schemeClr>
                      </a:gs>
                      <a:gs pos="86000">
                        <a:schemeClr val="tx1">
                          <a:lumMod val="75000"/>
                          <a:lumOff val="25000"/>
                        </a:schemeClr>
                      </a:gs>
                    </a:gsLst>
                    <a:path path="circle">
                      <a:fillToRect r="100000" b="100000"/>
                    </a:path>
                    <a:tileRect l="-100000" t="-100000"/>
                  </a:gradFill>
                  <a:latin typeface="+mn-lt"/>
                  <a:ea typeface="+mn-ea"/>
                  <a:cs typeface="+mn-cs"/>
                </a:defRPr>
              </a:lvl1pPr>
              <a:lvl2pPr marL="629739" indent="-283935" algn="l" defTabSz="913637" rtl="0" eaLnBrk="1" latinLnBrk="0" hangingPunct="1">
                <a:lnSpc>
                  <a:spcPct val="90000"/>
                </a:lnSpc>
                <a:spcBef>
                  <a:spcPct val="20000"/>
                </a:spcBef>
                <a:buSzPct val="90000"/>
                <a:buFont typeface="Arial" pitchFamily="34" charset="0"/>
                <a:buChar char="•"/>
                <a:tabLst>
                  <a:tab pos="629739" algn="l"/>
                </a:tabLst>
                <a:defRPr sz="2800" kern="1200">
                  <a:gradFill flip="none" rotWithShape="1">
                    <a:gsLst>
                      <a:gs pos="0">
                        <a:schemeClr val="tx1">
                          <a:lumMod val="65000"/>
                          <a:lumOff val="35000"/>
                        </a:schemeClr>
                      </a:gs>
                      <a:gs pos="86000">
                        <a:schemeClr val="tx1">
                          <a:lumMod val="75000"/>
                          <a:lumOff val="25000"/>
                        </a:schemeClr>
                      </a:gs>
                    </a:gsLst>
                    <a:path path="circle">
                      <a:fillToRect r="100000" b="100000"/>
                    </a:path>
                    <a:tileRect l="-100000" t="-100000"/>
                  </a:gradFill>
                  <a:latin typeface="+mn-lt"/>
                  <a:ea typeface="+mn-ea"/>
                  <a:cs typeface="+mn-cs"/>
                </a:defRPr>
              </a:lvl2pPr>
              <a:lvl3pPr marL="913673" indent="-283935" algn="l" defTabSz="913637" rtl="0" eaLnBrk="1" latinLnBrk="0" hangingPunct="1">
                <a:lnSpc>
                  <a:spcPct val="90000"/>
                </a:lnSpc>
                <a:spcBef>
                  <a:spcPct val="20000"/>
                </a:spcBef>
                <a:buSzPct val="90000"/>
                <a:buFont typeface="Arial" pitchFamily="34" charset="0"/>
                <a:buChar char="•"/>
                <a:defRPr sz="2400" kern="1200">
                  <a:gradFill flip="none" rotWithShape="1">
                    <a:gsLst>
                      <a:gs pos="0">
                        <a:schemeClr val="tx1">
                          <a:lumMod val="65000"/>
                          <a:lumOff val="35000"/>
                        </a:schemeClr>
                      </a:gs>
                      <a:gs pos="86000">
                        <a:schemeClr val="tx1">
                          <a:lumMod val="75000"/>
                          <a:lumOff val="25000"/>
                        </a:schemeClr>
                      </a:gs>
                    </a:gsLst>
                    <a:path path="circle">
                      <a:fillToRect r="100000" b="100000"/>
                    </a:path>
                    <a:tileRect l="-100000" t="-100000"/>
                  </a:gradFill>
                  <a:latin typeface="+mn-lt"/>
                  <a:ea typeface="+mn-ea"/>
                  <a:cs typeface="+mn-cs"/>
                </a:defRPr>
              </a:lvl3pPr>
              <a:lvl4pPr marL="1481549" indent="-223661" algn="l" defTabSz="913637" rtl="0" eaLnBrk="1" latinLnBrk="0" hangingPunct="1">
                <a:lnSpc>
                  <a:spcPct val="90000"/>
                </a:lnSpc>
                <a:spcBef>
                  <a:spcPct val="20000"/>
                </a:spcBef>
                <a:buSzPct val="90000"/>
                <a:buFont typeface="Arial" pitchFamily="34" charset="0"/>
                <a:buChar char="•"/>
                <a:tabLst>
                  <a:tab pos="913673" algn="l"/>
                </a:tabLst>
                <a:defRPr sz="2000" kern="1200">
                  <a:gradFill flip="none" rotWithShape="1">
                    <a:gsLst>
                      <a:gs pos="0">
                        <a:schemeClr val="tx1">
                          <a:lumMod val="65000"/>
                          <a:lumOff val="35000"/>
                        </a:schemeClr>
                      </a:gs>
                      <a:gs pos="86000">
                        <a:schemeClr val="tx1">
                          <a:lumMod val="75000"/>
                          <a:lumOff val="25000"/>
                        </a:schemeClr>
                      </a:gs>
                    </a:gsLst>
                    <a:path path="circle">
                      <a:fillToRect r="100000" b="100000"/>
                    </a:path>
                    <a:tileRect l="-100000" t="-100000"/>
                  </a:gradFill>
                  <a:latin typeface="+mn-lt"/>
                  <a:ea typeface="+mn-ea"/>
                  <a:cs typeface="+mn-cs"/>
                </a:defRPr>
              </a:lvl4pPr>
              <a:lvl5pPr marL="1711555" indent="-230006" algn="l" defTabSz="913637" rtl="0" eaLnBrk="1" latinLnBrk="0" hangingPunct="1">
                <a:lnSpc>
                  <a:spcPct val="90000"/>
                </a:lnSpc>
                <a:spcBef>
                  <a:spcPct val="20000"/>
                </a:spcBef>
                <a:buSzPct val="90000"/>
                <a:buFont typeface="Arial" pitchFamily="34" charset="0"/>
                <a:buChar char="•"/>
                <a:defRPr sz="2000" kern="1200">
                  <a:gradFill flip="none" rotWithShape="1">
                    <a:gsLst>
                      <a:gs pos="0">
                        <a:schemeClr val="tx1">
                          <a:lumMod val="65000"/>
                          <a:lumOff val="35000"/>
                        </a:schemeClr>
                      </a:gs>
                      <a:gs pos="86000">
                        <a:schemeClr val="tx1">
                          <a:lumMod val="75000"/>
                          <a:lumOff val="25000"/>
                        </a:schemeClr>
                      </a:gs>
                    </a:gsLst>
                    <a:path path="circle">
                      <a:fillToRect r="100000" b="100000"/>
                    </a:path>
                    <a:tileRect l="-100000" t="-100000"/>
                  </a:gradFill>
                  <a:latin typeface="+mn-lt"/>
                  <a:ea typeface="+mn-ea"/>
                  <a:cs typeface="+mn-cs"/>
                </a:defRPr>
              </a:lvl5pPr>
              <a:lvl6pPr marL="2512504" indent="-228409" algn="l" defTabSz="913637"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69323" indent="-228409" algn="l" defTabSz="913637"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6141" indent="-228409" algn="l" defTabSz="913637"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2963" indent="-228409" algn="l" defTabSz="913637"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spcBef>
                  <a:spcPts val="600"/>
                </a:spcBef>
                <a:buFont typeface="Arial" pitchFamily="34" charset="0"/>
                <a:buNone/>
              </a:pPr>
              <a:r>
                <a:rPr lang="en-US" sz="2399" dirty="0">
                  <a:gradFill>
                    <a:gsLst>
                      <a:gs pos="17500">
                        <a:srgbClr val="262626"/>
                      </a:gs>
                      <a:gs pos="54000">
                        <a:srgbClr val="262626"/>
                      </a:gs>
                    </a:gsLst>
                    <a:lin ang="5400000" scaled="0"/>
                  </a:gradFill>
                  <a:latin typeface="Segoe UI Light"/>
                </a:rPr>
                <a:t>Add-in </a:t>
              </a:r>
              <a:r>
                <a:rPr lang="en-US" sz="2399" dirty="0" smtClean="0">
                  <a:gradFill>
                    <a:gsLst>
                      <a:gs pos="17500">
                        <a:srgbClr val="262626"/>
                      </a:gs>
                      <a:gs pos="54000">
                        <a:srgbClr val="262626"/>
                      </a:gs>
                    </a:gsLst>
                    <a:lin ang="5400000" scaled="0"/>
                  </a:gradFill>
                  <a:latin typeface="Segoe UI Light"/>
                </a:rPr>
                <a:t>command</a:t>
              </a:r>
              <a:endParaRPr lang="en-US" sz="2399" dirty="0">
                <a:gradFill>
                  <a:gsLst>
                    <a:gs pos="17500">
                      <a:srgbClr val="262626"/>
                    </a:gs>
                    <a:gs pos="54000">
                      <a:srgbClr val="262626"/>
                    </a:gs>
                  </a:gsLst>
                  <a:lin ang="5400000" scaled="0"/>
                </a:gradFill>
                <a:latin typeface="Segoe UI Light"/>
              </a:endParaRPr>
            </a:p>
            <a:p>
              <a:pPr marL="0" indent="0">
                <a:spcBef>
                  <a:spcPts val="600"/>
                </a:spcBef>
                <a:buFont typeface="Arial" pitchFamily="34" charset="0"/>
                <a:buNone/>
              </a:pPr>
              <a:r>
                <a:rPr lang="en-US" sz="1599" dirty="0">
                  <a:gradFill>
                    <a:gsLst>
                      <a:gs pos="17500">
                        <a:srgbClr val="262626"/>
                      </a:gs>
                      <a:gs pos="54000">
                        <a:srgbClr val="262626"/>
                      </a:gs>
                    </a:gsLst>
                    <a:lin ang="5400000" scaled="0"/>
                  </a:gradFill>
                </a:rPr>
                <a:t>Command in the Office UI to launch add-in or perform UI-less operation</a:t>
              </a:r>
            </a:p>
            <a:p>
              <a:pPr marL="0" indent="0">
                <a:spcBef>
                  <a:spcPts val="600"/>
                </a:spcBef>
                <a:buFont typeface="Arial" pitchFamily="34" charset="0"/>
                <a:buNone/>
              </a:pPr>
              <a:r>
                <a:rPr lang="en-US" sz="1599" dirty="0" smtClean="0">
                  <a:gradFill>
                    <a:gsLst>
                      <a:gs pos="17500">
                        <a:srgbClr val="262626"/>
                      </a:gs>
                      <a:gs pos="54000">
                        <a:srgbClr val="262626"/>
                      </a:gs>
                    </a:gsLst>
                    <a:lin ang="5400000" scaled="0"/>
                  </a:gradFill>
                </a:rPr>
                <a:t>Outlook and </a:t>
              </a:r>
              <a:r>
                <a:rPr lang="en-US" sz="1599" dirty="0">
                  <a:gradFill>
                    <a:gsLst>
                      <a:gs pos="17500">
                        <a:srgbClr val="262626"/>
                      </a:gs>
                      <a:gs pos="54000">
                        <a:srgbClr val="262626"/>
                      </a:gs>
                    </a:gsLst>
                    <a:lin ang="5400000" scaled="0"/>
                  </a:gradFill>
                </a:rPr>
                <a:t>Outlook Web Access (OWA)</a:t>
              </a:r>
            </a:p>
          </p:txBody>
        </p:sp>
        <p:grpSp>
          <p:nvGrpSpPr>
            <p:cNvPr id="57" name="Group 56"/>
            <p:cNvGrpSpPr/>
            <p:nvPr/>
          </p:nvGrpSpPr>
          <p:grpSpPr>
            <a:xfrm>
              <a:off x="438331" y="5182601"/>
              <a:ext cx="1543309" cy="1059897"/>
              <a:chOff x="460989" y="5509964"/>
              <a:chExt cx="1543309" cy="1059897"/>
            </a:xfrm>
          </p:grpSpPr>
          <p:sp>
            <p:nvSpPr>
              <p:cNvPr id="26" name="Rectangle 25"/>
              <p:cNvSpPr/>
              <p:nvPr/>
            </p:nvSpPr>
            <p:spPr>
              <a:xfrm>
                <a:off x="460989" y="5509964"/>
                <a:ext cx="1543309" cy="1059897"/>
              </a:xfrm>
              <a:prstGeom prst="rect">
                <a:avLst/>
              </a:prstGeom>
              <a:solidFill>
                <a:schemeClr val="tx1">
                  <a:lumMod val="75000"/>
                  <a:lumOff val="25000"/>
                </a:schemeClr>
              </a:solidFill>
              <a:ln>
                <a:noFill/>
              </a:ln>
            </p:spPr>
            <p:style>
              <a:lnRef idx="2">
                <a:schemeClr val="accent3">
                  <a:shade val="50000"/>
                </a:schemeClr>
              </a:lnRef>
              <a:fillRef idx="1">
                <a:schemeClr val="accent3"/>
              </a:fillRef>
              <a:effectRef idx="0">
                <a:schemeClr val="accent3"/>
              </a:effectRef>
              <a:fontRef idx="minor">
                <a:schemeClr val="lt1"/>
              </a:fontRef>
            </p:style>
            <p:txBody>
              <a:bodyPr vert="horz" lIns="91383" tIns="45692" rIns="91383" bIns="45692" rtlCol="0" anchor="t"/>
              <a:lstStyle/>
              <a:p>
                <a:pPr defTabSz="914005"/>
                <a:endParaRPr lang="en-US" sz="1299" dirty="0">
                  <a:solidFill>
                    <a:srgbClr val="FFFFFF">
                      <a:alpha val="99000"/>
                    </a:srgbClr>
                  </a:solidFill>
                </a:endParaRPr>
              </a:p>
            </p:txBody>
          </p:sp>
          <p:grpSp>
            <p:nvGrpSpPr>
              <p:cNvPr id="56" name="Group 55"/>
              <p:cNvGrpSpPr/>
              <p:nvPr/>
            </p:nvGrpSpPr>
            <p:grpSpPr>
              <a:xfrm>
                <a:off x="606344" y="5648178"/>
                <a:ext cx="1258381" cy="800177"/>
                <a:chOff x="606344" y="5648178"/>
                <a:chExt cx="1258381" cy="800177"/>
              </a:xfrm>
            </p:grpSpPr>
            <p:sp>
              <p:nvSpPr>
                <p:cNvPr id="27" name="Rectangle 26"/>
                <p:cNvSpPr/>
                <p:nvPr/>
              </p:nvSpPr>
              <p:spPr>
                <a:xfrm>
                  <a:off x="608758" y="5962738"/>
                  <a:ext cx="1255967" cy="485617"/>
                </a:xfrm>
                <a:prstGeom prst="rect">
                  <a:avLst/>
                </a:prstGeom>
                <a:solidFill>
                  <a:schemeClr val="bg1">
                    <a:lumMod val="95000"/>
                  </a:schemeClr>
                </a:solidFill>
                <a:ln w="19050">
                  <a:noFill/>
                </a:ln>
              </p:spPr>
              <p:style>
                <a:lnRef idx="1">
                  <a:schemeClr val="dk1"/>
                </a:lnRef>
                <a:fillRef idx="2">
                  <a:schemeClr val="dk1"/>
                </a:fillRef>
                <a:effectRef idx="1">
                  <a:schemeClr val="dk1"/>
                </a:effectRef>
                <a:fontRef idx="minor">
                  <a:schemeClr val="dk1"/>
                </a:fontRef>
              </p:style>
              <p:txBody>
                <a:bodyPr lIns="91386" tIns="45694" rIns="91386" bIns="45694" rtlCol="0" anchor="ctr"/>
                <a:lstStyle/>
                <a:p>
                  <a:pPr algn="ctr" defTabSz="914005"/>
                  <a:endParaRPr lang="en-US" sz="1799" dirty="0">
                    <a:solidFill>
                      <a:srgbClr val="000000"/>
                    </a:solidFill>
                  </a:endParaRPr>
                </a:p>
              </p:txBody>
            </p:sp>
            <p:sp>
              <p:nvSpPr>
                <p:cNvPr id="28" name="Rectangle 27"/>
                <p:cNvSpPr/>
                <p:nvPr/>
              </p:nvSpPr>
              <p:spPr>
                <a:xfrm>
                  <a:off x="606344" y="5648178"/>
                  <a:ext cx="1258381" cy="279909"/>
                </a:xfrm>
                <a:prstGeom prst="rect">
                  <a:avLst/>
                </a:prstGeom>
                <a:solidFill>
                  <a:schemeClr val="bg1">
                    <a:lumMod val="95000"/>
                  </a:schemeClr>
                </a:solidFill>
                <a:ln w="19050">
                  <a:noFill/>
                </a:ln>
              </p:spPr>
              <p:style>
                <a:lnRef idx="1">
                  <a:schemeClr val="dk1"/>
                </a:lnRef>
                <a:fillRef idx="2">
                  <a:schemeClr val="dk1"/>
                </a:fillRef>
                <a:effectRef idx="1">
                  <a:schemeClr val="dk1"/>
                </a:effectRef>
                <a:fontRef idx="minor">
                  <a:schemeClr val="dk1"/>
                </a:fontRef>
              </p:style>
              <p:txBody>
                <a:bodyPr lIns="91386" tIns="45694" rIns="91386" bIns="45694" rtlCol="0" anchor="ctr"/>
                <a:lstStyle/>
                <a:p>
                  <a:pPr algn="ctr" defTabSz="914005"/>
                  <a:endParaRPr lang="en-US" sz="1799" dirty="0">
                    <a:solidFill>
                      <a:srgbClr val="000000"/>
                    </a:solidFill>
                  </a:endParaRPr>
                </a:p>
              </p:txBody>
            </p:sp>
            <p:sp>
              <p:nvSpPr>
                <p:cNvPr id="30" name="Rectangle 29"/>
                <p:cNvSpPr/>
                <p:nvPr/>
              </p:nvSpPr>
              <p:spPr>
                <a:xfrm>
                  <a:off x="676152" y="5692770"/>
                  <a:ext cx="182806" cy="182806"/>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386" tIns="45694" rIns="91386" bIns="45694" rtlCol="0" anchor="ctr"/>
                <a:lstStyle/>
                <a:p>
                  <a:pPr algn="ctr" defTabSz="914005"/>
                  <a:endParaRPr lang="en-US" sz="1799" dirty="0">
                    <a:solidFill>
                      <a:srgbClr val="000000"/>
                    </a:solidFill>
                  </a:endParaRPr>
                </a:p>
              </p:txBody>
            </p:sp>
            <p:sp>
              <p:nvSpPr>
                <p:cNvPr id="31" name="Rectangle 30"/>
                <p:cNvSpPr/>
                <p:nvPr/>
              </p:nvSpPr>
              <p:spPr>
                <a:xfrm>
                  <a:off x="911564" y="5692770"/>
                  <a:ext cx="182806" cy="182806"/>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lIns="91386" tIns="45694" rIns="91386" bIns="45694" rtlCol="0" anchor="ctr"/>
                <a:lstStyle/>
                <a:p>
                  <a:pPr algn="ctr" defTabSz="914005"/>
                  <a:endParaRPr lang="en-US" sz="1799" dirty="0">
                    <a:solidFill>
                      <a:srgbClr val="000000"/>
                    </a:solidFill>
                  </a:endParaRPr>
                </a:p>
              </p:txBody>
            </p:sp>
            <p:sp>
              <p:nvSpPr>
                <p:cNvPr id="32" name="Rectangle 31"/>
                <p:cNvSpPr/>
                <p:nvPr/>
              </p:nvSpPr>
              <p:spPr>
                <a:xfrm>
                  <a:off x="1144845" y="5692770"/>
                  <a:ext cx="182806" cy="182806"/>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386" tIns="45694" rIns="91386" bIns="45694" rtlCol="0" anchor="ctr"/>
                <a:lstStyle/>
                <a:p>
                  <a:pPr algn="ctr" defTabSz="914005"/>
                  <a:endParaRPr lang="en-US" sz="1799" dirty="0">
                    <a:solidFill>
                      <a:srgbClr val="000000"/>
                    </a:solidFill>
                  </a:endParaRPr>
                </a:p>
              </p:txBody>
            </p:sp>
            <p:sp>
              <p:nvSpPr>
                <p:cNvPr id="33" name="Rectangle 32"/>
                <p:cNvSpPr/>
                <p:nvPr/>
              </p:nvSpPr>
              <p:spPr>
                <a:xfrm>
                  <a:off x="1378025" y="5692770"/>
                  <a:ext cx="182806" cy="182806"/>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386" tIns="45694" rIns="91386" bIns="45694" rtlCol="0" anchor="ctr"/>
                <a:lstStyle/>
                <a:p>
                  <a:pPr algn="ctr" defTabSz="914005"/>
                  <a:endParaRPr lang="en-US" sz="1799" dirty="0">
                    <a:solidFill>
                      <a:srgbClr val="000000"/>
                    </a:solidFill>
                  </a:endParaRPr>
                </a:p>
              </p:txBody>
            </p:sp>
            <p:sp>
              <p:nvSpPr>
                <p:cNvPr id="34" name="Rectangle 33"/>
                <p:cNvSpPr/>
                <p:nvPr/>
              </p:nvSpPr>
              <p:spPr>
                <a:xfrm>
                  <a:off x="1609207" y="5692770"/>
                  <a:ext cx="182806" cy="182806"/>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386" tIns="45694" rIns="91386" bIns="45694" rtlCol="0" anchor="ctr"/>
                <a:lstStyle/>
                <a:p>
                  <a:pPr algn="ctr" defTabSz="914005"/>
                  <a:endParaRPr lang="en-US" sz="1799" dirty="0">
                    <a:solidFill>
                      <a:srgbClr val="000000"/>
                    </a:solidFill>
                  </a:endParaRPr>
                </a:p>
              </p:txBody>
            </p:sp>
          </p:grpSp>
        </p:grpSp>
      </p:grpSp>
      <p:grpSp>
        <p:nvGrpSpPr>
          <p:cNvPr id="61" name="Group 60"/>
          <p:cNvGrpSpPr/>
          <p:nvPr/>
        </p:nvGrpSpPr>
        <p:grpSpPr>
          <a:xfrm>
            <a:off x="438332" y="2788609"/>
            <a:ext cx="8980351" cy="1138773"/>
            <a:chOff x="438332" y="2765750"/>
            <a:chExt cx="8980351" cy="1138773"/>
          </a:xfrm>
        </p:grpSpPr>
        <p:sp>
          <p:nvSpPr>
            <p:cNvPr id="43" name="Text Placeholder 2"/>
            <p:cNvSpPr txBox="1">
              <a:spLocks/>
            </p:cNvSpPr>
            <p:nvPr/>
          </p:nvSpPr>
          <p:spPr>
            <a:xfrm>
              <a:off x="2012043" y="2765750"/>
              <a:ext cx="7406640" cy="1138773"/>
            </a:xfrm>
            <a:prstGeom prst="rect">
              <a:avLst/>
            </a:prstGeom>
          </p:spPr>
          <p:txBody>
            <a:bodyPr lIns="146304" tIns="91440" rIns="146304" bIns="91440"/>
            <a:lstStyle>
              <a:lvl1pPr marL="345796" indent="-345796" algn="l" defTabSz="913637" rtl="0" eaLnBrk="1" latinLnBrk="0" hangingPunct="1">
                <a:lnSpc>
                  <a:spcPct val="90000"/>
                </a:lnSpc>
                <a:spcBef>
                  <a:spcPct val="20000"/>
                </a:spcBef>
                <a:buSzPct val="90000"/>
                <a:buFont typeface="Arial" pitchFamily="34" charset="0"/>
                <a:buChar char="•"/>
                <a:defRPr sz="3200" kern="1200">
                  <a:gradFill flip="none" rotWithShape="1">
                    <a:gsLst>
                      <a:gs pos="0">
                        <a:schemeClr val="tx1">
                          <a:lumMod val="65000"/>
                          <a:lumOff val="35000"/>
                        </a:schemeClr>
                      </a:gs>
                      <a:gs pos="86000">
                        <a:schemeClr val="tx1">
                          <a:lumMod val="75000"/>
                          <a:lumOff val="25000"/>
                        </a:schemeClr>
                      </a:gs>
                    </a:gsLst>
                    <a:path path="circle">
                      <a:fillToRect r="100000" b="100000"/>
                    </a:path>
                    <a:tileRect l="-100000" t="-100000"/>
                  </a:gradFill>
                  <a:latin typeface="+mn-lt"/>
                  <a:ea typeface="+mn-ea"/>
                  <a:cs typeface="+mn-cs"/>
                </a:defRPr>
              </a:lvl1pPr>
              <a:lvl2pPr marL="629739" indent="-283935" algn="l" defTabSz="913637" rtl="0" eaLnBrk="1" latinLnBrk="0" hangingPunct="1">
                <a:lnSpc>
                  <a:spcPct val="90000"/>
                </a:lnSpc>
                <a:spcBef>
                  <a:spcPct val="20000"/>
                </a:spcBef>
                <a:buSzPct val="90000"/>
                <a:buFont typeface="Arial" pitchFamily="34" charset="0"/>
                <a:buChar char="•"/>
                <a:tabLst>
                  <a:tab pos="629739" algn="l"/>
                </a:tabLst>
                <a:defRPr sz="2800" kern="1200">
                  <a:gradFill flip="none" rotWithShape="1">
                    <a:gsLst>
                      <a:gs pos="0">
                        <a:schemeClr val="tx1">
                          <a:lumMod val="65000"/>
                          <a:lumOff val="35000"/>
                        </a:schemeClr>
                      </a:gs>
                      <a:gs pos="86000">
                        <a:schemeClr val="tx1">
                          <a:lumMod val="75000"/>
                          <a:lumOff val="25000"/>
                        </a:schemeClr>
                      </a:gs>
                    </a:gsLst>
                    <a:path path="circle">
                      <a:fillToRect r="100000" b="100000"/>
                    </a:path>
                    <a:tileRect l="-100000" t="-100000"/>
                  </a:gradFill>
                  <a:latin typeface="+mn-lt"/>
                  <a:ea typeface="+mn-ea"/>
                  <a:cs typeface="+mn-cs"/>
                </a:defRPr>
              </a:lvl2pPr>
              <a:lvl3pPr marL="913673" indent="-283935" algn="l" defTabSz="913637" rtl="0" eaLnBrk="1" latinLnBrk="0" hangingPunct="1">
                <a:lnSpc>
                  <a:spcPct val="90000"/>
                </a:lnSpc>
                <a:spcBef>
                  <a:spcPct val="20000"/>
                </a:spcBef>
                <a:buSzPct val="90000"/>
                <a:buFont typeface="Arial" pitchFamily="34" charset="0"/>
                <a:buChar char="•"/>
                <a:defRPr sz="2400" kern="1200">
                  <a:gradFill flip="none" rotWithShape="1">
                    <a:gsLst>
                      <a:gs pos="0">
                        <a:schemeClr val="tx1">
                          <a:lumMod val="65000"/>
                          <a:lumOff val="35000"/>
                        </a:schemeClr>
                      </a:gs>
                      <a:gs pos="86000">
                        <a:schemeClr val="tx1">
                          <a:lumMod val="75000"/>
                          <a:lumOff val="25000"/>
                        </a:schemeClr>
                      </a:gs>
                    </a:gsLst>
                    <a:path path="circle">
                      <a:fillToRect r="100000" b="100000"/>
                    </a:path>
                    <a:tileRect l="-100000" t="-100000"/>
                  </a:gradFill>
                  <a:latin typeface="+mn-lt"/>
                  <a:ea typeface="+mn-ea"/>
                  <a:cs typeface="+mn-cs"/>
                </a:defRPr>
              </a:lvl3pPr>
              <a:lvl4pPr marL="1481549" indent="-223661" algn="l" defTabSz="913637" rtl="0" eaLnBrk="1" latinLnBrk="0" hangingPunct="1">
                <a:lnSpc>
                  <a:spcPct val="90000"/>
                </a:lnSpc>
                <a:spcBef>
                  <a:spcPct val="20000"/>
                </a:spcBef>
                <a:buSzPct val="90000"/>
                <a:buFont typeface="Arial" pitchFamily="34" charset="0"/>
                <a:buChar char="•"/>
                <a:tabLst>
                  <a:tab pos="913673" algn="l"/>
                </a:tabLst>
                <a:defRPr sz="2000" kern="1200">
                  <a:gradFill flip="none" rotWithShape="1">
                    <a:gsLst>
                      <a:gs pos="0">
                        <a:schemeClr val="tx1">
                          <a:lumMod val="65000"/>
                          <a:lumOff val="35000"/>
                        </a:schemeClr>
                      </a:gs>
                      <a:gs pos="86000">
                        <a:schemeClr val="tx1">
                          <a:lumMod val="75000"/>
                          <a:lumOff val="25000"/>
                        </a:schemeClr>
                      </a:gs>
                    </a:gsLst>
                    <a:path path="circle">
                      <a:fillToRect r="100000" b="100000"/>
                    </a:path>
                    <a:tileRect l="-100000" t="-100000"/>
                  </a:gradFill>
                  <a:latin typeface="+mn-lt"/>
                  <a:ea typeface="+mn-ea"/>
                  <a:cs typeface="+mn-cs"/>
                </a:defRPr>
              </a:lvl4pPr>
              <a:lvl5pPr marL="1711555" indent="-230006" algn="l" defTabSz="913637" rtl="0" eaLnBrk="1" latinLnBrk="0" hangingPunct="1">
                <a:lnSpc>
                  <a:spcPct val="90000"/>
                </a:lnSpc>
                <a:spcBef>
                  <a:spcPct val="20000"/>
                </a:spcBef>
                <a:buSzPct val="90000"/>
                <a:buFont typeface="Arial" pitchFamily="34" charset="0"/>
                <a:buChar char="•"/>
                <a:defRPr sz="2000" kern="1200">
                  <a:gradFill flip="none" rotWithShape="1">
                    <a:gsLst>
                      <a:gs pos="0">
                        <a:schemeClr val="tx1">
                          <a:lumMod val="65000"/>
                          <a:lumOff val="35000"/>
                        </a:schemeClr>
                      </a:gs>
                      <a:gs pos="86000">
                        <a:schemeClr val="tx1">
                          <a:lumMod val="75000"/>
                          <a:lumOff val="25000"/>
                        </a:schemeClr>
                      </a:gs>
                    </a:gsLst>
                    <a:path path="circle">
                      <a:fillToRect r="100000" b="100000"/>
                    </a:path>
                    <a:tileRect l="-100000" t="-100000"/>
                  </a:gradFill>
                  <a:latin typeface="+mn-lt"/>
                  <a:ea typeface="+mn-ea"/>
                  <a:cs typeface="+mn-cs"/>
                </a:defRPr>
              </a:lvl5pPr>
              <a:lvl6pPr marL="2512504" indent="-228409" algn="l" defTabSz="913637"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69323" indent="-228409" algn="l" defTabSz="913637"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6141" indent="-228409" algn="l" defTabSz="913637"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2963" indent="-228409" algn="l" defTabSz="913637"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spcBef>
                  <a:spcPts val="600"/>
                </a:spcBef>
                <a:buFont typeface="Arial" pitchFamily="34" charset="0"/>
                <a:buNone/>
              </a:pPr>
              <a:r>
                <a:rPr lang="en-US" sz="2399" dirty="0">
                  <a:gradFill>
                    <a:gsLst>
                      <a:gs pos="17500">
                        <a:srgbClr val="262626"/>
                      </a:gs>
                      <a:gs pos="54000">
                        <a:srgbClr val="262626"/>
                      </a:gs>
                    </a:gsLst>
                    <a:lin ang="5400000" scaled="0"/>
                  </a:gradFill>
                  <a:latin typeface="Segoe UI Light"/>
                </a:rPr>
                <a:t>Task </a:t>
              </a:r>
              <a:r>
                <a:rPr lang="en-US" sz="2399" dirty="0" smtClean="0">
                  <a:gradFill>
                    <a:gsLst>
                      <a:gs pos="17500">
                        <a:srgbClr val="262626"/>
                      </a:gs>
                      <a:gs pos="54000">
                        <a:srgbClr val="262626"/>
                      </a:gs>
                    </a:gsLst>
                    <a:lin ang="5400000" scaled="0"/>
                  </a:gradFill>
                  <a:latin typeface="Segoe UI Light"/>
                </a:rPr>
                <a:t>pane add-in</a:t>
              </a:r>
              <a:endParaRPr lang="en-US" sz="2399" dirty="0">
                <a:gradFill>
                  <a:gsLst>
                    <a:gs pos="17500">
                      <a:srgbClr val="262626"/>
                    </a:gs>
                    <a:gs pos="54000">
                      <a:srgbClr val="262626"/>
                    </a:gs>
                  </a:gsLst>
                  <a:lin ang="5400000" scaled="0"/>
                </a:gradFill>
                <a:latin typeface="Segoe UI Light"/>
              </a:endParaRPr>
            </a:p>
            <a:p>
              <a:pPr marL="0" indent="0">
                <a:spcBef>
                  <a:spcPts val="600"/>
                </a:spcBef>
                <a:buFont typeface="Arial" pitchFamily="34" charset="0"/>
                <a:buNone/>
              </a:pPr>
              <a:r>
                <a:rPr lang="en-US" sz="1599" dirty="0">
                  <a:gradFill>
                    <a:gsLst>
                      <a:gs pos="17500">
                        <a:srgbClr val="262626"/>
                      </a:gs>
                      <a:gs pos="54000">
                        <a:srgbClr val="262626"/>
                      </a:gs>
                    </a:gsLst>
                    <a:lin ang="5400000" scaled="0"/>
                  </a:gradFill>
                </a:rPr>
                <a:t>Add-in that runs beside a document/mail with read/write access</a:t>
              </a:r>
            </a:p>
            <a:p>
              <a:pPr marL="0" indent="0">
                <a:spcBef>
                  <a:spcPts val="600"/>
                </a:spcBef>
                <a:buFont typeface="Arial" pitchFamily="34" charset="0"/>
                <a:buNone/>
              </a:pPr>
              <a:r>
                <a:rPr lang="en-US" sz="1599" dirty="0">
                  <a:gradFill>
                    <a:gsLst>
                      <a:gs pos="17500">
                        <a:srgbClr val="262626"/>
                      </a:gs>
                      <a:gs pos="54000">
                        <a:srgbClr val="262626"/>
                      </a:gs>
                    </a:gsLst>
                    <a:lin ang="5400000" scaled="0"/>
                  </a:gradFill>
                </a:rPr>
                <a:t>Word, Excel, PowerPoint, Project, Outlook </a:t>
              </a:r>
            </a:p>
          </p:txBody>
        </p:sp>
        <p:grpSp>
          <p:nvGrpSpPr>
            <p:cNvPr id="53" name="Group 52"/>
            <p:cNvGrpSpPr/>
            <p:nvPr/>
          </p:nvGrpSpPr>
          <p:grpSpPr>
            <a:xfrm>
              <a:off x="438332" y="2805187"/>
              <a:ext cx="1543309" cy="1059898"/>
              <a:chOff x="460990" y="3143498"/>
              <a:chExt cx="1543309" cy="1059898"/>
            </a:xfrm>
          </p:grpSpPr>
          <p:sp>
            <p:nvSpPr>
              <p:cNvPr id="41" name="Rectangle 40"/>
              <p:cNvSpPr/>
              <p:nvPr/>
            </p:nvSpPr>
            <p:spPr>
              <a:xfrm>
                <a:off x="460990" y="3143498"/>
                <a:ext cx="1543309" cy="1059898"/>
              </a:xfrm>
              <a:prstGeom prst="rect">
                <a:avLst/>
              </a:prstGeom>
              <a:solidFill>
                <a:schemeClr val="tx1">
                  <a:lumMod val="75000"/>
                  <a:lumOff val="25000"/>
                </a:schemeClr>
              </a:solidFill>
              <a:ln>
                <a:noFill/>
              </a:ln>
            </p:spPr>
            <p:style>
              <a:lnRef idx="2">
                <a:schemeClr val="accent3">
                  <a:shade val="50000"/>
                </a:schemeClr>
              </a:lnRef>
              <a:fillRef idx="1">
                <a:schemeClr val="accent3"/>
              </a:fillRef>
              <a:effectRef idx="0">
                <a:schemeClr val="accent3"/>
              </a:effectRef>
              <a:fontRef idx="minor">
                <a:schemeClr val="lt1"/>
              </a:fontRef>
            </p:style>
            <p:txBody>
              <a:bodyPr vert="horz" lIns="91383" tIns="45692" rIns="91383" bIns="45692" rtlCol="0" anchor="t"/>
              <a:lstStyle/>
              <a:p>
                <a:pPr defTabSz="914005"/>
                <a:endParaRPr lang="en-US" sz="1299" dirty="0">
                  <a:solidFill>
                    <a:srgbClr val="FFFFFF">
                      <a:alpha val="99000"/>
                    </a:srgbClr>
                  </a:solidFill>
                </a:endParaRPr>
              </a:p>
            </p:txBody>
          </p:sp>
          <p:grpSp>
            <p:nvGrpSpPr>
              <p:cNvPr id="52" name="Group 51"/>
              <p:cNvGrpSpPr/>
              <p:nvPr/>
            </p:nvGrpSpPr>
            <p:grpSpPr>
              <a:xfrm>
                <a:off x="747364" y="3271053"/>
                <a:ext cx="970560" cy="804789"/>
                <a:chOff x="747364" y="3271053"/>
                <a:chExt cx="970560" cy="804789"/>
              </a:xfrm>
            </p:grpSpPr>
            <p:sp>
              <p:nvSpPr>
                <p:cNvPr id="44" name="Rectangle 43"/>
                <p:cNvSpPr/>
                <p:nvPr/>
              </p:nvSpPr>
              <p:spPr>
                <a:xfrm>
                  <a:off x="747364" y="3271053"/>
                  <a:ext cx="970560" cy="804789"/>
                </a:xfrm>
                <a:prstGeom prst="rect">
                  <a:avLst/>
                </a:prstGeom>
                <a:solidFill>
                  <a:schemeClr val="bg1">
                    <a:lumMod val="95000"/>
                  </a:schemeClr>
                </a:solidFill>
                <a:ln w="19050">
                  <a:noFill/>
                </a:ln>
              </p:spPr>
              <p:style>
                <a:lnRef idx="1">
                  <a:schemeClr val="dk1"/>
                </a:lnRef>
                <a:fillRef idx="2">
                  <a:schemeClr val="dk1"/>
                </a:fillRef>
                <a:effectRef idx="1">
                  <a:schemeClr val="dk1"/>
                </a:effectRef>
                <a:fontRef idx="minor">
                  <a:schemeClr val="dk1"/>
                </a:fontRef>
              </p:style>
              <p:txBody>
                <a:bodyPr lIns="91386" tIns="45694" rIns="91386" bIns="45694" rtlCol="0" anchor="ctr"/>
                <a:lstStyle/>
                <a:p>
                  <a:pPr algn="ctr" defTabSz="914005"/>
                  <a:endParaRPr lang="en-US" sz="1799" dirty="0">
                    <a:solidFill>
                      <a:srgbClr val="000000"/>
                    </a:solidFill>
                  </a:endParaRPr>
                </a:p>
              </p:txBody>
            </p:sp>
            <p:sp>
              <p:nvSpPr>
                <p:cNvPr id="45" name="Rectangle 44"/>
                <p:cNvSpPr/>
                <p:nvPr/>
              </p:nvSpPr>
              <p:spPr>
                <a:xfrm>
                  <a:off x="1322584" y="3321172"/>
                  <a:ext cx="344045" cy="701372"/>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lIns="91386" tIns="45694" rIns="91386" bIns="45694" rtlCol="0" anchor="ctr"/>
                <a:lstStyle/>
                <a:p>
                  <a:pPr algn="ctr" defTabSz="914005"/>
                  <a:endParaRPr lang="en-US" sz="1799" dirty="0">
                    <a:solidFill>
                      <a:srgbClr val="000000"/>
                    </a:solidFill>
                  </a:endParaRPr>
                </a:p>
              </p:txBody>
            </p:sp>
            <p:cxnSp>
              <p:nvCxnSpPr>
                <p:cNvPr id="40" name="Straight Connector 39"/>
                <p:cNvCxnSpPr/>
                <p:nvPr/>
              </p:nvCxnSpPr>
              <p:spPr>
                <a:xfrm>
                  <a:off x="860473" y="3812924"/>
                  <a:ext cx="323228" cy="0"/>
                </a:xfrm>
                <a:prstGeom prst="line">
                  <a:avLst/>
                </a:prstGeom>
                <a:ln w="19050">
                  <a:solidFill>
                    <a:schemeClr val="tx1"/>
                  </a:solidFill>
                </a:ln>
              </p:spPr>
              <p:style>
                <a:lnRef idx="1">
                  <a:schemeClr val="dk1"/>
                </a:lnRef>
                <a:fillRef idx="2">
                  <a:schemeClr val="dk1"/>
                </a:fillRef>
                <a:effectRef idx="1">
                  <a:schemeClr val="dk1"/>
                </a:effectRef>
                <a:fontRef idx="minor">
                  <a:schemeClr val="dk1"/>
                </a:fontRef>
              </p:style>
            </p:cxnSp>
            <p:cxnSp>
              <p:nvCxnSpPr>
                <p:cNvPr id="37" name="Straight Connector 36"/>
                <p:cNvCxnSpPr/>
                <p:nvPr/>
              </p:nvCxnSpPr>
              <p:spPr>
                <a:xfrm>
                  <a:off x="858960" y="3957249"/>
                  <a:ext cx="323228" cy="0"/>
                </a:xfrm>
                <a:prstGeom prst="line">
                  <a:avLst/>
                </a:prstGeom>
                <a:ln w="19050">
                  <a:solidFill>
                    <a:schemeClr val="tx1"/>
                  </a:solidFill>
                </a:ln>
              </p:spPr>
              <p:style>
                <a:lnRef idx="1">
                  <a:schemeClr val="dk1"/>
                </a:lnRef>
                <a:fillRef idx="2">
                  <a:schemeClr val="dk1"/>
                </a:fillRef>
                <a:effectRef idx="1">
                  <a:schemeClr val="dk1"/>
                </a:effectRef>
                <a:fontRef idx="minor">
                  <a:schemeClr val="dk1"/>
                </a:fontRef>
              </p:style>
            </p:cxnSp>
            <p:sp>
              <p:nvSpPr>
                <p:cNvPr id="38" name="Rectangle 37"/>
                <p:cNvSpPr/>
                <p:nvPr/>
              </p:nvSpPr>
              <p:spPr>
                <a:xfrm>
                  <a:off x="858960" y="3325032"/>
                  <a:ext cx="324741" cy="355707"/>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386" tIns="45694" rIns="91386" bIns="45694" rtlCol="0" anchor="ctr"/>
                <a:lstStyle/>
                <a:p>
                  <a:pPr algn="ctr" defTabSz="914005"/>
                  <a:endParaRPr lang="en-US" sz="1799" dirty="0">
                    <a:solidFill>
                      <a:srgbClr val="000000"/>
                    </a:solidFill>
                  </a:endParaRPr>
                </a:p>
              </p:txBody>
            </p:sp>
          </p:grpSp>
        </p:grpSp>
      </p:grpSp>
      <p:grpSp>
        <p:nvGrpSpPr>
          <p:cNvPr id="145" name="Group 144"/>
          <p:cNvGrpSpPr/>
          <p:nvPr/>
        </p:nvGrpSpPr>
        <p:grpSpPr>
          <a:xfrm>
            <a:off x="9385300" y="2884488"/>
            <a:ext cx="2779713" cy="4108450"/>
            <a:chOff x="9585325" y="2903538"/>
            <a:chExt cx="2779713" cy="4108450"/>
          </a:xfrm>
        </p:grpSpPr>
        <p:sp>
          <p:nvSpPr>
            <p:cNvPr id="78" name="Freeform 5"/>
            <p:cNvSpPr>
              <a:spLocks/>
            </p:cNvSpPr>
            <p:nvPr/>
          </p:nvSpPr>
          <p:spPr bwMode="auto">
            <a:xfrm>
              <a:off x="9712325" y="4876800"/>
              <a:ext cx="2135188" cy="2135188"/>
            </a:xfrm>
            <a:custGeom>
              <a:avLst/>
              <a:gdLst>
                <a:gd name="T0" fmla="*/ 539 w 1345"/>
                <a:gd name="T1" fmla="*/ 141 h 1345"/>
                <a:gd name="T2" fmla="*/ 539 w 1345"/>
                <a:gd name="T3" fmla="*/ 0 h 1345"/>
                <a:gd name="T4" fmla="*/ 192 w 1345"/>
                <a:gd name="T5" fmla="*/ 0 h 1345"/>
                <a:gd name="T6" fmla="*/ 192 w 1345"/>
                <a:gd name="T7" fmla="*/ 141 h 1345"/>
                <a:gd name="T8" fmla="*/ 0 w 1345"/>
                <a:gd name="T9" fmla="*/ 141 h 1345"/>
                <a:gd name="T10" fmla="*/ 0 w 1345"/>
                <a:gd name="T11" fmla="*/ 177 h 1345"/>
                <a:gd name="T12" fmla="*/ 45 w 1345"/>
                <a:gd name="T13" fmla="*/ 177 h 1345"/>
                <a:gd name="T14" fmla="*/ 45 w 1345"/>
                <a:gd name="T15" fmla="*/ 1345 h 1345"/>
                <a:gd name="T16" fmla="*/ 1300 w 1345"/>
                <a:gd name="T17" fmla="*/ 1345 h 1345"/>
                <a:gd name="T18" fmla="*/ 1300 w 1345"/>
                <a:gd name="T19" fmla="*/ 177 h 1345"/>
                <a:gd name="T20" fmla="*/ 1345 w 1345"/>
                <a:gd name="T21" fmla="*/ 177 h 1345"/>
                <a:gd name="T22" fmla="*/ 1345 w 1345"/>
                <a:gd name="T23" fmla="*/ 141 h 1345"/>
                <a:gd name="T24" fmla="*/ 539 w 1345"/>
                <a:gd name="T25" fmla="*/ 141 h 13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45" h="1345">
                  <a:moveTo>
                    <a:pt x="539" y="141"/>
                  </a:moveTo>
                  <a:lnTo>
                    <a:pt x="539" y="0"/>
                  </a:lnTo>
                  <a:lnTo>
                    <a:pt x="192" y="0"/>
                  </a:lnTo>
                  <a:lnTo>
                    <a:pt x="192" y="141"/>
                  </a:lnTo>
                  <a:lnTo>
                    <a:pt x="0" y="141"/>
                  </a:lnTo>
                  <a:lnTo>
                    <a:pt x="0" y="177"/>
                  </a:lnTo>
                  <a:lnTo>
                    <a:pt x="45" y="177"/>
                  </a:lnTo>
                  <a:lnTo>
                    <a:pt x="45" y="1345"/>
                  </a:lnTo>
                  <a:lnTo>
                    <a:pt x="1300" y="1345"/>
                  </a:lnTo>
                  <a:lnTo>
                    <a:pt x="1300" y="177"/>
                  </a:lnTo>
                  <a:lnTo>
                    <a:pt x="1345" y="177"/>
                  </a:lnTo>
                  <a:lnTo>
                    <a:pt x="1345" y="141"/>
                  </a:lnTo>
                  <a:lnTo>
                    <a:pt x="539" y="141"/>
                  </a:lnTo>
                  <a:close/>
                </a:path>
              </a:pathLst>
            </a:custGeom>
            <a:solidFill>
              <a:srgbClr val="D2D2D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solidFill>
                  <a:srgbClr val="262626"/>
                </a:solidFill>
              </a:endParaRPr>
            </a:p>
          </p:txBody>
        </p:sp>
        <p:sp>
          <p:nvSpPr>
            <p:cNvPr id="79" name="Freeform 6"/>
            <p:cNvSpPr>
              <a:spLocks/>
            </p:cNvSpPr>
            <p:nvPr/>
          </p:nvSpPr>
          <p:spPr bwMode="auto">
            <a:xfrm>
              <a:off x="9712325" y="4876800"/>
              <a:ext cx="2135188" cy="2135188"/>
            </a:xfrm>
            <a:custGeom>
              <a:avLst/>
              <a:gdLst>
                <a:gd name="T0" fmla="*/ 539 w 1345"/>
                <a:gd name="T1" fmla="*/ 141 h 1345"/>
                <a:gd name="T2" fmla="*/ 539 w 1345"/>
                <a:gd name="T3" fmla="*/ 0 h 1345"/>
                <a:gd name="T4" fmla="*/ 192 w 1345"/>
                <a:gd name="T5" fmla="*/ 0 h 1345"/>
                <a:gd name="T6" fmla="*/ 192 w 1345"/>
                <a:gd name="T7" fmla="*/ 141 h 1345"/>
                <a:gd name="T8" fmla="*/ 0 w 1345"/>
                <a:gd name="T9" fmla="*/ 141 h 1345"/>
                <a:gd name="T10" fmla="*/ 0 w 1345"/>
                <a:gd name="T11" fmla="*/ 177 h 1345"/>
                <a:gd name="T12" fmla="*/ 45 w 1345"/>
                <a:gd name="T13" fmla="*/ 177 h 1345"/>
                <a:gd name="T14" fmla="*/ 45 w 1345"/>
                <a:gd name="T15" fmla="*/ 1345 h 1345"/>
                <a:gd name="T16" fmla="*/ 1300 w 1345"/>
                <a:gd name="T17" fmla="*/ 1345 h 1345"/>
                <a:gd name="T18" fmla="*/ 1300 w 1345"/>
                <a:gd name="T19" fmla="*/ 177 h 1345"/>
                <a:gd name="T20" fmla="*/ 1345 w 1345"/>
                <a:gd name="T21" fmla="*/ 177 h 1345"/>
                <a:gd name="T22" fmla="*/ 1345 w 1345"/>
                <a:gd name="T23" fmla="*/ 141 h 1345"/>
                <a:gd name="T24" fmla="*/ 539 w 1345"/>
                <a:gd name="T25" fmla="*/ 141 h 13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45" h="1345">
                  <a:moveTo>
                    <a:pt x="539" y="141"/>
                  </a:moveTo>
                  <a:lnTo>
                    <a:pt x="539" y="0"/>
                  </a:lnTo>
                  <a:lnTo>
                    <a:pt x="192" y="0"/>
                  </a:lnTo>
                  <a:lnTo>
                    <a:pt x="192" y="141"/>
                  </a:lnTo>
                  <a:lnTo>
                    <a:pt x="0" y="141"/>
                  </a:lnTo>
                  <a:lnTo>
                    <a:pt x="0" y="177"/>
                  </a:lnTo>
                  <a:lnTo>
                    <a:pt x="45" y="177"/>
                  </a:lnTo>
                  <a:lnTo>
                    <a:pt x="45" y="1345"/>
                  </a:lnTo>
                  <a:lnTo>
                    <a:pt x="1300" y="1345"/>
                  </a:lnTo>
                  <a:lnTo>
                    <a:pt x="1300" y="177"/>
                  </a:lnTo>
                  <a:lnTo>
                    <a:pt x="1345" y="177"/>
                  </a:lnTo>
                  <a:lnTo>
                    <a:pt x="1345" y="141"/>
                  </a:lnTo>
                  <a:lnTo>
                    <a:pt x="539" y="141"/>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solidFill>
                  <a:srgbClr val="262626"/>
                </a:solidFill>
              </a:endParaRPr>
            </a:p>
          </p:txBody>
        </p:sp>
        <p:sp>
          <p:nvSpPr>
            <p:cNvPr id="80" name="Freeform 7"/>
            <p:cNvSpPr>
              <a:spLocks/>
            </p:cNvSpPr>
            <p:nvPr/>
          </p:nvSpPr>
          <p:spPr bwMode="auto">
            <a:xfrm>
              <a:off x="10179050" y="2903538"/>
              <a:ext cx="1165225" cy="765175"/>
            </a:xfrm>
            <a:custGeom>
              <a:avLst/>
              <a:gdLst>
                <a:gd name="T0" fmla="*/ 206 w 245"/>
                <a:gd name="T1" fmla="*/ 71 h 161"/>
                <a:gd name="T2" fmla="*/ 206 w 245"/>
                <a:gd name="T3" fmla="*/ 67 h 161"/>
                <a:gd name="T4" fmla="*/ 139 w 245"/>
                <a:gd name="T5" fmla="*/ 0 h 161"/>
                <a:gd name="T6" fmla="*/ 82 w 245"/>
                <a:gd name="T7" fmla="*/ 30 h 161"/>
                <a:gd name="T8" fmla="*/ 64 w 245"/>
                <a:gd name="T9" fmla="*/ 25 h 161"/>
                <a:gd name="T10" fmla="*/ 42 w 245"/>
                <a:gd name="T11" fmla="*/ 32 h 161"/>
                <a:gd name="T12" fmla="*/ 25 w 245"/>
                <a:gd name="T13" fmla="*/ 63 h 161"/>
                <a:gd name="T14" fmla="*/ 0 w 245"/>
                <a:gd name="T15" fmla="*/ 108 h 161"/>
                <a:gd name="T16" fmla="*/ 48 w 245"/>
                <a:gd name="T17" fmla="*/ 161 h 161"/>
                <a:gd name="T18" fmla="*/ 54 w 245"/>
                <a:gd name="T19" fmla="*/ 161 h 161"/>
                <a:gd name="T20" fmla="*/ 59 w 245"/>
                <a:gd name="T21" fmla="*/ 161 h 161"/>
                <a:gd name="T22" fmla="*/ 169 w 245"/>
                <a:gd name="T23" fmla="*/ 161 h 161"/>
                <a:gd name="T24" fmla="*/ 171 w 245"/>
                <a:gd name="T25" fmla="*/ 161 h 161"/>
                <a:gd name="T26" fmla="*/ 174 w 245"/>
                <a:gd name="T27" fmla="*/ 161 h 161"/>
                <a:gd name="T28" fmla="*/ 182 w 245"/>
                <a:gd name="T29" fmla="*/ 161 h 161"/>
                <a:gd name="T30" fmla="*/ 200 w 245"/>
                <a:gd name="T31" fmla="*/ 161 h 161"/>
                <a:gd name="T32" fmla="*/ 245 w 245"/>
                <a:gd name="T33" fmla="*/ 116 h 161"/>
                <a:gd name="T34" fmla="*/ 206 w 245"/>
                <a:gd name="T35" fmla="*/ 71 h 1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45" h="161">
                  <a:moveTo>
                    <a:pt x="206" y="71"/>
                  </a:moveTo>
                  <a:cubicBezTo>
                    <a:pt x="206" y="70"/>
                    <a:pt x="206" y="68"/>
                    <a:pt x="206" y="67"/>
                  </a:cubicBezTo>
                  <a:cubicBezTo>
                    <a:pt x="206" y="30"/>
                    <a:pt x="176" y="0"/>
                    <a:pt x="139" y="0"/>
                  </a:cubicBezTo>
                  <a:cubicBezTo>
                    <a:pt x="115" y="0"/>
                    <a:pt x="95" y="12"/>
                    <a:pt x="82" y="30"/>
                  </a:cubicBezTo>
                  <a:cubicBezTo>
                    <a:pt x="77" y="27"/>
                    <a:pt x="71" y="25"/>
                    <a:pt x="64" y="25"/>
                  </a:cubicBezTo>
                  <a:cubicBezTo>
                    <a:pt x="56" y="25"/>
                    <a:pt x="48" y="28"/>
                    <a:pt x="42" y="32"/>
                  </a:cubicBezTo>
                  <a:cubicBezTo>
                    <a:pt x="32" y="39"/>
                    <a:pt x="25" y="50"/>
                    <a:pt x="25" y="63"/>
                  </a:cubicBezTo>
                  <a:cubicBezTo>
                    <a:pt x="10" y="73"/>
                    <a:pt x="0" y="90"/>
                    <a:pt x="0" y="108"/>
                  </a:cubicBezTo>
                  <a:cubicBezTo>
                    <a:pt x="0" y="135"/>
                    <a:pt x="21" y="158"/>
                    <a:pt x="48" y="161"/>
                  </a:cubicBezTo>
                  <a:cubicBezTo>
                    <a:pt x="50" y="161"/>
                    <a:pt x="52" y="161"/>
                    <a:pt x="54" y="161"/>
                  </a:cubicBezTo>
                  <a:cubicBezTo>
                    <a:pt x="55" y="161"/>
                    <a:pt x="57" y="161"/>
                    <a:pt x="59" y="161"/>
                  </a:cubicBezTo>
                  <a:cubicBezTo>
                    <a:pt x="84" y="161"/>
                    <a:pt x="142" y="161"/>
                    <a:pt x="169" y="161"/>
                  </a:cubicBezTo>
                  <a:cubicBezTo>
                    <a:pt x="170" y="161"/>
                    <a:pt x="171" y="161"/>
                    <a:pt x="171" y="161"/>
                  </a:cubicBezTo>
                  <a:cubicBezTo>
                    <a:pt x="174" y="161"/>
                    <a:pt x="174" y="161"/>
                    <a:pt x="174" y="161"/>
                  </a:cubicBezTo>
                  <a:cubicBezTo>
                    <a:pt x="176" y="161"/>
                    <a:pt x="180" y="161"/>
                    <a:pt x="182" y="161"/>
                  </a:cubicBezTo>
                  <a:cubicBezTo>
                    <a:pt x="200" y="161"/>
                    <a:pt x="200" y="161"/>
                    <a:pt x="200" y="161"/>
                  </a:cubicBezTo>
                  <a:cubicBezTo>
                    <a:pt x="225" y="161"/>
                    <a:pt x="245" y="140"/>
                    <a:pt x="245" y="116"/>
                  </a:cubicBezTo>
                  <a:cubicBezTo>
                    <a:pt x="245" y="93"/>
                    <a:pt x="228" y="74"/>
                    <a:pt x="206" y="71"/>
                  </a:cubicBezTo>
                  <a:close/>
                </a:path>
              </a:pathLst>
            </a:custGeom>
            <a:solidFill>
              <a:srgbClr val="D2D2D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solidFill>
                  <a:srgbClr val="262626"/>
                </a:solidFill>
              </a:endParaRPr>
            </a:p>
          </p:txBody>
        </p:sp>
        <p:sp>
          <p:nvSpPr>
            <p:cNvPr id="81" name="Freeform 8"/>
            <p:cNvSpPr>
              <a:spLocks/>
            </p:cNvSpPr>
            <p:nvPr/>
          </p:nvSpPr>
          <p:spPr bwMode="auto">
            <a:xfrm>
              <a:off x="11495088" y="3479800"/>
              <a:ext cx="419100" cy="269875"/>
            </a:xfrm>
            <a:custGeom>
              <a:avLst/>
              <a:gdLst>
                <a:gd name="T0" fmla="*/ 74 w 88"/>
                <a:gd name="T1" fmla="*/ 25 h 57"/>
                <a:gd name="T2" fmla="*/ 74 w 88"/>
                <a:gd name="T3" fmla="*/ 24 h 57"/>
                <a:gd name="T4" fmla="*/ 50 w 88"/>
                <a:gd name="T5" fmla="*/ 0 h 57"/>
                <a:gd name="T6" fmla="*/ 29 w 88"/>
                <a:gd name="T7" fmla="*/ 10 h 57"/>
                <a:gd name="T8" fmla="*/ 23 w 88"/>
                <a:gd name="T9" fmla="*/ 9 h 57"/>
                <a:gd name="T10" fmla="*/ 15 w 88"/>
                <a:gd name="T11" fmla="*/ 11 h 57"/>
                <a:gd name="T12" fmla="*/ 9 w 88"/>
                <a:gd name="T13" fmla="*/ 22 h 57"/>
                <a:gd name="T14" fmla="*/ 0 w 88"/>
                <a:gd name="T15" fmla="*/ 38 h 57"/>
                <a:gd name="T16" fmla="*/ 17 w 88"/>
                <a:gd name="T17" fmla="*/ 57 h 57"/>
                <a:gd name="T18" fmla="*/ 19 w 88"/>
                <a:gd name="T19" fmla="*/ 57 h 57"/>
                <a:gd name="T20" fmla="*/ 21 w 88"/>
                <a:gd name="T21" fmla="*/ 57 h 57"/>
                <a:gd name="T22" fmla="*/ 61 w 88"/>
                <a:gd name="T23" fmla="*/ 57 h 57"/>
                <a:gd name="T24" fmla="*/ 61 w 88"/>
                <a:gd name="T25" fmla="*/ 57 h 57"/>
                <a:gd name="T26" fmla="*/ 62 w 88"/>
                <a:gd name="T27" fmla="*/ 57 h 57"/>
                <a:gd name="T28" fmla="*/ 65 w 88"/>
                <a:gd name="T29" fmla="*/ 57 h 57"/>
                <a:gd name="T30" fmla="*/ 72 w 88"/>
                <a:gd name="T31" fmla="*/ 57 h 57"/>
                <a:gd name="T32" fmla="*/ 88 w 88"/>
                <a:gd name="T33" fmla="*/ 41 h 57"/>
                <a:gd name="T34" fmla="*/ 74 w 88"/>
                <a:gd name="T35" fmla="*/ 25 h 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88" h="57">
                  <a:moveTo>
                    <a:pt x="74" y="25"/>
                  </a:moveTo>
                  <a:cubicBezTo>
                    <a:pt x="74" y="24"/>
                    <a:pt x="74" y="24"/>
                    <a:pt x="74" y="24"/>
                  </a:cubicBezTo>
                  <a:cubicBezTo>
                    <a:pt x="74" y="10"/>
                    <a:pt x="63" y="0"/>
                    <a:pt x="50" y="0"/>
                  </a:cubicBezTo>
                  <a:cubicBezTo>
                    <a:pt x="41" y="0"/>
                    <a:pt x="34" y="4"/>
                    <a:pt x="29" y="10"/>
                  </a:cubicBezTo>
                  <a:cubicBezTo>
                    <a:pt x="28" y="9"/>
                    <a:pt x="25" y="9"/>
                    <a:pt x="23" y="9"/>
                  </a:cubicBezTo>
                  <a:cubicBezTo>
                    <a:pt x="20" y="9"/>
                    <a:pt x="17" y="10"/>
                    <a:pt x="15" y="11"/>
                  </a:cubicBezTo>
                  <a:cubicBezTo>
                    <a:pt x="11" y="13"/>
                    <a:pt x="9" y="18"/>
                    <a:pt x="9" y="22"/>
                  </a:cubicBezTo>
                  <a:cubicBezTo>
                    <a:pt x="4" y="26"/>
                    <a:pt x="0" y="32"/>
                    <a:pt x="0" y="38"/>
                  </a:cubicBezTo>
                  <a:cubicBezTo>
                    <a:pt x="0" y="48"/>
                    <a:pt x="7" y="56"/>
                    <a:pt x="17" y="57"/>
                  </a:cubicBezTo>
                  <a:cubicBezTo>
                    <a:pt x="18" y="57"/>
                    <a:pt x="18" y="57"/>
                    <a:pt x="19" y="57"/>
                  </a:cubicBezTo>
                  <a:cubicBezTo>
                    <a:pt x="20" y="57"/>
                    <a:pt x="20" y="57"/>
                    <a:pt x="21" y="57"/>
                  </a:cubicBezTo>
                  <a:cubicBezTo>
                    <a:pt x="30" y="57"/>
                    <a:pt x="51" y="57"/>
                    <a:pt x="61" y="57"/>
                  </a:cubicBezTo>
                  <a:cubicBezTo>
                    <a:pt x="61" y="57"/>
                    <a:pt x="61" y="57"/>
                    <a:pt x="61" y="57"/>
                  </a:cubicBezTo>
                  <a:cubicBezTo>
                    <a:pt x="62" y="57"/>
                    <a:pt x="62" y="57"/>
                    <a:pt x="62" y="57"/>
                  </a:cubicBezTo>
                  <a:cubicBezTo>
                    <a:pt x="63" y="57"/>
                    <a:pt x="64" y="57"/>
                    <a:pt x="65" y="57"/>
                  </a:cubicBezTo>
                  <a:cubicBezTo>
                    <a:pt x="72" y="57"/>
                    <a:pt x="72" y="57"/>
                    <a:pt x="72" y="57"/>
                  </a:cubicBezTo>
                  <a:cubicBezTo>
                    <a:pt x="81" y="57"/>
                    <a:pt x="88" y="50"/>
                    <a:pt x="88" y="41"/>
                  </a:cubicBezTo>
                  <a:cubicBezTo>
                    <a:pt x="88" y="33"/>
                    <a:pt x="82" y="26"/>
                    <a:pt x="74" y="25"/>
                  </a:cubicBezTo>
                  <a:close/>
                </a:path>
              </a:pathLst>
            </a:custGeom>
            <a:solidFill>
              <a:srgbClr val="D2D2D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solidFill>
                  <a:srgbClr val="262626"/>
                </a:solidFill>
              </a:endParaRPr>
            </a:p>
          </p:txBody>
        </p:sp>
        <p:sp>
          <p:nvSpPr>
            <p:cNvPr id="82" name="Freeform 9"/>
            <p:cNvSpPr>
              <a:spLocks/>
            </p:cNvSpPr>
            <p:nvPr/>
          </p:nvSpPr>
          <p:spPr bwMode="auto">
            <a:xfrm>
              <a:off x="9636125" y="3616325"/>
              <a:ext cx="647700" cy="423863"/>
            </a:xfrm>
            <a:custGeom>
              <a:avLst/>
              <a:gdLst>
                <a:gd name="T0" fmla="*/ 114 w 136"/>
                <a:gd name="T1" fmla="*/ 39 h 89"/>
                <a:gd name="T2" fmla="*/ 114 w 136"/>
                <a:gd name="T3" fmla="*/ 37 h 89"/>
                <a:gd name="T4" fmla="*/ 76 w 136"/>
                <a:gd name="T5" fmla="*/ 0 h 89"/>
                <a:gd name="T6" fmla="*/ 45 w 136"/>
                <a:gd name="T7" fmla="*/ 16 h 89"/>
                <a:gd name="T8" fmla="*/ 35 w 136"/>
                <a:gd name="T9" fmla="*/ 14 h 89"/>
                <a:gd name="T10" fmla="*/ 23 w 136"/>
                <a:gd name="T11" fmla="*/ 17 h 89"/>
                <a:gd name="T12" fmla="*/ 13 w 136"/>
                <a:gd name="T13" fmla="*/ 35 h 89"/>
                <a:gd name="T14" fmla="*/ 0 w 136"/>
                <a:gd name="T15" fmla="*/ 60 h 89"/>
                <a:gd name="T16" fmla="*/ 26 w 136"/>
                <a:gd name="T17" fmla="*/ 89 h 89"/>
                <a:gd name="T18" fmla="*/ 29 w 136"/>
                <a:gd name="T19" fmla="*/ 89 h 89"/>
                <a:gd name="T20" fmla="*/ 32 w 136"/>
                <a:gd name="T21" fmla="*/ 89 h 89"/>
                <a:gd name="T22" fmla="*/ 93 w 136"/>
                <a:gd name="T23" fmla="*/ 89 h 89"/>
                <a:gd name="T24" fmla="*/ 95 w 136"/>
                <a:gd name="T25" fmla="*/ 89 h 89"/>
                <a:gd name="T26" fmla="*/ 96 w 136"/>
                <a:gd name="T27" fmla="*/ 89 h 89"/>
                <a:gd name="T28" fmla="*/ 101 w 136"/>
                <a:gd name="T29" fmla="*/ 89 h 89"/>
                <a:gd name="T30" fmla="*/ 110 w 136"/>
                <a:gd name="T31" fmla="*/ 89 h 89"/>
                <a:gd name="T32" fmla="*/ 136 w 136"/>
                <a:gd name="T33" fmla="*/ 64 h 89"/>
                <a:gd name="T34" fmla="*/ 114 w 136"/>
                <a:gd name="T35" fmla="*/ 39 h 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36" h="89">
                  <a:moveTo>
                    <a:pt x="114" y="39"/>
                  </a:moveTo>
                  <a:cubicBezTo>
                    <a:pt x="114" y="38"/>
                    <a:pt x="114" y="38"/>
                    <a:pt x="114" y="37"/>
                  </a:cubicBezTo>
                  <a:cubicBezTo>
                    <a:pt x="114" y="16"/>
                    <a:pt x="97" y="0"/>
                    <a:pt x="76" y="0"/>
                  </a:cubicBezTo>
                  <a:cubicBezTo>
                    <a:pt x="63" y="0"/>
                    <a:pt x="52" y="6"/>
                    <a:pt x="45" y="16"/>
                  </a:cubicBezTo>
                  <a:cubicBezTo>
                    <a:pt x="42" y="15"/>
                    <a:pt x="39" y="14"/>
                    <a:pt x="35" y="14"/>
                  </a:cubicBezTo>
                  <a:cubicBezTo>
                    <a:pt x="30" y="14"/>
                    <a:pt x="26" y="15"/>
                    <a:pt x="23" y="17"/>
                  </a:cubicBezTo>
                  <a:cubicBezTo>
                    <a:pt x="17" y="21"/>
                    <a:pt x="13" y="27"/>
                    <a:pt x="13" y="35"/>
                  </a:cubicBezTo>
                  <a:cubicBezTo>
                    <a:pt x="5" y="40"/>
                    <a:pt x="0" y="49"/>
                    <a:pt x="0" y="60"/>
                  </a:cubicBezTo>
                  <a:cubicBezTo>
                    <a:pt x="0" y="75"/>
                    <a:pt x="11" y="87"/>
                    <a:pt x="26" y="89"/>
                  </a:cubicBezTo>
                  <a:cubicBezTo>
                    <a:pt x="27" y="89"/>
                    <a:pt x="28" y="89"/>
                    <a:pt x="29" y="89"/>
                  </a:cubicBezTo>
                  <a:cubicBezTo>
                    <a:pt x="30" y="89"/>
                    <a:pt x="31" y="89"/>
                    <a:pt x="32" y="89"/>
                  </a:cubicBezTo>
                  <a:cubicBezTo>
                    <a:pt x="46" y="89"/>
                    <a:pt x="78" y="89"/>
                    <a:pt x="93" y="89"/>
                  </a:cubicBezTo>
                  <a:cubicBezTo>
                    <a:pt x="94" y="89"/>
                    <a:pt x="94" y="89"/>
                    <a:pt x="95" y="89"/>
                  </a:cubicBezTo>
                  <a:cubicBezTo>
                    <a:pt x="96" y="89"/>
                    <a:pt x="96" y="89"/>
                    <a:pt x="96" y="89"/>
                  </a:cubicBezTo>
                  <a:cubicBezTo>
                    <a:pt x="97" y="89"/>
                    <a:pt x="99" y="89"/>
                    <a:pt x="101" y="89"/>
                  </a:cubicBezTo>
                  <a:cubicBezTo>
                    <a:pt x="110" y="89"/>
                    <a:pt x="110" y="89"/>
                    <a:pt x="110" y="89"/>
                  </a:cubicBezTo>
                  <a:cubicBezTo>
                    <a:pt x="124" y="89"/>
                    <a:pt x="136" y="78"/>
                    <a:pt x="136" y="64"/>
                  </a:cubicBezTo>
                  <a:cubicBezTo>
                    <a:pt x="136" y="51"/>
                    <a:pt x="126" y="41"/>
                    <a:pt x="114" y="39"/>
                  </a:cubicBezTo>
                  <a:close/>
                </a:path>
              </a:pathLst>
            </a:custGeom>
            <a:solidFill>
              <a:srgbClr val="D2D2D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solidFill>
                  <a:srgbClr val="262626"/>
                </a:solidFill>
              </a:endParaRPr>
            </a:p>
          </p:txBody>
        </p:sp>
        <p:sp>
          <p:nvSpPr>
            <p:cNvPr id="83" name="Rectangle 10"/>
            <p:cNvSpPr>
              <a:spLocks noChangeArrowheads="1"/>
            </p:cNvSpPr>
            <p:nvPr/>
          </p:nvSpPr>
          <p:spPr bwMode="auto">
            <a:xfrm>
              <a:off x="10512425" y="4016375"/>
              <a:ext cx="1425575" cy="1184275"/>
            </a:xfrm>
            <a:prstGeom prst="rect">
              <a:avLst/>
            </a:prstGeom>
            <a:solidFill>
              <a:schemeClr val="bg2">
                <a:lumMod val="75000"/>
              </a:schemeClr>
            </a:solidFill>
            <a:ln>
              <a:noFill/>
            </a:ln>
          </p:spPr>
          <p:txBody>
            <a:bodyPr vert="horz" wrap="square" lIns="91440" tIns="45720" rIns="91440" bIns="45720" numCol="1" anchor="t" anchorCtr="0" compatLnSpc="1">
              <a:prstTxWarp prst="textNoShape">
                <a:avLst/>
              </a:prstTxWarp>
            </a:bodyPr>
            <a:lstStyle/>
            <a:p>
              <a:endParaRPr lang="en-US" sz="1800">
                <a:solidFill>
                  <a:srgbClr val="262626"/>
                </a:solidFill>
              </a:endParaRPr>
            </a:p>
          </p:txBody>
        </p:sp>
        <p:sp>
          <p:nvSpPr>
            <p:cNvPr id="84" name="Rectangle 11"/>
            <p:cNvSpPr>
              <a:spLocks noChangeArrowheads="1"/>
            </p:cNvSpPr>
            <p:nvPr/>
          </p:nvSpPr>
          <p:spPr bwMode="auto">
            <a:xfrm>
              <a:off x="10512425" y="4016375"/>
              <a:ext cx="1425575" cy="1184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a:solidFill>
                  <a:srgbClr val="262626"/>
                </a:solidFill>
              </a:endParaRPr>
            </a:p>
          </p:txBody>
        </p:sp>
        <p:sp>
          <p:nvSpPr>
            <p:cNvPr id="85" name="Rectangle 12"/>
            <p:cNvSpPr>
              <a:spLocks noChangeArrowheads="1"/>
            </p:cNvSpPr>
            <p:nvPr/>
          </p:nvSpPr>
          <p:spPr bwMode="auto">
            <a:xfrm>
              <a:off x="10440988" y="3959225"/>
              <a:ext cx="1568450" cy="57150"/>
            </a:xfrm>
            <a:prstGeom prst="rect">
              <a:avLst/>
            </a:prstGeom>
            <a:solidFill>
              <a:schemeClr val="bg2">
                <a:lumMod val="50000"/>
              </a:schemeClr>
            </a:solidFill>
            <a:ln>
              <a:noFill/>
            </a:ln>
          </p:spPr>
          <p:txBody>
            <a:bodyPr vert="horz" wrap="square" lIns="91440" tIns="45720" rIns="91440" bIns="45720" numCol="1" anchor="t" anchorCtr="0" compatLnSpc="1">
              <a:prstTxWarp prst="textNoShape">
                <a:avLst/>
              </a:prstTxWarp>
            </a:bodyPr>
            <a:lstStyle/>
            <a:p>
              <a:endParaRPr lang="en-US" sz="1800">
                <a:solidFill>
                  <a:srgbClr val="262626"/>
                </a:solidFill>
              </a:endParaRPr>
            </a:p>
          </p:txBody>
        </p:sp>
        <p:sp>
          <p:nvSpPr>
            <p:cNvPr id="86" name="Rectangle 13"/>
            <p:cNvSpPr>
              <a:spLocks noChangeArrowheads="1"/>
            </p:cNvSpPr>
            <p:nvPr/>
          </p:nvSpPr>
          <p:spPr bwMode="auto">
            <a:xfrm>
              <a:off x="10440988" y="3959225"/>
              <a:ext cx="1568450" cy="57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a:solidFill>
                  <a:srgbClr val="262626"/>
                </a:solidFill>
              </a:endParaRPr>
            </a:p>
          </p:txBody>
        </p:sp>
        <p:sp>
          <p:nvSpPr>
            <p:cNvPr id="87" name="Rectangle 14"/>
            <p:cNvSpPr>
              <a:spLocks noChangeArrowheads="1"/>
            </p:cNvSpPr>
            <p:nvPr/>
          </p:nvSpPr>
          <p:spPr bwMode="auto">
            <a:xfrm>
              <a:off x="10653713" y="4173538"/>
              <a:ext cx="1150938" cy="185738"/>
            </a:xfrm>
            <a:prstGeom prst="rect">
              <a:avLst/>
            </a:prstGeom>
            <a:solidFill>
              <a:schemeClr val="bg2">
                <a:lumMod val="50000"/>
              </a:schemeClr>
            </a:solidFill>
            <a:ln>
              <a:noFill/>
            </a:ln>
          </p:spPr>
          <p:txBody>
            <a:bodyPr vert="horz" wrap="square" lIns="91440" tIns="45720" rIns="91440" bIns="45720" numCol="1" anchor="t" anchorCtr="0" compatLnSpc="1">
              <a:prstTxWarp prst="textNoShape">
                <a:avLst/>
              </a:prstTxWarp>
            </a:bodyPr>
            <a:lstStyle/>
            <a:p>
              <a:endParaRPr lang="en-US" sz="1800">
                <a:solidFill>
                  <a:srgbClr val="262626"/>
                </a:solidFill>
              </a:endParaRPr>
            </a:p>
          </p:txBody>
        </p:sp>
        <p:sp>
          <p:nvSpPr>
            <p:cNvPr id="88" name="Rectangle 15"/>
            <p:cNvSpPr>
              <a:spLocks noChangeArrowheads="1"/>
            </p:cNvSpPr>
            <p:nvPr/>
          </p:nvSpPr>
          <p:spPr bwMode="auto">
            <a:xfrm>
              <a:off x="10653713" y="4173538"/>
              <a:ext cx="1150938" cy="185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a:solidFill>
                  <a:srgbClr val="262626"/>
                </a:solidFill>
              </a:endParaRPr>
            </a:p>
          </p:txBody>
        </p:sp>
        <p:sp>
          <p:nvSpPr>
            <p:cNvPr id="89" name="Rectangle 16"/>
            <p:cNvSpPr>
              <a:spLocks noChangeArrowheads="1"/>
            </p:cNvSpPr>
            <p:nvPr/>
          </p:nvSpPr>
          <p:spPr bwMode="auto">
            <a:xfrm>
              <a:off x="10653713" y="4495800"/>
              <a:ext cx="1150938" cy="185738"/>
            </a:xfrm>
            <a:prstGeom prst="rect">
              <a:avLst/>
            </a:prstGeom>
            <a:solidFill>
              <a:schemeClr val="bg2">
                <a:lumMod val="50000"/>
              </a:schemeClr>
            </a:solidFill>
            <a:ln>
              <a:noFill/>
            </a:ln>
          </p:spPr>
          <p:txBody>
            <a:bodyPr vert="horz" wrap="square" lIns="91440" tIns="45720" rIns="91440" bIns="45720" numCol="1" anchor="t" anchorCtr="0" compatLnSpc="1">
              <a:prstTxWarp prst="textNoShape">
                <a:avLst/>
              </a:prstTxWarp>
            </a:bodyPr>
            <a:lstStyle/>
            <a:p>
              <a:endParaRPr lang="en-US" sz="1800">
                <a:solidFill>
                  <a:srgbClr val="262626"/>
                </a:solidFill>
              </a:endParaRPr>
            </a:p>
          </p:txBody>
        </p:sp>
        <p:sp>
          <p:nvSpPr>
            <p:cNvPr id="90" name="Rectangle 17"/>
            <p:cNvSpPr>
              <a:spLocks noChangeArrowheads="1"/>
            </p:cNvSpPr>
            <p:nvPr/>
          </p:nvSpPr>
          <p:spPr bwMode="auto">
            <a:xfrm>
              <a:off x="10653713" y="4495800"/>
              <a:ext cx="1150938" cy="185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a:solidFill>
                  <a:srgbClr val="262626"/>
                </a:solidFill>
              </a:endParaRPr>
            </a:p>
          </p:txBody>
        </p:sp>
        <p:sp>
          <p:nvSpPr>
            <p:cNvPr id="91" name="Freeform 18"/>
            <p:cNvSpPr>
              <a:spLocks/>
            </p:cNvSpPr>
            <p:nvPr/>
          </p:nvSpPr>
          <p:spPr bwMode="auto">
            <a:xfrm>
              <a:off x="10512425" y="4016375"/>
              <a:ext cx="503238" cy="474663"/>
            </a:xfrm>
            <a:custGeom>
              <a:avLst/>
              <a:gdLst>
                <a:gd name="T0" fmla="*/ 106 w 106"/>
                <a:gd name="T1" fmla="*/ 0 h 100"/>
                <a:gd name="T2" fmla="*/ 0 w 106"/>
                <a:gd name="T3" fmla="*/ 0 h 100"/>
                <a:gd name="T4" fmla="*/ 0 w 106"/>
                <a:gd name="T5" fmla="*/ 99 h 100"/>
                <a:gd name="T6" fmla="*/ 8 w 106"/>
                <a:gd name="T7" fmla="*/ 100 h 100"/>
                <a:gd name="T8" fmla="*/ 76 w 106"/>
                <a:gd name="T9" fmla="*/ 72 h 100"/>
                <a:gd name="T10" fmla="*/ 30 w 106"/>
                <a:gd name="T11" fmla="*/ 72 h 100"/>
                <a:gd name="T12" fmla="*/ 30 w 106"/>
                <a:gd name="T13" fmla="*/ 33 h 100"/>
                <a:gd name="T14" fmla="*/ 101 w 106"/>
                <a:gd name="T15" fmla="*/ 33 h 100"/>
                <a:gd name="T16" fmla="*/ 106 w 106"/>
                <a:gd name="T17" fmla="*/ 2 h 100"/>
                <a:gd name="T18" fmla="*/ 106 w 106"/>
                <a:gd name="T19" fmla="*/ 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6" h="100">
                  <a:moveTo>
                    <a:pt x="106" y="0"/>
                  </a:moveTo>
                  <a:cubicBezTo>
                    <a:pt x="0" y="0"/>
                    <a:pt x="0" y="0"/>
                    <a:pt x="0" y="0"/>
                  </a:cubicBezTo>
                  <a:cubicBezTo>
                    <a:pt x="0" y="99"/>
                    <a:pt x="0" y="99"/>
                    <a:pt x="0" y="99"/>
                  </a:cubicBezTo>
                  <a:cubicBezTo>
                    <a:pt x="3" y="99"/>
                    <a:pt x="5" y="100"/>
                    <a:pt x="8" y="100"/>
                  </a:cubicBezTo>
                  <a:cubicBezTo>
                    <a:pt x="34" y="100"/>
                    <a:pt x="58" y="89"/>
                    <a:pt x="76" y="72"/>
                  </a:cubicBezTo>
                  <a:cubicBezTo>
                    <a:pt x="30" y="72"/>
                    <a:pt x="30" y="72"/>
                    <a:pt x="30" y="72"/>
                  </a:cubicBezTo>
                  <a:cubicBezTo>
                    <a:pt x="30" y="33"/>
                    <a:pt x="30" y="33"/>
                    <a:pt x="30" y="33"/>
                  </a:cubicBezTo>
                  <a:cubicBezTo>
                    <a:pt x="101" y="33"/>
                    <a:pt x="101" y="33"/>
                    <a:pt x="101" y="33"/>
                  </a:cubicBezTo>
                  <a:cubicBezTo>
                    <a:pt x="104" y="23"/>
                    <a:pt x="106" y="13"/>
                    <a:pt x="106" y="2"/>
                  </a:cubicBezTo>
                  <a:cubicBezTo>
                    <a:pt x="106" y="1"/>
                    <a:pt x="106" y="0"/>
                    <a:pt x="106" y="0"/>
                  </a:cubicBezTo>
                </a:path>
              </a:pathLst>
            </a:custGeom>
            <a:solidFill>
              <a:schemeClr val="bg2">
                <a:lumMod val="75000"/>
              </a:schemeClr>
            </a:solidFill>
            <a:ln>
              <a:noFill/>
            </a:ln>
          </p:spPr>
          <p:txBody>
            <a:bodyPr vert="horz" wrap="square" lIns="91440" tIns="45720" rIns="91440" bIns="45720" numCol="1" anchor="t" anchorCtr="0" compatLnSpc="1">
              <a:prstTxWarp prst="textNoShape">
                <a:avLst/>
              </a:prstTxWarp>
            </a:bodyPr>
            <a:lstStyle/>
            <a:p>
              <a:endParaRPr lang="en-US" sz="1800">
                <a:solidFill>
                  <a:srgbClr val="262626"/>
                </a:solidFill>
              </a:endParaRPr>
            </a:p>
          </p:txBody>
        </p:sp>
        <p:sp>
          <p:nvSpPr>
            <p:cNvPr id="92" name="Freeform 19"/>
            <p:cNvSpPr>
              <a:spLocks/>
            </p:cNvSpPr>
            <p:nvPr/>
          </p:nvSpPr>
          <p:spPr bwMode="auto">
            <a:xfrm>
              <a:off x="10512425" y="3959225"/>
              <a:ext cx="503238" cy="57150"/>
            </a:xfrm>
            <a:custGeom>
              <a:avLst/>
              <a:gdLst>
                <a:gd name="T0" fmla="*/ 105 w 106"/>
                <a:gd name="T1" fmla="*/ 0 h 12"/>
                <a:gd name="T2" fmla="*/ 0 w 106"/>
                <a:gd name="T3" fmla="*/ 0 h 12"/>
                <a:gd name="T4" fmla="*/ 0 w 106"/>
                <a:gd name="T5" fmla="*/ 12 h 12"/>
                <a:gd name="T6" fmla="*/ 106 w 106"/>
                <a:gd name="T7" fmla="*/ 12 h 12"/>
                <a:gd name="T8" fmla="*/ 105 w 106"/>
                <a:gd name="T9" fmla="*/ 0 h 12"/>
              </a:gdLst>
              <a:ahLst/>
              <a:cxnLst>
                <a:cxn ang="0">
                  <a:pos x="T0" y="T1"/>
                </a:cxn>
                <a:cxn ang="0">
                  <a:pos x="T2" y="T3"/>
                </a:cxn>
                <a:cxn ang="0">
                  <a:pos x="T4" y="T5"/>
                </a:cxn>
                <a:cxn ang="0">
                  <a:pos x="T6" y="T7"/>
                </a:cxn>
                <a:cxn ang="0">
                  <a:pos x="T8" y="T9"/>
                </a:cxn>
              </a:cxnLst>
              <a:rect l="0" t="0" r="r" b="b"/>
              <a:pathLst>
                <a:path w="106" h="12">
                  <a:moveTo>
                    <a:pt x="105" y="0"/>
                  </a:moveTo>
                  <a:cubicBezTo>
                    <a:pt x="0" y="0"/>
                    <a:pt x="0" y="0"/>
                    <a:pt x="0" y="0"/>
                  </a:cubicBezTo>
                  <a:cubicBezTo>
                    <a:pt x="0" y="12"/>
                    <a:pt x="0" y="12"/>
                    <a:pt x="0" y="12"/>
                  </a:cubicBezTo>
                  <a:cubicBezTo>
                    <a:pt x="106" y="12"/>
                    <a:pt x="106" y="12"/>
                    <a:pt x="106" y="12"/>
                  </a:cubicBezTo>
                  <a:cubicBezTo>
                    <a:pt x="106" y="8"/>
                    <a:pt x="105" y="4"/>
                    <a:pt x="105" y="0"/>
                  </a:cubicBezTo>
                </a:path>
              </a:pathLst>
            </a:custGeom>
            <a:solidFill>
              <a:schemeClr val="bg2">
                <a:lumMod val="50000"/>
              </a:schemeClr>
            </a:solidFill>
            <a:ln>
              <a:noFill/>
            </a:ln>
          </p:spPr>
          <p:txBody>
            <a:bodyPr vert="horz" wrap="square" lIns="91440" tIns="45720" rIns="91440" bIns="45720" numCol="1" anchor="t" anchorCtr="0" compatLnSpc="1">
              <a:prstTxWarp prst="textNoShape">
                <a:avLst/>
              </a:prstTxWarp>
            </a:bodyPr>
            <a:lstStyle/>
            <a:p>
              <a:endParaRPr lang="en-US" sz="1800">
                <a:solidFill>
                  <a:srgbClr val="262626"/>
                </a:solidFill>
              </a:endParaRPr>
            </a:p>
          </p:txBody>
        </p:sp>
        <p:sp>
          <p:nvSpPr>
            <p:cNvPr id="93" name="Freeform 20"/>
            <p:cNvSpPr>
              <a:spLocks/>
            </p:cNvSpPr>
            <p:nvPr/>
          </p:nvSpPr>
          <p:spPr bwMode="auto">
            <a:xfrm>
              <a:off x="10653713" y="4173538"/>
              <a:ext cx="338138" cy="185738"/>
            </a:xfrm>
            <a:custGeom>
              <a:avLst/>
              <a:gdLst>
                <a:gd name="T0" fmla="*/ 71 w 71"/>
                <a:gd name="T1" fmla="*/ 0 h 39"/>
                <a:gd name="T2" fmla="*/ 0 w 71"/>
                <a:gd name="T3" fmla="*/ 0 h 39"/>
                <a:gd name="T4" fmla="*/ 0 w 71"/>
                <a:gd name="T5" fmla="*/ 39 h 39"/>
                <a:gd name="T6" fmla="*/ 46 w 71"/>
                <a:gd name="T7" fmla="*/ 39 h 39"/>
                <a:gd name="T8" fmla="*/ 71 w 71"/>
                <a:gd name="T9" fmla="*/ 0 h 39"/>
              </a:gdLst>
              <a:ahLst/>
              <a:cxnLst>
                <a:cxn ang="0">
                  <a:pos x="T0" y="T1"/>
                </a:cxn>
                <a:cxn ang="0">
                  <a:pos x="T2" y="T3"/>
                </a:cxn>
                <a:cxn ang="0">
                  <a:pos x="T4" y="T5"/>
                </a:cxn>
                <a:cxn ang="0">
                  <a:pos x="T6" y="T7"/>
                </a:cxn>
                <a:cxn ang="0">
                  <a:pos x="T8" y="T9"/>
                </a:cxn>
              </a:cxnLst>
              <a:rect l="0" t="0" r="r" b="b"/>
              <a:pathLst>
                <a:path w="71" h="39">
                  <a:moveTo>
                    <a:pt x="71" y="0"/>
                  </a:moveTo>
                  <a:cubicBezTo>
                    <a:pt x="0" y="0"/>
                    <a:pt x="0" y="0"/>
                    <a:pt x="0" y="0"/>
                  </a:cubicBezTo>
                  <a:cubicBezTo>
                    <a:pt x="0" y="39"/>
                    <a:pt x="0" y="39"/>
                    <a:pt x="0" y="39"/>
                  </a:cubicBezTo>
                  <a:cubicBezTo>
                    <a:pt x="46" y="39"/>
                    <a:pt x="46" y="39"/>
                    <a:pt x="46" y="39"/>
                  </a:cubicBezTo>
                  <a:cubicBezTo>
                    <a:pt x="57" y="29"/>
                    <a:pt x="65" y="15"/>
                    <a:pt x="71" y="0"/>
                  </a:cubicBezTo>
                </a:path>
              </a:pathLst>
            </a:custGeom>
            <a:solidFill>
              <a:schemeClr val="bg2">
                <a:lumMod val="50000"/>
              </a:schemeClr>
            </a:solidFill>
            <a:ln>
              <a:noFill/>
            </a:ln>
          </p:spPr>
          <p:txBody>
            <a:bodyPr vert="horz" wrap="square" lIns="91440" tIns="45720" rIns="91440" bIns="45720" numCol="1" anchor="t" anchorCtr="0" compatLnSpc="1">
              <a:prstTxWarp prst="textNoShape">
                <a:avLst/>
              </a:prstTxWarp>
            </a:bodyPr>
            <a:lstStyle/>
            <a:p>
              <a:endParaRPr lang="en-US" sz="1800">
                <a:solidFill>
                  <a:srgbClr val="262626"/>
                </a:solidFill>
              </a:endParaRPr>
            </a:p>
          </p:txBody>
        </p:sp>
        <p:sp>
          <p:nvSpPr>
            <p:cNvPr id="94" name="Rectangle 21"/>
            <p:cNvSpPr>
              <a:spLocks noChangeArrowheads="1"/>
            </p:cNvSpPr>
            <p:nvPr/>
          </p:nvSpPr>
          <p:spPr bwMode="auto">
            <a:xfrm>
              <a:off x="10653713" y="4814888"/>
              <a:ext cx="1150938" cy="185738"/>
            </a:xfrm>
            <a:prstGeom prst="rect">
              <a:avLst/>
            </a:prstGeom>
            <a:solidFill>
              <a:schemeClr val="bg2">
                <a:lumMod val="50000"/>
              </a:schemeClr>
            </a:solidFill>
            <a:ln>
              <a:noFill/>
            </a:ln>
          </p:spPr>
          <p:txBody>
            <a:bodyPr vert="horz" wrap="square" lIns="91440" tIns="45720" rIns="91440" bIns="45720" numCol="1" anchor="t" anchorCtr="0" compatLnSpc="1">
              <a:prstTxWarp prst="textNoShape">
                <a:avLst/>
              </a:prstTxWarp>
            </a:bodyPr>
            <a:lstStyle/>
            <a:p>
              <a:endParaRPr lang="en-US" sz="1800">
                <a:solidFill>
                  <a:srgbClr val="262626"/>
                </a:solidFill>
              </a:endParaRPr>
            </a:p>
          </p:txBody>
        </p:sp>
        <p:sp>
          <p:nvSpPr>
            <p:cNvPr id="95" name="Rectangle 22"/>
            <p:cNvSpPr>
              <a:spLocks noChangeArrowheads="1"/>
            </p:cNvSpPr>
            <p:nvPr/>
          </p:nvSpPr>
          <p:spPr bwMode="auto">
            <a:xfrm>
              <a:off x="10653713" y="4814888"/>
              <a:ext cx="1150938" cy="185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a:solidFill>
                  <a:srgbClr val="262626"/>
                </a:solidFill>
              </a:endParaRPr>
            </a:p>
          </p:txBody>
        </p:sp>
        <p:sp>
          <p:nvSpPr>
            <p:cNvPr id="96" name="Rectangle 23"/>
            <p:cNvSpPr>
              <a:spLocks noChangeArrowheads="1"/>
            </p:cNvSpPr>
            <p:nvPr/>
          </p:nvSpPr>
          <p:spPr bwMode="auto">
            <a:xfrm>
              <a:off x="10512425" y="5200650"/>
              <a:ext cx="1425575" cy="1811338"/>
            </a:xfrm>
            <a:prstGeom prst="rect">
              <a:avLst/>
            </a:prstGeom>
            <a:solidFill>
              <a:schemeClr val="bg2">
                <a:lumMod val="75000"/>
              </a:schemeClr>
            </a:solidFill>
            <a:ln>
              <a:noFill/>
            </a:ln>
          </p:spPr>
          <p:txBody>
            <a:bodyPr vert="horz" wrap="square" lIns="91440" tIns="45720" rIns="91440" bIns="45720" numCol="1" anchor="t" anchorCtr="0" compatLnSpc="1">
              <a:prstTxWarp prst="textNoShape">
                <a:avLst/>
              </a:prstTxWarp>
            </a:bodyPr>
            <a:lstStyle/>
            <a:p>
              <a:endParaRPr lang="en-US" sz="1800">
                <a:solidFill>
                  <a:srgbClr val="262626"/>
                </a:solidFill>
              </a:endParaRPr>
            </a:p>
          </p:txBody>
        </p:sp>
        <p:sp>
          <p:nvSpPr>
            <p:cNvPr id="97" name="Rectangle 24"/>
            <p:cNvSpPr>
              <a:spLocks noChangeArrowheads="1"/>
            </p:cNvSpPr>
            <p:nvPr/>
          </p:nvSpPr>
          <p:spPr bwMode="auto">
            <a:xfrm>
              <a:off x="10512425" y="5200650"/>
              <a:ext cx="1425575" cy="1811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a:solidFill>
                  <a:srgbClr val="262626"/>
                </a:solidFill>
              </a:endParaRPr>
            </a:p>
          </p:txBody>
        </p:sp>
        <p:sp>
          <p:nvSpPr>
            <p:cNvPr id="98" name="Rectangle 25"/>
            <p:cNvSpPr>
              <a:spLocks noChangeArrowheads="1"/>
            </p:cNvSpPr>
            <p:nvPr/>
          </p:nvSpPr>
          <p:spPr bwMode="auto">
            <a:xfrm>
              <a:off x="10440988" y="5172075"/>
              <a:ext cx="1568450" cy="57150"/>
            </a:xfrm>
            <a:prstGeom prst="rect">
              <a:avLst/>
            </a:prstGeom>
            <a:solidFill>
              <a:schemeClr val="bg2">
                <a:lumMod val="50000"/>
              </a:schemeClr>
            </a:solidFill>
            <a:ln>
              <a:noFill/>
            </a:ln>
          </p:spPr>
          <p:txBody>
            <a:bodyPr vert="horz" wrap="square" lIns="91440" tIns="45720" rIns="91440" bIns="45720" numCol="1" anchor="t" anchorCtr="0" compatLnSpc="1">
              <a:prstTxWarp prst="textNoShape">
                <a:avLst/>
              </a:prstTxWarp>
            </a:bodyPr>
            <a:lstStyle/>
            <a:p>
              <a:endParaRPr lang="en-US" sz="1800">
                <a:solidFill>
                  <a:srgbClr val="262626"/>
                </a:solidFill>
              </a:endParaRPr>
            </a:p>
          </p:txBody>
        </p:sp>
        <p:sp>
          <p:nvSpPr>
            <p:cNvPr id="99" name="Rectangle 26"/>
            <p:cNvSpPr>
              <a:spLocks noChangeArrowheads="1"/>
            </p:cNvSpPr>
            <p:nvPr/>
          </p:nvSpPr>
          <p:spPr bwMode="auto">
            <a:xfrm>
              <a:off x="10440988" y="5172075"/>
              <a:ext cx="1568450" cy="57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a:solidFill>
                  <a:srgbClr val="262626"/>
                </a:solidFill>
              </a:endParaRPr>
            </a:p>
          </p:txBody>
        </p:sp>
        <p:sp>
          <p:nvSpPr>
            <p:cNvPr id="100" name="Rectangle 27"/>
            <p:cNvSpPr>
              <a:spLocks noChangeArrowheads="1"/>
            </p:cNvSpPr>
            <p:nvPr/>
          </p:nvSpPr>
          <p:spPr bwMode="auto">
            <a:xfrm>
              <a:off x="11296650" y="6650038"/>
              <a:ext cx="184150" cy="357188"/>
            </a:xfrm>
            <a:prstGeom prst="rect">
              <a:avLst/>
            </a:prstGeom>
            <a:solidFill>
              <a:schemeClr val="bg2">
                <a:lumMod val="50000"/>
              </a:schemeClr>
            </a:solidFill>
            <a:ln>
              <a:noFill/>
            </a:ln>
          </p:spPr>
          <p:txBody>
            <a:bodyPr vert="horz" wrap="square" lIns="91440" tIns="45720" rIns="91440" bIns="45720" numCol="1" anchor="t" anchorCtr="0" compatLnSpc="1">
              <a:prstTxWarp prst="textNoShape">
                <a:avLst/>
              </a:prstTxWarp>
            </a:bodyPr>
            <a:lstStyle/>
            <a:p>
              <a:endParaRPr lang="en-US" sz="1800">
                <a:solidFill>
                  <a:srgbClr val="262626"/>
                </a:solidFill>
              </a:endParaRPr>
            </a:p>
          </p:txBody>
        </p:sp>
        <p:sp>
          <p:nvSpPr>
            <p:cNvPr id="101" name="Rectangle 28"/>
            <p:cNvSpPr>
              <a:spLocks noChangeArrowheads="1"/>
            </p:cNvSpPr>
            <p:nvPr/>
          </p:nvSpPr>
          <p:spPr bwMode="auto">
            <a:xfrm>
              <a:off x="10972800" y="6650038"/>
              <a:ext cx="185738" cy="357188"/>
            </a:xfrm>
            <a:prstGeom prst="rect">
              <a:avLst/>
            </a:prstGeom>
            <a:solidFill>
              <a:schemeClr val="bg2">
                <a:lumMod val="50000"/>
              </a:schemeClr>
            </a:solidFill>
            <a:ln>
              <a:noFill/>
            </a:ln>
          </p:spPr>
          <p:txBody>
            <a:bodyPr vert="horz" wrap="square" lIns="91440" tIns="45720" rIns="91440" bIns="45720" numCol="1" anchor="t" anchorCtr="0" compatLnSpc="1">
              <a:prstTxWarp prst="textNoShape">
                <a:avLst/>
              </a:prstTxWarp>
            </a:bodyPr>
            <a:lstStyle/>
            <a:p>
              <a:endParaRPr lang="en-US" sz="1800">
                <a:solidFill>
                  <a:srgbClr val="262626"/>
                </a:solidFill>
              </a:endParaRPr>
            </a:p>
          </p:txBody>
        </p:sp>
        <p:sp>
          <p:nvSpPr>
            <p:cNvPr id="102" name="Rectangle 29"/>
            <p:cNvSpPr>
              <a:spLocks noChangeArrowheads="1"/>
            </p:cNvSpPr>
            <p:nvPr/>
          </p:nvSpPr>
          <p:spPr bwMode="auto">
            <a:xfrm>
              <a:off x="10972800" y="6650038"/>
              <a:ext cx="185738" cy="357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a:solidFill>
                  <a:srgbClr val="262626"/>
                </a:solidFill>
              </a:endParaRPr>
            </a:p>
          </p:txBody>
        </p:sp>
        <p:sp>
          <p:nvSpPr>
            <p:cNvPr id="103" name="Rectangle 30"/>
            <p:cNvSpPr>
              <a:spLocks noChangeArrowheads="1"/>
            </p:cNvSpPr>
            <p:nvPr/>
          </p:nvSpPr>
          <p:spPr bwMode="auto">
            <a:xfrm>
              <a:off x="10653713" y="5389563"/>
              <a:ext cx="1150938" cy="185738"/>
            </a:xfrm>
            <a:prstGeom prst="rect">
              <a:avLst/>
            </a:prstGeom>
            <a:solidFill>
              <a:schemeClr val="bg2">
                <a:lumMod val="50000"/>
              </a:schemeClr>
            </a:solidFill>
            <a:ln>
              <a:noFill/>
            </a:ln>
          </p:spPr>
          <p:txBody>
            <a:bodyPr vert="horz" wrap="square" lIns="91440" tIns="45720" rIns="91440" bIns="45720" numCol="1" anchor="t" anchorCtr="0" compatLnSpc="1">
              <a:prstTxWarp prst="textNoShape">
                <a:avLst/>
              </a:prstTxWarp>
            </a:bodyPr>
            <a:lstStyle/>
            <a:p>
              <a:endParaRPr lang="en-US" sz="1800">
                <a:solidFill>
                  <a:srgbClr val="262626"/>
                </a:solidFill>
              </a:endParaRPr>
            </a:p>
          </p:txBody>
        </p:sp>
        <p:sp>
          <p:nvSpPr>
            <p:cNvPr id="104" name="Rectangle 31"/>
            <p:cNvSpPr>
              <a:spLocks noChangeArrowheads="1"/>
            </p:cNvSpPr>
            <p:nvPr/>
          </p:nvSpPr>
          <p:spPr bwMode="auto">
            <a:xfrm>
              <a:off x="10653713" y="5389563"/>
              <a:ext cx="1150938" cy="185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a:solidFill>
                  <a:srgbClr val="262626"/>
                </a:solidFill>
              </a:endParaRPr>
            </a:p>
          </p:txBody>
        </p:sp>
        <p:sp>
          <p:nvSpPr>
            <p:cNvPr id="105" name="Rectangle 32"/>
            <p:cNvSpPr>
              <a:spLocks noChangeArrowheads="1"/>
            </p:cNvSpPr>
            <p:nvPr/>
          </p:nvSpPr>
          <p:spPr bwMode="auto">
            <a:xfrm>
              <a:off x="10653713" y="5708650"/>
              <a:ext cx="1150938" cy="185738"/>
            </a:xfrm>
            <a:prstGeom prst="rect">
              <a:avLst/>
            </a:prstGeom>
            <a:solidFill>
              <a:schemeClr val="bg2">
                <a:lumMod val="50000"/>
              </a:schemeClr>
            </a:solidFill>
            <a:ln>
              <a:noFill/>
            </a:ln>
          </p:spPr>
          <p:txBody>
            <a:bodyPr vert="horz" wrap="square" lIns="91440" tIns="45720" rIns="91440" bIns="45720" numCol="1" anchor="t" anchorCtr="0" compatLnSpc="1">
              <a:prstTxWarp prst="textNoShape">
                <a:avLst/>
              </a:prstTxWarp>
            </a:bodyPr>
            <a:lstStyle/>
            <a:p>
              <a:endParaRPr lang="en-US" sz="1800">
                <a:solidFill>
                  <a:srgbClr val="262626"/>
                </a:solidFill>
              </a:endParaRPr>
            </a:p>
          </p:txBody>
        </p:sp>
        <p:sp>
          <p:nvSpPr>
            <p:cNvPr id="106" name="Rectangle 33"/>
            <p:cNvSpPr>
              <a:spLocks noChangeArrowheads="1"/>
            </p:cNvSpPr>
            <p:nvPr/>
          </p:nvSpPr>
          <p:spPr bwMode="auto">
            <a:xfrm>
              <a:off x="10653713" y="5708650"/>
              <a:ext cx="1150938" cy="185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a:solidFill>
                  <a:srgbClr val="262626"/>
                </a:solidFill>
              </a:endParaRPr>
            </a:p>
          </p:txBody>
        </p:sp>
        <p:sp>
          <p:nvSpPr>
            <p:cNvPr id="107" name="Rectangle 34"/>
            <p:cNvSpPr>
              <a:spLocks noChangeArrowheads="1"/>
            </p:cNvSpPr>
            <p:nvPr/>
          </p:nvSpPr>
          <p:spPr bwMode="auto">
            <a:xfrm>
              <a:off x="10653713" y="6027738"/>
              <a:ext cx="1150938" cy="185738"/>
            </a:xfrm>
            <a:prstGeom prst="rect">
              <a:avLst/>
            </a:prstGeom>
            <a:solidFill>
              <a:schemeClr val="bg2">
                <a:lumMod val="50000"/>
              </a:schemeClr>
            </a:solidFill>
            <a:ln>
              <a:noFill/>
            </a:ln>
          </p:spPr>
          <p:txBody>
            <a:bodyPr vert="horz" wrap="square" lIns="91440" tIns="45720" rIns="91440" bIns="45720" numCol="1" anchor="t" anchorCtr="0" compatLnSpc="1">
              <a:prstTxWarp prst="textNoShape">
                <a:avLst/>
              </a:prstTxWarp>
            </a:bodyPr>
            <a:lstStyle/>
            <a:p>
              <a:endParaRPr lang="en-US" sz="1800">
                <a:solidFill>
                  <a:srgbClr val="262626"/>
                </a:solidFill>
              </a:endParaRPr>
            </a:p>
          </p:txBody>
        </p:sp>
        <p:sp>
          <p:nvSpPr>
            <p:cNvPr id="108" name="Rectangle 35"/>
            <p:cNvSpPr>
              <a:spLocks noChangeArrowheads="1"/>
            </p:cNvSpPr>
            <p:nvPr/>
          </p:nvSpPr>
          <p:spPr bwMode="auto">
            <a:xfrm>
              <a:off x="10653713" y="6027738"/>
              <a:ext cx="1150938" cy="185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a:solidFill>
                  <a:srgbClr val="262626"/>
                </a:solidFill>
              </a:endParaRPr>
            </a:p>
          </p:txBody>
        </p:sp>
        <p:sp>
          <p:nvSpPr>
            <p:cNvPr id="109" name="Rectangle 36"/>
            <p:cNvSpPr>
              <a:spLocks noChangeArrowheads="1"/>
            </p:cNvSpPr>
            <p:nvPr/>
          </p:nvSpPr>
          <p:spPr bwMode="auto">
            <a:xfrm>
              <a:off x="10653713" y="6350000"/>
              <a:ext cx="1150938" cy="185738"/>
            </a:xfrm>
            <a:prstGeom prst="rect">
              <a:avLst/>
            </a:prstGeom>
            <a:solidFill>
              <a:schemeClr val="bg2">
                <a:lumMod val="50000"/>
              </a:schemeClr>
            </a:solidFill>
            <a:ln>
              <a:noFill/>
            </a:ln>
          </p:spPr>
          <p:txBody>
            <a:bodyPr vert="horz" wrap="square" lIns="91440" tIns="45720" rIns="91440" bIns="45720" numCol="1" anchor="t" anchorCtr="0" compatLnSpc="1">
              <a:prstTxWarp prst="textNoShape">
                <a:avLst/>
              </a:prstTxWarp>
            </a:bodyPr>
            <a:lstStyle/>
            <a:p>
              <a:endParaRPr lang="en-US" sz="1800">
                <a:solidFill>
                  <a:srgbClr val="262626"/>
                </a:solidFill>
              </a:endParaRPr>
            </a:p>
          </p:txBody>
        </p:sp>
        <p:sp>
          <p:nvSpPr>
            <p:cNvPr id="110" name="Rectangle 37"/>
            <p:cNvSpPr>
              <a:spLocks noChangeArrowheads="1"/>
            </p:cNvSpPr>
            <p:nvPr/>
          </p:nvSpPr>
          <p:spPr bwMode="auto">
            <a:xfrm>
              <a:off x="10653713" y="6350000"/>
              <a:ext cx="1150938" cy="185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a:solidFill>
                  <a:srgbClr val="262626"/>
                </a:solidFill>
              </a:endParaRPr>
            </a:p>
          </p:txBody>
        </p:sp>
        <p:sp>
          <p:nvSpPr>
            <p:cNvPr id="111" name="Rectangle 38"/>
            <p:cNvSpPr>
              <a:spLocks noChangeArrowheads="1"/>
            </p:cNvSpPr>
            <p:nvPr/>
          </p:nvSpPr>
          <p:spPr bwMode="auto">
            <a:xfrm>
              <a:off x="10198100" y="6726238"/>
              <a:ext cx="76200" cy="285750"/>
            </a:xfrm>
            <a:prstGeom prst="rect">
              <a:avLst/>
            </a:prstGeom>
            <a:solidFill>
              <a:srgbClr val="969696"/>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a:solidFill>
                  <a:srgbClr val="262626"/>
                </a:solidFill>
              </a:endParaRPr>
            </a:p>
          </p:txBody>
        </p:sp>
        <p:sp>
          <p:nvSpPr>
            <p:cNvPr id="112" name="Oval 39"/>
            <p:cNvSpPr>
              <a:spLocks noChangeArrowheads="1"/>
            </p:cNvSpPr>
            <p:nvPr/>
          </p:nvSpPr>
          <p:spPr bwMode="auto">
            <a:xfrm>
              <a:off x="10045700" y="6478588"/>
              <a:ext cx="376238" cy="376238"/>
            </a:xfrm>
            <a:prstGeom prst="ellipse">
              <a:avLst/>
            </a:prstGeom>
            <a:solidFill>
              <a:srgbClr val="00B29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solidFill>
                  <a:srgbClr val="262626"/>
                </a:solidFill>
              </a:endParaRPr>
            </a:p>
          </p:txBody>
        </p:sp>
        <p:sp>
          <p:nvSpPr>
            <p:cNvPr id="113" name="Oval 40"/>
            <p:cNvSpPr>
              <a:spLocks noChangeArrowheads="1"/>
            </p:cNvSpPr>
            <p:nvPr/>
          </p:nvSpPr>
          <p:spPr bwMode="auto">
            <a:xfrm>
              <a:off x="10093325" y="6284913"/>
              <a:ext cx="276225" cy="274638"/>
            </a:xfrm>
            <a:prstGeom prst="ellipse">
              <a:avLst/>
            </a:prstGeom>
            <a:solidFill>
              <a:srgbClr val="00B29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solidFill>
                  <a:srgbClr val="262626"/>
                </a:solidFill>
              </a:endParaRPr>
            </a:p>
          </p:txBody>
        </p:sp>
        <p:sp>
          <p:nvSpPr>
            <p:cNvPr id="114" name="Rectangle 41"/>
            <p:cNvSpPr>
              <a:spLocks noChangeArrowheads="1"/>
            </p:cNvSpPr>
            <p:nvPr/>
          </p:nvSpPr>
          <p:spPr bwMode="auto">
            <a:xfrm>
              <a:off x="9736138" y="6726238"/>
              <a:ext cx="76200" cy="285750"/>
            </a:xfrm>
            <a:prstGeom prst="rect">
              <a:avLst/>
            </a:prstGeom>
            <a:solidFill>
              <a:srgbClr val="969696"/>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a:solidFill>
                  <a:srgbClr val="262626"/>
                </a:solidFill>
              </a:endParaRPr>
            </a:p>
          </p:txBody>
        </p:sp>
        <p:sp>
          <p:nvSpPr>
            <p:cNvPr id="115" name="Oval 42"/>
            <p:cNvSpPr>
              <a:spLocks noChangeArrowheads="1"/>
            </p:cNvSpPr>
            <p:nvPr/>
          </p:nvSpPr>
          <p:spPr bwMode="auto">
            <a:xfrm>
              <a:off x="9585325" y="6478588"/>
              <a:ext cx="374650" cy="376238"/>
            </a:xfrm>
            <a:prstGeom prst="ellipse">
              <a:avLst/>
            </a:prstGeom>
            <a:solidFill>
              <a:srgbClr val="00B29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solidFill>
                  <a:srgbClr val="262626"/>
                </a:solidFill>
              </a:endParaRPr>
            </a:p>
          </p:txBody>
        </p:sp>
        <p:sp>
          <p:nvSpPr>
            <p:cNvPr id="116" name="Oval 43"/>
            <p:cNvSpPr>
              <a:spLocks noChangeArrowheads="1"/>
            </p:cNvSpPr>
            <p:nvPr/>
          </p:nvSpPr>
          <p:spPr bwMode="auto">
            <a:xfrm>
              <a:off x="9631363" y="6284913"/>
              <a:ext cx="276225" cy="274638"/>
            </a:xfrm>
            <a:prstGeom prst="ellipse">
              <a:avLst/>
            </a:prstGeom>
            <a:solidFill>
              <a:srgbClr val="00B29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solidFill>
                  <a:srgbClr val="262626"/>
                </a:solidFill>
              </a:endParaRPr>
            </a:p>
          </p:txBody>
        </p:sp>
        <p:sp>
          <p:nvSpPr>
            <p:cNvPr id="117" name="Freeform 44"/>
            <p:cNvSpPr>
              <a:spLocks noEditPoints="1"/>
            </p:cNvSpPr>
            <p:nvPr/>
          </p:nvSpPr>
          <p:spPr bwMode="auto">
            <a:xfrm>
              <a:off x="10317163" y="3825875"/>
              <a:ext cx="465138" cy="395288"/>
            </a:xfrm>
            <a:custGeom>
              <a:avLst/>
              <a:gdLst>
                <a:gd name="T0" fmla="*/ 93 w 98"/>
                <a:gd name="T1" fmla="*/ 78 h 83"/>
                <a:gd name="T2" fmla="*/ 0 w 98"/>
                <a:gd name="T3" fmla="*/ 15 h 83"/>
                <a:gd name="T4" fmla="*/ 0 w 98"/>
                <a:gd name="T5" fmla="*/ 83 h 83"/>
                <a:gd name="T6" fmla="*/ 98 w 98"/>
                <a:gd name="T7" fmla="*/ 0 h 83"/>
                <a:gd name="T8" fmla="*/ 0 w 98"/>
                <a:gd name="T9" fmla="*/ 0 h 83"/>
                <a:gd name="T10" fmla="*/ 57 w 98"/>
                <a:gd name="T11" fmla="*/ 47 h 83"/>
                <a:gd name="T12" fmla="*/ 54 w 98"/>
                <a:gd name="T13" fmla="*/ 42 h 83"/>
                <a:gd name="T14" fmla="*/ 51 w 98"/>
                <a:gd name="T15" fmla="*/ 40 h 83"/>
                <a:gd name="T16" fmla="*/ 46 w 98"/>
                <a:gd name="T17" fmla="*/ 37 h 83"/>
                <a:gd name="T18" fmla="*/ 41 w 98"/>
                <a:gd name="T19" fmla="*/ 37 h 83"/>
                <a:gd name="T20" fmla="*/ 36 w 98"/>
                <a:gd name="T21" fmla="*/ 40 h 83"/>
                <a:gd name="T22" fmla="*/ 33 w 98"/>
                <a:gd name="T23" fmla="*/ 42 h 83"/>
                <a:gd name="T24" fmla="*/ 30 w 98"/>
                <a:gd name="T25" fmla="*/ 47 h 83"/>
                <a:gd name="T26" fmla="*/ 29 w 98"/>
                <a:gd name="T27" fmla="*/ 51 h 83"/>
                <a:gd name="T28" fmla="*/ 30 w 98"/>
                <a:gd name="T29" fmla="*/ 57 h 83"/>
                <a:gd name="T30" fmla="*/ 32 w 98"/>
                <a:gd name="T31" fmla="*/ 60 h 83"/>
                <a:gd name="T32" fmla="*/ 37 w 98"/>
                <a:gd name="T33" fmla="*/ 64 h 83"/>
                <a:gd name="T34" fmla="*/ 41 w 98"/>
                <a:gd name="T35" fmla="*/ 66 h 83"/>
                <a:gd name="T36" fmla="*/ 44 w 98"/>
                <a:gd name="T37" fmla="*/ 62 h 83"/>
                <a:gd name="T38" fmla="*/ 50 w 98"/>
                <a:gd name="T39" fmla="*/ 65 h 83"/>
                <a:gd name="T40" fmla="*/ 51 w 98"/>
                <a:gd name="T41" fmla="*/ 59 h 83"/>
                <a:gd name="T42" fmla="*/ 57 w 98"/>
                <a:gd name="T43" fmla="*/ 58 h 83"/>
                <a:gd name="T44" fmla="*/ 54 w 98"/>
                <a:gd name="T45" fmla="*/ 53 h 83"/>
                <a:gd name="T46" fmla="*/ 49 w 98"/>
                <a:gd name="T47" fmla="*/ 52 h 83"/>
                <a:gd name="T48" fmla="*/ 40 w 98"/>
                <a:gd name="T49" fmla="*/ 56 h 83"/>
                <a:gd name="T50" fmla="*/ 44 w 98"/>
                <a:gd name="T51" fmla="*/ 46 h 83"/>
                <a:gd name="T52" fmla="*/ 41 w 98"/>
                <a:gd name="T53" fmla="*/ 52 h 83"/>
                <a:gd name="T54" fmla="*/ 44 w 98"/>
                <a:gd name="T55" fmla="*/ 54 h 83"/>
                <a:gd name="T56" fmla="*/ 67 w 98"/>
                <a:gd name="T57" fmla="*/ 41 h 83"/>
                <a:gd name="T58" fmla="*/ 69 w 98"/>
                <a:gd name="T59" fmla="*/ 38 h 83"/>
                <a:gd name="T60" fmla="*/ 67 w 98"/>
                <a:gd name="T61" fmla="*/ 36 h 83"/>
                <a:gd name="T62" fmla="*/ 63 w 98"/>
                <a:gd name="T63" fmla="*/ 36 h 83"/>
                <a:gd name="T64" fmla="*/ 61 w 98"/>
                <a:gd name="T65" fmla="*/ 33 h 83"/>
                <a:gd name="T66" fmla="*/ 58 w 98"/>
                <a:gd name="T67" fmla="*/ 37 h 83"/>
                <a:gd name="T68" fmla="*/ 55 w 98"/>
                <a:gd name="T69" fmla="*/ 37 h 83"/>
                <a:gd name="T70" fmla="*/ 54 w 98"/>
                <a:gd name="T71" fmla="*/ 39 h 83"/>
                <a:gd name="T72" fmla="*/ 56 w 98"/>
                <a:gd name="T73" fmla="*/ 42 h 83"/>
                <a:gd name="T74" fmla="*/ 54 w 98"/>
                <a:gd name="T75" fmla="*/ 45 h 83"/>
                <a:gd name="T76" fmla="*/ 56 w 98"/>
                <a:gd name="T77" fmla="*/ 46 h 83"/>
                <a:gd name="T78" fmla="*/ 60 w 98"/>
                <a:gd name="T79" fmla="*/ 49 h 83"/>
                <a:gd name="T80" fmla="*/ 63 w 98"/>
                <a:gd name="T81" fmla="*/ 49 h 83"/>
                <a:gd name="T82" fmla="*/ 67 w 98"/>
                <a:gd name="T83" fmla="*/ 46 h 83"/>
                <a:gd name="T84" fmla="*/ 69 w 98"/>
                <a:gd name="T85" fmla="*/ 45 h 83"/>
                <a:gd name="T86" fmla="*/ 67 w 98"/>
                <a:gd name="T87" fmla="*/ 42 h 83"/>
                <a:gd name="T88" fmla="*/ 59 w 98"/>
                <a:gd name="T89" fmla="*/ 41 h 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98" h="83">
                  <a:moveTo>
                    <a:pt x="5" y="20"/>
                  </a:moveTo>
                  <a:cubicBezTo>
                    <a:pt x="5" y="78"/>
                    <a:pt x="5" y="78"/>
                    <a:pt x="5" y="78"/>
                  </a:cubicBezTo>
                  <a:cubicBezTo>
                    <a:pt x="93" y="78"/>
                    <a:pt x="93" y="78"/>
                    <a:pt x="93" y="78"/>
                  </a:cubicBezTo>
                  <a:cubicBezTo>
                    <a:pt x="93" y="20"/>
                    <a:pt x="93" y="20"/>
                    <a:pt x="93" y="20"/>
                  </a:cubicBezTo>
                  <a:cubicBezTo>
                    <a:pt x="5" y="20"/>
                    <a:pt x="5" y="20"/>
                    <a:pt x="5" y="20"/>
                  </a:cubicBezTo>
                  <a:close/>
                  <a:moveTo>
                    <a:pt x="0" y="15"/>
                  </a:moveTo>
                  <a:cubicBezTo>
                    <a:pt x="98" y="15"/>
                    <a:pt x="98" y="15"/>
                    <a:pt x="98" y="15"/>
                  </a:cubicBezTo>
                  <a:cubicBezTo>
                    <a:pt x="98" y="83"/>
                    <a:pt x="98" y="83"/>
                    <a:pt x="98" y="83"/>
                  </a:cubicBezTo>
                  <a:cubicBezTo>
                    <a:pt x="0" y="83"/>
                    <a:pt x="0" y="83"/>
                    <a:pt x="0" y="83"/>
                  </a:cubicBezTo>
                  <a:cubicBezTo>
                    <a:pt x="0" y="15"/>
                    <a:pt x="0" y="15"/>
                    <a:pt x="0" y="15"/>
                  </a:cubicBezTo>
                  <a:close/>
                  <a:moveTo>
                    <a:pt x="0" y="0"/>
                  </a:moveTo>
                  <a:cubicBezTo>
                    <a:pt x="98" y="0"/>
                    <a:pt x="98" y="0"/>
                    <a:pt x="98" y="0"/>
                  </a:cubicBezTo>
                  <a:cubicBezTo>
                    <a:pt x="98" y="10"/>
                    <a:pt x="98" y="10"/>
                    <a:pt x="98" y="10"/>
                  </a:cubicBezTo>
                  <a:cubicBezTo>
                    <a:pt x="0" y="10"/>
                    <a:pt x="0" y="10"/>
                    <a:pt x="0" y="10"/>
                  </a:cubicBezTo>
                  <a:cubicBezTo>
                    <a:pt x="0" y="0"/>
                    <a:pt x="0" y="0"/>
                    <a:pt x="0" y="0"/>
                  </a:cubicBezTo>
                  <a:close/>
                  <a:moveTo>
                    <a:pt x="58" y="50"/>
                  </a:moveTo>
                  <a:cubicBezTo>
                    <a:pt x="58" y="48"/>
                    <a:pt x="58" y="48"/>
                    <a:pt x="58" y="48"/>
                  </a:cubicBezTo>
                  <a:cubicBezTo>
                    <a:pt x="58" y="48"/>
                    <a:pt x="57" y="47"/>
                    <a:pt x="57" y="47"/>
                  </a:cubicBezTo>
                  <a:cubicBezTo>
                    <a:pt x="53" y="47"/>
                    <a:pt x="53" y="47"/>
                    <a:pt x="53" y="47"/>
                  </a:cubicBezTo>
                  <a:cubicBezTo>
                    <a:pt x="52" y="46"/>
                    <a:pt x="52" y="46"/>
                    <a:pt x="52" y="46"/>
                  </a:cubicBezTo>
                  <a:cubicBezTo>
                    <a:pt x="54" y="42"/>
                    <a:pt x="54" y="42"/>
                    <a:pt x="54" y="42"/>
                  </a:cubicBezTo>
                  <a:cubicBezTo>
                    <a:pt x="54" y="41"/>
                    <a:pt x="54" y="41"/>
                    <a:pt x="54" y="41"/>
                  </a:cubicBezTo>
                  <a:cubicBezTo>
                    <a:pt x="52" y="40"/>
                    <a:pt x="52" y="40"/>
                    <a:pt x="52" y="40"/>
                  </a:cubicBezTo>
                  <a:cubicBezTo>
                    <a:pt x="51" y="40"/>
                    <a:pt x="51" y="40"/>
                    <a:pt x="51" y="40"/>
                  </a:cubicBezTo>
                  <a:cubicBezTo>
                    <a:pt x="48" y="42"/>
                    <a:pt x="48" y="42"/>
                    <a:pt x="48" y="42"/>
                  </a:cubicBezTo>
                  <a:cubicBezTo>
                    <a:pt x="47" y="42"/>
                    <a:pt x="47" y="42"/>
                    <a:pt x="47" y="42"/>
                  </a:cubicBezTo>
                  <a:cubicBezTo>
                    <a:pt x="46" y="37"/>
                    <a:pt x="46" y="37"/>
                    <a:pt x="46" y="37"/>
                  </a:cubicBezTo>
                  <a:cubicBezTo>
                    <a:pt x="45" y="37"/>
                    <a:pt x="45" y="37"/>
                    <a:pt x="45" y="37"/>
                  </a:cubicBezTo>
                  <a:cubicBezTo>
                    <a:pt x="42" y="37"/>
                    <a:pt x="42" y="37"/>
                    <a:pt x="42" y="37"/>
                  </a:cubicBezTo>
                  <a:cubicBezTo>
                    <a:pt x="41" y="37"/>
                    <a:pt x="41" y="37"/>
                    <a:pt x="41" y="37"/>
                  </a:cubicBezTo>
                  <a:cubicBezTo>
                    <a:pt x="41" y="42"/>
                    <a:pt x="41" y="42"/>
                    <a:pt x="41" y="42"/>
                  </a:cubicBezTo>
                  <a:cubicBezTo>
                    <a:pt x="40" y="42"/>
                    <a:pt x="40" y="42"/>
                    <a:pt x="40" y="42"/>
                  </a:cubicBezTo>
                  <a:cubicBezTo>
                    <a:pt x="36" y="40"/>
                    <a:pt x="36" y="40"/>
                    <a:pt x="36" y="40"/>
                  </a:cubicBezTo>
                  <a:cubicBezTo>
                    <a:pt x="35" y="40"/>
                    <a:pt x="35" y="40"/>
                    <a:pt x="35" y="40"/>
                  </a:cubicBezTo>
                  <a:cubicBezTo>
                    <a:pt x="33" y="41"/>
                    <a:pt x="33" y="41"/>
                    <a:pt x="33" y="41"/>
                  </a:cubicBezTo>
                  <a:cubicBezTo>
                    <a:pt x="33" y="42"/>
                    <a:pt x="33" y="42"/>
                    <a:pt x="33" y="42"/>
                  </a:cubicBezTo>
                  <a:cubicBezTo>
                    <a:pt x="35" y="46"/>
                    <a:pt x="35" y="46"/>
                    <a:pt x="35" y="46"/>
                  </a:cubicBezTo>
                  <a:cubicBezTo>
                    <a:pt x="34" y="47"/>
                    <a:pt x="34" y="47"/>
                    <a:pt x="34" y="47"/>
                  </a:cubicBezTo>
                  <a:cubicBezTo>
                    <a:pt x="30" y="47"/>
                    <a:pt x="30" y="47"/>
                    <a:pt x="30" y="47"/>
                  </a:cubicBezTo>
                  <a:cubicBezTo>
                    <a:pt x="30" y="47"/>
                    <a:pt x="30" y="48"/>
                    <a:pt x="29" y="48"/>
                  </a:cubicBezTo>
                  <a:cubicBezTo>
                    <a:pt x="29" y="50"/>
                    <a:pt x="29" y="50"/>
                    <a:pt x="29" y="50"/>
                  </a:cubicBezTo>
                  <a:cubicBezTo>
                    <a:pt x="29" y="51"/>
                    <a:pt x="29" y="51"/>
                    <a:pt x="29" y="51"/>
                  </a:cubicBezTo>
                  <a:cubicBezTo>
                    <a:pt x="33" y="53"/>
                    <a:pt x="33" y="53"/>
                    <a:pt x="33" y="53"/>
                  </a:cubicBezTo>
                  <a:cubicBezTo>
                    <a:pt x="33" y="53"/>
                    <a:pt x="33" y="54"/>
                    <a:pt x="33" y="54"/>
                  </a:cubicBezTo>
                  <a:cubicBezTo>
                    <a:pt x="30" y="57"/>
                    <a:pt x="30" y="57"/>
                    <a:pt x="30" y="57"/>
                  </a:cubicBezTo>
                  <a:cubicBezTo>
                    <a:pt x="30" y="58"/>
                    <a:pt x="30" y="58"/>
                    <a:pt x="30" y="58"/>
                  </a:cubicBezTo>
                  <a:cubicBezTo>
                    <a:pt x="32" y="60"/>
                    <a:pt x="32" y="60"/>
                    <a:pt x="32" y="60"/>
                  </a:cubicBezTo>
                  <a:cubicBezTo>
                    <a:pt x="32" y="60"/>
                    <a:pt x="32" y="60"/>
                    <a:pt x="32" y="60"/>
                  </a:cubicBezTo>
                  <a:cubicBezTo>
                    <a:pt x="36" y="59"/>
                    <a:pt x="36" y="59"/>
                    <a:pt x="36" y="59"/>
                  </a:cubicBezTo>
                  <a:cubicBezTo>
                    <a:pt x="37" y="60"/>
                    <a:pt x="37" y="60"/>
                    <a:pt x="37" y="60"/>
                  </a:cubicBezTo>
                  <a:cubicBezTo>
                    <a:pt x="37" y="64"/>
                    <a:pt x="37" y="64"/>
                    <a:pt x="37" y="64"/>
                  </a:cubicBezTo>
                  <a:cubicBezTo>
                    <a:pt x="37" y="65"/>
                    <a:pt x="37" y="65"/>
                    <a:pt x="37" y="65"/>
                  </a:cubicBezTo>
                  <a:cubicBezTo>
                    <a:pt x="40" y="66"/>
                    <a:pt x="40" y="66"/>
                    <a:pt x="40" y="66"/>
                  </a:cubicBezTo>
                  <a:cubicBezTo>
                    <a:pt x="41" y="66"/>
                    <a:pt x="41" y="66"/>
                    <a:pt x="41" y="66"/>
                  </a:cubicBezTo>
                  <a:cubicBezTo>
                    <a:pt x="43" y="62"/>
                    <a:pt x="43" y="62"/>
                    <a:pt x="43" y="62"/>
                  </a:cubicBezTo>
                  <a:cubicBezTo>
                    <a:pt x="44" y="62"/>
                    <a:pt x="44" y="62"/>
                    <a:pt x="44" y="62"/>
                  </a:cubicBezTo>
                  <a:cubicBezTo>
                    <a:pt x="44" y="62"/>
                    <a:pt x="44" y="62"/>
                    <a:pt x="44" y="62"/>
                  </a:cubicBezTo>
                  <a:cubicBezTo>
                    <a:pt x="46" y="66"/>
                    <a:pt x="46" y="66"/>
                    <a:pt x="46" y="66"/>
                  </a:cubicBezTo>
                  <a:cubicBezTo>
                    <a:pt x="47" y="66"/>
                    <a:pt x="47" y="66"/>
                    <a:pt x="47" y="66"/>
                  </a:cubicBezTo>
                  <a:cubicBezTo>
                    <a:pt x="50" y="65"/>
                    <a:pt x="50" y="65"/>
                    <a:pt x="50" y="65"/>
                  </a:cubicBezTo>
                  <a:cubicBezTo>
                    <a:pt x="50" y="64"/>
                    <a:pt x="50" y="64"/>
                    <a:pt x="50" y="64"/>
                  </a:cubicBezTo>
                  <a:cubicBezTo>
                    <a:pt x="50" y="60"/>
                    <a:pt x="50" y="60"/>
                    <a:pt x="50" y="60"/>
                  </a:cubicBezTo>
                  <a:cubicBezTo>
                    <a:pt x="51" y="59"/>
                    <a:pt x="51" y="59"/>
                    <a:pt x="51" y="59"/>
                  </a:cubicBezTo>
                  <a:cubicBezTo>
                    <a:pt x="55" y="60"/>
                    <a:pt x="55" y="60"/>
                    <a:pt x="55" y="60"/>
                  </a:cubicBezTo>
                  <a:cubicBezTo>
                    <a:pt x="55" y="60"/>
                    <a:pt x="55" y="60"/>
                    <a:pt x="55" y="60"/>
                  </a:cubicBezTo>
                  <a:cubicBezTo>
                    <a:pt x="57" y="58"/>
                    <a:pt x="57" y="58"/>
                    <a:pt x="57" y="58"/>
                  </a:cubicBezTo>
                  <a:cubicBezTo>
                    <a:pt x="57" y="57"/>
                    <a:pt x="57" y="57"/>
                    <a:pt x="57" y="57"/>
                  </a:cubicBezTo>
                  <a:cubicBezTo>
                    <a:pt x="54" y="54"/>
                    <a:pt x="54" y="54"/>
                    <a:pt x="54" y="54"/>
                  </a:cubicBezTo>
                  <a:cubicBezTo>
                    <a:pt x="54" y="54"/>
                    <a:pt x="54" y="53"/>
                    <a:pt x="54" y="53"/>
                  </a:cubicBezTo>
                  <a:cubicBezTo>
                    <a:pt x="58" y="51"/>
                    <a:pt x="58" y="51"/>
                    <a:pt x="58" y="51"/>
                  </a:cubicBezTo>
                  <a:cubicBezTo>
                    <a:pt x="58" y="51"/>
                    <a:pt x="58" y="51"/>
                    <a:pt x="58" y="50"/>
                  </a:cubicBezTo>
                  <a:close/>
                  <a:moveTo>
                    <a:pt x="49" y="52"/>
                  </a:moveTo>
                  <a:cubicBezTo>
                    <a:pt x="49" y="53"/>
                    <a:pt x="49" y="55"/>
                    <a:pt x="48" y="56"/>
                  </a:cubicBezTo>
                  <a:cubicBezTo>
                    <a:pt x="47" y="57"/>
                    <a:pt x="45" y="58"/>
                    <a:pt x="44" y="58"/>
                  </a:cubicBezTo>
                  <a:cubicBezTo>
                    <a:pt x="42" y="58"/>
                    <a:pt x="41" y="57"/>
                    <a:pt x="40" y="56"/>
                  </a:cubicBezTo>
                  <a:cubicBezTo>
                    <a:pt x="39" y="55"/>
                    <a:pt x="38" y="53"/>
                    <a:pt x="38" y="52"/>
                  </a:cubicBezTo>
                  <a:cubicBezTo>
                    <a:pt x="38" y="50"/>
                    <a:pt x="39" y="49"/>
                    <a:pt x="40" y="48"/>
                  </a:cubicBezTo>
                  <a:cubicBezTo>
                    <a:pt x="41" y="47"/>
                    <a:pt x="42" y="46"/>
                    <a:pt x="44" y="46"/>
                  </a:cubicBezTo>
                  <a:cubicBezTo>
                    <a:pt x="45" y="46"/>
                    <a:pt x="47" y="47"/>
                    <a:pt x="48" y="48"/>
                  </a:cubicBezTo>
                  <a:cubicBezTo>
                    <a:pt x="49" y="49"/>
                    <a:pt x="49" y="50"/>
                    <a:pt x="49" y="52"/>
                  </a:cubicBezTo>
                  <a:close/>
                  <a:moveTo>
                    <a:pt x="41" y="52"/>
                  </a:moveTo>
                  <a:cubicBezTo>
                    <a:pt x="41" y="50"/>
                    <a:pt x="42" y="49"/>
                    <a:pt x="44" y="49"/>
                  </a:cubicBezTo>
                  <a:cubicBezTo>
                    <a:pt x="45" y="49"/>
                    <a:pt x="46" y="50"/>
                    <a:pt x="46" y="52"/>
                  </a:cubicBezTo>
                  <a:cubicBezTo>
                    <a:pt x="46" y="53"/>
                    <a:pt x="45" y="54"/>
                    <a:pt x="44" y="54"/>
                  </a:cubicBezTo>
                  <a:cubicBezTo>
                    <a:pt x="42" y="54"/>
                    <a:pt x="41" y="53"/>
                    <a:pt x="41" y="52"/>
                  </a:cubicBezTo>
                  <a:close/>
                  <a:moveTo>
                    <a:pt x="67" y="42"/>
                  </a:moveTo>
                  <a:cubicBezTo>
                    <a:pt x="67" y="41"/>
                    <a:pt x="67" y="41"/>
                    <a:pt x="67" y="41"/>
                  </a:cubicBezTo>
                  <a:cubicBezTo>
                    <a:pt x="67" y="40"/>
                    <a:pt x="67" y="40"/>
                    <a:pt x="67" y="40"/>
                  </a:cubicBezTo>
                  <a:cubicBezTo>
                    <a:pt x="69" y="39"/>
                    <a:pt x="69" y="39"/>
                    <a:pt x="69" y="39"/>
                  </a:cubicBezTo>
                  <a:cubicBezTo>
                    <a:pt x="69" y="38"/>
                    <a:pt x="69" y="38"/>
                    <a:pt x="69" y="38"/>
                  </a:cubicBezTo>
                  <a:cubicBezTo>
                    <a:pt x="69" y="38"/>
                    <a:pt x="69" y="38"/>
                    <a:pt x="69" y="38"/>
                  </a:cubicBezTo>
                  <a:cubicBezTo>
                    <a:pt x="68" y="37"/>
                    <a:pt x="68" y="37"/>
                    <a:pt x="68" y="37"/>
                  </a:cubicBezTo>
                  <a:cubicBezTo>
                    <a:pt x="67" y="36"/>
                    <a:pt x="67" y="36"/>
                    <a:pt x="67" y="36"/>
                  </a:cubicBezTo>
                  <a:cubicBezTo>
                    <a:pt x="67" y="36"/>
                    <a:pt x="67" y="36"/>
                    <a:pt x="67" y="36"/>
                  </a:cubicBezTo>
                  <a:cubicBezTo>
                    <a:pt x="65" y="37"/>
                    <a:pt x="65" y="37"/>
                    <a:pt x="65" y="37"/>
                  </a:cubicBezTo>
                  <a:cubicBezTo>
                    <a:pt x="65" y="37"/>
                    <a:pt x="64" y="36"/>
                    <a:pt x="63" y="36"/>
                  </a:cubicBezTo>
                  <a:cubicBezTo>
                    <a:pt x="63" y="34"/>
                    <a:pt x="63" y="34"/>
                    <a:pt x="63" y="34"/>
                  </a:cubicBezTo>
                  <a:cubicBezTo>
                    <a:pt x="62" y="33"/>
                    <a:pt x="62" y="33"/>
                    <a:pt x="62" y="33"/>
                  </a:cubicBezTo>
                  <a:cubicBezTo>
                    <a:pt x="61" y="33"/>
                    <a:pt x="61" y="33"/>
                    <a:pt x="61" y="33"/>
                  </a:cubicBezTo>
                  <a:cubicBezTo>
                    <a:pt x="60" y="34"/>
                    <a:pt x="60" y="34"/>
                    <a:pt x="60" y="34"/>
                  </a:cubicBezTo>
                  <a:cubicBezTo>
                    <a:pt x="60" y="36"/>
                    <a:pt x="60" y="36"/>
                    <a:pt x="60" y="36"/>
                  </a:cubicBezTo>
                  <a:cubicBezTo>
                    <a:pt x="59" y="36"/>
                    <a:pt x="58" y="37"/>
                    <a:pt x="58" y="37"/>
                  </a:cubicBezTo>
                  <a:cubicBezTo>
                    <a:pt x="56" y="36"/>
                    <a:pt x="56" y="36"/>
                    <a:pt x="56" y="36"/>
                  </a:cubicBezTo>
                  <a:cubicBezTo>
                    <a:pt x="56" y="36"/>
                    <a:pt x="56" y="36"/>
                    <a:pt x="56" y="36"/>
                  </a:cubicBezTo>
                  <a:cubicBezTo>
                    <a:pt x="55" y="37"/>
                    <a:pt x="55" y="37"/>
                    <a:pt x="55" y="37"/>
                  </a:cubicBezTo>
                  <a:cubicBezTo>
                    <a:pt x="54" y="38"/>
                    <a:pt x="54" y="38"/>
                    <a:pt x="54" y="38"/>
                  </a:cubicBezTo>
                  <a:cubicBezTo>
                    <a:pt x="54" y="38"/>
                    <a:pt x="54" y="38"/>
                    <a:pt x="54" y="38"/>
                  </a:cubicBezTo>
                  <a:cubicBezTo>
                    <a:pt x="54" y="39"/>
                    <a:pt x="54" y="39"/>
                    <a:pt x="54" y="39"/>
                  </a:cubicBezTo>
                  <a:cubicBezTo>
                    <a:pt x="56" y="40"/>
                    <a:pt x="56" y="40"/>
                    <a:pt x="56" y="40"/>
                  </a:cubicBezTo>
                  <a:cubicBezTo>
                    <a:pt x="56" y="41"/>
                    <a:pt x="56" y="41"/>
                    <a:pt x="56" y="41"/>
                  </a:cubicBezTo>
                  <a:cubicBezTo>
                    <a:pt x="56" y="42"/>
                    <a:pt x="56" y="42"/>
                    <a:pt x="56" y="42"/>
                  </a:cubicBezTo>
                  <a:cubicBezTo>
                    <a:pt x="54" y="44"/>
                    <a:pt x="54" y="44"/>
                    <a:pt x="54" y="44"/>
                  </a:cubicBezTo>
                  <a:cubicBezTo>
                    <a:pt x="54" y="44"/>
                    <a:pt x="54" y="44"/>
                    <a:pt x="54" y="44"/>
                  </a:cubicBezTo>
                  <a:cubicBezTo>
                    <a:pt x="54" y="45"/>
                    <a:pt x="54" y="45"/>
                    <a:pt x="54" y="45"/>
                  </a:cubicBezTo>
                  <a:cubicBezTo>
                    <a:pt x="55" y="46"/>
                    <a:pt x="55" y="46"/>
                    <a:pt x="55" y="46"/>
                  </a:cubicBezTo>
                  <a:cubicBezTo>
                    <a:pt x="56" y="46"/>
                    <a:pt x="56" y="46"/>
                    <a:pt x="56" y="46"/>
                  </a:cubicBezTo>
                  <a:cubicBezTo>
                    <a:pt x="56" y="46"/>
                    <a:pt x="56" y="46"/>
                    <a:pt x="56" y="46"/>
                  </a:cubicBezTo>
                  <a:cubicBezTo>
                    <a:pt x="58" y="46"/>
                    <a:pt x="58" y="46"/>
                    <a:pt x="58" y="46"/>
                  </a:cubicBezTo>
                  <a:cubicBezTo>
                    <a:pt x="58" y="46"/>
                    <a:pt x="59" y="46"/>
                    <a:pt x="60" y="47"/>
                  </a:cubicBezTo>
                  <a:cubicBezTo>
                    <a:pt x="60" y="49"/>
                    <a:pt x="60" y="49"/>
                    <a:pt x="60" y="49"/>
                  </a:cubicBezTo>
                  <a:cubicBezTo>
                    <a:pt x="61" y="49"/>
                    <a:pt x="61" y="49"/>
                    <a:pt x="61" y="49"/>
                  </a:cubicBezTo>
                  <a:cubicBezTo>
                    <a:pt x="62" y="49"/>
                    <a:pt x="62" y="49"/>
                    <a:pt x="62" y="49"/>
                  </a:cubicBezTo>
                  <a:cubicBezTo>
                    <a:pt x="63" y="49"/>
                    <a:pt x="63" y="49"/>
                    <a:pt x="63" y="49"/>
                  </a:cubicBezTo>
                  <a:cubicBezTo>
                    <a:pt x="63" y="47"/>
                    <a:pt x="63" y="47"/>
                    <a:pt x="63" y="47"/>
                  </a:cubicBezTo>
                  <a:cubicBezTo>
                    <a:pt x="64" y="46"/>
                    <a:pt x="65" y="46"/>
                    <a:pt x="65" y="46"/>
                  </a:cubicBezTo>
                  <a:cubicBezTo>
                    <a:pt x="67" y="46"/>
                    <a:pt x="67" y="46"/>
                    <a:pt x="67" y="46"/>
                  </a:cubicBezTo>
                  <a:cubicBezTo>
                    <a:pt x="67" y="46"/>
                    <a:pt x="67" y="46"/>
                    <a:pt x="67" y="46"/>
                  </a:cubicBezTo>
                  <a:cubicBezTo>
                    <a:pt x="68" y="46"/>
                    <a:pt x="68" y="46"/>
                    <a:pt x="68" y="46"/>
                  </a:cubicBezTo>
                  <a:cubicBezTo>
                    <a:pt x="69" y="45"/>
                    <a:pt x="69" y="45"/>
                    <a:pt x="69" y="45"/>
                  </a:cubicBezTo>
                  <a:cubicBezTo>
                    <a:pt x="69" y="44"/>
                    <a:pt x="69" y="44"/>
                    <a:pt x="69" y="44"/>
                  </a:cubicBezTo>
                  <a:cubicBezTo>
                    <a:pt x="69" y="44"/>
                    <a:pt x="69" y="44"/>
                    <a:pt x="69" y="44"/>
                  </a:cubicBezTo>
                  <a:cubicBezTo>
                    <a:pt x="67" y="42"/>
                    <a:pt x="67" y="42"/>
                    <a:pt x="67" y="42"/>
                  </a:cubicBezTo>
                  <a:close/>
                  <a:moveTo>
                    <a:pt x="64" y="41"/>
                  </a:moveTo>
                  <a:cubicBezTo>
                    <a:pt x="64" y="42"/>
                    <a:pt x="63" y="43"/>
                    <a:pt x="62" y="43"/>
                  </a:cubicBezTo>
                  <a:cubicBezTo>
                    <a:pt x="60" y="43"/>
                    <a:pt x="59" y="42"/>
                    <a:pt x="59" y="41"/>
                  </a:cubicBezTo>
                  <a:cubicBezTo>
                    <a:pt x="59" y="40"/>
                    <a:pt x="60" y="39"/>
                    <a:pt x="62" y="39"/>
                  </a:cubicBezTo>
                  <a:cubicBezTo>
                    <a:pt x="63" y="39"/>
                    <a:pt x="64" y="40"/>
                    <a:pt x="64" y="41"/>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solidFill>
                  <a:srgbClr val="262626"/>
                </a:solidFill>
              </a:endParaRPr>
            </a:p>
          </p:txBody>
        </p:sp>
        <p:sp>
          <p:nvSpPr>
            <p:cNvPr id="118" name="Oval 45"/>
            <p:cNvSpPr>
              <a:spLocks noChangeArrowheads="1"/>
            </p:cNvSpPr>
            <p:nvPr/>
          </p:nvSpPr>
          <p:spPr bwMode="auto">
            <a:xfrm>
              <a:off x="10002838" y="3479800"/>
              <a:ext cx="931863" cy="927100"/>
            </a:xfrm>
            <a:prstGeom prst="ellipse">
              <a:avLst/>
            </a:prstGeom>
            <a:solidFill>
              <a:srgbClr val="EB3C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solidFill>
                  <a:srgbClr val="262626"/>
                </a:solidFill>
              </a:endParaRPr>
            </a:p>
          </p:txBody>
        </p:sp>
        <p:sp>
          <p:nvSpPr>
            <p:cNvPr id="119" name="Freeform 46"/>
            <p:cNvSpPr>
              <a:spLocks noEditPoints="1"/>
            </p:cNvSpPr>
            <p:nvPr/>
          </p:nvSpPr>
          <p:spPr bwMode="auto">
            <a:xfrm>
              <a:off x="10236200" y="3744913"/>
              <a:ext cx="465138" cy="395288"/>
            </a:xfrm>
            <a:custGeom>
              <a:avLst/>
              <a:gdLst>
                <a:gd name="T0" fmla="*/ 93 w 98"/>
                <a:gd name="T1" fmla="*/ 78 h 83"/>
                <a:gd name="T2" fmla="*/ 0 w 98"/>
                <a:gd name="T3" fmla="*/ 15 h 83"/>
                <a:gd name="T4" fmla="*/ 0 w 98"/>
                <a:gd name="T5" fmla="*/ 83 h 83"/>
                <a:gd name="T6" fmla="*/ 98 w 98"/>
                <a:gd name="T7" fmla="*/ 0 h 83"/>
                <a:gd name="T8" fmla="*/ 0 w 98"/>
                <a:gd name="T9" fmla="*/ 0 h 83"/>
                <a:gd name="T10" fmla="*/ 57 w 98"/>
                <a:gd name="T11" fmla="*/ 47 h 83"/>
                <a:gd name="T12" fmla="*/ 54 w 98"/>
                <a:gd name="T13" fmla="*/ 42 h 83"/>
                <a:gd name="T14" fmla="*/ 51 w 98"/>
                <a:gd name="T15" fmla="*/ 40 h 83"/>
                <a:gd name="T16" fmla="*/ 46 w 98"/>
                <a:gd name="T17" fmla="*/ 37 h 83"/>
                <a:gd name="T18" fmla="*/ 41 w 98"/>
                <a:gd name="T19" fmla="*/ 37 h 83"/>
                <a:gd name="T20" fmla="*/ 36 w 98"/>
                <a:gd name="T21" fmla="*/ 40 h 83"/>
                <a:gd name="T22" fmla="*/ 33 w 98"/>
                <a:gd name="T23" fmla="*/ 42 h 83"/>
                <a:gd name="T24" fmla="*/ 30 w 98"/>
                <a:gd name="T25" fmla="*/ 47 h 83"/>
                <a:gd name="T26" fmla="*/ 29 w 98"/>
                <a:gd name="T27" fmla="*/ 51 h 83"/>
                <a:gd name="T28" fmla="*/ 30 w 98"/>
                <a:gd name="T29" fmla="*/ 57 h 83"/>
                <a:gd name="T30" fmla="*/ 32 w 98"/>
                <a:gd name="T31" fmla="*/ 60 h 83"/>
                <a:gd name="T32" fmla="*/ 37 w 98"/>
                <a:gd name="T33" fmla="*/ 64 h 83"/>
                <a:gd name="T34" fmla="*/ 41 w 98"/>
                <a:gd name="T35" fmla="*/ 66 h 83"/>
                <a:gd name="T36" fmla="*/ 44 w 98"/>
                <a:gd name="T37" fmla="*/ 62 h 83"/>
                <a:gd name="T38" fmla="*/ 50 w 98"/>
                <a:gd name="T39" fmla="*/ 65 h 83"/>
                <a:gd name="T40" fmla="*/ 51 w 98"/>
                <a:gd name="T41" fmla="*/ 59 h 83"/>
                <a:gd name="T42" fmla="*/ 57 w 98"/>
                <a:gd name="T43" fmla="*/ 58 h 83"/>
                <a:gd name="T44" fmla="*/ 54 w 98"/>
                <a:gd name="T45" fmla="*/ 53 h 83"/>
                <a:gd name="T46" fmla="*/ 49 w 98"/>
                <a:gd name="T47" fmla="*/ 52 h 83"/>
                <a:gd name="T48" fmla="*/ 40 w 98"/>
                <a:gd name="T49" fmla="*/ 56 h 83"/>
                <a:gd name="T50" fmla="*/ 44 w 98"/>
                <a:gd name="T51" fmla="*/ 46 h 83"/>
                <a:gd name="T52" fmla="*/ 41 w 98"/>
                <a:gd name="T53" fmla="*/ 52 h 83"/>
                <a:gd name="T54" fmla="*/ 44 w 98"/>
                <a:gd name="T55" fmla="*/ 54 h 83"/>
                <a:gd name="T56" fmla="*/ 67 w 98"/>
                <a:gd name="T57" fmla="*/ 41 h 83"/>
                <a:gd name="T58" fmla="*/ 69 w 98"/>
                <a:gd name="T59" fmla="*/ 38 h 83"/>
                <a:gd name="T60" fmla="*/ 67 w 98"/>
                <a:gd name="T61" fmla="*/ 36 h 83"/>
                <a:gd name="T62" fmla="*/ 63 w 98"/>
                <a:gd name="T63" fmla="*/ 36 h 83"/>
                <a:gd name="T64" fmla="*/ 61 w 98"/>
                <a:gd name="T65" fmla="*/ 33 h 83"/>
                <a:gd name="T66" fmla="*/ 58 w 98"/>
                <a:gd name="T67" fmla="*/ 37 h 83"/>
                <a:gd name="T68" fmla="*/ 55 w 98"/>
                <a:gd name="T69" fmla="*/ 37 h 83"/>
                <a:gd name="T70" fmla="*/ 54 w 98"/>
                <a:gd name="T71" fmla="*/ 39 h 83"/>
                <a:gd name="T72" fmla="*/ 56 w 98"/>
                <a:gd name="T73" fmla="*/ 42 h 83"/>
                <a:gd name="T74" fmla="*/ 54 w 98"/>
                <a:gd name="T75" fmla="*/ 45 h 83"/>
                <a:gd name="T76" fmla="*/ 56 w 98"/>
                <a:gd name="T77" fmla="*/ 46 h 83"/>
                <a:gd name="T78" fmla="*/ 60 w 98"/>
                <a:gd name="T79" fmla="*/ 49 h 83"/>
                <a:gd name="T80" fmla="*/ 63 w 98"/>
                <a:gd name="T81" fmla="*/ 49 h 83"/>
                <a:gd name="T82" fmla="*/ 67 w 98"/>
                <a:gd name="T83" fmla="*/ 46 h 83"/>
                <a:gd name="T84" fmla="*/ 69 w 98"/>
                <a:gd name="T85" fmla="*/ 45 h 83"/>
                <a:gd name="T86" fmla="*/ 67 w 98"/>
                <a:gd name="T87" fmla="*/ 42 h 83"/>
                <a:gd name="T88" fmla="*/ 59 w 98"/>
                <a:gd name="T89" fmla="*/ 41 h 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98" h="83">
                  <a:moveTo>
                    <a:pt x="5" y="20"/>
                  </a:moveTo>
                  <a:cubicBezTo>
                    <a:pt x="5" y="78"/>
                    <a:pt x="5" y="78"/>
                    <a:pt x="5" y="78"/>
                  </a:cubicBezTo>
                  <a:cubicBezTo>
                    <a:pt x="93" y="78"/>
                    <a:pt x="93" y="78"/>
                    <a:pt x="93" y="78"/>
                  </a:cubicBezTo>
                  <a:cubicBezTo>
                    <a:pt x="93" y="20"/>
                    <a:pt x="93" y="20"/>
                    <a:pt x="93" y="20"/>
                  </a:cubicBezTo>
                  <a:cubicBezTo>
                    <a:pt x="5" y="20"/>
                    <a:pt x="5" y="20"/>
                    <a:pt x="5" y="20"/>
                  </a:cubicBezTo>
                  <a:close/>
                  <a:moveTo>
                    <a:pt x="0" y="15"/>
                  </a:moveTo>
                  <a:cubicBezTo>
                    <a:pt x="98" y="15"/>
                    <a:pt x="98" y="15"/>
                    <a:pt x="98" y="15"/>
                  </a:cubicBezTo>
                  <a:cubicBezTo>
                    <a:pt x="98" y="83"/>
                    <a:pt x="98" y="83"/>
                    <a:pt x="98" y="83"/>
                  </a:cubicBezTo>
                  <a:cubicBezTo>
                    <a:pt x="0" y="83"/>
                    <a:pt x="0" y="83"/>
                    <a:pt x="0" y="83"/>
                  </a:cubicBezTo>
                  <a:cubicBezTo>
                    <a:pt x="0" y="15"/>
                    <a:pt x="0" y="15"/>
                    <a:pt x="0" y="15"/>
                  </a:cubicBezTo>
                  <a:close/>
                  <a:moveTo>
                    <a:pt x="0" y="0"/>
                  </a:moveTo>
                  <a:cubicBezTo>
                    <a:pt x="98" y="0"/>
                    <a:pt x="98" y="0"/>
                    <a:pt x="98" y="0"/>
                  </a:cubicBezTo>
                  <a:cubicBezTo>
                    <a:pt x="98" y="10"/>
                    <a:pt x="98" y="10"/>
                    <a:pt x="98" y="10"/>
                  </a:cubicBezTo>
                  <a:cubicBezTo>
                    <a:pt x="0" y="10"/>
                    <a:pt x="0" y="10"/>
                    <a:pt x="0" y="10"/>
                  </a:cubicBezTo>
                  <a:cubicBezTo>
                    <a:pt x="0" y="0"/>
                    <a:pt x="0" y="0"/>
                    <a:pt x="0" y="0"/>
                  </a:cubicBezTo>
                  <a:close/>
                  <a:moveTo>
                    <a:pt x="58" y="50"/>
                  </a:moveTo>
                  <a:cubicBezTo>
                    <a:pt x="58" y="48"/>
                    <a:pt x="58" y="48"/>
                    <a:pt x="58" y="48"/>
                  </a:cubicBezTo>
                  <a:cubicBezTo>
                    <a:pt x="58" y="48"/>
                    <a:pt x="57" y="47"/>
                    <a:pt x="57" y="47"/>
                  </a:cubicBezTo>
                  <a:cubicBezTo>
                    <a:pt x="53" y="47"/>
                    <a:pt x="53" y="47"/>
                    <a:pt x="53" y="47"/>
                  </a:cubicBezTo>
                  <a:cubicBezTo>
                    <a:pt x="52" y="46"/>
                    <a:pt x="52" y="46"/>
                    <a:pt x="52" y="46"/>
                  </a:cubicBezTo>
                  <a:cubicBezTo>
                    <a:pt x="54" y="42"/>
                    <a:pt x="54" y="42"/>
                    <a:pt x="54" y="42"/>
                  </a:cubicBezTo>
                  <a:cubicBezTo>
                    <a:pt x="54" y="41"/>
                    <a:pt x="54" y="41"/>
                    <a:pt x="54" y="41"/>
                  </a:cubicBezTo>
                  <a:cubicBezTo>
                    <a:pt x="52" y="40"/>
                    <a:pt x="52" y="40"/>
                    <a:pt x="52" y="40"/>
                  </a:cubicBezTo>
                  <a:cubicBezTo>
                    <a:pt x="51" y="40"/>
                    <a:pt x="51" y="40"/>
                    <a:pt x="51" y="40"/>
                  </a:cubicBezTo>
                  <a:cubicBezTo>
                    <a:pt x="48" y="42"/>
                    <a:pt x="48" y="42"/>
                    <a:pt x="48" y="42"/>
                  </a:cubicBezTo>
                  <a:cubicBezTo>
                    <a:pt x="47" y="42"/>
                    <a:pt x="47" y="42"/>
                    <a:pt x="47" y="42"/>
                  </a:cubicBezTo>
                  <a:cubicBezTo>
                    <a:pt x="46" y="37"/>
                    <a:pt x="46" y="37"/>
                    <a:pt x="46" y="37"/>
                  </a:cubicBezTo>
                  <a:cubicBezTo>
                    <a:pt x="45" y="37"/>
                    <a:pt x="45" y="37"/>
                    <a:pt x="45" y="37"/>
                  </a:cubicBezTo>
                  <a:cubicBezTo>
                    <a:pt x="42" y="37"/>
                    <a:pt x="42" y="37"/>
                    <a:pt x="42" y="37"/>
                  </a:cubicBezTo>
                  <a:cubicBezTo>
                    <a:pt x="41" y="37"/>
                    <a:pt x="41" y="37"/>
                    <a:pt x="41" y="37"/>
                  </a:cubicBezTo>
                  <a:cubicBezTo>
                    <a:pt x="41" y="42"/>
                    <a:pt x="41" y="42"/>
                    <a:pt x="41" y="42"/>
                  </a:cubicBezTo>
                  <a:cubicBezTo>
                    <a:pt x="40" y="42"/>
                    <a:pt x="40" y="42"/>
                    <a:pt x="40" y="42"/>
                  </a:cubicBezTo>
                  <a:cubicBezTo>
                    <a:pt x="36" y="40"/>
                    <a:pt x="36" y="40"/>
                    <a:pt x="36" y="40"/>
                  </a:cubicBezTo>
                  <a:cubicBezTo>
                    <a:pt x="35" y="40"/>
                    <a:pt x="35" y="40"/>
                    <a:pt x="35" y="40"/>
                  </a:cubicBezTo>
                  <a:cubicBezTo>
                    <a:pt x="33" y="41"/>
                    <a:pt x="33" y="41"/>
                    <a:pt x="33" y="41"/>
                  </a:cubicBezTo>
                  <a:cubicBezTo>
                    <a:pt x="33" y="42"/>
                    <a:pt x="33" y="42"/>
                    <a:pt x="33" y="42"/>
                  </a:cubicBezTo>
                  <a:cubicBezTo>
                    <a:pt x="35" y="46"/>
                    <a:pt x="35" y="46"/>
                    <a:pt x="35" y="46"/>
                  </a:cubicBezTo>
                  <a:cubicBezTo>
                    <a:pt x="34" y="47"/>
                    <a:pt x="34" y="47"/>
                    <a:pt x="34" y="47"/>
                  </a:cubicBezTo>
                  <a:cubicBezTo>
                    <a:pt x="30" y="47"/>
                    <a:pt x="30" y="47"/>
                    <a:pt x="30" y="47"/>
                  </a:cubicBezTo>
                  <a:cubicBezTo>
                    <a:pt x="30" y="47"/>
                    <a:pt x="30" y="48"/>
                    <a:pt x="29" y="48"/>
                  </a:cubicBezTo>
                  <a:cubicBezTo>
                    <a:pt x="29" y="50"/>
                    <a:pt x="29" y="50"/>
                    <a:pt x="29" y="50"/>
                  </a:cubicBezTo>
                  <a:cubicBezTo>
                    <a:pt x="29" y="51"/>
                    <a:pt x="29" y="51"/>
                    <a:pt x="29" y="51"/>
                  </a:cubicBezTo>
                  <a:cubicBezTo>
                    <a:pt x="33" y="53"/>
                    <a:pt x="33" y="53"/>
                    <a:pt x="33" y="53"/>
                  </a:cubicBezTo>
                  <a:cubicBezTo>
                    <a:pt x="33" y="53"/>
                    <a:pt x="33" y="54"/>
                    <a:pt x="33" y="54"/>
                  </a:cubicBezTo>
                  <a:cubicBezTo>
                    <a:pt x="30" y="57"/>
                    <a:pt x="30" y="57"/>
                    <a:pt x="30" y="57"/>
                  </a:cubicBezTo>
                  <a:cubicBezTo>
                    <a:pt x="30" y="58"/>
                    <a:pt x="30" y="58"/>
                    <a:pt x="30" y="58"/>
                  </a:cubicBezTo>
                  <a:cubicBezTo>
                    <a:pt x="32" y="60"/>
                    <a:pt x="32" y="60"/>
                    <a:pt x="32" y="60"/>
                  </a:cubicBezTo>
                  <a:cubicBezTo>
                    <a:pt x="32" y="60"/>
                    <a:pt x="32" y="60"/>
                    <a:pt x="32" y="60"/>
                  </a:cubicBezTo>
                  <a:cubicBezTo>
                    <a:pt x="36" y="59"/>
                    <a:pt x="36" y="59"/>
                    <a:pt x="36" y="59"/>
                  </a:cubicBezTo>
                  <a:cubicBezTo>
                    <a:pt x="37" y="60"/>
                    <a:pt x="37" y="60"/>
                    <a:pt x="37" y="60"/>
                  </a:cubicBezTo>
                  <a:cubicBezTo>
                    <a:pt x="37" y="64"/>
                    <a:pt x="37" y="64"/>
                    <a:pt x="37" y="64"/>
                  </a:cubicBezTo>
                  <a:cubicBezTo>
                    <a:pt x="37" y="65"/>
                    <a:pt x="37" y="65"/>
                    <a:pt x="37" y="65"/>
                  </a:cubicBezTo>
                  <a:cubicBezTo>
                    <a:pt x="40" y="66"/>
                    <a:pt x="40" y="66"/>
                    <a:pt x="40" y="66"/>
                  </a:cubicBezTo>
                  <a:cubicBezTo>
                    <a:pt x="41" y="66"/>
                    <a:pt x="41" y="66"/>
                    <a:pt x="41" y="66"/>
                  </a:cubicBezTo>
                  <a:cubicBezTo>
                    <a:pt x="43" y="62"/>
                    <a:pt x="43" y="62"/>
                    <a:pt x="43" y="62"/>
                  </a:cubicBezTo>
                  <a:cubicBezTo>
                    <a:pt x="44" y="62"/>
                    <a:pt x="44" y="62"/>
                    <a:pt x="44" y="62"/>
                  </a:cubicBezTo>
                  <a:cubicBezTo>
                    <a:pt x="44" y="62"/>
                    <a:pt x="44" y="62"/>
                    <a:pt x="44" y="62"/>
                  </a:cubicBezTo>
                  <a:cubicBezTo>
                    <a:pt x="46" y="66"/>
                    <a:pt x="46" y="66"/>
                    <a:pt x="46" y="66"/>
                  </a:cubicBezTo>
                  <a:cubicBezTo>
                    <a:pt x="47" y="66"/>
                    <a:pt x="47" y="66"/>
                    <a:pt x="47" y="66"/>
                  </a:cubicBezTo>
                  <a:cubicBezTo>
                    <a:pt x="50" y="65"/>
                    <a:pt x="50" y="65"/>
                    <a:pt x="50" y="65"/>
                  </a:cubicBezTo>
                  <a:cubicBezTo>
                    <a:pt x="50" y="64"/>
                    <a:pt x="50" y="64"/>
                    <a:pt x="50" y="64"/>
                  </a:cubicBezTo>
                  <a:cubicBezTo>
                    <a:pt x="50" y="60"/>
                    <a:pt x="50" y="60"/>
                    <a:pt x="50" y="60"/>
                  </a:cubicBezTo>
                  <a:cubicBezTo>
                    <a:pt x="51" y="59"/>
                    <a:pt x="51" y="59"/>
                    <a:pt x="51" y="59"/>
                  </a:cubicBezTo>
                  <a:cubicBezTo>
                    <a:pt x="55" y="60"/>
                    <a:pt x="55" y="60"/>
                    <a:pt x="55" y="60"/>
                  </a:cubicBezTo>
                  <a:cubicBezTo>
                    <a:pt x="55" y="60"/>
                    <a:pt x="55" y="60"/>
                    <a:pt x="55" y="60"/>
                  </a:cubicBezTo>
                  <a:cubicBezTo>
                    <a:pt x="57" y="58"/>
                    <a:pt x="57" y="58"/>
                    <a:pt x="57" y="58"/>
                  </a:cubicBezTo>
                  <a:cubicBezTo>
                    <a:pt x="57" y="57"/>
                    <a:pt x="57" y="57"/>
                    <a:pt x="57" y="57"/>
                  </a:cubicBezTo>
                  <a:cubicBezTo>
                    <a:pt x="54" y="54"/>
                    <a:pt x="54" y="54"/>
                    <a:pt x="54" y="54"/>
                  </a:cubicBezTo>
                  <a:cubicBezTo>
                    <a:pt x="54" y="54"/>
                    <a:pt x="54" y="53"/>
                    <a:pt x="54" y="53"/>
                  </a:cubicBezTo>
                  <a:cubicBezTo>
                    <a:pt x="58" y="51"/>
                    <a:pt x="58" y="51"/>
                    <a:pt x="58" y="51"/>
                  </a:cubicBezTo>
                  <a:cubicBezTo>
                    <a:pt x="58" y="51"/>
                    <a:pt x="58" y="51"/>
                    <a:pt x="58" y="50"/>
                  </a:cubicBezTo>
                  <a:close/>
                  <a:moveTo>
                    <a:pt x="49" y="52"/>
                  </a:moveTo>
                  <a:cubicBezTo>
                    <a:pt x="49" y="53"/>
                    <a:pt x="49" y="55"/>
                    <a:pt x="48" y="56"/>
                  </a:cubicBezTo>
                  <a:cubicBezTo>
                    <a:pt x="47" y="57"/>
                    <a:pt x="45" y="58"/>
                    <a:pt x="44" y="58"/>
                  </a:cubicBezTo>
                  <a:cubicBezTo>
                    <a:pt x="42" y="58"/>
                    <a:pt x="41" y="57"/>
                    <a:pt x="40" y="56"/>
                  </a:cubicBezTo>
                  <a:cubicBezTo>
                    <a:pt x="39" y="55"/>
                    <a:pt x="38" y="53"/>
                    <a:pt x="38" y="52"/>
                  </a:cubicBezTo>
                  <a:cubicBezTo>
                    <a:pt x="38" y="50"/>
                    <a:pt x="39" y="49"/>
                    <a:pt x="40" y="48"/>
                  </a:cubicBezTo>
                  <a:cubicBezTo>
                    <a:pt x="41" y="47"/>
                    <a:pt x="42" y="46"/>
                    <a:pt x="44" y="46"/>
                  </a:cubicBezTo>
                  <a:cubicBezTo>
                    <a:pt x="45" y="46"/>
                    <a:pt x="47" y="47"/>
                    <a:pt x="48" y="48"/>
                  </a:cubicBezTo>
                  <a:cubicBezTo>
                    <a:pt x="49" y="49"/>
                    <a:pt x="49" y="50"/>
                    <a:pt x="49" y="52"/>
                  </a:cubicBezTo>
                  <a:close/>
                  <a:moveTo>
                    <a:pt x="41" y="52"/>
                  </a:moveTo>
                  <a:cubicBezTo>
                    <a:pt x="41" y="50"/>
                    <a:pt x="42" y="49"/>
                    <a:pt x="44" y="49"/>
                  </a:cubicBezTo>
                  <a:cubicBezTo>
                    <a:pt x="45" y="49"/>
                    <a:pt x="46" y="50"/>
                    <a:pt x="46" y="52"/>
                  </a:cubicBezTo>
                  <a:cubicBezTo>
                    <a:pt x="46" y="53"/>
                    <a:pt x="45" y="54"/>
                    <a:pt x="44" y="54"/>
                  </a:cubicBezTo>
                  <a:cubicBezTo>
                    <a:pt x="42" y="54"/>
                    <a:pt x="41" y="53"/>
                    <a:pt x="41" y="52"/>
                  </a:cubicBezTo>
                  <a:close/>
                  <a:moveTo>
                    <a:pt x="67" y="42"/>
                  </a:moveTo>
                  <a:cubicBezTo>
                    <a:pt x="67" y="41"/>
                    <a:pt x="67" y="41"/>
                    <a:pt x="67" y="41"/>
                  </a:cubicBezTo>
                  <a:cubicBezTo>
                    <a:pt x="67" y="40"/>
                    <a:pt x="67" y="40"/>
                    <a:pt x="67" y="40"/>
                  </a:cubicBezTo>
                  <a:cubicBezTo>
                    <a:pt x="69" y="39"/>
                    <a:pt x="69" y="39"/>
                    <a:pt x="69" y="39"/>
                  </a:cubicBezTo>
                  <a:cubicBezTo>
                    <a:pt x="69" y="38"/>
                    <a:pt x="69" y="38"/>
                    <a:pt x="69" y="38"/>
                  </a:cubicBezTo>
                  <a:cubicBezTo>
                    <a:pt x="69" y="38"/>
                    <a:pt x="69" y="38"/>
                    <a:pt x="69" y="38"/>
                  </a:cubicBezTo>
                  <a:cubicBezTo>
                    <a:pt x="68" y="37"/>
                    <a:pt x="68" y="37"/>
                    <a:pt x="68" y="37"/>
                  </a:cubicBezTo>
                  <a:cubicBezTo>
                    <a:pt x="67" y="36"/>
                    <a:pt x="67" y="36"/>
                    <a:pt x="67" y="36"/>
                  </a:cubicBezTo>
                  <a:cubicBezTo>
                    <a:pt x="67" y="36"/>
                    <a:pt x="67" y="36"/>
                    <a:pt x="67" y="36"/>
                  </a:cubicBezTo>
                  <a:cubicBezTo>
                    <a:pt x="65" y="37"/>
                    <a:pt x="65" y="37"/>
                    <a:pt x="65" y="37"/>
                  </a:cubicBezTo>
                  <a:cubicBezTo>
                    <a:pt x="65" y="37"/>
                    <a:pt x="64" y="36"/>
                    <a:pt x="63" y="36"/>
                  </a:cubicBezTo>
                  <a:cubicBezTo>
                    <a:pt x="63" y="34"/>
                    <a:pt x="63" y="34"/>
                    <a:pt x="63" y="34"/>
                  </a:cubicBezTo>
                  <a:cubicBezTo>
                    <a:pt x="62" y="33"/>
                    <a:pt x="62" y="33"/>
                    <a:pt x="62" y="33"/>
                  </a:cubicBezTo>
                  <a:cubicBezTo>
                    <a:pt x="61" y="33"/>
                    <a:pt x="61" y="33"/>
                    <a:pt x="61" y="33"/>
                  </a:cubicBezTo>
                  <a:cubicBezTo>
                    <a:pt x="60" y="34"/>
                    <a:pt x="60" y="34"/>
                    <a:pt x="60" y="34"/>
                  </a:cubicBezTo>
                  <a:cubicBezTo>
                    <a:pt x="60" y="36"/>
                    <a:pt x="60" y="36"/>
                    <a:pt x="60" y="36"/>
                  </a:cubicBezTo>
                  <a:cubicBezTo>
                    <a:pt x="59" y="36"/>
                    <a:pt x="58" y="37"/>
                    <a:pt x="58" y="37"/>
                  </a:cubicBezTo>
                  <a:cubicBezTo>
                    <a:pt x="56" y="36"/>
                    <a:pt x="56" y="36"/>
                    <a:pt x="56" y="36"/>
                  </a:cubicBezTo>
                  <a:cubicBezTo>
                    <a:pt x="56" y="36"/>
                    <a:pt x="56" y="36"/>
                    <a:pt x="56" y="36"/>
                  </a:cubicBezTo>
                  <a:cubicBezTo>
                    <a:pt x="55" y="37"/>
                    <a:pt x="55" y="37"/>
                    <a:pt x="55" y="37"/>
                  </a:cubicBezTo>
                  <a:cubicBezTo>
                    <a:pt x="54" y="38"/>
                    <a:pt x="54" y="38"/>
                    <a:pt x="54" y="38"/>
                  </a:cubicBezTo>
                  <a:cubicBezTo>
                    <a:pt x="54" y="38"/>
                    <a:pt x="54" y="38"/>
                    <a:pt x="54" y="38"/>
                  </a:cubicBezTo>
                  <a:cubicBezTo>
                    <a:pt x="54" y="39"/>
                    <a:pt x="54" y="39"/>
                    <a:pt x="54" y="39"/>
                  </a:cubicBezTo>
                  <a:cubicBezTo>
                    <a:pt x="56" y="40"/>
                    <a:pt x="56" y="40"/>
                    <a:pt x="56" y="40"/>
                  </a:cubicBezTo>
                  <a:cubicBezTo>
                    <a:pt x="56" y="41"/>
                    <a:pt x="56" y="41"/>
                    <a:pt x="56" y="41"/>
                  </a:cubicBezTo>
                  <a:cubicBezTo>
                    <a:pt x="56" y="42"/>
                    <a:pt x="56" y="42"/>
                    <a:pt x="56" y="42"/>
                  </a:cubicBezTo>
                  <a:cubicBezTo>
                    <a:pt x="54" y="44"/>
                    <a:pt x="54" y="44"/>
                    <a:pt x="54" y="44"/>
                  </a:cubicBezTo>
                  <a:cubicBezTo>
                    <a:pt x="54" y="44"/>
                    <a:pt x="54" y="44"/>
                    <a:pt x="54" y="44"/>
                  </a:cubicBezTo>
                  <a:cubicBezTo>
                    <a:pt x="54" y="45"/>
                    <a:pt x="54" y="45"/>
                    <a:pt x="54" y="45"/>
                  </a:cubicBezTo>
                  <a:cubicBezTo>
                    <a:pt x="55" y="46"/>
                    <a:pt x="55" y="46"/>
                    <a:pt x="55" y="46"/>
                  </a:cubicBezTo>
                  <a:cubicBezTo>
                    <a:pt x="56" y="46"/>
                    <a:pt x="56" y="46"/>
                    <a:pt x="56" y="46"/>
                  </a:cubicBezTo>
                  <a:cubicBezTo>
                    <a:pt x="56" y="46"/>
                    <a:pt x="56" y="46"/>
                    <a:pt x="56" y="46"/>
                  </a:cubicBezTo>
                  <a:cubicBezTo>
                    <a:pt x="58" y="46"/>
                    <a:pt x="58" y="46"/>
                    <a:pt x="58" y="46"/>
                  </a:cubicBezTo>
                  <a:cubicBezTo>
                    <a:pt x="58" y="46"/>
                    <a:pt x="59" y="46"/>
                    <a:pt x="60" y="47"/>
                  </a:cubicBezTo>
                  <a:cubicBezTo>
                    <a:pt x="60" y="49"/>
                    <a:pt x="60" y="49"/>
                    <a:pt x="60" y="49"/>
                  </a:cubicBezTo>
                  <a:cubicBezTo>
                    <a:pt x="61" y="49"/>
                    <a:pt x="61" y="49"/>
                    <a:pt x="61" y="49"/>
                  </a:cubicBezTo>
                  <a:cubicBezTo>
                    <a:pt x="62" y="49"/>
                    <a:pt x="62" y="49"/>
                    <a:pt x="62" y="49"/>
                  </a:cubicBezTo>
                  <a:cubicBezTo>
                    <a:pt x="63" y="49"/>
                    <a:pt x="63" y="49"/>
                    <a:pt x="63" y="49"/>
                  </a:cubicBezTo>
                  <a:cubicBezTo>
                    <a:pt x="63" y="47"/>
                    <a:pt x="63" y="47"/>
                    <a:pt x="63" y="47"/>
                  </a:cubicBezTo>
                  <a:cubicBezTo>
                    <a:pt x="64" y="46"/>
                    <a:pt x="65" y="46"/>
                    <a:pt x="65" y="46"/>
                  </a:cubicBezTo>
                  <a:cubicBezTo>
                    <a:pt x="67" y="46"/>
                    <a:pt x="67" y="46"/>
                    <a:pt x="67" y="46"/>
                  </a:cubicBezTo>
                  <a:cubicBezTo>
                    <a:pt x="67" y="46"/>
                    <a:pt x="67" y="46"/>
                    <a:pt x="67" y="46"/>
                  </a:cubicBezTo>
                  <a:cubicBezTo>
                    <a:pt x="68" y="46"/>
                    <a:pt x="68" y="46"/>
                    <a:pt x="68" y="46"/>
                  </a:cubicBezTo>
                  <a:cubicBezTo>
                    <a:pt x="69" y="45"/>
                    <a:pt x="69" y="45"/>
                    <a:pt x="69" y="45"/>
                  </a:cubicBezTo>
                  <a:cubicBezTo>
                    <a:pt x="69" y="44"/>
                    <a:pt x="69" y="44"/>
                    <a:pt x="69" y="44"/>
                  </a:cubicBezTo>
                  <a:cubicBezTo>
                    <a:pt x="69" y="44"/>
                    <a:pt x="69" y="44"/>
                    <a:pt x="69" y="44"/>
                  </a:cubicBezTo>
                  <a:cubicBezTo>
                    <a:pt x="67" y="42"/>
                    <a:pt x="67" y="42"/>
                    <a:pt x="67" y="42"/>
                  </a:cubicBezTo>
                  <a:close/>
                  <a:moveTo>
                    <a:pt x="64" y="41"/>
                  </a:moveTo>
                  <a:cubicBezTo>
                    <a:pt x="64" y="42"/>
                    <a:pt x="63" y="43"/>
                    <a:pt x="62" y="43"/>
                  </a:cubicBezTo>
                  <a:cubicBezTo>
                    <a:pt x="60" y="43"/>
                    <a:pt x="59" y="42"/>
                    <a:pt x="59" y="41"/>
                  </a:cubicBezTo>
                  <a:cubicBezTo>
                    <a:pt x="59" y="40"/>
                    <a:pt x="60" y="39"/>
                    <a:pt x="62" y="39"/>
                  </a:cubicBezTo>
                  <a:cubicBezTo>
                    <a:pt x="63" y="39"/>
                    <a:pt x="64" y="40"/>
                    <a:pt x="64" y="41"/>
                  </a:cubicBezTo>
                  <a:close/>
                </a:path>
              </a:pathLst>
            </a:custGeom>
            <a:solidFill>
              <a:srgbClr val="F5F5F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solidFill>
                  <a:srgbClr val="262626"/>
                </a:solidFill>
              </a:endParaRPr>
            </a:p>
          </p:txBody>
        </p:sp>
        <p:sp>
          <p:nvSpPr>
            <p:cNvPr id="120" name="Freeform 47"/>
            <p:cNvSpPr>
              <a:spLocks noEditPoints="1"/>
            </p:cNvSpPr>
            <p:nvPr/>
          </p:nvSpPr>
          <p:spPr bwMode="auto">
            <a:xfrm>
              <a:off x="10729913" y="5229225"/>
              <a:ext cx="604838" cy="479425"/>
            </a:xfrm>
            <a:custGeom>
              <a:avLst/>
              <a:gdLst>
                <a:gd name="T0" fmla="*/ 127 w 127"/>
                <a:gd name="T1" fmla="*/ 73 h 101"/>
                <a:gd name="T2" fmla="*/ 0 w 127"/>
                <a:gd name="T3" fmla="*/ 73 h 101"/>
                <a:gd name="T4" fmla="*/ 16 w 127"/>
                <a:gd name="T5" fmla="*/ 101 h 101"/>
                <a:gd name="T6" fmla="*/ 112 w 127"/>
                <a:gd name="T7" fmla="*/ 101 h 101"/>
                <a:gd name="T8" fmla="*/ 127 w 127"/>
                <a:gd name="T9" fmla="*/ 73 h 101"/>
                <a:gd name="T10" fmla="*/ 95 w 127"/>
                <a:gd name="T11" fmla="*/ 0 h 101"/>
                <a:gd name="T12" fmla="*/ 33 w 127"/>
                <a:gd name="T13" fmla="*/ 0 h 101"/>
                <a:gd name="T14" fmla="*/ 3 w 127"/>
                <a:gd name="T15" fmla="*/ 34 h 101"/>
                <a:gd name="T16" fmla="*/ 124 w 127"/>
                <a:gd name="T17" fmla="*/ 34 h 101"/>
                <a:gd name="T18" fmla="*/ 95 w 127"/>
                <a:gd name="T19" fmla="*/ 0 h 1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27" h="101">
                  <a:moveTo>
                    <a:pt x="127" y="73"/>
                  </a:moveTo>
                  <a:cubicBezTo>
                    <a:pt x="0" y="73"/>
                    <a:pt x="0" y="73"/>
                    <a:pt x="0" y="73"/>
                  </a:cubicBezTo>
                  <a:cubicBezTo>
                    <a:pt x="3" y="83"/>
                    <a:pt x="8" y="93"/>
                    <a:pt x="16" y="101"/>
                  </a:cubicBezTo>
                  <a:cubicBezTo>
                    <a:pt x="112" y="101"/>
                    <a:pt x="112" y="101"/>
                    <a:pt x="112" y="101"/>
                  </a:cubicBezTo>
                  <a:cubicBezTo>
                    <a:pt x="119" y="93"/>
                    <a:pt x="124" y="83"/>
                    <a:pt x="127" y="73"/>
                  </a:cubicBezTo>
                  <a:moveTo>
                    <a:pt x="95" y="0"/>
                  </a:moveTo>
                  <a:cubicBezTo>
                    <a:pt x="33" y="0"/>
                    <a:pt x="33" y="0"/>
                    <a:pt x="33" y="0"/>
                  </a:cubicBezTo>
                  <a:cubicBezTo>
                    <a:pt x="19" y="7"/>
                    <a:pt x="9" y="19"/>
                    <a:pt x="3" y="34"/>
                  </a:cubicBezTo>
                  <a:cubicBezTo>
                    <a:pt x="124" y="34"/>
                    <a:pt x="124" y="34"/>
                    <a:pt x="124" y="34"/>
                  </a:cubicBezTo>
                  <a:cubicBezTo>
                    <a:pt x="119" y="19"/>
                    <a:pt x="108" y="7"/>
                    <a:pt x="95" y="0"/>
                  </a:cubicBezTo>
                </a:path>
              </a:pathLst>
            </a:custGeom>
            <a:solidFill>
              <a:schemeClr val="bg2">
                <a:lumMod val="75000"/>
              </a:schemeClr>
            </a:solidFill>
            <a:ln>
              <a:noFill/>
            </a:ln>
          </p:spPr>
          <p:txBody>
            <a:bodyPr vert="horz" wrap="square" lIns="91440" tIns="45720" rIns="91440" bIns="45720" numCol="1" anchor="t" anchorCtr="0" compatLnSpc="1">
              <a:prstTxWarp prst="textNoShape">
                <a:avLst/>
              </a:prstTxWarp>
            </a:bodyPr>
            <a:lstStyle/>
            <a:p>
              <a:endParaRPr lang="en-US" sz="1800">
                <a:solidFill>
                  <a:srgbClr val="262626"/>
                </a:solidFill>
              </a:endParaRPr>
            </a:p>
          </p:txBody>
        </p:sp>
        <p:sp>
          <p:nvSpPr>
            <p:cNvPr id="121" name="Freeform 48"/>
            <p:cNvSpPr>
              <a:spLocks/>
            </p:cNvSpPr>
            <p:nvPr/>
          </p:nvSpPr>
          <p:spPr bwMode="auto">
            <a:xfrm>
              <a:off x="10887075" y="5191125"/>
              <a:ext cx="295275" cy="38100"/>
            </a:xfrm>
            <a:custGeom>
              <a:avLst/>
              <a:gdLst>
                <a:gd name="T0" fmla="*/ 31 w 62"/>
                <a:gd name="T1" fmla="*/ 0 h 8"/>
                <a:gd name="T2" fmla="*/ 0 w 62"/>
                <a:gd name="T3" fmla="*/ 8 h 8"/>
                <a:gd name="T4" fmla="*/ 62 w 62"/>
                <a:gd name="T5" fmla="*/ 8 h 8"/>
                <a:gd name="T6" fmla="*/ 31 w 62"/>
                <a:gd name="T7" fmla="*/ 0 h 8"/>
              </a:gdLst>
              <a:ahLst/>
              <a:cxnLst>
                <a:cxn ang="0">
                  <a:pos x="T0" y="T1"/>
                </a:cxn>
                <a:cxn ang="0">
                  <a:pos x="T2" y="T3"/>
                </a:cxn>
                <a:cxn ang="0">
                  <a:pos x="T4" y="T5"/>
                </a:cxn>
                <a:cxn ang="0">
                  <a:pos x="T6" y="T7"/>
                </a:cxn>
              </a:cxnLst>
              <a:rect l="0" t="0" r="r" b="b"/>
              <a:pathLst>
                <a:path w="62" h="8">
                  <a:moveTo>
                    <a:pt x="31" y="0"/>
                  </a:moveTo>
                  <a:cubicBezTo>
                    <a:pt x="19" y="0"/>
                    <a:pt x="9" y="3"/>
                    <a:pt x="0" y="8"/>
                  </a:cubicBezTo>
                  <a:cubicBezTo>
                    <a:pt x="62" y="8"/>
                    <a:pt x="62" y="8"/>
                    <a:pt x="62" y="8"/>
                  </a:cubicBezTo>
                  <a:cubicBezTo>
                    <a:pt x="53" y="3"/>
                    <a:pt x="42" y="0"/>
                    <a:pt x="31" y="0"/>
                  </a:cubicBezTo>
                </a:path>
              </a:pathLst>
            </a:custGeom>
            <a:solidFill>
              <a:srgbClr val="7C3F7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solidFill>
                  <a:srgbClr val="262626"/>
                </a:solidFill>
              </a:endParaRPr>
            </a:p>
          </p:txBody>
        </p:sp>
        <p:sp>
          <p:nvSpPr>
            <p:cNvPr id="122" name="Freeform 49"/>
            <p:cNvSpPr>
              <a:spLocks/>
            </p:cNvSpPr>
            <p:nvPr/>
          </p:nvSpPr>
          <p:spPr bwMode="auto">
            <a:xfrm>
              <a:off x="10725150" y="5389563"/>
              <a:ext cx="619125" cy="185738"/>
            </a:xfrm>
            <a:custGeom>
              <a:avLst/>
              <a:gdLst>
                <a:gd name="T0" fmla="*/ 125 w 130"/>
                <a:gd name="T1" fmla="*/ 0 h 39"/>
                <a:gd name="T2" fmla="*/ 4 w 130"/>
                <a:gd name="T3" fmla="*/ 0 h 39"/>
                <a:gd name="T4" fmla="*/ 0 w 130"/>
                <a:gd name="T5" fmla="*/ 23 h 39"/>
                <a:gd name="T6" fmla="*/ 1 w 130"/>
                <a:gd name="T7" fmla="*/ 39 h 39"/>
                <a:gd name="T8" fmla="*/ 128 w 130"/>
                <a:gd name="T9" fmla="*/ 39 h 39"/>
                <a:gd name="T10" fmla="*/ 130 w 130"/>
                <a:gd name="T11" fmla="*/ 23 h 39"/>
                <a:gd name="T12" fmla="*/ 125 w 130"/>
                <a:gd name="T13" fmla="*/ 0 h 39"/>
              </a:gdLst>
              <a:ahLst/>
              <a:cxnLst>
                <a:cxn ang="0">
                  <a:pos x="T0" y="T1"/>
                </a:cxn>
                <a:cxn ang="0">
                  <a:pos x="T2" y="T3"/>
                </a:cxn>
                <a:cxn ang="0">
                  <a:pos x="T4" y="T5"/>
                </a:cxn>
                <a:cxn ang="0">
                  <a:pos x="T6" y="T7"/>
                </a:cxn>
                <a:cxn ang="0">
                  <a:pos x="T8" y="T9"/>
                </a:cxn>
                <a:cxn ang="0">
                  <a:pos x="T10" y="T11"/>
                </a:cxn>
                <a:cxn ang="0">
                  <a:pos x="T12" y="T13"/>
                </a:cxn>
              </a:cxnLst>
              <a:rect l="0" t="0" r="r" b="b"/>
              <a:pathLst>
                <a:path w="130" h="39">
                  <a:moveTo>
                    <a:pt x="125" y="0"/>
                  </a:moveTo>
                  <a:cubicBezTo>
                    <a:pt x="4" y="0"/>
                    <a:pt x="4" y="0"/>
                    <a:pt x="4" y="0"/>
                  </a:cubicBezTo>
                  <a:cubicBezTo>
                    <a:pt x="1" y="7"/>
                    <a:pt x="0" y="15"/>
                    <a:pt x="0" y="23"/>
                  </a:cubicBezTo>
                  <a:cubicBezTo>
                    <a:pt x="0" y="28"/>
                    <a:pt x="0" y="34"/>
                    <a:pt x="1" y="39"/>
                  </a:cubicBezTo>
                  <a:cubicBezTo>
                    <a:pt x="128" y="39"/>
                    <a:pt x="128" y="39"/>
                    <a:pt x="128" y="39"/>
                  </a:cubicBezTo>
                  <a:cubicBezTo>
                    <a:pt x="129" y="34"/>
                    <a:pt x="130" y="28"/>
                    <a:pt x="130" y="23"/>
                  </a:cubicBezTo>
                  <a:cubicBezTo>
                    <a:pt x="130" y="15"/>
                    <a:pt x="128" y="7"/>
                    <a:pt x="125" y="0"/>
                  </a:cubicBezTo>
                </a:path>
              </a:pathLst>
            </a:custGeom>
            <a:solidFill>
              <a:schemeClr val="bg2">
                <a:lumMod val="50000"/>
              </a:schemeClr>
            </a:solidFill>
            <a:ln>
              <a:noFill/>
            </a:ln>
          </p:spPr>
          <p:txBody>
            <a:bodyPr vert="horz" wrap="square" lIns="91440" tIns="45720" rIns="91440" bIns="45720" numCol="1" anchor="t" anchorCtr="0" compatLnSpc="1">
              <a:prstTxWarp prst="textNoShape">
                <a:avLst/>
              </a:prstTxWarp>
            </a:bodyPr>
            <a:lstStyle/>
            <a:p>
              <a:endParaRPr lang="en-US" sz="1800">
                <a:solidFill>
                  <a:srgbClr val="262626"/>
                </a:solidFill>
              </a:endParaRPr>
            </a:p>
          </p:txBody>
        </p:sp>
        <p:sp>
          <p:nvSpPr>
            <p:cNvPr id="123" name="Freeform 50"/>
            <p:cNvSpPr>
              <a:spLocks/>
            </p:cNvSpPr>
            <p:nvPr/>
          </p:nvSpPr>
          <p:spPr bwMode="auto">
            <a:xfrm>
              <a:off x="10806113" y="5708650"/>
              <a:ext cx="457200" cy="100013"/>
            </a:xfrm>
            <a:custGeom>
              <a:avLst/>
              <a:gdLst>
                <a:gd name="T0" fmla="*/ 96 w 96"/>
                <a:gd name="T1" fmla="*/ 0 h 21"/>
                <a:gd name="T2" fmla="*/ 0 w 96"/>
                <a:gd name="T3" fmla="*/ 0 h 21"/>
                <a:gd name="T4" fmla="*/ 48 w 96"/>
                <a:gd name="T5" fmla="*/ 21 h 21"/>
                <a:gd name="T6" fmla="*/ 96 w 96"/>
                <a:gd name="T7" fmla="*/ 0 h 21"/>
              </a:gdLst>
              <a:ahLst/>
              <a:cxnLst>
                <a:cxn ang="0">
                  <a:pos x="T0" y="T1"/>
                </a:cxn>
                <a:cxn ang="0">
                  <a:pos x="T2" y="T3"/>
                </a:cxn>
                <a:cxn ang="0">
                  <a:pos x="T4" y="T5"/>
                </a:cxn>
                <a:cxn ang="0">
                  <a:pos x="T6" y="T7"/>
                </a:cxn>
              </a:cxnLst>
              <a:rect l="0" t="0" r="r" b="b"/>
              <a:pathLst>
                <a:path w="96" h="21">
                  <a:moveTo>
                    <a:pt x="96" y="0"/>
                  </a:moveTo>
                  <a:cubicBezTo>
                    <a:pt x="0" y="0"/>
                    <a:pt x="0" y="0"/>
                    <a:pt x="0" y="0"/>
                  </a:cubicBezTo>
                  <a:cubicBezTo>
                    <a:pt x="12" y="13"/>
                    <a:pt x="29" y="21"/>
                    <a:pt x="48" y="21"/>
                  </a:cubicBezTo>
                  <a:cubicBezTo>
                    <a:pt x="67" y="21"/>
                    <a:pt x="84" y="13"/>
                    <a:pt x="96" y="0"/>
                  </a:cubicBezTo>
                </a:path>
              </a:pathLst>
            </a:custGeom>
            <a:solidFill>
              <a:schemeClr val="bg2">
                <a:lumMod val="50000"/>
              </a:schemeClr>
            </a:solidFill>
            <a:ln>
              <a:noFill/>
            </a:ln>
          </p:spPr>
          <p:txBody>
            <a:bodyPr vert="horz" wrap="square" lIns="91440" tIns="45720" rIns="91440" bIns="45720" numCol="1" anchor="t" anchorCtr="0" compatLnSpc="1">
              <a:prstTxWarp prst="textNoShape">
                <a:avLst/>
              </a:prstTxWarp>
            </a:bodyPr>
            <a:lstStyle/>
            <a:p>
              <a:endParaRPr lang="en-US" sz="1800">
                <a:solidFill>
                  <a:srgbClr val="262626"/>
                </a:solidFill>
              </a:endParaRPr>
            </a:p>
          </p:txBody>
        </p:sp>
        <p:sp>
          <p:nvSpPr>
            <p:cNvPr id="124" name="Oval 51"/>
            <p:cNvSpPr>
              <a:spLocks noChangeArrowheads="1"/>
            </p:cNvSpPr>
            <p:nvPr/>
          </p:nvSpPr>
          <p:spPr bwMode="auto">
            <a:xfrm>
              <a:off x="10687050" y="5153025"/>
              <a:ext cx="619125" cy="617538"/>
            </a:xfrm>
            <a:prstGeom prst="ellipse">
              <a:avLst/>
            </a:prstGeom>
            <a:solidFill>
              <a:srgbClr val="E8112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solidFill>
                  <a:srgbClr val="262626"/>
                </a:solidFill>
              </a:endParaRPr>
            </a:p>
          </p:txBody>
        </p:sp>
        <p:sp>
          <p:nvSpPr>
            <p:cNvPr id="125" name="Freeform 52"/>
            <p:cNvSpPr>
              <a:spLocks noEditPoints="1"/>
            </p:cNvSpPr>
            <p:nvPr/>
          </p:nvSpPr>
          <p:spPr bwMode="auto">
            <a:xfrm>
              <a:off x="10839450" y="5329238"/>
              <a:ext cx="309563" cy="265113"/>
            </a:xfrm>
            <a:custGeom>
              <a:avLst/>
              <a:gdLst>
                <a:gd name="T0" fmla="*/ 62 w 65"/>
                <a:gd name="T1" fmla="*/ 53 h 56"/>
                <a:gd name="T2" fmla="*/ 0 w 65"/>
                <a:gd name="T3" fmla="*/ 10 h 56"/>
                <a:gd name="T4" fmla="*/ 0 w 65"/>
                <a:gd name="T5" fmla="*/ 56 h 56"/>
                <a:gd name="T6" fmla="*/ 65 w 65"/>
                <a:gd name="T7" fmla="*/ 0 h 56"/>
                <a:gd name="T8" fmla="*/ 0 w 65"/>
                <a:gd name="T9" fmla="*/ 0 h 56"/>
                <a:gd name="T10" fmla="*/ 38 w 65"/>
                <a:gd name="T11" fmla="*/ 32 h 56"/>
                <a:gd name="T12" fmla="*/ 36 w 65"/>
                <a:gd name="T13" fmla="*/ 28 h 56"/>
                <a:gd name="T14" fmla="*/ 34 w 65"/>
                <a:gd name="T15" fmla="*/ 27 h 56"/>
                <a:gd name="T16" fmla="*/ 31 w 65"/>
                <a:gd name="T17" fmla="*/ 25 h 56"/>
                <a:gd name="T18" fmla="*/ 28 w 65"/>
                <a:gd name="T19" fmla="*/ 25 h 56"/>
                <a:gd name="T20" fmla="*/ 24 w 65"/>
                <a:gd name="T21" fmla="*/ 27 h 56"/>
                <a:gd name="T22" fmla="*/ 22 w 65"/>
                <a:gd name="T23" fmla="*/ 28 h 56"/>
                <a:gd name="T24" fmla="*/ 20 w 65"/>
                <a:gd name="T25" fmla="*/ 32 h 56"/>
                <a:gd name="T26" fmla="*/ 20 w 65"/>
                <a:gd name="T27" fmla="*/ 34 h 56"/>
                <a:gd name="T28" fmla="*/ 20 w 65"/>
                <a:gd name="T29" fmla="*/ 38 h 56"/>
                <a:gd name="T30" fmla="*/ 22 w 65"/>
                <a:gd name="T31" fmla="*/ 41 h 56"/>
                <a:gd name="T32" fmla="*/ 25 w 65"/>
                <a:gd name="T33" fmla="*/ 43 h 56"/>
                <a:gd name="T34" fmla="*/ 27 w 65"/>
                <a:gd name="T35" fmla="*/ 44 h 56"/>
                <a:gd name="T36" fmla="*/ 30 w 65"/>
                <a:gd name="T37" fmla="*/ 42 h 56"/>
                <a:gd name="T38" fmla="*/ 33 w 65"/>
                <a:gd name="T39" fmla="*/ 43 h 56"/>
                <a:gd name="T40" fmla="*/ 34 w 65"/>
                <a:gd name="T41" fmla="*/ 40 h 56"/>
                <a:gd name="T42" fmla="*/ 38 w 65"/>
                <a:gd name="T43" fmla="*/ 39 h 56"/>
                <a:gd name="T44" fmla="*/ 36 w 65"/>
                <a:gd name="T45" fmla="*/ 36 h 56"/>
                <a:gd name="T46" fmla="*/ 32 w 65"/>
                <a:gd name="T47" fmla="*/ 38 h 56"/>
                <a:gd name="T48" fmla="*/ 25 w 65"/>
                <a:gd name="T49" fmla="*/ 35 h 56"/>
                <a:gd name="T50" fmla="*/ 32 w 65"/>
                <a:gd name="T51" fmla="*/ 32 h 56"/>
                <a:gd name="T52" fmla="*/ 29 w 65"/>
                <a:gd name="T53" fmla="*/ 33 h 56"/>
                <a:gd name="T54" fmla="*/ 27 w 65"/>
                <a:gd name="T55" fmla="*/ 35 h 56"/>
                <a:gd name="T56" fmla="*/ 45 w 65"/>
                <a:gd name="T57" fmla="*/ 27 h 56"/>
                <a:gd name="T58" fmla="*/ 46 w 65"/>
                <a:gd name="T59" fmla="*/ 26 h 56"/>
                <a:gd name="T60" fmla="*/ 45 w 65"/>
                <a:gd name="T61" fmla="*/ 25 h 56"/>
                <a:gd name="T62" fmla="*/ 42 w 65"/>
                <a:gd name="T63" fmla="*/ 23 h 56"/>
                <a:gd name="T64" fmla="*/ 40 w 65"/>
                <a:gd name="T65" fmla="*/ 23 h 56"/>
                <a:gd name="T66" fmla="*/ 37 w 65"/>
                <a:gd name="T67" fmla="*/ 25 h 56"/>
                <a:gd name="T68" fmla="*/ 36 w 65"/>
                <a:gd name="T69" fmla="*/ 26 h 56"/>
                <a:gd name="T70" fmla="*/ 38 w 65"/>
                <a:gd name="T71" fmla="*/ 27 h 56"/>
                <a:gd name="T72" fmla="*/ 36 w 65"/>
                <a:gd name="T73" fmla="*/ 29 h 56"/>
                <a:gd name="T74" fmla="*/ 37 w 65"/>
                <a:gd name="T75" fmla="*/ 31 h 56"/>
                <a:gd name="T76" fmla="*/ 39 w 65"/>
                <a:gd name="T77" fmla="*/ 31 h 56"/>
                <a:gd name="T78" fmla="*/ 41 w 65"/>
                <a:gd name="T79" fmla="*/ 33 h 56"/>
                <a:gd name="T80" fmla="*/ 42 w 65"/>
                <a:gd name="T81" fmla="*/ 31 h 56"/>
                <a:gd name="T82" fmla="*/ 45 w 65"/>
                <a:gd name="T83" fmla="*/ 31 h 56"/>
                <a:gd name="T84" fmla="*/ 46 w 65"/>
                <a:gd name="T85" fmla="*/ 30 h 56"/>
                <a:gd name="T86" fmla="*/ 43 w 65"/>
                <a:gd name="T87" fmla="*/ 28 h 56"/>
                <a:gd name="T88" fmla="*/ 41 w 65"/>
                <a:gd name="T89" fmla="*/ 26 h 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65" h="56">
                  <a:moveTo>
                    <a:pt x="3" y="14"/>
                  </a:moveTo>
                  <a:cubicBezTo>
                    <a:pt x="3" y="53"/>
                    <a:pt x="3" y="53"/>
                    <a:pt x="3" y="53"/>
                  </a:cubicBezTo>
                  <a:cubicBezTo>
                    <a:pt x="62" y="53"/>
                    <a:pt x="62" y="53"/>
                    <a:pt x="62" y="53"/>
                  </a:cubicBezTo>
                  <a:cubicBezTo>
                    <a:pt x="62" y="14"/>
                    <a:pt x="62" y="14"/>
                    <a:pt x="62" y="14"/>
                  </a:cubicBezTo>
                  <a:cubicBezTo>
                    <a:pt x="3" y="14"/>
                    <a:pt x="3" y="14"/>
                    <a:pt x="3" y="14"/>
                  </a:cubicBezTo>
                  <a:close/>
                  <a:moveTo>
                    <a:pt x="0" y="10"/>
                  </a:moveTo>
                  <a:cubicBezTo>
                    <a:pt x="65" y="10"/>
                    <a:pt x="65" y="10"/>
                    <a:pt x="65" y="10"/>
                  </a:cubicBezTo>
                  <a:cubicBezTo>
                    <a:pt x="65" y="56"/>
                    <a:pt x="65" y="56"/>
                    <a:pt x="65" y="56"/>
                  </a:cubicBezTo>
                  <a:cubicBezTo>
                    <a:pt x="0" y="56"/>
                    <a:pt x="0" y="56"/>
                    <a:pt x="0" y="56"/>
                  </a:cubicBezTo>
                  <a:cubicBezTo>
                    <a:pt x="0" y="10"/>
                    <a:pt x="0" y="10"/>
                    <a:pt x="0" y="10"/>
                  </a:cubicBezTo>
                  <a:close/>
                  <a:moveTo>
                    <a:pt x="0" y="0"/>
                  </a:moveTo>
                  <a:cubicBezTo>
                    <a:pt x="65" y="0"/>
                    <a:pt x="65" y="0"/>
                    <a:pt x="65" y="0"/>
                  </a:cubicBezTo>
                  <a:cubicBezTo>
                    <a:pt x="65" y="7"/>
                    <a:pt x="65" y="7"/>
                    <a:pt x="65" y="7"/>
                  </a:cubicBezTo>
                  <a:cubicBezTo>
                    <a:pt x="0" y="7"/>
                    <a:pt x="0" y="7"/>
                    <a:pt x="0" y="7"/>
                  </a:cubicBezTo>
                  <a:cubicBezTo>
                    <a:pt x="0" y="0"/>
                    <a:pt x="0" y="0"/>
                    <a:pt x="0" y="0"/>
                  </a:cubicBezTo>
                  <a:close/>
                  <a:moveTo>
                    <a:pt x="39" y="34"/>
                  </a:moveTo>
                  <a:cubicBezTo>
                    <a:pt x="39" y="32"/>
                    <a:pt x="39" y="32"/>
                    <a:pt x="39" y="32"/>
                  </a:cubicBezTo>
                  <a:cubicBezTo>
                    <a:pt x="38" y="32"/>
                    <a:pt x="38" y="32"/>
                    <a:pt x="38" y="32"/>
                  </a:cubicBezTo>
                  <a:cubicBezTo>
                    <a:pt x="35" y="32"/>
                    <a:pt x="35" y="32"/>
                    <a:pt x="35" y="32"/>
                  </a:cubicBezTo>
                  <a:cubicBezTo>
                    <a:pt x="35" y="31"/>
                    <a:pt x="35" y="31"/>
                    <a:pt x="35" y="31"/>
                  </a:cubicBezTo>
                  <a:cubicBezTo>
                    <a:pt x="36" y="28"/>
                    <a:pt x="36" y="28"/>
                    <a:pt x="36" y="28"/>
                  </a:cubicBezTo>
                  <a:cubicBezTo>
                    <a:pt x="36" y="28"/>
                    <a:pt x="36" y="28"/>
                    <a:pt x="36" y="28"/>
                  </a:cubicBezTo>
                  <a:cubicBezTo>
                    <a:pt x="35" y="27"/>
                    <a:pt x="35" y="27"/>
                    <a:pt x="35" y="27"/>
                  </a:cubicBezTo>
                  <a:cubicBezTo>
                    <a:pt x="34" y="27"/>
                    <a:pt x="34" y="27"/>
                    <a:pt x="34" y="27"/>
                  </a:cubicBezTo>
                  <a:cubicBezTo>
                    <a:pt x="32" y="28"/>
                    <a:pt x="32" y="28"/>
                    <a:pt x="32" y="28"/>
                  </a:cubicBezTo>
                  <a:cubicBezTo>
                    <a:pt x="31" y="28"/>
                    <a:pt x="31" y="28"/>
                    <a:pt x="31" y="28"/>
                  </a:cubicBezTo>
                  <a:cubicBezTo>
                    <a:pt x="31" y="25"/>
                    <a:pt x="31" y="25"/>
                    <a:pt x="31" y="25"/>
                  </a:cubicBezTo>
                  <a:cubicBezTo>
                    <a:pt x="30" y="25"/>
                    <a:pt x="30" y="25"/>
                    <a:pt x="30" y="25"/>
                  </a:cubicBezTo>
                  <a:cubicBezTo>
                    <a:pt x="28" y="25"/>
                    <a:pt x="28" y="25"/>
                    <a:pt x="28" y="25"/>
                  </a:cubicBezTo>
                  <a:cubicBezTo>
                    <a:pt x="28" y="25"/>
                    <a:pt x="28" y="25"/>
                    <a:pt x="28" y="25"/>
                  </a:cubicBezTo>
                  <a:cubicBezTo>
                    <a:pt x="27" y="28"/>
                    <a:pt x="27" y="28"/>
                    <a:pt x="27" y="28"/>
                  </a:cubicBezTo>
                  <a:cubicBezTo>
                    <a:pt x="26" y="28"/>
                    <a:pt x="26" y="28"/>
                    <a:pt x="26" y="28"/>
                  </a:cubicBezTo>
                  <a:cubicBezTo>
                    <a:pt x="24" y="27"/>
                    <a:pt x="24" y="27"/>
                    <a:pt x="24" y="27"/>
                  </a:cubicBezTo>
                  <a:cubicBezTo>
                    <a:pt x="24" y="27"/>
                    <a:pt x="24" y="27"/>
                    <a:pt x="24" y="27"/>
                  </a:cubicBezTo>
                  <a:cubicBezTo>
                    <a:pt x="22" y="28"/>
                    <a:pt x="22" y="28"/>
                    <a:pt x="22" y="28"/>
                  </a:cubicBezTo>
                  <a:cubicBezTo>
                    <a:pt x="22" y="28"/>
                    <a:pt x="22" y="28"/>
                    <a:pt x="22" y="28"/>
                  </a:cubicBezTo>
                  <a:cubicBezTo>
                    <a:pt x="23" y="31"/>
                    <a:pt x="23" y="31"/>
                    <a:pt x="23" y="31"/>
                  </a:cubicBezTo>
                  <a:cubicBezTo>
                    <a:pt x="23" y="32"/>
                    <a:pt x="23" y="32"/>
                    <a:pt x="23" y="32"/>
                  </a:cubicBezTo>
                  <a:cubicBezTo>
                    <a:pt x="20" y="32"/>
                    <a:pt x="20" y="32"/>
                    <a:pt x="20" y="32"/>
                  </a:cubicBezTo>
                  <a:cubicBezTo>
                    <a:pt x="20" y="32"/>
                    <a:pt x="20" y="32"/>
                    <a:pt x="20" y="32"/>
                  </a:cubicBezTo>
                  <a:cubicBezTo>
                    <a:pt x="19" y="34"/>
                    <a:pt x="19" y="34"/>
                    <a:pt x="19" y="34"/>
                  </a:cubicBezTo>
                  <a:cubicBezTo>
                    <a:pt x="20" y="34"/>
                    <a:pt x="20" y="34"/>
                    <a:pt x="20" y="34"/>
                  </a:cubicBezTo>
                  <a:cubicBezTo>
                    <a:pt x="22" y="36"/>
                    <a:pt x="22" y="36"/>
                    <a:pt x="22" y="36"/>
                  </a:cubicBezTo>
                  <a:cubicBezTo>
                    <a:pt x="22" y="36"/>
                    <a:pt x="22" y="36"/>
                    <a:pt x="22" y="36"/>
                  </a:cubicBezTo>
                  <a:cubicBezTo>
                    <a:pt x="20" y="38"/>
                    <a:pt x="20" y="38"/>
                    <a:pt x="20" y="38"/>
                  </a:cubicBezTo>
                  <a:cubicBezTo>
                    <a:pt x="20" y="39"/>
                    <a:pt x="20" y="39"/>
                    <a:pt x="20" y="39"/>
                  </a:cubicBezTo>
                  <a:cubicBezTo>
                    <a:pt x="21" y="40"/>
                    <a:pt x="21" y="40"/>
                    <a:pt x="21" y="40"/>
                  </a:cubicBezTo>
                  <a:cubicBezTo>
                    <a:pt x="22" y="41"/>
                    <a:pt x="22" y="41"/>
                    <a:pt x="22" y="41"/>
                  </a:cubicBezTo>
                  <a:cubicBezTo>
                    <a:pt x="24" y="40"/>
                    <a:pt x="24" y="40"/>
                    <a:pt x="24" y="40"/>
                  </a:cubicBezTo>
                  <a:cubicBezTo>
                    <a:pt x="25" y="40"/>
                    <a:pt x="25" y="40"/>
                    <a:pt x="25" y="40"/>
                  </a:cubicBezTo>
                  <a:cubicBezTo>
                    <a:pt x="25" y="43"/>
                    <a:pt x="25" y="43"/>
                    <a:pt x="25" y="43"/>
                  </a:cubicBezTo>
                  <a:cubicBezTo>
                    <a:pt x="25" y="43"/>
                    <a:pt x="25" y="43"/>
                    <a:pt x="25" y="43"/>
                  </a:cubicBezTo>
                  <a:cubicBezTo>
                    <a:pt x="27" y="44"/>
                    <a:pt x="27" y="44"/>
                    <a:pt x="27" y="44"/>
                  </a:cubicBezTo>
                  <a:cubicBezTo>
                    <a:pt x="27" y="44"/>
                    <a:pt x="27" y="44"/>
                    <a:pt x="27" y="44"/>
                  </a:cubicBezTo>
                  <a:cubicBezTo>
                    <a:pt x="29" y="42"/>
                    <a:pt x="29" y="42"/>
                    <a:pt x="29" y="42"/>
                  </a:cubicBezTo>
                  <a:cubicBezTo>
                    <a:pt x="29" y="42"/>
                    <a:pt x="29" y="42"/>
                    <a:pt x="29" y="42"/>
                  </a:cubicBezTo>
                  <a:cubicBezTo>
                    <a:pt x="30" y="42"/>
                    <a:pt x="30" y="42"/>
                    <a:pt x="30" y="42"/>
                  </a:cubicBezTo>
                  <a:cubicBezTo>
                    <a:pt x="31" y="44"/>
                    <a:pt x="31" y="44"/>
                    <a:pt x="31" y="44"/>
                  </a:cubicBezTo>
                  <a:cubicBezTo>
                    <a:pt x="32" y="44"/>
                    <a:pt x="32" y="44"/>
                    <a:pt x="32" y="44"/>
                  </a:cubicBezTo>
                  <a:cubicBezTo>
                    <a:pt x="33" y="43"/>
                    <a:pt x="33" y="43"/>
                    <a:pt x="33" y="43"/>
                  </a:cubicBezTo>
                  <a:cubicBezTo>
                    <a:pt x="34" y="43"/>
                    <a:pt x="34" y="43"/>
                    <a:pt x="34" y="43"/>
                  </a:cubicBezTo>
                  <a:cubicBezTo>
                    <a:pt x="33" y="40"/>
                    <a:pt x="33" y="40"/>
                    <a:pt x="33" y="40"/>
                  </a:cubicBezTo>
                  <a:cubicBezTo>
                    <a:pt x="34" y="40"/>
                    <a:pt x="34" y="40"/>
                    <a:pt x="34" y="40"/>
                  </a:cubicBezTo>
                  <a:cubicBezTo>
                    <a:pt x="37" y="41"/>
                    <a:pt x="37" y="41"/>
                    <a:pt x="37" y="41"/>
                  </a:cubicBezTo>
                  <a:cubicBezTo>
                    <a:pt x="37" y="40"/>
                    <a:pt x="37" y="40"/>
                    <a:pt x="37" y="40"/>
                  </a:cubicBezTo>
                  <a:cubicBezTo>
                    <a:pt x="38" y="39"/>
                    <a:pt x="38" y="39"/>
                    <a:pt x="38" y="39"/>
                  </a:cubicBezTo>
                  <a:cubicBezTo>
                    <a:pt x="38" y="38"/>
                    <a:pt x="38" y="38"/>
                    <a:pt x="38" y="38"/>
                  </a:cubicBezTo>
                  <a:cubicBezTo>
                    <a:pt x="36" y="36"/>
                    <a:pt x="36" y="36"/>
                    <a:pt x="36" y="36"/>
                  </a:cubicBezTo>
                  <a:cubicBezTo>
                    <a:pt x="36" y="36"/>
                    <a:pt x="36" y="36"/>
                    <a:pt x="36" y="36"/>
                  </a:cubicBezTo>
                  <a:cubicBezTo>
                    <a:pt x="39" y="34"/>
                    <a:pt x="39" y="34"/>
                    <a:pt x="39" y="34"/>
                  </a:cubicBezTo>
                  <a:close/>
                  <a:moveTo>
                    <a:pt x="33" y="35"/>
                  </a:moveTo>
                  <a:cubicBezTo>
                    <a:pt x="33" y="36"/>
                    <a:pt x="33" y="37"/>
                    <a:pt x="32" y="38"/>
                  </a:cubicBezTo>
                  <a:cubicBezTo>
                    <a:pt x="31" y="38"/>
                    <a:pt x="30" y="39"/>
                    <a:pt x="29" y="39"/>
                  </a:cubicBezTo>
                  <a:cubicBezTo>
                    <a:pt x="28" y="39"/>
                    <a:pt x="27" y="38"/>
                    <a:pt x="26" y="38"/>
                  </a:cubicBezTo>
                  <a:cubicBezTo>
                    <a:pt x="26" y="37"/>
                    <a:pt x="25" y="36"/>
                    <a:pt x="25" y="35"/>
                  </a:cubicBezTo>
                  <a:cubicBezTo>
                    <a:pt x="25" y="34"/>
                    <a:pt x="26" y="33"/>
                    <a:pt x="26" y="32"/>
                  </a:cubicBezTo>
                  <a:cubicBezTo>
                    <a:pt x="27" y="31"/>
                    <a:pt x="28" y="31"/>
                    <a:pt x="29" y="31"/>
                  </a:cubicBezTo>
                  <a:cubicBezTo>
                    <a:pt x="30" y="31"/>
                    <a:pt x="31" y="31"/>
                    <a:pt x="32" y="32"/>
                  </a:cubicBezTo>
                  <a:cubicBezTo>
                    <a:pt x="33" y="33"/>
                    <a:pt x="33" y="34"/>
                    <a:pt x="33" y="35"/>
                  </a:cubicBezTo>
                  <a:close/>
                  <a:moveTo>
                    <a:pt x="27" y="35"/>
                  </a:moveTo>
                  <a:cubicBezTo>
                    <a:pt x="27" y="34"/>
                    <a:pt x="28" y="33"/>
                    <a:pt x="29" y="33"/>
                  </a:cubicBezTo>
                  <a:cubicBezTo>
                    <a:pt x="30" y="33"/>
                    <a:pt x="31" y="34"/>
                    <a:pt x="31" y="35"/>
                  </a:cubicBezTo>
                  <a:cubicBezTo>
                    <a:pt x="31" y="36"/>
                    <a:pt x="30" y="36"/>
                    <a:pt x="29" y="36"/>
                  </a:cubicBezTo>
                  <a:cubicBezTo>
                    <a:pt x="28" y="36"/>
                    <a:pt x="27" y="36"/>
                    <a:pt x="27" y="35"/>
                  </a:cubicBezTo>
                  <a:close/>
                  <a:moveTo>
                    <a:pt x="45" y="28"/>
                  </a:moveTo>
                  <a:cubicBezTo>
                    <a:pt x="45" y="28"/>
                    <a:pt x="45" y="28"/>
                    <a:pt x="45" y="28"/>
                  </a:cubicBezTo>
                  <a:cubicBezTo>
                    <a:pt x="45" y="27"/>
                    <a:pt x="45" y="27"/>
                    <a:pt x="45" y="27"/>
                  </a:cubicBezTo>
                  <a:cubicBezTo>
                    <a:pt x="46" y="26"/>
                    <a:pt x="46" y="26"/>
                    <a:pt x="46" y="26"/>
                  </a:cubicBezTo>
                  <a:cubicBezTo>
                    <a:pt x="46" y="26"/>
                    <a:pt x="46" y="26"/>
                    <a:pt x="46" y="26"/>
                  </a:cubicBezTo>
                  <a:cubicBezTo>
                    <a:pt x="46" y="26"/>
                    <a:pt x="46" y="26"/>
                    <a:pt x="46" y="26"/>
                  </a:cubicBezTo>
                  <a:cubicBezTo>
                    <a:pt x="46" y="25"/>
                    <a:pt x="46" y="25"/>
                    <a:pt x="46" y="25"/>
                  </a:cubicBezTo>
                  <a:cubicBezTo>
                    <a:pt x="45" y="25"/>
                    <a:pt x="45" y="25"/>
                    <a:pt x="45" y="25"/>
                  </a:cubicBezTo>
                  <a:cubicBezTo>
                    <a:pt x="45" y="25"/>
                    <a:pt x="45" y="25"/>
                    <a:pt x="45" y="25"/>
                  </a:cubicBezTo>
                  <a:cubicBezTo>
                    <a:pt x="44" y="25"/>
                    <a:pt x="44" y="25"/>
                    <a:pt x="44" y="25"/>
                  </a:cubicBezTo>
                  <a:cubicBezTo>
                    <a:pt x="43" y="25"/>
                    <a:pt x="43" y="24"/>
                    <a:pt x="42" y="24"/>
                  </a:cubicBezTo>
                  <a:cubicBezTo>
                    <a:pt x="42" y="23"/>
                    <a:pt x="42" y="23"/>
                    <a:pt x="42" y="23"/>
                  </a:cubicBezTo>
                  <a:cubicBezTo>
                    <a:pt x="42" y="22"/>
                    <a:pt x="42" y="22"/>
                    <a:pt x="42" y="22"/>
                  </a:cubicBezTo>
                  <a:cubicBezTo>
                    <a:pt x="41" y="22"/>
                    <a:pt x="41" y="22"/>
                    <a:pt x="41" y="22"/>
                  </a:cubicBezTo>
                  <a:cubicBezTo>
                    <a:pt x="40" y="23"/>
                    <a:pt x="40" y="23"/>
                    <a:pt x="40" y="23"/>
                  </a:cubicBezTo>
                  <a:cubicBezTo>
                    <a:pt x="40" y="24"/>
                    <a:pt x="40" y="24"/>
                    <a:pt x="40" y="24"/>
                  </a:cubicBezTo>
                  <a:cubicBezTo>
                    <a:pt x="39" y="24"/>
                    <a:pt x="39" y="25"/>
                    <a:pt x="39" y="25"/>
                  </a:cubicBezTo>
                  <a:cubicBezTo>
                    <a:pt x="37" y="25"/>
                    <a:pt x="37" y="25"/>
                    <a:pt x="37" y="25"/>
                  </a:cubicBezTo>
                  <a:cubicBezTo>
                    <a:pt x="37" y="25"/>
                    <a:pt x="37" y="25"/>
                    <a:pt x="37" y="25"/>
                  </a:cubicBezTo>
                  <a:cubicBezTo>
                    <a:pt x="37" y="25"/>
                    <a:pt x="37" y="25"/>
                    <a:pt x="37" y="25"/>
                  </a:cubicBezTo>
                  <a:cubicBezTo>
                    <a:pt x="36" y="26"/>
                    <a:pt x="36" y="26"/>
                    <a:pt x="36" y="26"/>
                  </a:cubicBezTo>
                  <a:cubicBezTo>
                    <a:pt x="36" y="26"/>
                    <a:pt x="36" y="26"/>
                    <a:pt x="36" y="26"/>
                  </a:cubicBezTo>
                  <a:cubicBezTo>
                    <a:pt x="36" y="26"/>
                    <a:pt x="36" y="26"/>
                    <a:pt x="36" y="26"/>
                  </a:cubicBezTo>
                  <a:cubicBezTo>
                    <a:pt x="38" y="27"/>
                    <a:pt x="38" y="27"/>
                    <a:pt x="38" y="27"/>
                  </a:cubicBezTo>
                  <a:cubicBezTo>
                    <a:pt x="37" y="28"/>
                    <a:pt x="37" y="28"/>
                    <a:pt x="37" y="28"/>
                  </a:cubicBezTo>
                  <a:cubicBezTo>
                    <a:pt x="38" y="28"/>
                    <a:pt x="38" y="28"/>
                    <a:pt x="38" y="28"/>
                  </a:cubicBezTo>
                  <a:cubicBezTo>
                    <a:pt x="36" y="29"/>
                    <a:pt x="36" y="29"/>
                    <a:pt x="36" y="29"/>
                  </a:cubicBezTo>
                  <a:cubicBezTo>
                    <a:pt x="36" y="30"/>
                    <a:pt x="36" y="30"/>
                    <a:pt x="36" y="30"/>
                  </a:cubicBezTo>
                  <a:cubicBezTo>
                    <a:pt x="36" y="30"/>
                    <a:pt x="36" y="30"/>
                    <a:pt x="36" y="30"/>
                  </a:cubicBezTo>
                  <a:cubicBezTo>
                    <a:pt x="37" y="31"/>
                    <a:pt x="37" y="31"/>
                    <a:pt x="37" y="31"/>
                  </a:cubicBezTo>
                  <a:cubicBezTo>
                    <a:pt x="37" y="31"/>
                    <a:pt x="37" y="31"/>
                    <a:pt x="37" y="31"/>
                  </a:cubicBezTo>
                  <a:cubicBezTo>
                    <a:pt x="37" y="31"/>
                    <a:pt x="37" y="31"/>
                    <a:pt x="37" y="31"/>
                  </a:cubicBezTo>
                  <a:cubicBezTo>
                    <a:pt x="39" y="31"/>
                    <a:pt x="39" y="31"/>
                    <a:pt x="39" y="31"/>
                  </a:cubicBezTo>
                  <a:cubicBezTo>
                    <a:pt x="39" y="31"/>
                    <a:pt x="39" y="31"/>
                    <a:pt x="40" y="31"/>
                  </a:cubicBezTo>
                  <a:cubicBezTo>
                    <a:pt x="40" y="33"/>
                    <a:pt x="40" y="33"/>
                    <a:pt x="40" y="33"/>
                  </a:cubicBezTo>
                  <a:cubicBezTo>
                    <a:pt x="41" y="33"/>
                    <a:pt x="41" y="33"/>
                    <a:pt x="41" y="33"/>
                  </a:cubicBezTo>
                  <a:cubicBezTo>
                    <a:pt x="42" y="33"/>
                    <a:pt x="42" y="33"/>
                    <a:pt x="42" y="33"/>
                  </a:cubicBezTo>
                  <a:cubicBezTo>
                    <a:pt x="42" y="33"/>
                    <a:pt x="42" y="33"/>
                    <a:pt x="42" y="33"/>
                  </a:cubicBezTo>
                  <a:cubicBezTo>
                    <a:pt x="42" y="31"/>
                    <a:pt x="42" y="31"/>
                    <a:pt x="42" y="31"/>
                  </a:cubicBezTo>
                  <a:cubicBezTo>
                    <a:pt x="43" y="31"/>
                    <a:pt x="43" y="31"/>
                    <a:pt x="44" y="31"/>
                  </a:cubicBezTo>
                  <a:cubicBezTo>
                    <a:pt x="45" y="31"/>
                    <a:pt x="45" y="31"/>
                    <a:pt x="45" y="31"/>
                  </a:cubicBezTo>
                  <a:cubicBezTo>
                    <a:pt x="45" y="31"/>
                    <a:pt x="45" y="31"/>
                    <a:pt x="45" y="31"/>
                  </a:cubicBezTo>
                  <a:cubicBezTo>
                    <a:pt x="46" y="31"/>
                    <a:pt x="46" y="31"/>
                    <a:pt x="46" y="31"/>
                  </a:cubicBezTo>
                  <a:cubicBezTo>
                    <a:pt x="46" y="30"/>
                    <a:pt x="46" y="30"/>
                    <a:pt x="46" y="30"/>
                  </a:cubicBezTo>
                  <a:cubicBezTo>
                    <a:pt x="46" y="30"/>
                    <a:pt x="46" y="30"/>
                    <a:pt x="46" y="30"/>
                  </a:cubicBezTo>
                  <a:cubicBezTo>
                    <a:pt x="46" y="29"/>
                    <a:pt x="46" y="29"/>
                    <a:pt x="46" y="29"/>
                  </a:cubicBezTo>
                  <a:cubicBezTo>
                    <a:pt x="45" y="28"/>
                    <a:pt x="45" y="28"/>
                    <a:pt x="45" y="28"/>
                  </a:cubicBezTo>
                  <a:close/>
                  <a:moveTo>
                    <a:pt x="43" y="28"/>
                  </a:moveTo>
                  <a:cubicBezTo>
                    <a:pt x="43" y="29"/>
                    <a:pt x="42" y="29"/>
                    <a:pt x="41" y="29"/>
                  </a:cubicBezTo>
                  <a:cubicBezTo>
                    <a:pt x="40" y="29"/>
                    <a:pt x="40" y="29"/>
                    <a:pt x="40" y="28"/>
                  </a:cubicBezTo>
                  <a:cubicBezTo>
                    <a:pt x="40" y="27"/>
                    <a:pt x="40" y="26"/>
                    <a:pt x="41" y="26"/>
                  </a:cubicBezTo>
                  <a:cubicBezTo>
                    <a:pt x="42" y="26"/>
                    <a:pt x="43" y="27"/>
                    <a:pt x="43" y="28"/>
                  </a:cubicBezTo>
                  <a:close/>
                </a:path>
              </a:pathLst>
            </a:custGeom>
            <a:solidFill>
              <a:srgbClr val="F5F5F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solidFill>
                  <a:srgbClr val="262626"/>
                </a:solidFill>
              </a:endParaRPr>
            </a:p>
          </p:txBody>
        </p:sp>
        <p:sp>
          <p:nvSpPr>
            <p:cNvPr id="126" name="Oval 53"/>
            <p:cNvSpPr>
              <a:spLocks noChangeArrowheads="1"/>
            </p:cNvSpPr>
            <p:nvPr/>
          </p:nvSpPr>
          <p:spPr bwMode="auto">
            <a:xfrm>
              <a:off x="11704638" y="4197350"/>
              <a:ext cx="660400" cy="660400"/>
            </a:xfrm>
            <a:prstGeom prst="ellipse">
              <a:avLst/>
            </a:prstGeom>
            <a:solidFill>
              <a:srgbClr val="BA141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solidFill>
                  <a:srgbClr val="262626"/>
                </a:solidFill>
              </a:endParaRPr>
            </a:p>
          </p:txBody>
        </p:sp>
        <p:sp>
          <p:nvSpPr>
            <p:cNvPr id="127" name="Freeform 54"/>
            <p:cNvSpPr>
              <a:spLocks noEditPoints="1"/>
            </p:cNvSpPr>
            <p:nvPr/>
          </p:nvSpPr>
          <p:spPr bwMode="auto">
            <a:xfrm>
              <a:off x="11871325" y="4387850"/>
              <a:ext cx="328613" cy="279400"/>
            </a:xfrm>
            <a:custGeom>
              <a:avLst/>
              <a:gdLst>
                <a:gd name="T0" fmla="*/ 66 w 69"/>
                <a:gd name="T1" fmla="*/ 56 h 59"/>
                <a:gd name="T2" fmla="*/ 0 w 69"/>
                <a:gd name="T3" fmla="*/ 10 h 59"/>
                <a:gd name="T4" fmla="*/ 0 w 69"/>
                <a:gd name="T5" fmla="*/ 59 h 59"/>
                <a:gd name="T6" fmla="*/ 69 w 69"/>
                <a:gd name="T7" fmla="*/ 0 h 59"/>
                <a:gd name="T8" fmla="*/ 0 w 69"/>
                <a:gd name="T9" fmla="*/ 0 h 59"/>
                <a:gd name="T10" fmla="*/ 40 w 69"/>
                <a:gd name="T11" fmla="*/ 33 h 59"/>
                <a:gd name="T12" fmla="*/ 38 w 69"/>
                <a:gd name="T13" fmla="*/ 30 h 59"/>
                <a:gd name="T14" fmla="*/ 36 w 69"/>
                <a:gd name="T15" fmla="*/ 28 h 59"/>
                <a:gd name="T16" fmla="*/ 32 w 69"/>
                <a:gd name="T17" fmla="*/ 26 h 59"/>
                <a:gd name="T18" fmla="*/ 29 w 69"/>
                <a:gd name="T19" fmla="*/ 26 h 59"/>
                <a:gd name="T20" fmla="*/ 25 w 69"/>
                <a:gd name="T21" fmla="*/ 28 h 59"/>
                <a:gd name="T22" fmla="*/ 23 w 69"/>
                <a:gd name="T23" fmla="*/ 30 h 59"/>
                <a:gd name="T24" fmla="*/ 21 w 69"/>
                <a:gd name="T25" fmla="*/ 33 h 59"/>
                <a:gd name="T26" fmla="*/ 21 w 69"/>
                <a:gd name="T27" fmla="*/ 36 h 59"/>
                <a:gd name="T28" fmla="*/ 21 w 69"/>
                <a:gd name="T29" fmla="*/ 40 h 59"/>
                <a:gd name="T30" fmla="*/ 23 w 69"/>
                <a:gd name="T31" fmla="*/ 43 h 59"/>
                <a:gd name="T32" fmla="*/ 26 w 69"/>
                <a:gd name="T33" fmla="*/ 46 h 59"/>
                <a:gd name="T34" fmla="*/ 29 w 69"/>
                <a:gd name="T35" fmla="*/ 47 h 59"/>
                <a:gd name="T36" fmla="*/ 31 w 69"/>
                <a:gd name="T37" fmla="*/ 44 h 59"/>
                <a:gd name="T38" fmla="*/ 35 w 69"/>
                <a:gd name="T39" fmla="*/ 46 h 59"/>
                <a:gd name="T40" fmla="*/ 36 w 69"/>
                <a:gd name="T41" fmla="*/ 42 h 59"/>
                <a:gd name="T42" fmla="*/ 40 w 69"/>
                <a:gd name="T43" fmla="*/ 41 h 59"/>
                <a:gd name="T44" fmla="*/ 38 w 69"/>
                <a:gd name="T45" fmla="*/ 38 h 59"/>
                <a:gd name="T46" fmla="*/ 34 w 69"/>
                <a:gd name="T47" fmla="*/ 40 h 59"/>
                <a:gd name="T48" fmla="*/ 27 w 69"/>
                <a:gd name="T49" fmla="*/ 37 h 59"/>
                <a:gd name="T50" fmla="*/ 34 w 69"/>
                <a:gd name="T51" fmla="*/ 34 h 59"/>
                <a:gd name="T52" fmla="*/ 31 w 69"/>
                <a:gd name="T53" fmla="*/ 35 h 59"/>
                <a:gd name="T54" fmla="*/ 29 w 69"/>
                <a:gd name="T55" fmla="*/ 37 h 59"/>
                <a:gd name="T56" fmla="*/ 48 w 69"/>
                <a:gd name="T57" fmla="*/ 28 h 59"/>
                <a:gd name="T58" fmla="*/ 49 w 69"/>
                <a:gd name="T59" fmla="*/ 27 h 59"/>
                <a:gd name="T60" fmla="*/ 48 w 69"/>
                <a:gd name="T61" fmla="*/ 26 h 59"/>
                <a:gd name="T62" fmla="*/ 45 w 69"/>
                <a:gd name="T63" fmla="*/ 24 h 59"/>
                <a:gd name="T64" fmla="*/ 43 w 69"/>
                <a:gd name="T65" fmla="*/ 24 h 59"/>
                <a:gd name="T66" fmla="*/ 39 w 69"/>
                <a:gd name="T67" fmla="*/ 26 h 59"/>
                <a:gd name="T68" fmla="*/ 38 w 69"/>
                <a:gd name="T69" fmla="*/ 27 h 59"/>
                <a:gd name="T70" fmla="*/ 40 w 69"/>
                <a:gd name="T71" fmla="*/ 28 h 59"/>
                <a:gd name="T72" fmla="*/ 38 w 69"/>
                <a:gd name="T73" fmla="*/ 31 h 59"/>
                <a:gd name="T74" fmla="*/ 39 w 69"/>
                <a:gd name="T75" fmla="*/ 32 h 59"/>
                <a:gd name="T76" fmla="*/ 41 w 69"/>
                <a:gd name="T77" fmla="*/ 32 h 59"/>
                <a:gd name="T78" fmla="*/ 43 w 69"/>
                <a:gd name="T79" fmla="*/ 35 h 59"/>
                <a:gd name="T80" fmla="*/ 45 w 69"/>
                <a:gd name="T81" fmla="*/ 33 h 59"/>
                <a:gd name="T82" fmla="*/ 48 w 69"/>
                <a:gd name="T83" fmla="*/ 33 h 59"/>
                <a:gd name="T84" fmla="*/ 49 w 69"/>
                <a:gd name="T85" fmla="*/ 31 h 59"/>
                <a:gd name="T86" fmla="*/ 45 w 69"/>
                <a:gd name="T87" fmla="*/ 29 h 59"/>
                <a:gd name="T88" fmla="*/ 44 w 69"/>
                <a:gd name="T89" fmla="*/ 28 h 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69" h="59">
                  <a:moveTo>
                    <a:pt x="3" y="14"/>
                  </a:moveTo>
                  <a:cubicBezTo>
                    <a:pt x="3" y="56"/>
                    <a:pt x="3" y="56"/>
                    <a:pt x="3" y="56"/>
                  </a:cubicBezTo>
                  <a:cubicBezTo>
                    <a:pt x="66" y="56"/>
                    <a:pt x="66" y="56"/>
                    <a:pt x="66" y="56"/>
                  </a:cubicBezTo>
                  <a:cubicBezTo>
                    <a:pt x="66" y="14"/>
                    <a:pt x="66" y="14"/>
                    <a:pt x="66" y="14"/>
                  </a:cubicBezTo>
                  <a:cubicBezTo>
                    <a:pt x="3" y="14"/>
                    <a:pt x="3" y="14"/>
                    <a:pt x="3" y="14"/>
                  </a:cubicBezTo>
                  <a:close/>
                  <a:moveTo>
                    <a:pt x="0" y="10"/>
                  </a:moveTo>
                  <a:cubicBezTo>
                    <a:pt x="69" y="10"/>
                    <a:pt x="69" y="10"/>
                    <a:pt x="69" y="10"/>
                  </a:cubicBezTo>
                  <a:cubicBezTo>
                    <a:pt x="69" y="59"/>
                    <a:pt x="69" y="59"/>
                    <a:pt x="69" y="59"/>
                  </a:cubicBezTo>
                  <a:cubicBezTo>
                    <a:pt x="0" y="59"/>
                    <a:pt x="0" y="59"/>
                    <a:pt x="0" y="59"/>
                  </a:cubicBezTo>
                  <a:cubicBezTo>
                    <a:pt x="0" y="10"/>
                    <a:pt x="0" y="10"/>
                    <a:pt x="0" y="10"/>
                  </a:cubicBezTo>
                  <a:close/>
                  <a:moveTo>
                    <a:pt x="0" y="0"/>
                  </a:moveTo>
                  <a:cubicBezTo>
                    <a:pt x="69" y="0"/>
                    <a:pt x="69" y="0"/>
                    <a:pt x="69" y="0"/>
                  </a:cubicBezTo>
                  <a:cubicBezTo>
                    <a:pt x="69" y="7"/>
                    <a:pt x="69" y="7"/>
                    <a:pt x="69" y="7"/>
                  </a:cubicBezTo>
                  <a:cubicBezTo>
                    <a:pt x="0" y="7"/>
                    <a:pt x="0" y="7"/>
                    <a:pt x="0" y="7"/>
                  </a:cubicBezTo>
                  <a:cubicBezTo>
                    <a:pt x="0" y="0"/>
                    <a:pt x="0" y="0"/>
                    <a:pt x="0" y="0"/>
                  </a:cubicBezTo>
                  <a:close/>
                  <a:moveTo>
                    <a:pt x="41" y="36"/>
                  </a:moveTo>
                  <a:cubicBezTo>
                    <a:pt x="41" y="34"/>
                    <a:pt x="41" y="34"/>
                    <a:pt x="41" y="34"/>
                  </a:cubicBezTo>
                  <a:cubicBezTo>
                    <a:pt x="41" y="34"/>
                    <a:pt x="41" y="33"/>
                    <a:pt x="40" y="33"/>
                  </a:cubicBezTo>
                  <a:cubicBezTo>
                    <a:pt x="37" y="33"/>
                    <a:pt x="37" y="33"/>
                    <a:pt x="37" y="33"/>
                  </a:cubicBezTo>
                  <a:cubicBezTo>
                    <a:pt x="37" y="33"/>
                    <a:pt x="37" y="33"/>
                    <a:pt x="37" y="33"/>
                  </a:cubicBezTo>
                  <a:cubicBezTo>
                    <a:pt x="38" y="30"/>
                    <a:pt x="38" y="30"/>
                    <a:pt x="38" y="30"/>
                  </a:cubicBezTo>
                  <a:cubicBezTo>
                    <a:pt x="38" y="29"/>
                    <a:pt x="38" y="29"/>
                    <a:pt x="38" y="29"/>
                  </a:cubicBezTo>
                  <a:cubicBezTo>
                    <a:pt x="37" y="28"/>
                    <a:pt x="37" y="28"/>
                    <a:pt x="37" y="28"/>
                  </a:cubicBezTo>
                  <a:cubicBezTo>
                    <a:pt x="36" y="28"/>
                    <a:pt x="36" y="28"/>
                    <a:pt x="36" y="28"/>
                  </a:cubicBezTo>
                  <a:cubicBezTo>
                    <a:pt x="34" y="30"/>
                    <a:pt x="34" y="30"/>
                    <a:pt x="34" y="30"/>
                  </a:cubicBezTo>
                  <a:cubicBezTo>
                    <a:pt x="33" y="30"/>
                    <a:pt x="33" y="30"/>
                    <a:pt x="33" y="30"/>
                  </a:cubicBezTo>
                  <a:cubicBezTo>
                    <a:pt x="32" y="26"/>
                    <a:pt x="32" y="26"/>
                    <a:pt x="32" y="26"/>
                  </a:cubicBezTo>
                  <a:cubicBezTo>
                    <a:pt x="32" y="26"/>
                    <a:pt x="32" y="26"/>
                    <a:pt x="32" y="26"/>
                  </a:cubicBezTo>
                  <a:cubicBezTo>
                    <a:pt x="30" y="26"/>
                    <a:pt x="30" y="26"/>
                    <a:pt x="30" y="26"/>
                  </a:cubicBezTo>
                  <a:cubicBezTo>
                    <a:pt x="29" y="26"/>
                    <a:pt x="29" y="26"/>
                    <a:pt x="29" y="26"/>
                  </a:cubicBezTo>
                  <a:cubicBezTo>
                    <a:pt x="29" y="30"/>
                    <a:pt x="29" y="30"/>
                    <a:pt x="29" y="30"/>
                  </a:cubicBezTo>
                  <a:cubicBezTo>
                    <a:pt x="28" y="30"/>
                    <a:pt x="28" y="30"/>
                    <a:pt x="28" y="30"/>
                  </a:cubicBezTo>
                  <a:cubicBezTo>
                    <a:pt x="25" y="28"/>
                    <a:pt x="25" y="28"/>
                    <a:pt x="25" y="28"/>
                  </a:cubicBezTo>
                  <a:cubicBezTo>
                    <a:pt x="25" y="28"/>
                    <a:pt x="25" y="28"/>
                    <a:pt x="25" y="28"/>
                  </a:cubicBezTo>
                  <a:cubicBezTo>
                    <a:pt x="23" y="29"/>
                    <a:pt x="23" y="29"/>
                    <a:pt x="23" y="29"/>
                  </a:cubicBezTo>
                  <a:cubicBezTo>
                    <a:pt x="23" y="30"/>
                    <a:pt x="23" y="30"/>
                    <a:pt x="23" y="30"/>
                  </a:cubicBezTo>
                  <a:cubicBezTo>
                    <a:pt x="25" y="33"/>
                    <a:pt x="25" y="33"/>
                    <a:pt x="25" y="33"/>
                  </a:cubicBezTo>
                  <a:cubicBezTo>
                    <a:pt x="24" y="33"/>
                    <a:pt x="24" y="33"/>
                    <a:pt x="24" y="33"/>
                  </a:cubicBezTo>
                  <a:cubicBezTo>
                    <a:pt x="21" y="33"/>
                    <a:pt x="21" y="33"/>
                    <a:pt x="21" y="33"/>
                  </a:cubicBezTo>
                  <a:cubicBezTo>
                    <a:pt x="21" y="34"/>
                    <a:pt x="21" y="34"/>
                    <a:pt x="21" y="34"/>
                  </a:cubicBezTo>
                  <a:cubicBezTo>
                    <a:pt x="20" y="36"/>
                    <a:pt x="20" y="36"/>
                    <a:pt x="20" y="36"/>
                  </a:cubicBezTo>
                  <a:cubicBezTo>
                    <a:pt x="21" y="36"/>
                    <a:pt x="21" y="36"/>
                    <a:pt x="21" y="36"/>
                  </a:cubicBezTo>
                  <a:cubicBezTo>
                    <a:pt x="23" y="38"/>
                    <a:pt x="23" y="38"/>
                    <a:pt x="23" y="38"/>
                  </a:cubicBezTo>
                  <a:cubicBezTo>
                    <a:pt x="23" y="38"/>
                    <a:pt x="23" y="38"/>
                    <a:pt x="24" y="38"/>
                  </a:cubicBezTo>
                  <a:cubicBezTo>
                    <a:pt x="21" y="40"/>
                    <a:pt x="21" y="40"/>
                    <a:pt x="21" y="40"/>
                  </a:cubicBezTo>
                  <a:cubicBezTo>
                    <a:pt x="21" y="41"/>
                    <a:pt x="21" y="41"/>
                    <a:pt x="21" y="41"/>
                  </a:cubicBezTo>
                  <a:cubicBezTo>
                    <a:pt x="22" y="43"/>
                    <a:pt x="22" y="43"/>
                    <a:pt x="22" y="43"/>
                  </a:cubicBezTo>
                  <a:cubicBezTo>
                    <a:pt x="23" y="43"/>
                    <a:pt x="23" y="43"/>
                    <a:pt x="23" y="43"/>
                  </a:cubicBezTo>
                  <a:cubicBezTo>
                    <a:pt x="26" y="42"/>
                    <a:pt x="26" y="42"/>
                    <a:pt x="26" y="42"/>
                  </a:cubicBezTo>
                  <a:cubicBezTo>
                    <a:pt x="26" y="43"/>
                    <a:pt x="26" y="43"/>
                    <a:pt x="26" y="43"/>
                  </a:cubicBezTo>
                  <a:cubicBezTo>
                    <a:pt x="26" y="46"/>
                    <a:pt x="26" y="46"/>
                    <a:pt x="26" y="46"/>
                  </a:cubicBezTo>
                  <a:cubicBezTo>
                    <a:pt x="26" y="46"/>
                    <a:pt x="26" y="46"/>
                    <a:pt x="26" y="46"/>
                  </a:cubicBezTo>
                  <a:cubicBezTo>
                    <a:pt x="28" y="47"/>
                    <a:pt x="28" y="47"/>
                    <a:pt x="28" y="47"/>
                  </a:cubicBezTo>
                  <a:cubicBezTo>
                    <a:pt x="29" y="47"/>
                    <a:pt x="29" y="47"/>
                    <a:pt x="29" y="47"/>
                  </a:cubicBezTo>
                  <a:cubicBezTo>
                    <a:pt x="30" y="44"/>
                    <a:pt x="30" y="44"/>
                    <a:pt x="30" y="44"/>
                  </a:cubicBezTo>
                  <a:cubicBezTo>
                    <a:pt x="31" y="44"/>
                    <a:pt x="31" y="44"/>
                    <a:pt x="31" y="44"/>
                  </a:cubicBezTo>
                  <a:cubicBezTo>
                    <a:pt x="31" y="44"/>
                    <a:pt x="31" y="44"/>
                    <a:pt x="31" y="44"/>
                  </a:cubicBezTo>
                  <a:cubicBezTo>
                    <a:pt x="33" y="47"/>
                    <a:pt x="33" y="47"/>
                    <a:pt x="33" y="47"/>
                  </a:cubicBezTo>
                  <a:cubicBezTo>
                    <a:pt x="33" y="47"/>
                    <a:pt x="33" y="47"/>
                    <a:pt x="33" y="47"/>
                  </a:cubicBezTo>
                  <a:cubicBezTo>
                    <a:pt x="35" y="46"/>
                    <a:pt x="35" y="46"/>
                    <a:pt x="35" y="46"/>
                  </a:cubicBezTo>
                  <a:cubicBezTo>
                    <a:pt x="36" y="46"/>
                    <a:pt x="36" y="46"/>
                    <a:pt x="36" y="46"/>
                  </a:cubicBezTo>
                  <a:cubicBezTo>
                    <a:pt x="35" y="43"/>
                    <a:pt x="35" y="43"/>
                    <a:pt x="35" y="43"/>
                  </a:cubicBezTo>
                  <a:cubicBezTo>
                    <a:pt x="36" y="42"/>
                    <a:pt x="36" y="42"/>
                    <a:pt x="36" y="42"/>
                  </a:cubicBezTo>
                  <a:cubicBezTo>
                    <a:pt x="39" y="43"/>
                    <a:pt x="39" y="43"/>
                    <a:pt x="39" y="43"/>
                  </a:cubicBezTo>
                  <a:cubicBezTo>
                    <a:pt x="39" y="43"/>
                    <a:pt x="39" y="43"/>
                    <a:pt x="39" y="43"/>
                  </a:cubicBezTo>
                  <a:cubicBezTo>
                    <a:pt x="40" y="41"/>
                    <a:pt x="40" y="41"/>
                    <a:pt x="40" y="41"/>
                  </a:cubicBezTo>
                  <a:cubicBezTo>
                    <a:pt x="40" y="40"/>
                    <a:pt x="40" y="40"/>
                    <a:pt x="40" y="40"/>
                  </a:cubicBezTo>
                  <a:cubicBezTo>
                    <a:pt x="38" y="38"/>
                    <a:pt x="38" y="38"/>
                    <a:pt x="38" y="38"/>
                  </a:cubicBezTo>
                  <a:cubicBezTo>
                    <a:pt x="38" y="38"/>
                    <a:pt x="38" y="38"/>
                    <a:pt x="38" y="38"/>
                  </a:cubicBezTo>
                  <a:cubicBezTo>
                    <a:pt x="41" y="36"/>
                    <a:pt x="41" y="36"/>
                    <a:pt x="41" y="36"/>
                  </a:cubicBezTo>
                  <a:close/>
                  <a:moveTo>
                    <a:pt x="35" y="37"/>
                  </a:moveTo>
                  <a:cubicBezTo>
                    <a:pt x="35" y="38"/>
                    <a:pt x="34" y="39"/>
                    <a:pt x="34" y="40"/>
                  </a:cubicBezTo>
                  <a:cubicBezTo>
                    <a:pt x="33" y="40"/>
                    <a:pt x="32" y="41"/>
                    <a:pt x="31" y="41"/>
                  </a:cubicBezTo>
                  <a:cubicBezTo>
                    <a:pt x="30" y="41"/>
                    <a:pt x="29" y="40"/>
                    <a:pt x="28" y="40"/>
                  </a:cubicBezTo>
                  <a:cubicBezTo>
                    <a:pt x="27" y="39"/>
                    <a:pt x="27" y="38"/>
                    <a:pt x="27" y="37"/>
                  </a:cubicBezTo>
                  <a:cubicBezTo>
                    <a:pt x="27" y="35"/>
                    <a:pt x="27" y="34"/>
                    <a:pt x="28" y="34"/>
                  </a:cubicBezTo>
                  <a:cubicBezTo>
                    <a:pt x="29" y="33"/>
                    <a:pt x="30" y="32"/>
                    <a:pt x="31" y="32"/>
                  </a:cubicBezTo>
                  <a:cubicBezTo>
                    <a:pt x="32" y="32"/>
                    <a:pt x="33" y="33"/>
                    <a:pt x="34" y="34"/>
                  </a:cubicBezTo>
                  <a:cubicBezTo>
                    <a:pt x="34" y="34"/>
                    <a:pt x="35" y="35"/>
                    <a:pt x="35" y="37"/>
                  </a:cubicBezTo>
                  <a:close/>
                  <a:moveTo>
                    <a:pt x="29" y="37"/>
                  </a:moveTo>
                  <a:cubicBezTo>
                    <a:pt x="29" y="36"/>
                    <a:pt x="30" y="35"/>
                    <a:pt x="31" y="35"/>
                  </a:cubicBezTo>
                  <a:cubicBezTo>
                    <a:pt x="32" y="35"/>
                    <a:pt x="33" y="36"/>
                    <a:pt x="33" y="37"/>
                  </a:cubicBezTo>
                  <a:cubicBezTo>
                    <a:pt x="33" y="38"/>
                    <a:pt x="32" y="39"/>
                    <a:pt x="31" y="39"/>
                  </a:cubicBezTo>
                  <a:cubicBezTo>
                    <a:pt x="30" y="39"/>
                    <a:pt x="29" y="38"/>
                    <a:pt x="29" y="37"/>
                  </a:cubicBezTo>
                  <a:close/>
                  <a:moveTo>
                    <a:pt x="48" y="30"/>
                  </a:moveTo>
                  <a:cubicBezTo>
                    <a:pt x="48" y="29"/>
                    <a:pt x="48" y="29"/>
                    <a:pt x="48" y="29"/>
                  </a:cubicBezTo>
                  <a:cubicBezTo>
                    <a:pt x="48" y="28"/>
                    <a:pt x="48" y="28"/>
                    <a:pt x="48" y="28"/>
                  </a:cubicBezTo>
                  <a:cubicBezTo>
                    <a:pt x="49" y="27"/>
                    <a:pt x="49" y="27"/>
                    <a:pt x="49" y="27"/>
                  </a:cubicBezTo>
                  <a:cubicBezTo>
                    <a:pt x="49" y="27"/>
                    <a:pt x="49" y="27"/>
                    <a:pt x="49" y="27"/>
                  </a:cubicBezTo>
                  <a:cubicBezTo>
                    <a:pt x="49" y="27"/>
                    <a:pt x="49" y="27"/>
                    <a:pt x="49" y="27"/>
                  </a:cubicBezTo>
                  <a:cubicBezTo>
                    <a:pt x="48" y="26"/>
                    <a:pt x="48" y="26"/>
                    <a:pt x="48" y="26"/>
                  </a:cubicBezTo>
                  <a:cubicBezTo>
                    <a:pt x="48" y="26"/>
                    <a:pt x="48" y="26"/>
                    <a:pt x="48" y="26"/>
                  </a:cubicBezTo>
                  <a:cubicBezTo>
                    <a:pt x="48" y="26"/>
                    <a:pt x="48" y="26"/>
                    <a:pt x="48" y="26"/>
                  </a:cubicBezTo>
                  <a:cubicBezTo>
                    <a:pt x="46" y="26"/>
                    <a:pt x="46" y="26"/>
                    <a:pt x="46" y="26"/>
                  </a:cubicBezTo>
                  <a:cubicBezTo>
                    <a:pt x="46" y="26"/>
                    <a:pt x="45" y="26"/>
                    <a:pt x="45" y="25"/>
                  </a:cubicBezTo>
                  <a:cubicBezTo>
                    <a:pt x="45" y="24"/>
                    <a:pt x="45" y="24"/>
                    <a:pt x="45" y="24"/>
                  </a:cubicBezTo>
                  <a:cubicBezTo>
                    <a:pt x="44" y="24"/>
                    <a:pt x="44" y="24"/>
                    <a:pt x="44" y="24"/>
                  </a:cubicBezTo>
                  <a:cubicBezTo>
                    <a:pt x="43" y="24"/>
                    <a:pt x="43" y="24"/>
                    <a:pt x="43" y="24"/>
                  </a:cubicBezTo>
                  <a:cubicBezTo>
                    <a:pt x="43" y="24"/>
                    <a:pt x="43" y="24"/>
                    <a:pt x="43" y="24"/>
                  </a:cubicBezTo>
                  <a:cubicBezTo>
                    <a:pt x="42" y="25"/>
                    <a:pt x="42" y="25"/>
                    <a:pt x="42" y="25"/>
                  </a:cubicBezTo>
                  <a:cubicBezTo>
                    <a:pt x="42" y="26"/>
                    <a:pt x="41" y="26"/>
                    <a:pt x="41" y="26"/>
                  </a:cubicBezTo>
                  <a:cubicBezTo>
                    <a:pt x="39" y="26"/>
                    <a:pt x="39" y="26"/>
                    <a:pt x="39" y="26"/>
                  </a:cubicBezTo>
                  <a:cubicBezTo>
                    <a:pt x="39" y="26"/>
                    <a:pt x="39" y="26"/>
                    <a:pt x="39" y="26"/>
                  </a:cubicBezTo>
                  <a:cubicBezTo>
                    <a:pt x="39" y="26"/>
                    <a:pt x="39" y="26"/>
                    <a:pt x="39" y="26"/>
                  </a:cubicBezTo>
                  <a:cubicBezTo>
                    <a:pt x="38" y="27"/>
                    <a:pt x="38" y="27"/>
                    <a:pt x="38" y="27"/>
                  </a:cubicBezTo>
                  <a:cubicBezTo>
                    <a:pt x="38" y="27"/>
                    <a:pt x="38" y="27"/>
                    <a:pt x="38" y="27"/>
                  </a:cubicBezTo>
                  <a:cubicBezTo>
                    <a:pt x="38" y="27"/>
                    <a:pt x="38" y="27"/>
                    <a:pt x="38" y="27"/>
                  </a:cubicBezTo>
                  <a:cubicBezTo>
                    <a:pt x="40" y="28"/>
                    <a:pt x="40" y="28"/>
                    <a:pt x="40" y="28"/>
                  </a:cubicBezTo>
                  <a:cubicBezTo>
                    <a:pt x="39" y="29"/>
                    <a:pt x="39" y="29"/>
                    <a:pt x="39" y="29"/>
                  </a:cubicBezTo>
                  <a:cubicBezTo>
                    <a:pt x="40" y="30"/>
                    <a:pt x="40" y="30"/>
                    <a:pt x="40" y="30"/>
                  </a:cubicBezTo>
                  <a:cubicBezTo>
                    <a:pt x="38" y="31"/>
                    <a:pt x="38" y="31"/>
                    <a:pt x="38" y="31"/>
                  </a:cubicBezTo>
                  <a:cubicBezTo>
                    <a:pt x="38" y="31"/>
                    <a:pt x="38" y="31"/>
                    <a:pt x="38" y="31"/>
                  </a:cubicBezTo>
                  <a:cubicBezTo>
                    <a:pt x="38" y="32"/>
                    <a:pt x="38" y="32"/>
                    <a:pt x="38" y="32"/>
                  </a:cubicBezTo>
                  <a:cubicBezTo>
                    <a:pt x="39" y="32"/>
                    <a:pt x="39" y="32"/>
                    <a:pt x="39" y="32"/>
                  </a:cubicBezTo>
                  <a:cubicBezTo>
                    <a:pt x="39" y="33"/>
                    <a:pt x="39" y="33"/>
                    <a:pt x="39" y="33"/>
                  </a:cubicBezTo>
                  <a:cubicBezTo>
                    <a:pt x="39" y="33"/>
                    <a:pt x="39" y="33"/>
                    <a:pt x="39" y="33"/>
                  </a:cubicBezTo>
                  <a:cubicBezTo>
                    <a:pt x="41" y="32"/>
                    <a:pt x="41" y="32"/>
                    <a:pt x="41" y="32"/>
                  </a:cubicBezTo>
                  <a:cubicBezTo>
                    <a:pt x="41" y="33"/>
                    <a:pt x="42" y="33"/>
                    <a:pt x="42" y="33"/>
                  </a:cubicBezTo>
                  <a:cubicBezTo>
                    <a:pt x="43" y="35"/>
                    <a:pt x="43" y="35"/>
                    <a:pt x="43" y="35"/>
                  </a:cubicBezTo>
                  <a:cubicBezTo>
                    <a:pt x="43" y="35"/>
                    <a:pt x="43" y="35"/>
                    <a:pt x="43" y="35"/>
                  </a:cubicBezTo>
                  <a:cubicBezTo>
                    <a:pt x="44" y="35"/>
                    <a:pt x="44" y="35"/>
                    <a:pt x="44" y="35"/>
                  </a:cubicBezTo>
                  <a:cubicBezTo>
                    <a:pt x="45" y="35"/>
                    <a:pt x="45" y="35"/>
                    <a:pt x="45" y="35"/>
                  </a:cubicBezTo>
                  <a:cubicBezTo>
                    <a:pt x="45" y="33"/>
                    <a:pt x="45" y="33"/>
                    <a:pt x="45" y="33"/>
                  </a:cubicBezTo>
                  <a:cubicBezTo>
                    <a:pt x="45" y="33"/>
                    <a:pt x="46" y="33"/>
                    <a:pt x="46" y="32"/>
                  </a:cubicBezTo>
                  <a:cubicBezTo>
                    <a:pt x="48" y="33"/>
                    <a:pt x="48" y="33"/>
                    <a:pt x="48" y="33"/>
                  </a:cubicBezTo>
                  <a:cubicBezTo>
                    <a:pt x="48" y="33"/>
                    <a:pt x="48" y="33"/>
                    <a:pt x="48" y="33"/>
                  </a:cubicBezTo>
                  <a:cubicBezTo>
                    <a:pt x="48" y="32"/>
                    <a:pt x="48" y="32"/>
                    <a:pt x="48" y="32"/>
                  </a:cubicBezTo>
                  <a:cubicBezTo>
                    <a:pt x="49" y="32"/>
                    <a:pt x="49" y="32"/>
                    <a:pt x="49" y="32"/>
                  </a:cubicBezTo>
                  <a:cubicBezTo>
                    <a:pt x="49" y="31"/>
                    <a:pt x="49" y="31"/>
                    <a:pt x="49" y="31"/>
                  </a:cubicBezTo>
                  <a:cubicBezTo>
                    <a:pt x="49" y="31"/>
                    <a:pt x="49" y="31"/>
                    <a:pt x="49" y="31"/>
                  </a:cubicBezTo>
                  <a:cubicBezTo>
                    <a:pt x="48" y="30"/>
                    <a:pt x="48" y="30"/>
                    <a:pt x="48" y="30"/>
                  </a:cubicBezTo>
                  <a:close/>
                  <a:moveTo>
                    <a:pt x="45" y="29"/>
                  </a:moveTo>
                  <a:cubicBezTo>
                    <a:pt x="45" y="30"/>
                    <a:pt x="44" y="31"/>
                    <a:pt x="44" y="31"/>
                  </a:cubicBezTo>
                  <a:cubicBezTo>
                    <a:pt x="43" y="31"/>
                    <a:pt x="42" y="30"/>
                    <a:pt x="42" y="29"/>
                  </a:cubicBezTo>
                  <a:cubicBezTo>
                    <a:pt x="42" y="28"/>
                    <a:pt x="43" y="28"/>
                    <a:pt x="44" y="28"/>
                  </a:cubicBezTo>
                  <a:cubicBezTo>
                    <a:pt x="44" y="28"/>
                    <a:pt x="45" y="28"/>
                    <a:pt x="45" y="29"/>
                  </a:cubicBezTo>
                  <a:close/>
                </a:path>
              </a:pathLst>
            </a:custGeom>
            <a:solidFill>
              <a:srgbClr val="F5F5F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solidFill>
                  <a:srgbClr val="262626"/>
                </a:solidFill>
              </a:endParaRPr>
            </a:p>
          </p:txBody>
        </p:sp>
        <p:sp>
          <p:nvSpPr>
            <p:cNvPr id="128" name="Freeform 55"/>
            <p:cNvSpPr>
              <a:spLocks/>
            </p:cNvSpPr>
            <p:nvPr/>
          </p:nvSpPr>
          <p:spPr bwMode="auto">
            <a:xfrm>
              <a:off x="11476038" y="5751513"/>
              <a:ext cx="404813" cy="323850"/>
            </a:xfrm>
            <a:custGeom>
              <a:avLst/>
              <a:gdLst>
                <a:gd name="T0" fmla="*/ 69 w 85"/>
                <a:gd name="T1" fmla="*/ 0 h 68"/>
                <a:gd name="T2" fmla="*/ 69 w 85"/>
                <a:gd name="T3" fmla="*/ 30 h 68"/>
                <a:gd name="T4" fmla="*/ 1 w 85"/>
                <a:gd name="T5" fmla="*/ 30 h 68"/>
                <a:gd name="T6" fmla="*/ 0 w 85"/>
                <a:gd name="T7" fmla="*/ 34 h 68"/>
                <a:gd name="T8" fmla="*/ 8 w 85"/>
                <a:gd name="T9" fmla="*/ 58 h 68"/>
                <a:gd name="T10" fmla="*/ 69 w 85"/>
                <a:gd name="T11" fmla="*/ 58 h 68"/>
                <a:gd name="T12" fmla="*/ 69 w 85"/>
                <a:gd name="T13" fmla="*/ 68 h 68"/>
                <a:gd name="T14" fmla="*/ 85 w 85"/>
                <a:gd name="T15" fmla="*/ 34 h 68"/>
                <a:gd name="T16" fmla="*/ 69 w 85"/>
                <a:gd name="T17" fmla="*/ 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5" h="68">
                  <a:moveTo>
                    <a:pt x="69" y="0"/>
                  </a:moveTo>
                  <a:cubicBezTo>
                    <a:pt x="69" y="30"/>
                    <a:pt x="69" y="30"/>
                    <a:pt x="69" y="30"/>
                  </a:cubicBezTo>
                  <a:cubicBezTo>
                    <a:pt x="1" y="30"/>
                    <a:pt x="1" y="30"/>
                    <a:pt x="1" y="30"/>
                  </a:cubicBezTo>
                  <a:cubicBezTo>
                    <a:pt x="0" y="31"/>
                    <a:pt x="0" y="33"/>
                    <a:pt x="0" y="34"/>
                  </a:cubicBezTo>
                  <a:cubicBezTo>
                    <a:pt x="0" y="43"/>
                    <a:pt x="3" y="51"/>
                    <a:pt x="8" y="58"/>
                  </a:cubicBezTo>
                  <a:cubicBezTo>
                    <a:pt x="69" y="58"/>
                    <a:pt x="69" y="58"/>
                    <a:pt x="69" y="58"/>
                  </a:cubicBezTo>
                  <a:cubicBezTo>
                    <a:pt x="69" y="68"/>
                    <a:pt x="69" y="68"/>
                    <a:pt x="69" y="68"/>
                  </a:cubicBezTo>
                  <a:cubicBezTo>
                    <a:pt x="79" y="60"/>
                    <a:pt x="85" y="48"/>
                    <a:pt x="85" y="34"/>
                  </a:cubicBezTo>
                  <a:cubicBezTo>
                    <a:pt x="85" y="20"/>
                    <a:pt x="79" y="8"/>
                    <a:pt x="69" y="0"/>
                  </a:cubicBezTo>
                </a:path>
              </a:pathLst>
            </a:custGeom>
            <a:solidFill>
              <a:schemeClr val="bg2">
                <a:lumMod val="75000"/>
              </a:schemeClr>
            </a:solidFill>
            <a:ln>
              <a:noFill/>
            </a:ln>
          </p:spPr>
          <p:txBody>
            <a:bodyPr vert="horz" wrap="square" lIns="91440" tIns="45720" rIns="91440" bIns="45720" numCol="1" anchor="t" anchorCtr="0" compatLnSpc="1">
              <a:prstTxWarp prst="textNoShape">
                <a:avLst/>
              </a:prstTxWarp>
            </a:bodyPr>
            <a:lstStyle/>
            <a:p>
              <a:endParaRPr lang="en-US" sz="1800">
                <a:solidFill>
                  <a:srgbClr val="262626"/>
                </a:solidFill>
              </a:endParaRPr>
            </a:p>
          </p:txBody>
        </p:sp>
        <p:sp>
          <p:nvSpPr>
            <p:cNvPr id="129" name="Freeform 56"/>
            <p:cNvSpPr>
              <a:spLocks/>
            </p:cNvSpPr>
            <p:nvPr/>
          </p:nvSpPr>
          <p:spPr bwMode="auto">
            <a:xfrm>
              <a:off x="11480800" y="5708650"/>
              <a:ext cx="323850" cy="185738"/>
            </a:xfrm>
            <a:custGeom>
              <a:avLst/>
              <a:gdLst>
                <a:gd name="T0" fmla="*/ 42 w 68"/>
                <a:gd name="T1" fmla="*/ 0 h 39"/>
                <a:gd name="T2" fmla="*/ 0 w 68"/>
                <a:gd name="T3" fmla="*/ 39 h 39"/>
                <a:gd name="T4" fmla="*/ 68 w 68"/>
                <a:gd name="T5" fmla="*/ 39 h 39"/>
                <a:gd name="T6" fmla="*/ 68 w 68"/>
                <a:gd name="T7" fmla="*/ 9 h 39"/>
                <a:gd name="T8" fmla="*/ 42 w 68"/>
                <a:gd name="T9" fmla="*/ 0 h 39"/>
              </a:gdLst>
              <a:ahLst/>
              <a:cxnLst>
                <a:cxn ang="0">
                  <a:pos x="T0" y="T1"/>
                </a:cxn>
                <a:cxn ang="0">
                  <a:pos x="T2" y="T3"/>
                </a:cxn>
                <a:cxn ang="0">
                  <a:pos x="T4" y="T5"/>
                </a:cxn>
                <a:cxn ang="0">
                  <a:pos x="T6" y="T7"/>
                </a:cxn>
                <a:cxn ang="0">
                  <a:pos x="T8" y="T9"/>
                </a:cxn>
              </a:cxnLst>
              <a:rect l="0" t="0" r="r" b="b"/>
              <a:pathLst>
                <a:path w="68" h="39">
                  <a:moveTo>
                    <a:pt x="42" y="0"/>
                  </a:moveTo>
                  <a:cubicBezTo>
                    <a:pt x="20" y="0"/>
                    <a:pt x="2" y="17"/>
                    <a:pt x="0" y="39"/>
                  </a:cubicBezTo>
                  <a:cubicBezTo>
                    <a:pt x="68" y="39"/>
                    <a:pt x="68" y="39"/>
                    <a:pt x="68" y="39"/>
                  </a:cubicBezTo>
                  <a:cubicBezTo>
                    <a:pt x="68" y="9"/>
                    <a:pt x="68" y="9"/>
                    <a:pt x="68" y="9"/>
                  </a:cubicBezTo>
                  <a:cubicBezTo>
                    <a:pt x="61" y="4"/>
                    <a:pt x="52" y="0"/>
                    <a:pt x="42" y="0"/>
                  </a:cubicBezTo>
                </a:path>
              </a:pathLst>
            </a:custGeom>
            <a:solidFill>
              <a:srgbClr val="7C3F7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solidFill>
                  <a:srgbClr val="262626"/>
                </a:solidFill>
              </a:endParaRPr>
            </a:p>
          </p:txBody>
        </p:sp>
        <p:sp>
          <p:nvSpPr>
            <p:cNvPr id="130" name="Freeform 57"/>
            <p:cNvSpPr>
              <a:spLocks/>
            </p:cNvSpPr>
            <p:nvPr/>
          </p:nvSpPr>
          <p:spPr bwMode="auto">
            <a:xfrm>
              <a:off x="11514138" y="6027738"/>
              <a:ext cx="290513" cy="85725"/>
            </a:xfrm>
            <a:custGeom>
              <a:avLst/>
              <a:gdLst>
                <a:gd name="T0" fmla="*/ 61 w 61"/>
                <a:gd name="T1" fmla="*/ 0 h 18"/>
                <a:gd name="T2" fmla="*/ 0 w 61"/>
                <a:gd name="T3" fmla="*/ 0 h 18"/>
                <a:gd name="T4" fmla="*/ 35 w 61"/>
                <a:gd name="T5" fmla="*/ 18 h 18"/>
                <a:gd name="T6" fmla="*/ 61 w 61"/>
                <a:gd name="T7" fmla="*/ 10 h 18"/>
                <a:gd name="T8" fmla="*/ 61 w 61"/>
                <a:gd name="T9" fmla="*/ 0 h 18"/>
              </a:gdLst>
              <a:ahLst/>
              <a:cxnLst>
                <a:cxn ang="0">
                  <a:pos x="T0" y="T1"/>
                </a:cxn>
                <a:cxn ang="0">
                  <a:pos x="T2" y="T3"/>
                </a:cxn>
                <a:cxn ang="0">
                  <a:pos x="T4" y="T5"/>
                </a:cxn>
                <a:cxn ang="0">
                  <a:pos x="T6" y="T7"/>
                </a:cxn>
                <a:cxn ang="0">
                  <a:pos x="T8" y="T9"/>
                </a:cxn>
              </a:cxnLst>
              <a:rect l="0" t="0" r="r" b="b"/>
              <a:pathLst>
                <a:path w="61" h="18">
                  <a:moveTo>
                    <a:pt x="61" y="0"/>
                  </a:moveTo>
                  <a:cubicBezTo>
                    <a:pt x="0" y="0"/>
                    <a:pt x="0" y="0"/>
                    <a:pt x="0" y="0"/>
                  </a:cubicBezTo>
                  <a:cubicBezTo>
                    <a:pt x="8" y="11"/>
                    <a:pt x="20" y="18"/>
                    <a:pt x="35" y="18"/>
                  </a:cubicBezTo>
                  <a:cubicBezTo>
                    <a:pt x="45" y="18"/>
                    <a:pt x="54" y="15"/>
                    <a:pt x="61" y="10"/>
                  </a:cubicBezTo>
                  <a:cubicBezTo>
                    <a:pt x="61" y="0"/>
                    <a:pt x="61" y="0"/>
                    <a:pt x="61" y="0"/>
                  </a:cubicBezTo>
                </a:path>
              </a:pathLst>
            </a:custGeom>
            <a:solidFill>
              <a:schemeClr val="bg2">
                <a:lumMod val="50000"/>
              </a:schemeClr>
            </a:solidFill>
            <a:ln>
              <a:noFill/>
            </a:ln>
          </p:spPr>
          <p:txBody>
            <a:bodyPr vert="horz" wrap="square" lIns="91440" tIns="45720" rIns="91440" bIns="45720" numCol="1" anchor="t" anchorCtr="0" compatLnSpc="1">
              <a:prstTxWarp prst="textNoShape">
                <a:avLst/>
              </a:prstTxWarp>
            </a:bodyPr>
            <a:lstStyle/>
            <a:p>
              <a:endParaRPr lang="en-US" sz="1800">
                <a:solidFill>
                  <a:srgbClr val="262626"/>
                </a:solidFill>
              </a:endParaRPr>
            </a:p>
          </p:txBody>
        </p:sp>
        <p:sp>
          <p:nvSpPr>
            <p:cNvPr id="131" name="Oval 58"/>
            <p:cNvSpPr>
              <a:spLocks noChangeArrowheads="1"/>
            </p:cNvSpPr>
            <p:nvPr/>
          </p:nvSpPr>
          <p:spPr bwMode="auto">
            <a:xfrm>
              <a:off x="11437938" y="5670550"/>
              <a:ext cx="404813" cy="404813"/>
            </a:xfrm>
            <a:prstGeom prst="ellipse">
              <a:avLst/>
            </a:prstGeom>
            <a:solidFill>
              <a:srgbClr val="FF8C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solidFill>
                  <a:srgbClr val="262626"/>
                </a:solidFill>
              </a:endParaRPr>
            </a:p>
          </p:txBody>
        </p:sp>
        <p:sp>
          <p:nvSpPr>
            <p:cNvPr id="132" name="Freeform 59"/>
            <p:cNvSpPr>
              <a:spLocks noEditPoints="1"/>
            </p:cNvSpPr>
            <p:nvPr/>
          </p:nvSpPr>
          <p:spPr bwMode="auto">
            <a:xfrm>
              <a:off x="11542713" y="5789613"/>
              <a:ext cx="200025" cy="171450"/>
            </a:xfrm>
            <a:custGeom>
              <a:avLst/>
              <a:gdLst>
                <a:gd name="T0" fmla="*/ 40 w 42"/>
                <a:gd name="T1" fmla="*/ 34 h 36"/>
                <a:gd name="T2" fmla="*/ 0 w 42"/>
                <a:gd name="T3" fmla="*/ 6 h 36"/>
                <a:gd name="T4" fmla="*/ 0 w 42"/>
                <a:gd name="T5" fmla="*/ 36 h 36"/>
                <a:gd name="T6" fmla="*/ 42 w 42"/>
                <a:gd name="T7" fmla="*/ 0 h 36"/>
                <a:gd name="T8" fmla="*/ 0 w 42"/>
                <a:gd name="T9" fmla="*/ 0 h 36"/>
                <a:gd name="T10" fmla="*/ 24 w 42"/>
                <a:gd name="T11" fmla="*/ 20 h 36"/>
                <a:gd name="T12" fmla="*/ 23 w 42"/>
                <a:gd name="T13" fmla="*/ 18 h 36"/>
                <a:gd name="T14" fmla="*/ 22 w 42"/>
                <a:gd name="T15" fmla="*/ 17 h 36"/>
                <a:gd name="T16" fmla="*/ 19 w 42"/>
                <a:gd name="T17" fmla="*/ 16 h 36"/>
                <a:gd name="T18" fmla="*/ 18 w 42"/>
                <a:gd name="T19" fmla="*/ 16 h 36"/>
                <a:gd name="T20" fmla="*/ 15 w 42"/>
                <a:gd name="T21" fmla="*/ 17 h 36"/>
                <a:gd name="T22" fmla="*/ 14 w 42"/>
                <a:gd name="T23" fmla="*/ 18 h 36"/>
                <a:gd name="T24" fmla="*/ 13 w 42"/>
                <a:gd name="T25" fmla="*/ 20 h 36"/>
                <a:gd name="T26" fmla="*/ 12 w 42"/>
                <a:gd name="T27" fmla="*/ 22 h 36"/>
                <a:gd name="T28" fmla="*/ 13 w 42"/>
                <a:gd name="T29" fmla="*/ 24 h 36"/>
                <a:gd name="T30" fmla="*/ 14 w 42"/>
                <a:gd name="T31" fmla="*/ 26 h 36"/>
                <a:gd name="T32" fmla="*/ 16 w 42"/>
                <a:gd name="T33" fmla="*/ 28 h 36"/>
                <a:gd name="T34" fmla="*/ 17 w 42"/>
                <a:gd name="T35" fmla="*/ 28 h 36"/>
                <a:gd name="T36" fmla="*/ 19 w 42"/>
                <a:gd name="T37" fmla="*/ 27 h 36"/>
                <a:gd name="T38" fmla="*/ 21 w 42"/>
                <a:gd name="T39" fmla="*/ 28 h 36"/>
                <a:gd name="T40" fmla="*/ 22 w 42"/>
                <a:gd name="T41" fmla="*/ 26 h 36"/>
                <a:gd name="T42" fmla="*/ 24 w 42"/>
                <a:gd name="T43" fmla="*/ 25 h 36"/>
                <a:gd name="T44" fmla="*/ 23 w 42"/>
                <a:gd name="T45" fmla="*/ 23 h 36"/>
                <a:gd name="T46" fmla="*/ 20 w 42"/>
                <a:gd name="T47" fmla="*/ 24 h 36"/>
                <a:gd name="T48" fmla="*/ 16 w 42"/>
                <a:gd name="T49" fmla="*/ 22 h 36"/>
                <a:gd name="T50" fmla="*/ 20 w 42"/>
                <a:gd name="T51" fmla="*/ 20 h 36"/>
                <a:gd name="T52" fmla="*/ 19 w 42"/>
                <a:gd name="T53" fmla="*/ 21 h 36"/>
                <a:gd name="T54" fmla="*/ 17 w 42"/>
                <a:gd name="T55" fmla="*/ 22 h 36"/>
                <a:gd name="T56" fmla="*/ 29 w 42"/>
                <a:gd name="T57" fmla="*/ 17 h 36"/>
                <a:gd name="T58" fmla="*/ 30 w 42"/>
                <a:gd name="T59" fmla="*/ 16 h 36"/>
                <a:gd name="T60" fmla="*/ 29 w 42"/>
                <a:gd name="T61" fmla="*/ 16 h 36"/>
                <a:gd name="T62" fmla="*/ 27 w 42"/>
                <a:gd name="T63" fmla="*/ 14 h 36"/>
                <a:gd name="T64" fmla="*/ 26 w 42"/>
                <a:gd name="T65" fmla="*/ 14 h 36"/>
                <a:gd name="T66" fmla="*/ 24 w 42"/>
                <a:gd name="T67" fmla="*/ 16 h 36"/>
                <a:gd name="T68" fmla="*/ 23 w 42"/>
                <a:gd name="T69" fmla="*/ 16 h 36"/>
                <a:gd name="T70" fmla="*/ 24 w 42"/>
                <a:gd name="T71" fmla="*/ 17 h 36"/>
                <a:gd name="T72" fmla="*/ 23 w 42"/>
                <a:gd name="T73" fmla="*/ 19 h 36"/>
                <a:gd name="T74" fmla="*/ 24 w 42"/>
                <a:gd name="T75" fmla="*/ 20 h 36"/>
                <a:gd name="T76" fmla="*/ 25 w 42"/>
                <a:gd name="T77" fmla="*/ 20 h 36"/>
                <a:gd name="T78" fmla="*/ 26 w 42"/>
                <a:gd name="T79" fmla="*/ 21 h 36"/>
                <a:gd name="T80" fmla="*/ 27 w 42"/>
                <a:gd name="T81" fmla="*/ 20 h 36"/>
                <a:gd name="T82" fmla="*/ 29 w 42"/>
                <a:gd name="T83" fmla="*/ 20 h 36"/>
                <a:gd name="T84" fmla="*/ 30 w 42"/>
                <a:gd name="T85" fmla="*/ 19 h 36"/>
                <a:gd name="T86" fmla="*/ 27 w 42"/>
                <a:gd name="T87" fmla="*/ 18 h 36"/>
                <a:gd name="T88" fmla="*/ 26 w 42"/>
                <a:gd name="T89" fmla="*/ 17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42" h="36">
                  <a:moveTo>
                    <a:pt x="2" y="8"/>
                  </a:moveTo>
                  <a:cubicBezTo>
                    <a:pt x="2" y="34"/>
                    <a:pt x="2" y="34"/>
                    <a:pt x="2" y="34"/>
                  </a:cubicBezTo>
                  <a:cubicBezTo>
                    <a:pt x="40" y="34"/>
                    <a:pt x="40" y="34"/>
                    <a:pt x="40" y="34"/>
                  </a:cubicBezTo>
                  <a:cubicBezTo>
                    <a:pt x="40" y="8"/>
                    <a:pt x="40" y="8"/>
                    <a:pt x="40" y="8"/>
                  </a:cubicBezTo>
                  <a:cubicBezTo>
                    <a:pt x="2" y="8"/>
                    <a:pt x="2" y="8"/>
                    <a:pt x="2" y="8"/>
                  </a:cubicBezTo>
                  <a:close/>
                  <a:moveTo>
                    <a:pt x="0" y="6"/>
                  </a:moveTo>
                  <a:cubicBezTo>
                    <a:pt x="42" y="6"/>
                    <a:pt x="42" y="6"/>
                    <a:pt x="42" y="6"/>
                  </a:cubicBezTo>
                  <a:cubicBezTo>
                    <a:pt x="42" y="36"/>
                    <a:pt x="42" y="36"/>
                    <a:pt x="42" y="36"/>
                  </a:cubicBezTo>
                  <a:cubicBezTo>
                    <a:pt x="0" y="36"/>
                    <a:pt x="0" y="36"/>
                    <a:pt x="0" y="36"/>
                  </a:cubicBezTo>
                  <a:cubicBezTo>
                    <a:pt x="0" y="6"/>
                    <a:pt x="0" y="6"/>
                    <a:pt x="0" y="6"/>
                  </a:cubicBezTo>
                  <a:close/>
                  <a:moveTo>
                    <a:pt x="0" y="0"/>
                  </a:moveTo>
                  <a:cubicBezTo>
                    <a:pt x="42" y="0"/>
                    <a:pt x="42" y="0"/>
                    <a:pt x="42" y="0"/>
                  </a:cubicBezTo>
                  <a:cubicBezTo>
                    <a:pt x="42" y="4"/>
                    <a:pt x="42" y="4"/>
                    <a:pt x="42" y="4"/>
                  </a:cubicBezTo>
                  <a:cubicBezTo>
                    <a:pt x="0" y="4"/>
                    <a:pt x="0" y="4"/>
                    <a:pt x="0" y="4"/>
                  </a:cubicBezTo>
                  <a:cubicBezTo>
                    <a:pt x="0" y="0"/>
                    <a:pt x="0" y="0"/>
                    <a:pt x="0" y="0"/>
                  </a:cubicBezTo>
                  <a:close/>
                  <a:moveTo>
                    <a:pt x="25" y="22"/>
                  </a:moveTo>
                  <a:cubicBezTo>
                    <a:pt x="25" y="21"/>
                    <a:pt x="25" y="21"/>
                    <a:pt x="25" y="21"/>
                  </a:cubicBezTo>
                  <a:cubicBezTo>
                    <a:pt x="24" y="20"/>
                    <a:pt x="24" y="20"/>
                    <a:pt x="24" y="20"/>
                  </a:cubicBezTo>
                  <a:cubicBezTo>
                    <a:pt x="23" y="20"/>
                    <a:pt x="23" y="20"/>
                    <a:pt x="23" y="20"/>
                  </a:cubicBezTo>
                  <a:cubicBezTo>
                    <a:pt x="22" y="20"/>
                    <a:pt x="22" y="20"/>
                    <a:pt x="22" y="20"/>
                  </a:cubicBezTo>
                  <a:cubicBezTo>
                    <a:pt x="23" y="18"/>
                    <a:pt x="23" y="18"/>
                    <a:pt x="23" y="18"/>
                  </a:cubicBezTo>
                  <a:cubicBezTo>
                    <a:pt x="23" y="18"/>
                    <a:pt x="23" y="18"/>
                    <a:pt x="23" y="18"/>
                  </a:cubicBezTo>
                  <a:cubicBezTo>
                    <a:pt x="22" y="17"/>
                    <a:pt x="22" y="17"/>
                    <a:pt x="22" y="17"/>
                  </a:cubicBezTo>
                  <a:cubicBezTo>
                    <a:pt x="22" y="17"/>
                    <a:pt x="22" y="17"/>
                    <a:pt x="22" y="17"/>
                  </a:cubicBezTo>
                  <a:cubicBezTo>
                    <a:pt x="20" y="18"/>
                    <a:pt x="20" y="18"/>
                    <a:pt x="20" y="18"/>
                  </a:cubicBezTo>
                  <a:cubicBezTo>
                    <a:pt x="20" y="18"/>
                    <a:pt x="20" y="18"/>
                    <a:pt x="20" y="18"/>
                  </a:cubicBezTo>
                  <a:cubicBezTo>
                    <a:pt x="19" y="16"/>
                    <a:pt x="19" y="16"/>
                    <a:pt x="19" y="16"/>
                  </a:cubicBezTo>
                  <a:cubicBezTo>
                    <a:pt x="19" y="16"/>
                    <a:pt x="19" y="16"/>
                    <a:pt x="19" y="16"/>
                  </a:cubicBezTo>
                  <a:cubicBezTo>
                    <a:pt x="18" y="16"/>
                    <a:pt x="18" y="16"/>
                    <a:pt x="18" y="16"/>
                  </a:cubicBezTo>
                  <a:cubicBezTo>
                    <a:pt x="18" y="16"/>
                    <a:pt x="18" y="16"/>
                    <a:pt x="18" y="16"/>
                  </a:cubicBezTo>
                  <a:cubicBezTo>
                    <a:pt x="17" y="18"/>
                    <a:pt x="17" y="18"/>
                    <a:pt x="17" y="18"/>
                  </a:cubicBezTo>
                  <a:cubicBezTo>
                    <a:pt x="17" y="18"/>
                    <a:pt x="17" y="18"/>
                    <a:pt x="17" y="18"/>
                  </a:cubicBezTo>
                  <a:cubicBezTo>
                    <a:pt x="15" y="17"/>
                    <a:pt x="15" y="17"/>
                    <a:pt x="15" y="17"/>
                  </a:cubicBezTo>
                  <a:cubicBezTo>
                    <a:pt x="15" y="17"/>
                    <a:pt x="15" y="17"/>
                    <a:pt x="15" y="17"/>
                  </a:cubicBezTo>
                  <a:cubicBezTo>
                    <a:pt x="14" y="18"/>
                    <a:pt x="14" y="18"/>
                    <a:pt x="14" y="18"/>
                  </a:cubicBezTo>
                  <a:cubicBezTo>
                    <a:pt x="14" y="18"/>
                    <a:pt x="14" y="18"/>
                    <a:pt x="14" y="18"/>
                  </a:cubicBezTo>
                  <a:cubicBezTo>
                    <a:pt x="15" y="20"/>
                    <a:pt x="15" y="20"/>
                    <a:pt x="15" y="20"/>
                  </a:cubicBezTo>
                  <a:cubicBezTo>
                    <a:pt x="15" y="20"/>
                    <a:pt x="15" y="20"/>
                    <a:pt x="15" y="20"/>
                  </a:cubicBezTo>
                  <a:cubicBezTo>
                    <a:pt x="13" y="20"/>
                    <a:pt x="13" y="20"/>
                    <a:pt x="13" y="20"/>
                  </a:cubicBezTo>
                  <a:cubicBezTo>
                    <a:pt x="12" y="21"/>
                    <a:pt x="12" y="21"/>
                    <a:pt x="12" y="21"/>
                  </a:cubicBezTo>
                  <a:cubicBezTo>
                    <a:pt x="12" y="22"/>
                    <a:pt x="12" y="22"/>
                    <a:pt x="12" y="22"/>
                  </a:cubicBezTo>
                  <a:cubicBezTo>
                    <a:pt x="12" y="22"/>
                    <a:pt x="12" y="22"/>
                    <a:pt x="12" y="22"/>
                  </a:cubicBezTo>
                  <a:cubicBezTo>
                    <a:pt x="14" y="23"/>
                    <a:pt x="14" y="23"/>
                    <a:pt x="14" y="23"/>
                  </a:cubicBezTo>
                  <a:cubicBezTo>
                    <a:pt x="14" y="23"/>
                    <a:pt x="14" y="23"/>
                    <a:pt x="14" y="23"/>
                  </a:cubicBezTo>
                  <a:cubicBezTo>
                    <a:pt x="13" y="24"/>
                    <a:pt x="13" y="24"/>
                    <a:pt x="13" y="24"/>
                  </a:cubicBezTo>
                  <a:cubicBezTo>
                    <a:pt x="13" y="25"/>
                    <a:pt x="13" y="25"/>
                    <a:pt x="13" y="25"/>
                  </a:cubicBezTo>
                  <a:cubicBezTo>
                    <a:pt x="13" y="26"/>
                    <a:pt x="13" y="26"/>
                    <a:pt x="13" y="26"/>
                  </a:cubicBezTo>
                  <a:cubicBezTo>
                    <a:pt x="14" y="26"/>
                    <a:pt x="14" y="26"/>
                    <a:pt x="14" y="26"/>
                  </a:cubicBezTo>
                  <a:cubicBezTo>
                    <a:pt x="15" y="26"/>
                    <a:pt x="15" y="26"/>
                    <a:pt x="15" y="26"/>
                  </a:cubicBezTo>
                  <a:cubicBezTo>
                    <a:pt x="16" y="26"/>
                    <a:pt x="16" y="26"/>
                    <a:pt x="16" y="26"/>
                  </a:cubicBezTo>
                  <a:cubicBezTo>
                    <a:pt x="16" y="28"/>
                    <a:pt x="16" y="28"/>
                    <a:pt x="16" y="28"/>
                  </a:cubicBezTo>
                  <a:cubicBezTo>
                    <a:pt x="16" y="28"/>
                    <a:pt x="16" y="28"/>
                    <a:pt x="16" y="28"/>
                  </a:cubicBezTo>
                  <a:cubicBezTo>
                    <a:pt x="17" y="28"/>
                    <a:pt x="17" y="28"/>
                    <a:pt x="17" y="28"/>
                  </a:cubicBezTo>
                  <a:cubicBezTo>
                    <a:pt x="17" y="28"/>
                    <a:pt x="17" y="28"/>
                    <a:pt x="17" y="28"/>
                  </a:cubicBezTo>
                  <a:cubicBezTo>
                    <a:pt x="18" y="27"/>
                    <a:pt x="18" y="27"/>
                    <a:pt x="18" y="27"/>
                  </a:cubicBezTo>
                  <a:cubicBezTo>
                    <a:pt x="19" y="27"/>
                    <a:pt x="19" y="27"/>
                    <a:pt x="19" y="27"/>
                  </a:cubicBezTo>
                  <a:cubicBezTo>
                    <a:pt x="19" y="27"/>
                    <a:pt x="19" y="27"/>
                    <a:pt x="19" y="27"/>
                  </a:cubicBezTo>
                  <a:cubicBezTo>
                    <a:pt x="20" y="28"/>
                    <a:pt x="20" y="28"/>
                    <a:pt x="20" y="28"/>
                  </a:cubicBezTo>
                  <a:cubicBezTo>
                    <a:pt x="20" y="28"/>
                    <a:pt x="20" y="28"/>
                    <a:pt x="20" y="28"/>
                  </a:cubicBezTo>
                  <a:cubicBezTo>
                    <a:pt x="21" y="28"/>
                    <a:pt x="21" y="28"/>
                    <a:pt x="21" y="28"/>
                  </a:cubicBezTo>
                  <a:cubicBezTo>
                    <a:pt x="22" y="28"/>
                    <a:pt x="22" y="28"/>
                    <a:pt x="22" y="28"/>
                  </a:cubicBezTo>
                  <a:cubicBezTo>
                    <a:pt x="21" y="26"/>
                    <a:pt x="21" y="26"/>
                    <a:pt x="21" y="26"/>
                  </a:cubicBezTo>
                  <a:cubicBezTo>
                    <a:pt x="22" y="26"/>
                    <a:pt x="22" y="26"/>
                    <a:pt x="22" y="26"/>
                  </a:cubicBezTo>
                  <a:cubicBezTo>
                    <a:pt x="23" y="26"/>
                    <a:pt x="23" y="26"/>
                    <a:pt x="23" y="26"/>
                  </a:cubicBezTo>
                  <a:cubicBezTo>
                    <a:pt x="24" y="26"/>
                    <a:pt x="24" y="26"/>
                    <a:pt x="24" y="26"/>
                  </a:cubicBezTo>
                  <a:cubicBezTo>
                    <a:pt x="24" y="25"/>
                    <a:pt x="24" y="25"/>
                    <a:pt x="24" y="25"/>
                  </a:cubicBezTo>
                  <a:cubicBezTo>
                    <a:pt x="24" y="24"/>
                    <a:pt x="24" y="24"/>
                    <a:pt x="24" y="24"/>
                  </a:cubicBezTo>
                  <a:cubicBezTo>
                    <a:pt x="23" y="23"/>
                    <a:pt x="23" y="23"/>
                    <a:pt x="23" y="23"/>
                  </a:cubicBezTo>
                  <a:cubicBezTo>
                    <a:pt x="23" y="23"/>
                    <a:pt x="23" y="23"/>
                    <a:pt x="23" y="23"/>
                  </a:cubicBezTo>
                  <a:cubicBezTo>
                    <a:pt x="25" y="22"/>
                    <a:pt x="25" y="22"/>
                    <a:pt x="25" y="22"/>
                  </a:cubicBezTo>
                  <a:close/>
                  <a:moveTo>
                    <a:pt x="21" y="22"/>
                  </a:moveTo>
                  <a:cubicBezTo>
                    <a:pt x="21" y="23"/>
                    <a:pt x="21" y="24"/>
                    <a:pt x="20" y="24"/>
                  </a:cubicBezTo>
                  <a:cubicBezTo>
                    <a:pt x="20" y="24"/>
                    <a:pt x="19" y="25"/>
                    <a:pt x="19" y="25"/>
                  </a:cubicBezTo>
                  <a:cubicBezTo>
                    <a:pt x="18" y="25"/>
                    <a:pt x="17" y="24"/>
                    <a:pt x="17" y="24"/>
                  </a:cubicBezTo>
                  <a:cubicBezTo>
                    <a:pt x="16" y="24"/>
                    <a:pt x="16" y="23"/>
                    <a:pt x="16" y="22"/>
                  </a:cubicBezTo>
                  <a:cubicBezTo>
                    <a:pt x="16" y="22"/>
                    <a:pt x="16" y="21"/>
                    <a:pt x="17" y="20"/>
                  </a:cubicBezTo>
                  <a:cubicBezTo>
                    <a:pt x="17" y="20"/>
                    <a:pt x="18" y="20"/>
                    <a:pt x="19" y="20"/>
                  </a:cubicBezTo>
                  <a:cubicBezTo>
                    <a:pt x="19" y="20"/>
                    <a:pt x="20" y="20"/>
                    <a:pt x="20" y="20"/>
                  </a:cubicBezTo>
                  <a:cubicBezTo>
                    <a:pt x="21" y="21"/>
                    <a:pt x="21" y="22"/>
                    <a:pt x="21" y="22"/>
                  </a:cubicBezTo>
                  <a:close/>
                  <a:moveTo>
                    <a:pt x="17" y="22"/>
                  </a:moveTo>
                  <a:cubicBezTo>
                    <a:pt x="17" y="22"/>
                    <a:pt x="18" y="21"/>
                    <a:pt x="19" y="21"/>
                  </a:cubicBezTo>
                  <a:cubicBezTo>
                    <a:pt x="19" y="21"/>
                    <a:pt x="20" y="22"/>
                    <a:pt x="20" y="22"/>
                  </a:cubicBezTo>
                  <a:cubicBezTo>
                    <a:pt x="20" y="23"/>
                    <a:pt x="19" y="23"/>
                    <a:pt x="19" y="23"/>
                  </a:cubicBezTo>
                  <a:cubicBezTo>
                    <a:pt x="18" y="23"/>
                    <a:pt x="17" y="23"/>
                    <a:pt x="17" y="22"/>
                  </a:cubicBezTo>
                  <a:close/>
                  <a:moveTo>
                    <a:pt x="29" y="18"/>
                  </a:moveTo>
                  <a:cubicBezTo>
                    <a:pt x="29" y="18"/>
                    <a:pt x="29" y="18"/>
                    <a:pt x="29" y="18"/>
                  </a:cubicBezTo>
                  <a:cubicBezTo>
                    <a:pt x="29" y="17"/>
                    <a:pt x="29" y="17"/>
                    <a:pt x="29" y="17"/>
                  </a:cubicBezTo>
                  <a:cubicBezTo>
                    <a:pt x="29" y="17"/>
                    <a:pt x="29" y="17"/>
                    <a:pt x="29" y="17"/>
                  </a:cubicBezTo>
                  <a:cubicBezTo>
                    <a:pt x="30" y="16"/>
                    <a:pt x="30" y="16"/>
                    <a:pt x="30" y="16"/>
                  </a:cubicBezTo>
                  <a:cubicBezTo>
                    <a:pt x="30" y="16"/>
                    <a:pt x="30" y="16"/>
                    <a:pt x="30" y="16"/>
                  </a:cubicBezTo>
                  <a:cubicBezTo>
                    <a:pt x="29" y="16"/>
                    <a:pt x="29" y="16"/>
                    <a:pt x="29" y="16"/>
                  </a:cubicBezTo>
                  <a:cubicBezTo>
                    <a:pt x="29" y="16"/>
                    <a:pt x="29" y="16"/>
                    <a:pt x="29" y="16"/>
                  </a:cubicBezTo>
                  <a:cubicBezTo>
                    <a:pt x="29" y="16"/>
                    <a:pt x="29" y="16"/>
                    <a:pt x="29" y="16"/>
                  </a:cubicBezTo>
                  <a:cubicBezTo>
                    <a:pt x="28" y="16"/>
                    <a:pt x="28" y="16"/>
                    <a:pt x="28" y="16"/>
                  </a:cubicBezTo>
                  <a:cubicBezTo>
                    <a:pt x="27" y="15"/>
                    <a:pt x="27" y="15"/>
                    <a:pt x="27" y="15"/>
                  </a:cubicBezTo>
                  <a:cubicBezTo>
                    <a:pt x="27" y="14"/>
                    <a:pt x="27" y="14"/>
                    <a:pt x="27" y="14"/>
                  </a:cubicBezTo>
                  <a:cubicBezTo>
                    <a:pt x="27" y="14"/>
                    <a:pt x="27" y="14"/>
                    <a:pt x="27" y="14"/>
                  </a:cubicBezTo>
                  <a:cubicBezTo>
                    <a:pt x="26" y="14"/>
                    <a:pt x="26" y="14"/>
                    <a:pt x="26" y="14"/>
                  </a:cubicBezTo>
                  <a:cubicBezTo>
                    <a:pt x="26" y="14"/>
                    <a:pt x="26" y="14"/>
                    <a:pt x="26" y="14"/>
                  </a:cubicBezTo>
                  <a:cubicBezTo>
                    <a:pt x="26" y="15"/>
                    <a:pt x="26" y="15"/>
                    <a:pt x="26" y="15"/>
                  </a:cubicBezTo>
                  <a:cubicBezTo>
                    <a:pt x="25" y="16"/>
                    <a:pt x="25" y="16"/>
                    <a:pt x="25" y="16"/>
                  </a:cubicBezTo>
                  <a:cubicBezTo>
                    <a:pt x="24" y="16"/>
                    <a:pt x="24" y="16"/>
                    <a:pt x="24" y="16"/>
                  </a:cubicBezTo>
                  <a:cubicBezTo>
                    <a:pt x="24" y="16"/>
                    <a:pt x="24" y="16"/>
                    <a:pt x="24" y="16"/>
                  </a:cubicBezTo>
                  <a:cubicBezTo>
                    <a:pt x="24" y="16"/>
                    <a:pt x="24" y="16"/>
                    <a:pt x="24" y="16"/>
                  </a:cubicBezTo>
                  <a:cubicBezTo>
                    <a:pt x="23" y="16"/>
                    <a:pt x="23" y="16"/>
                    <a:pt x="23" y="16"/>
                  </a:cubicBezTo>
                  <a:cubicBezTo>
                    <a:pt x="23" y="16"/>
                    <a:pt x="23" y="16"/>
                    <a:pt x="23" y="16"/>
                  </a:cubicBezTo>
                  <a:cubicBezTo>
                    <a:pt x="23" y="17"/>
                    <a:pt x="23" y="17"/>
                    <a:pt x="23" y="17"/>
                  </a:cubicBezTo>
                  <a:cubicBezTo>
                    <a:pt x="24" y="17"/>
                    <a:pt x="24" y="17"/>
                    <a:pt x="24" y="17"/>
                  </a:cubicBezTo>
                  <a:cubicBezTo>
                    <a:pt x="24" y="18"/>
                    <a:pt x="24" y="18"/>
                    <a:pt x="24" y="18"/>
                  </a:cubicBezTo>
                  <a:cubicBezTo>
                    <a:pt x="24" y="18"/>
                    <a:pt x="24" y="18"/>
                    <a:pt x="24" y="18"/>
                  </a:cubicBezTo>
                  <a:cubicBezTo>
                    <a:pt x="23" y="19"/>
                    <a:pt x="23" y="19"/>
                    <a:pt x="23" y="19"/>
                  </a:cubicBezTo>
                  <a:cubicBezTo>
                    <a:pt x="23" y="19"/>
                    <a:pt x="23" y="19"/>
                    <a:pt x="23" y="19"/>
                  </a:cubicBezTo>
                  <a:cubicBezTo>
                    <a:pt x="23" y="19"/>
                    <a:pt x="23" y="19"/>
                    <a:pt x="23" y="19"/>
                  </a:cubicBezTo>
                  <a:cubicBezTo>
                    <a:pt x="24" y="20"/>
                    <a:pt x="24" y="20"/>
                    <a:pt x="24" y="20"/>
                  </a:cubicBezTo>
                  <a:cubicBezTo>
                    <a:pt x="24" y="20"/>
                    <a:pt x="24" y="20"/>
                    <a:pt x="24" y="20"/>
                  </a:cubicBezTo>
                  <a:cubicBezTo>
                    <a:pt x="24" y="20"/>
                    <a:pt x="24" y="20"/>
                    <a:pt x="24" y="20"/>
                  </a:cubicBezTo>
                  <a:cubicBezTo>
                    <a:pt x="25" y="20"/>
                    <a:pt x="25" y="20"/>
                    <a:pt x="25" y="20"/>
                  </a:cubicBezTo>
                  <a:cubicBezTo>
                    <a:pt x="26" y="20"/>
                    <a:pt x="26" y="20"/>
                    <a:pt x="26" y="20"/>
                  </a:cubicBezTo>
                  <a:cubicBezTo>
                    <a:pt x="26" y="21"/>
                    <a:pt x="26" y="21"/>
                    <a:pt x="26" y="21"/>
                  </a:cubicBezTo>
                  <a:cubicBezTo>
                    <a:pt x="26" y="21"/>
                    <a:pt x="26" y="21"/>
                    <a:pt x="26" y="21"/>
                  </a:cubicBezTo>
                  <a:cubicBezTo>
                    <a:pt x="27" y="21"/>
                    <a:pt x="27" y="21"/>
                    <a:pt x="27" y="21"/>
                  </a:cubicBezTo>
                  <a:cubicBezTo>
                    <a:pt x="27" y="21"/>
                    <a:pt x="27" y="21"/>
                    <a:pt x="27" y="21"/>
                  </a:cubicBezTo>
                  <a:cubicBezTo>
                    <a:pt x="27" y="20"/>
                    <a:pt x="27" y="20"/>
                    <a:pt x="27" y="20"/>
                  </a:cubicBezTo>
                  <a:cubicBezTo>
                    <a:pt x="28" y="20"/>
                    <a:pt x="28" y="20"/>
                    <a:pt x="28" y="20"/>
                  </a:cubicBezTo>
                  <a:cubicBezTo>
                    <a:pt x="29" y="20"/>
                    <a:pt x="29" y="20"/>
                    <a:pt x="29" y="20"/>
                  </a:cubicBezTo>
                  <a:cubicBezTo>
                    <a:pt x="29" y="20"/>
                    <a:pt x="29" y="20"/>
                    <a:pt x="29" y="20"/>
                  </a:cubicBezTo>
                  <a:cubicBezTo>
                    <a:pt x="29" y="20"/>
                    <a:pt x="29" y="20"/>
                    <a:pt x="29" y="20"/>
                  </a:cubicBezTo>
                  <a:cubicBezTo>
                    <a:pt x="30" y="19"/>
                    <a:pt x="30" y="19"/>
                    <a:pt x="30" y="19"/>
                  </a:cubicBezTo>
                  <a:cubicBezTo>
                    <a:pt x="30" y="19"/>
                    <a:pt x="30" y="19"/>
                    <a:pt x="30" y="19"/>
                  </a:cubicBezTo>
                  <a:cubicBezTo>
                    <a:pt x="29" y="19"/>
                    <a:pt x="29" y="19"/>
                    <a:pt x="29" y="19"/>
                  </a:cubicBezTo>
                  <a:cubicBezTo>
                    <a:pt x="29" y="18"/>
                    <a:pt x="29" y="18"/>
                    <a:pt x="29" y="18"/>
                  </a:cubicBezTo>
                  <a:close/>
                  <a:moveTo>
                    <a:pt x="27" y="18"/>
                  </a:moveTo>
                  <a:cubicBezTo>
                    <a:pt x="27" y="18"/>
                    <a:pt x="27" y="19"/>
                    <a:pt x="26" y="19"/>
                  </a:cubicBezTo>
                  <a:cubicBezTo>
                    <a:pt x="26" y="19"/>
                    <a:pt x="25" y="18"/>
                    <a:pt x="25" y="18"/>
                  </a:cubicBezTo>
                  <a:cubicBezTo>
                    <a:pt x="25" y="17"/>
                    <a:pt x="26" y="17"/>
                    <a:pt x="26" y="17"/>
                  </a:cubicBezTo>
                  <a:cubicBezTo>
                    <a:pt x="27" y="17"/>
                    <a:pt x="27" y="17"/>
                    <a:pt x="27" y="18"/>
                  </a:cubicBezTo>
                  <a:close/>
                </a:path>
              </a:pathLst>
            </a:custGeom>
            <a:solidFill>
              <a:srgbClr val="F5F5F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solidFill>
                  <a:srgbClr val="262626"/>
                </a:solidFill>
              </a:endParaRPr>
            </a:p>
          </p:txBody>
        </p:sp>
        <p:sp>
          <p:nvSpPr>
            <p:cNvPr id="133" name="Freeform 60"/>
            <p:cNvSpPr>
              <a:spLocks noEditPoints="1"/>
            </p:cNvSpPr>
            <p:nvPr/>
          </p:nvSpPr>
          <p:spPr bwMode="auto">
            <a:xfrm>
              <a:off x="11029950" y="4681538"/>
              <a:ext cx="403225" cy="328613"/>
            </a:xfrm>
            <a:custGeom>
              <a:avLst/>
              <a:gdLst>
                <a:gd name="T0" fmla="*/ 54 w 85"/>
                <a:gd name="T1" fmla="*/ 67 h 69"/>
                <a:gd name="T2" fmla="*/ 31 w 85"/>
                <a:gd name="T3" fmla="*/ 67 h 69"/>
                <a:gd name="T4" fmla="*/ 42 w 85"/>
                <a:gd name="T5" fmla="*/ 69 h 69"/>
                <a:gd name="T6" fmla="*/ 54 w 85"/>
                <a:gd name="T7" fmla="*/ 67 h 69"/>
                <a:gd name="T8" fmla="*/ 76 w 85"/>
                <a:gd name="T9" fmla="*/ 0 h 69"/>
                <a:gd name="T10" fmla="*/ 9 w 85"/>
                <a:gd name="T11" fmla="*/ 0 h 69"/>
                <a:gd name="T12" fmla="*/ 0 w 85"/>
                <a:gd name="T13" fmla="*/ 26 h 69"/>
                <a:gd name="T14" fmla="*/ 0 w 85"/>
                <a:gd name="T15" fmla="*/ 28 h 69"/>
                <a:gd name="T16" fmla="*/ 85 w 85"/>
                <a:gd name="T17" fmla="*/ 28 h 69"/>
                <a:gd name="T18" fmla="*/ 85 w 85"/>
                <a:gd name="T19" fmla="*/ 26 h 69"/>
                <a:gd name="T20" fmla="*/ 76 w 85"/>
                <a:gd name="T21" fmla="*/ 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85" h="69">
                  <a:moveTo>
                    <a:pt x="54" y="67"/>
                  </a:moveTo>
                  <a:cubicBezTo>
                    <a:pt x="31" y="67"/>
                    <a:pt x="31" y="67"/>
                    <a:pt x="31" y="67"/>
                  </a:cubicBezTo>
                  <a:cubicBezTo>
                    <a:pt x="35" y="68"/>
                    <a:pt x="38" y="69"/>
                    <a:pt x="42" y="69"/>
                  </a:cubicBezTo>
                  <a:cubicBezTo>
                    <a:pt x="47" y="69"/>
                    <a:pt x="50" y="68"/>
                    <a:pt x="54" y="67"/>
                  </a:cubicBezTo>
                  <a:moveTo>
                    <a:pt x="76" y="0"/>
                  </a:moveTo>
                  <a:cubicBezTo>
                    <a:pt x="9" y="0"/>
                    <a:pt x="9" y="0"/>
                    <a:pt x="9" y="0"/>
                  </a:cubicBezTo>
                  <a:cubicBezTo>
                    <a:pt x="3" y="7"/>
                    <a:pt x="0" y="16"/>
                    <a:pt x="0" y="26"/>
                  </a:cubicBezTo>
                  <a:cubicBezTo>
                    <a:pt x="0" y="27"/>
                    <a:pt x="0" y="27"/>
                    <a:pt x="0" y="28"/>
                  </a:cubicBezTo>
                  <a:cubicBezTo>
                    <a:pt x="85" y="28"/>
                    <a:pt x="85" y="28"/>
                    <a:pt x="85" y="28"/>
                  </a:cubicBezTo>
                  <a:cubicBezTo>
                    <a:pt x="85" y="27"/>
                    <a:pt x="85" y="27"/>
                    <a:pt x="85" y="26"/>
                  </a:cubicBezTo>
                  <a:cubicBezTo>
                    <a:pt x="85" y="16"/>
                    <a:pt x="82" y="7"/>
                    <a:pt x="76" y="0"/>
                  </a:cubicBezTo>
                </a:path>
              </a:pathLst>
            </a:custGeom>
            <a:solidFill>
              <a:schemeClr val="bg2">
                <a:lumMod val="75000"/>
              </a:schemeClr>
            </a:solidFill>
            <a:ln>
              <a:noFill/>
            </a:ln>
          </p:spPr>
          <p:txBody>
            <a:bodyPr vert="horz" wrap="square" lIns="91440" tIns="45720" rIns="91440" bIns="45720" numCol="1" anchor="t" anchorCtr="0" compatLnSpc="1">
              <a:prstTxWarp prst="textNoShape">
                <a:avLst/>
              </a:prstTxWarp>
            </a:bodyPr>
            <a:lstStyle/>
            <a:p>
              <a:endParaRPr lang="en-US" sz="1800">
                <a:solidFill>
                  <a:srgbClr val="262626"/>
                </a:solidFill>
              </a:endParaRPr>
            </a:p>
          </p:txBody>
        </p:sp>
        <p:sp>
          <p:nvSpPr>
            <p:cNvPr id="134" name="Freeform 61"/>
            <p:cNvSpPr>
              <a:spLocks/>
            </p:cNvSpPr>
            <p:nvPr/>
          </p:nvSpPr>
          <p:spPr bwMode="auto">
            <a:xfrm>
              <a:off x="11072813" y="4600575"/>
              <a:ext cx="319088" cy="80963"/>
            </a:xfrm>
            <a:custGeom>
              <a:avLst/>
              <a:gdLst>
                <a:gd name="T0" fmla="*/ 33 w 67"/>
                <a:gd name="T1" fmla="*/ 0 h 17"/>
                <a:gd name="T2" fmla="*/ 0 w 67"/>
                <a:gd name="T3" fmla="*/ 17 h 17"/>
                <a:gd name="T4" fmla="*/ 67 w 67"/>
                <a:gd name="T5" fmla="*/ 17 h 17"/>
                <a:gd name="T6" fmla="*/ 33 w 67"/>
                <a:gd name="T7" fmla="*/ 0 h 17"/>
              </a:gdLst>
              <a:ahLst/>
              <a:cxnLst>
                <a:cxn ang="0">
                  <a:pos x="T0" y="T1"/>
                </a:cxn>
                <a:cxn ang="0">
                  <a:pos x="T2" y="T3"/>
                </a:cxn>
                <a:cxn ang="0">
                  <a:pos x="T4" y="T5"/>
                </a:cxn>
                <a:cxn ang="0">
                  <a:pos x="T6" y="T7"/>
                </a:cxn>
              </a:cxnLst>
              <a:rect l="0" t="0" r="r" b="b"/>
              <a:pathLst>
                <a:path w="67" h="17">
                  <a:moveTo>
                    <a:pt x="33" y="0"/>
                  </a:moveTo>
                  <a:cubicBezTo>
                    <a:pt x="20" y="0"/>
                    <a:pt x="8" y="7"/>
                    <a:pt x="0" y="17"/>
                  </a:cubicBezTo>
                  <a:cubicBezTo>
                    <a:pt x="67" y="17"/>
                    <a:pt x="67" y="17"/>
                    <a:pt x="67" y="17"/>
                  </a:cubicBezTo>
                  <a:cubicBezTo>
                    <a:pt x="59" y="7"/>
                    <a:pt x="47" y="0"/>
                    <a:pt x="33" y="0"/>
                  </a:cubicBezTo>
                </a:path>
              </a:pathLst>
            </a:custGeom>
            <a:solidFill>
              <a:schemeClr val="bg2">
                <a:lumMod val="50000"/>
              </a:schemeClr>
            </a:solidFill>
            <a:ln>
              <a:noFill/>
            </a:ln>
          </p:spPr>
          <p:txBody>
            <a:bodyPr vert="horz" wrap="square" lIns="91440" tIns="45720" rIns="91440" bIns="45720" numCol="1" anchor="t" anchorCtr="0" compatLnSpc="1">
              <a:prstTxWarp prst="textNoShape">
                <a:avLst/>
              </a:prstTxWarp>
            </a:bodyPr>
            <a:lstStyle/>
            <a:p>
              <a:endParaRPr lang="en-US" sz="1800">
                <a:solidFill>
                  <a:srgbClr val="262626"/>
                </a:solidFill>
              </a:endParaRPr>
            </a:p>
          </p:txBody>
        </p:sp>
        <p:sp>
          <p:nvSpPr>
            <p:cNvPr id="135" name="Freeform 62"/>
            <p:cNvSpPr>
              <a:spLocks/>
            </p:cNvSpPr>
            <p:nvPr/>
          </p:nvSpPr>
          <p:spPr bwMode="auto">
            <a:xfrm>
              <a:off x="11029950" y="4814888"/>
              <a:ext cx="403225" cy="185738"/>
            </a:xfrm>
            <a:custGeom>
              <a:avLst/>
              <a:gdLst>
                <a:gd name="T0" fmla="*/ 85 w 85"/>
                <a:gd name="T1" fmla="*/ 0 h 39"/>
                <a:gd name="T2" fmla="*/ 0 w 85"/>
                <a:gd name="T3" fmla="*/ 0 h 39"/>
                <a:gd name="T4" fmla="*/ 31 w 85"/>
                <a:gd name="T5" fmla="*/ 39 h 39"/>
                <a:gd name="T6" fmla="*/ 54 w 85"/>
                <a:gd name="T7" fmla="*/ 39 h 39"/>
                <a:gd name="T8" fmla="*/ 85 w 85"/>
                <a:gd name="T9" fmla="*/ 0 h 39"/>
              </a:gdLst>
              <a:ahLst/>
              <a:cxnLst>
                <a:cxn ang="0">
                  <a:pos x="T0" y="T1"/>
                </a:cxn>
                <a:cxn ang="0">
                  <a:pos x="T2" y="T3"/>
                </a:cxn>
                <a:cxn ang="0">
                  <a:pos x="T4" y="T5"/>
                </a:cxn>
                <a:cxn ang="0">
                  <a:pos x="T6" y="T7"/>
                </a:cxn>
                <a:cxn ang="0">
                  <a:pos x="T8" y="T9"/>
                </a:cxn>
              </a:cxnLst>
              <a:rect l="0" t="0" r="r" b="b"/>
              <a:pathLst>
                <a:path w="85" h="39">
                  <a:moveTo>
                    <a:pt x="85" y="0"/>
                  </a:moveTo>
                  <a:cubicBezTo>
                    <a:pt x="0" y="0"/>
                    <a:pt x="0" y="0"/>
                    <a:pt x="0" y="0"/>
                  </a:cubicBezTo>
                  <a:cubicBezTo>
                    <a:pt x="1" y="19"/>
                    <a:pt x="14" y="34"/>
                    <a:pt x="31" y="39"/>
                  </a:cubicBezTo>
                  <a:cubicBezTo>
                    <a:pt x="54" y="39"/>
                    <a:pt x="54" y="39"/>
                    <a:pt x="54" y="39"/>
                  </a:cubicBezTo>
                  <a:cubicBezTo>
                    <a:pt x="71" y="34"/>
                    <a:pt x="84" y="19"/>
                    <a:pt x="85" y="0"/>
                  </a:cubicBezTo>
                </a:path>
              </a:pathLst>
            </a:custGeom>
            <a:solidFill>
              <a:schemeClr val="bg2">
                <a:lumMod val="50000"/>
              </a:schemeClr>
            </a:solidFill>
            <a:ln>
              <a:noFill/>
            </a:ln>
          </p:spPr>
          <p:txBody>
            <a:bodyPr vert="horz" wrap="square" lIns="91440" tIns="45720" rIns="91440" bIns="45720" numCol="1" anchor="t" anchorCtr="0" compatLnSpc="1">
              <a:prstTxWarp prst="textNoShape">
                <a:avLst/>
              </a:prstTxWarp>
            </a:bodyPr>
            <a:lstStyle/>
            <a:p>
              <a:endParaRPr lang="en-US" sz="1800">
                <a:solidFill>
                  <a:srgbClr val="262626"/>
                </a:solidFill>
              </a:endParaRPr>
            </a:p>
          </p:txBody>
        </p:sp>
        <p:sp>
          <p:nvSpPr>
            <p:cNvPr id="136" name="Oval 63"/>
            <p:cNvSpPr>
              <a:spLocks noChangeArrowheads="1"/>
            </p:cNvSpPr>
            <p:nvPr/>
          </p:nvSpPr>
          <p:spPr bwMode="auto">
            <a:xfrm>
              <a:off x="10953750" y="4529138"/>
              <a:ext cx="404813" cy="404813"/>
            </a:xfrm>
            <a:prstGeom prst="ellipse">
              <a:avLst/>
            </a:prstGeom>
            <a:solidFill>
              <a:srgbClr val="44235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solidFill>
                  <a:srgbClr val="262626"/>
                </a:solidFill>
              </a:endParaRPr>
            </a:p>
          </p:txBody>
        </p:sp>
        <p:sp>
          <p:nvSpPr>
            <p:cNvPr id="137" name="Freeform 64"/>
            <p:cNvSpPr>
              <a:spLocks noEditPoints="1"/>
            </p:cNvSpPr>
            <p:nvPr/>
          </p:nvSpPr>
          <p:spPr bwMode="auto">
            <a:xfrm>
              <a:off x="11053763" y="4643438"/>
              <a:ext cx="204788" cy="171450"/>
            </a:xfrm>
            <a:custGeom>
              <a:avLst/>
              <a:gdLst>
                <a:gd name="T0" fmla="*/ 41 w 43"/>
                <a:gd name="T1" fmla="*/ 34 h 36"/>
                <a:gd name="T2" fmla="*/ 0 w 43"/>
                <a:gd name="T3" fmla="*/ 6 h 36"/>
                <a:gd name="T4" fmla="*/ 0 w 43"/>
                <a:gd name="T5" fmla="*/ 36 h 36"/>
                <a:gd name="T6" fmla="*/ 43 w 43"/>
                <a:gd name="T7" fmla="*/ 0 h 36"/>
                <a:gd name="T8" fmla="*/ 0 w 43"/>
                <a:gd name="T9" fmla="*/ 0 h 36"/>
                <a:gd name="T10" fmla="*/ 25 w 43"/>
                <a:gd name="T11" fmla="*/ 20 h 36"/>
                <a:gd name="T12" fmla="*/ 24 w 43"/>
                <a:gd name="T13" fmla="*/ 18 h 36"/>
                <a:gd name="T14" fmla="*/ 22 w 43"/>
                <a:gd name="T15" fmla="*/ 17 h 36"/>
                <a:gd name="T16" fmla="*/ 20 w 43"/>
                <a:gd name="T17" fmla="*/ 16 h 36"/>
                <a:gd name="T18" fmla="*/ 18 w 43"/>
                <a:gd name="T19" fmla="*/ 16 h 36"/>
                <a:gd name="T20" fmla="*/ 16 w 43"/>
                <a:gd name="T21" fmla="*/ 17 h 36"/>
                <a:gd name="T22" fmla="*/ 15 w 43"/>
                <a:gd name="T23" fmla="*/ 18 h 36"/>
                <a:gd name="T24" fmla="*/ 13 w 43"/>
                <a:gd name="T25" fmla="*/ 20 h 36"/>
                <a:gd name="T26" fmla="*/ 13 w 43"/>
                <a:gd name="T27" fmla="*/ 22 h 36"/>
                <a:gd name="T28" fmla="*/ 14 w 43"/>
                <a:gd name="T29" fmla="*/ 25 h 36"/>
                <a:gd name="T30" fmla="*/ 14 w 43"/>
                <a:gd name="T31" fmla="*/ 26 h 36"/>
                <a:gd name="T32" fmla="*/ 16 w 43"/>
                <a:gd name="T33" fmla="*/ 28 h 36"/>
                <a:gd name="T34" fmla="*/ 18 w 43"/>
                <a:gd name="T35" fmla="*/ 29 h 36"/>
                <a:gd name="T36" fmla="*/ 19 w 43"/>
                <a:gd name="T37" fmla="*/ 27 h 36"/>
                <a:gd name="T38" fmla="*/ 22 w 43"/>
                <a:gd name="T39" fmla="*/ 28 h 36"/>
                <a:gd name="T40" fmla="*/ 22 w 43"/>
                <a:gd name="T41" fmla="*/ 26 h 36"/>
                <a:gd name="T42" fmla="*/ 25 w 43"/>
                <a:gd name="T43" fmla="*/ 25 h 36"/>
                <a:gd name="T44" fmla="*/ 24 w 43"/>
                <a:gd name="T45" fmla="*/ 23 h 36"/>
                <a:gd name="T46" fmla="*/ 22 w 43"/>
                <a:gd name="T47" fmla="*/ 22 h 36"/>
                <a:gd name="T48" fmla="*/ 17 w 43"/>
                <a:gd name="T49" fmla="*/ 24 h 36"/>
                <a:gd name="T50" fmla="*/ 19 w 43"/>
                <a:gd name="T51" fmla="*/ 20 h 36"/>
                <a:gd name="T52" fmla="*/ 18 w 43"/>
                <a:gd name="T53" fmla="*/ 22 h 36"/>
                <a:gd name="T54" fmla="*/ 19 w 43"/>
                <a:gd name="T55" fmla="*/ 24 h 36"/>
                <a:gd name="T56" fmla="*/ 30 w 43"/>
                <a:gd name="T57" fmla="*/ 18 h 36"/>
                <a:gd name="T58" fmla="*/ 30 w 43"/>
                <a:gd name="T59" fmla="*/ 17 h 36"/>
                <a:gd name="T60" fmla="*/ 30 w 43"/>
                <a:gd name="T61" fmla="*/ 16 h 36"/>
                <a:gd name="T62" fmla="*/ 28 w 43"/>
                <a:gd name="T63" fmla="*/ 16 h 36"/>
                <a:gd name="T64" fmla="*/ 27 w 43"/>
                <a:gd name="T65" fmla="*/ 14 h 36"/>
                <a:gd name="T66" fmla="*/ 25 w 43"/>
                <a:gd name="T67" fmla="*/ 16 h 36"/>
                <a:gd name="T68" fmla="*/ 24 w 43"/>
                <a:gd name="T69" fmla="*/ 16 h 36"/>
                <a:gd name="T70" fmla="*/ 24 w 43"/>
                <a:gd name="T71" fmla="*/ 17 h 36"/>
                <a:gd name="T72" fmla="*/ 25 w 43"/>
                <a:gd name="T73" fmla="*/ 18 h 36"/>
                <a:gd name="T74" fmla="*/ 24 w 43"/>
                <a:gd name="T75" fmla="*/ 19 h 36"/>
                <a:gd name="T76" fmla="*/ 25 w 43"/>
                <a:gd name="T77" fmla="*/ 20 h 36"/>
                <a:gd name="T78" fmla="*/ 26 w 43"/>
                <a:gd name="T79" fmla="*/ 21 h 36"/>
                <a:gd name="T80" fmla="*/ 28 w 43"/>
                <a:gd name="T81" fmla="*/ 21 h 36"/>
                <a:gd name="T82" fmla="*/ 30 w 43"/>
                <a:gd name="T83" fmla="*/ 20 h 36"/>
                <a:gd name="T84" fmla="*/ 30 w 43"/>
                <a:gd name="T85" fmla="*/ 19 h 36"/>
                <a:gd name="T86" fmla="*/ 29 w 43"/>
                <a:gd name="T87" fmla="*/ 18 h 36"/>
                <a:gd name="T88" fmla="*/ 26 w 43"/>
                <a:gd name="T89" fmla="*/ 18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43" h="36">
                  <a:moveTo>
                    <a:pt x="2" y="9"/>
                  </a:moveTo>
                  <a:cubicBezTo>
                    <a:pt x="2" y="34"/>
                    <a:pt x="2" y="34"/>
                    <a:pt x="2" y="34"/>
                  </a:cubicBezTo>
                  <a:cubicBezTo>
                    <a:pt x="41" y="34"/>
                    <a:pt x="41" y="34"/>
                    <a:pt x="41" y="34"/>
                  </a:cubicBezTo>
                  <a:cubicBezTo>
                    <a:pt x="41" y="9"/>
                    <a:pt x="41" y="9"/>
                    <a:pt x="41" y="9"/>
                  </a:cubicBezTo>
                  <a:cubicBezTo>
                    <a:pt x="2" y="9"/>
                    <a:pt x="2" y="9"/>
                    <a:pt x="2" y="9"/>
                  </a:cubicBezTo>
                  <a:close/>
                  <a:moveTo>
                    <a:pt x="0" y="6"/>
                  </a:moveTo>
                  <a:cubicBezTo>
                    <a:pt x="43" y="6"/>
                    <a:pt x="43" y="6"/>
                    <a:pt x="43" y="6"/>
                  </a:cubicBezTo>
                  <a:cubicBezTo>
                    <a:pt x="43" y="36"/>
                    <a:pt x="43" y="36"/>
                    <a:pt x="43" y="36"/>
                  </a:cubicBezTo>
                  <a:cubicBezTo>
                    <a:pt x="0" y="36"/>
                    <a:pt x="0" y="36"/>
                    <a:pt x="0" y="36"/>
                  </a:cubicBezTo>
                  <a:cubicBezTo>
                    <a:pt x="0" y="6"/>
                    <a:pt x="0" y="6"/>
                    <a:pt x="0" y="6"/>
                  </a:cubicBezTo>
                  <a:close/>
                  <a:moveTo>
                    <a:pt x="0" y="0"/>
                  </a:moveTo>
                  <a:cubicBezTo>
                    <a:pt x="43" y="0"/>
                    <a:pt x="43" y="0"/>
                    <a:pt x="43" y="0"/>
                  </a:cubicBezTo>
                  <a:cubicBezTo>
                    <a:pt x="43" y="4"/>
                    <a:pt x="43" y="4"/>
                    <a:pt x="43" y="4"/>
                  </a:cubicBezTo>
                  <a:cubicBezTo>
                    <a:pt x="0" y="4"/>
                    <a:pt x="0" y="4"/>
                    <a:pt x="0" y="4"/>
                  </a:cubicBezTo>
                  <a:cubicBezTo>
                    <a:pt x="0" y="0"/>
                    <a:pt x="0" y="0"/>
                    <a:pt x="0" y="0"/>
                  </a:cubicBezTo>
                  <a:close/>
                  <a:moveTo>
                    <a:pt x="26" y="22"/>
                  </a:moveTo>
                  <a:cubicBezTo>
                    <a:pt x="25" y="21"/>
                    <a:pt x="25" y="21"/>
                    <a:pt x="25" y="21"/>
                  </a:cubicBezTo>
                  <a:cubicBezTo>
                    <a:pt x="25" y="20"/>
                    <a:pt x="25" y="20"/>
                    <a:pt x="25" y="20"/>
                  </a:cubicBezTo>
                  <a:cubicBezTo>
                    <a:pt x="23" y="20"/>
                    <a:pt x="23" y="20"/>
                    <a:pt x="23" y="20"/>
                  </a:cubicBezTo>
                  <a:cubicBezTo>
                    <a:pt x="23" y="20"/>
                    <a:pt x="23" y="20"/>
                    <a:pt x="23" y="20"/>
                  </a:cubicBezTo>
                  <a:cubicBezTo>
                    <a:pt x="24" y="18"/>
                    <a:pt x="24" y="18"/>
                    <a:pt x="24" y="18"/>
                  </a:cubicBezTo>
                  <a:cubicBezTo>
                    <a:pt x="24" y="18"/>
                    <a:pt x="24" y="18"/>
                    <a:pt x="24" y="18"/>
                  </a:cubicBezTo>
                  <a:cubicBezTo>
                    <a:pt x="23" y="17"/>
                    <a:pt x="23" y="17"/>
                    <a:pt x="23" y="17"/>
                  </a:cubicBezTo>
                  <a:cubicBezTo>
                    <a:pt x="22" y="17"/>
                    <a:pt x="22" y="17"/>
                    <a:pt x="22" y="17"/>
                  </a:cubicBezTo>
                  <a:cubicBezTo>
                    <a:pt x="21" y="18"/>
                    <a:pt x="21" y="18"/>
                    <a:pt x="21" y="18"/>
                  </a:cubicBezTo>
                  <a:cubicBezTo>
                    <a:pt x="21" y="18"/>
                    <a:pt x="21" y="18"/>
                    <a:pt x="21" y="18"/>
                  </a:cubicBezTo>
                  <a:cubicBezTo>
                    <a:pt x="20" y="16"/>
                    <a:pt x="20" y="16"/>
                    <a:pt x="20" y="16"/>
                  </a:cubicBezTo>
                  <a:cubicBezTo>
                    <a:pt x="20" y="16"/>
                    <a:pt x="20" y="16"/>
                    <a:pt x="20" y="16"/>
                  </a:cubicBezTo>
                  <a:cubicBezTo>
                    <a:pt x="19" y="16"/>
                    <a:pt x="19" y="16"/>
                    <a:pt x="19" y="16"/>
                  </a:cubicBezTo>
                  <a:cubicBezTo>
                    <a:pt x="18" y="16"/>
                    <a:pt x="18" y="16"/>
                    <a:pt x="18" y="16"/>
                  </a:cubicBezTo>
                  <a:cubicBezTo>
                    <a:pt x="18" y="18"/>
                    <a:pt x="18" y="18"/>
                    <a:pt x="18" y="18"/>
                  </a:cubicBezTo>
                  <a:cubicBezTo>
                    <a:pt x="17" y="18"/>
                    <a:pt x="17" y="18"/>
                    <a:pt x="17" y="18"/>
                  </a:cubicBezTo>
                  <a:cubicBezTo>
                    <a:pt x="16" y="17"/>
                    <a:pt x="16" y="17"/>
                    <a:pt x="16" y="17"/>
                  </a:cubicBezTo>
                  <a:cubicBezTo>
                    <a:pt x="16" y="17"/>
                    <a:pt x="16" y="17"/>
                    <a:pt x="16" y="17"/>
                  </a:cubicBezTo>
                  <a:cubicBezTo>
                    <a:pt x="15" y="18"/>
                    <a:pt x="15" y="18"/>
                    <a:pt x="15" y="18"/>
                  </a:cubicBezTo>
                  <a:cubicBezTo>
                    <a:pt x="15" y="18"/>
                    <a:pt x="15" y="18"/>
                    <a:pt x="15" y="18"/>
                  </a:cubicBezTo>
                  <a:cubicBezTo>
                    <a:pt x="15" y="20"/>
                    <a:pt x="15" y="20"/>
                    <a:pt x="15" y="20"/>
                  </a:cubicBezTo>
                  <a:cubicBezTo>
                    <a:pt x="15" y="20"/>
                    <a:pt x="15" y="20"/>
                    <a:pt x="15" y="20"/>
                  </a:cubicBezTo>
                  <a:cubicBezTo>
                    <a:pt x="13" y="20"/>
                    <a:pt x="13" y="20"/>
                    <a:pt x="13" y="20"/>
                  </a:cubicBezTo>
                  <a:cubicBezTo>
                    <a:pt x="13" y="21"/>
                    <a:pt x="13" y="21"/>
                    <a:pt x="13" y="21"/>
                  </a:cubicBezTo>
                  <a:cubicBezTo>
                    <a:pt x="13" y="22"/>
                    <a:pt x="13" y="22"/>
                    <a:pt x="13" y="22"/>
                  </a:cubicBezTo>
                  <a:cubicBezTo>
                    <a:pt x="13" y="22"/>
                    <a:pt x="13" y="22"/>
                    <a:pt x="13" y="22"/>
                  </a:cubicBezTo>
                  <a:cubicBezTo>
                    <a:pt x="15" y="23"/>
                    <a:pt x="15" y="23"/>
                    <a:pt x="15" y="23"/>
                  </a:cubicBezTo>
                  <a:cubicBezTo>
                    <a:pt x="15" y="23"/>
                    <a:pt x="15" y="23"/>
                    <a:pt x="15" y="23"/>
                  </a:cubicBezTo>
                  <a:cubicBezTo>
                    <a:pt x="14" y="25"/>
                    <a:pt x="14" y="25"/>
                    <a:pt x="14" y="25"/>
                  </a:cubicBezTo>
                  <a:cubicBezTo>
                    <a:pt x="13" y="25"/>
                    <a:pt x="13" y="25"/>
                    <a:pt x="13" y="25"/>
                  </a:cubicBezTo>
                  <a:cubicBezTo>
                    <a:pt x="14" y="26"/>
                    <a:pt x="14" y="26"/>
                    <a:pt x="14" y="26"/>
                  </a:cubicBezTo>
                  <a:cubicBezTo>
                    <a:pt x="14" y="26"/>
                    <a:pt x="14" y="26"/>
                    <a:pt x="14" y="26"/>
                  </a:cubicBezTo>
                  <a:cubicBezTo>
                    <a:pt x="16" y="26"/>
                    <a:pt x="16" y="26"/>
                    <a:pt x="16" y="26"/>
                  </a:cubicBezTo>
                  <a:cubicBezTo>
                    <a:pt x="17" y="26"/>
                    <a:pt x="17" y="26"/>
                    <a:pt x="17" y="26"/>
                  </a:cubicBezTo>
                  <a:cubicBezTo>
                    <a:pt x="16" y="28"/>
                    <a:pt x="16" y="28"/>
                    <a:pt x="16" y="28"/>
                  </a:cubicBezTo>
                  <a:cubicBezTo>
                    <a:pt x="17" y="28"/>
                    <a:pt x="17" y="28"/>
                    <a:pt x="17" y="28"/>
                  </a:cubicBezTo>
                  <a:cubicBezTo>
                    <a:pt x="18" y="29"/>
                    <a:pt x="18" y="29"/>
                    <a:pt x="18" y="29"/>
                  </a:cubicBezTo>
                  <a:cubicBezTo>
                    <a:pt x="18" y="29"/>
                    <a:pt x="18" y="29"/>
                    <a:pt x="18" y="29"/>
                  </a:cubicBezTo>
                  <a:cubicBezTo>
                    <a:pt x="19" y="27"/>
                    <a:pt x="19" y="27"/>
                    <a:pt x="19" y="27"/>
                  </a:cubicBezTo>
                  <a:cubicBezTo>
                    <a:pt x="19" y="27"/>
                    <a:pt x="19" y="27"/>
                    <a:pt x="19" y="27"/>
                  </a:cubicBezTo>
                  <a:cubicBezTo>
                    <a:pt x="19" y="27"/>
                    <a:pt x="19" y="27"/>
                    <a:pt x="19" y="27"/>
                  </a:cubicBezTo>
                  <a:cubicBezTo>
                    <a:pt x="20" y="29"/>
                    <a:pt x="20" y="29"/>
                    <a:pt x="20" y="29"/>
                  </a:cubicBezTo>
                  <a:cubicBezTo>
                    <a:pt x="21" y="29"/>
                    <a:pt x="21" y="29"/>
                    <a:pt x="21" y="29"/>
                  </a:cubicBezTo>
                  <a:cubicBezTo>
                    <a:pt x="22" y="28"/>
                    <a:pt x="22" y="28"/>
                    <a:pt x="22" y="28"/>
                  </a:cubicBezTo>
                  <a:cubicBezTo>
                    <a:pt x="22" y="28"/>
                    <a:pt x="22" y="28"/>
                    <a:pt x="22" y="28"/>
                  </a:cubicBezTo>
                  <a:cubicBezTo>
                    <a:pt x="22" y="26"/>
                    <a:pt x="22" y="26"/>
                    <a:pt x="22" y="26"/>
                  </a:cubicBezTo>
                  <a:cubicBezTo>
                    <a:pt x="22" y="26"/>
                    <a:pt x="22" y="26"/>
                    <a:pt x="22" y="26"/>
                  </a:cubicBezTo>
                  <a:cubicBezTo>
                    <a:pt x="24" y="26"/>
                    <a:pt x="24" y="26"/>
                    <a:pt x="24" y="26"/>
                  </a:cubicBezTo>
                  <a:cubicBezTo>
                    <a:pt x="24" y="26"/>
                    <a:pt x="24" y="26"/>
                    <a:pt x="24" y="26"/>
                  </a:cubicBezTo>
                  <a:cubicBezTo>
                    <a:pt x="25" y="25"/>
                    <a:pt x="25" y="25"/>
                    <a:pt x="25" y="25"/>
                  </a:cubicBezTo>
                  <a:cubicBezTo>
                    <a:pt x="25" y="25"/>
                    <a:pt x="25" y="25"/>
                    <a:pt x="25" y="25"/>
                  </a:cubicBezTo>
                  <a:cubicBezTo>
                    <a:pt x="24" y="23"/>
                    <a:pt x="24" y="23"/>
                    <a:pt x="24" y="23"/>
                  </a:cubicBezTo>
                  <a:cubicBezTo>
                    <a:pt x="24" y="23"/>
                    <a:pt x="24" y="23"/>
                    <a:pt x="24" y="23"/>
                  </a:cubicBezTo>
                  <a:cubicBezTo>
                    <a:pt x="25" y="22"/>
                    <a:pt x="25" y="22"/>
                    <a:pt x="25" y="22"/>
                  </a:cubicBezTo>
                  <a:lnTo>
                    <a:pt x="26" y="22"/>
                  </a:lnTo>
                  <a:close/>
                  <a:moveTo>
                    <a:pt x="22" y="22"/>
                  </a:moveTo>
                  <a:cubicBezTo>
                    <a:pt x="22" y="23"/>
                    <a:pt x="21" y="24"/>
                    <a:pt x="21" y="24"/>
                  </a:cubicBezTo>
                  <a:cubicBezTo>
                    <a:pt x="21" y="25"/>
                    <a:pt x="20" y="25"/>
                    <a:pt x="19" y="25"/>
                  </a:cubicBezTo>
                  <a:cubicBezTo>
                    <a:pt x="19" y="25"/>
                    <a:pt x="18" y="25"/>
                    <a:pt x="17" y="24"/>
                  </a:cubicBezTo>
                  <a:cubicBezTo>
                    <a:pt x="17" y="24"/>
                    <a:pt x="17" y="23"/>
                    <a:pt x="17" y="22"/>
                  </a:cubicBezTo>
                  <a:cubicBezTo>
                    <a:pt x="17" y="22"/>
                    <a:pt x="17" y="21"/>
                    <a:pt x="17" y="21"/>
                  </a:cubicBezTo>
                  <a:cubicBezTo>
                    <a:pt x="18" y="20"/>
                    <a:pt x="19" y="20"/>
                    <a:pt x="19" y="20"/>
                  </a:cubicBezTo>
                  <a:cubicBezTo>
                    <a:pt x="20" y="20"/>
                    <a:pt x="21" y="20"/>
                    <a:pt x="21" y="21"/>
                  </a:cubicBezTo>
                  <a:cubicBezTo>
                    <a:pt x="21" y="21"/>
                    <a:pt x="22" y="22"/>
                    <a:pt x="22" y="22"/>
                  </a:cubicBezTo>
                  <a:close/>
                  <a:moveTo>
                    <a:pt x="18" y="22"/>
                  </a:moveTo>
                  <a:cubicBezTo>
                    <a:pt x="18" y="22"/>
                    <a:pt x="19" y="21"/>
                    <a:pt x="19" y="21"/>
                  </a:cubicBezTo>
                  <a:cubicBezTo>
                    <a:pt x="20" y="21"/>
                    <a:pt x="20" y="22"/>
                    <a:pt x="20" y="22"/>
                  </a:cubicBezTo>
                  <a:cubicBezTo>
                    <a:pt x="20" y="23"/>
                    <a:pt x="20" y="24"/>
                    <a:pt x="19" y="24"/>
                  </a:cubicBezTo>
                  <a:cubicBezTo>
                    <a:pt x="19" y="24"/>
                    <a:pt x="18" y="23"/>
                    <a:pt x="18" y="22"/>
                  </a:cubicBezTo>
                  <a:close/>
                  <a:moveTo>
                    <a:pt x="29" y="18"/>
                  </a:moveTo>
                  <a:cubicBezTo>
                    <a:pt x="30" y="18"/>
                    <a:pt x="30" y="18"/>
                    <a:pt x="30" y="18"/>
                  </a:cubicBezTo>
                  <a:cubicBezTo>
                    <a:pt x="29" y="17"/>
                    <a:pt x="29" y="17"/>
                    <a:pt x="29" y="17"/>
                  </a:cubicBezTo>
                  <a:cubicBezTo>
                    <a:pt x="30" y="17"/>
                    <a:pt x="30" y="17"/>
                    <a:pt x="30" y="17"/>
                  </a:cubicBezTo>
                  <a:cubicBezTo>
                    <a:pt x="30" y="17"/>
                    <a:pt x="30" y="17"/>
                    <a:pt x="30" y="17"/>
                  </a:cubicBezTo>
                  <a:cubicBezTo>
                    <a:pt x="30" y="16"/>
                    <a:pt x="30" y="16"/>
                    <a:pt x="30" y="16"/>
                  </a:cubicBezTo>
                  <a:cubicBezTo>
                    <a:pt x="30" y="16"/>
                    <a:pt x="30" y="16"/>
                    <a:pt x="30" y="16"/>
                  </a:cubicBezTo>
                  <a:cubicBezTo>
                    <a:pt x="30" y="16"/>
                    <a:pt x="30" y="16"/>
                    <a:pt x="30" y="16"/>
                  </a:cubicBezTo>
                  <a:cubicBezTo>
                    <a:pt x="30" y="16"/>
                    <a:pt x="30" y="16"/>
                    <a:pt x="30" y="16"/>
                  </a:cubicBezTo>
                  <a:cubicBezTo>
                    <a:pt x="29" y="16"/>
                    <a:pt x="29" y="16"/>
                    <a:pt x="29" y="16"/>
                  </a:cubicBezTo>
                  <a:cubicBezTo>
                    <a:pt x="28" y="16"/>
                    <a:pt x="28" y="16"/>
                    <a:pt x="28" y="16"/>
                  </a:cubicBezTo>
                  <a:cubicBezTo>
                    <a:pt x="28" y="15"/>
                    <a:pt x="28" y="15"/>
                    <a:pt x="28" y="15"/>
                  </a:cubicBezTo>
                  <a:cubicBezTo>
                    <a:pt x="27" y="14"/>
                    <a:pt x="27" y="14"/>
                    <a:pt x="27" y="14"/>
                  </a:cubicBezTo>
                  <a:cubicBezTo>
                    <a:pt x="27" y="14"/>
                    <a:pt x="27" y="14"/>
                    <a:pt x="27" y="14"/>
                  </a:cubicBezTo>
                  <a:cubicBezTo>
                    <a:pt x="26" y="15"/>
                    <a:pt x="26" y="15"/>
                    <a:pt x="26" y="15"/>
                  </a:cubicBezTo>
                  <a:cubicBezTo>
                    <a:pt x="26" y="16"/>
                    <a:pt x="26" y="16"/>
                    <a:pt x="26" y="16"/>
                  </a:cubicBezTo>
                  <a:cubicBezTo>
                    <a:pt x="25" y="16"/>
                    <a:pt x="25" y="16"/>
                    <a:pt x="25" y="16"/>
                  </a:cubicBezTo>
                  <a:cubicBezTo>
                    <a:pt x="25" y="16"/>
                    <a:pt x="25" y="16"/>
                    <a:pt x="25" y="16"/>
                  </a:cubicBezTo>
                  <a:cubicBezTo>
                    <a:pt x="24" y="16"/>
                    <a:pt x="24" y="16"/>
                    <a:pt x="24" y="16"/>
                  </a:cubicBezTo>
                  <a:cubicBezTo>
                    <a:pt x="24" y="16"/>
                    <a:pt x="24" y="16"/>
                    <a:pt x="24" y="16"/>
                  </a:cubicBezTo>
                  <a:cubicBezTo>
                    <a:pt x="24" y="16"/>
                    <a:pt x="24" y="16"/>
                    <a:pt x="24" y="16"/>
                  </a:cubicBezTo>
                  <a:cubicBezTo>
                    <a:pt x="24" y="17"/>
                    <a:pt x="24" y="17"/>
                    <a:pt x="24" y="17"/>
                  </a:cubicBezTo>
                  <a:cubicBezTo>
                    <a:pt x="24" y="17"/>
                    <a:pt x="24" y="17"/>
                    <a:pt x="24" y="17"/>
                  </a:cubicBezTo>
                  <a:cubicBezTo>
                    <a:pt x="25" y="17"/>
                    <a:pt x="25" y="17"/>
                    <a:pt x="25" y="17"/>
                  </a:cubicBezTo>
                  <a:cubicBezTo>
                    <a:pt x="25" y="18"/>
                    <a:pt x="25" y="18"/>
                    <a:pt x="25" y="18"/>
                  </a:cubicBezTo>
                  <a:cubicBezTo>
                    <a:pt x="25" y="18"/>
                    <a:pt x="25" y="18"/>
                    <a:pt x="25" y="18"/>
                  </a:cubicBezTo>
                  <a:cubicBezTo>
                    <a:pt x="24" y="19"/>
                    <a:pt x="24" y="19"/>
                    <a:pt x="24" y="19"/>
                  </a:cubicBezTo>
                  <a:cubicBezTo>
                    <a:pt x="24" y="19"/>
                    <a:pt x="24" y="19"/>
                    <a:pt x="24" y="19"/>
                  </a:cubicBezTo>
                  <a:cubicBezTo>
                    <a:pt x="24" y="19"/>
                    <a:pt x="24" y="19"/>
                    <a:pt x="24" y="19"/>
                  </a:cubicBezTo>
                  <a:cubicBezTo>
                    <a:pt x="24" y="20"/>
                    <a:pt x="24" y="20"/>
                    <a:pt x="24" y="20"/>
                  </a:cubicBezTo>
                  <a:cubicBezTo>
                    <a:pt x="24" y="20"/>
                    <a:pt x="24" y="20"/>
                    <a:pt x="24" y="20"/>
                  </a:cubicBezTo>
                  <a:cubicBezTo>
                    <a:pt x="25" y="20"/>
                    <a:pt x="25" y="20"/>
                    <a:pt x="25" y="20"/>
                  </a:cubicBezTo>
                  <a:cubicBezTo>
                    <a:pt x="25" y="20"/>
                    <a:pt x="25" y="20"/>
                    <a:pt x="25" y="20"/>
                  </a:cubicBezTo>
                  <a:cubicBezTo>
                    <a:pt x="26" y="20"/>
                    <a:pt x="26" y="20"/>
                    <a:pt x="26" y="20"/>
                  </a:cubicBezTo>
                  <a:cubicBezTo>
                    <a:pt x="26" y="21"/>
                    <a:pt x="26" y="21"/>
                    <a:pt x="26" y="21"/>
                  </a:cubicBezTo>
                  <a:cubicBezTo>
                    <a:pt x="27" y="21"/>
                    <a:pt x="27" y="21"/>
                    <a:pt x="27" y="21"/>
                  </a:cubicBezTo>
                  <a:cubicBezTo>
                    <a:pt x="27" y="21"/>
                    <a:pt x="27" y="21"/>
                    <a:pt x="27" y="21"/>
                  </a:cubicBezTo>
                  <a:cubicBezTo>
                    <a:pt x="28" y="21"/>
                    <a:pt x="28" y="21"/>
                    <a:pt x="28" y="21"/>
                  </a:cubicBezTo>
                  <a:cubicBezTo>
                    <a:pt x="28" y="20"/>
                    <a:pt x="28" y="20"/>
                    <a:pt x="28" y="20"/>
                  </a:cubicBezTo>
                  <a:cubicBezTo>
                    <a:pt x="29" y="20"/>
                    <a:pt x="29" y="20"/>
                    <a:pt x="29" y="20"/>
                  </a:cubicBezTo>
                  <a:cubicBezTo>
                    <a:pt x="30" y="20"/>
                    <a:pt x="30" y="20"/>
                    <a:pt x="30" y="20"/>
                  </a:cubicBezTo>
                  <a:cubicBezTo>
                    <a:pt x="30" y="20"/>
                    <a:pt x="30" y="20"/>
                    <a:pt x="30" y="20"/>
                  </a:cubicBezTo>
                  <a:cubicBezTo>
                    <a:pt x="30" y="20"/>
                    <a:pt x="30" y="20"/>
                    <a:pt x="30" y="20"/>
                  </a:cubicBezTo>
                  <a:cubicBezTo>
                    <a:pt x="30" y="19"/>
                    <a:pt x="30" y="19"/>
                    <a:pt x="30" y="19"/>
                  </a:cubicBezTo>
                  <a:cubicBezTo>
                    <a:pt x="30" y="19"/>
                    <a:pt x="30" y="19"/>
                    <a:pt x="30" y="19"/>
                  </a:cubicBezTo>
                  <a:cubicBezTo>
                    <a:pt x="30" y="19"/>
                    <a:pt x="30" y="19"/>
                    <a:pt x="30" y="19"/>
                  </a:cubicBezTo>
                  <a:cubicBezTo>
                    <a:pt x="29" y="18"/>
                    <a:pt x="29" y="18"/>
                    <a:pt x="29" y="18"/>
                  </a:cubicBezTo>
                  <a:close/>
                  <a:moveTo>
                    <a:pt x="28" y="18"/>
                  </a:moveTo>
                  <a:cubicBezTo>
                    <a:pt x="28" y="18"/>
                    <a:pt x="28" y="19"/>
                    <a:pt x="27" y="19"/>
                  </a:cubicBezTo>
                  <a:cubicBezTo>
                    <a:pt x="27" y="19"/>
                    <a:pt x="26" y="18"/>
                    <a:pt x="26" y="18"/>
                  </a:cubicBezTo>
                  <a:cubicBezTo>
                    <a:pt x="26" y="17"/>
                    <a:pt x="27" y="17"/>
                    <a:pt x="27" y="17"/>
                  </a:cubicBezTo>
                  <a:cubicBezTo>
                    <a:pt x="28" y="17"/>
                    <a:pt x="28" y="17"/>
                    <a:pt x="28" y="18"/>
                  </a:cubicBezTo>
                  <a:close/>
                </a:path>
              </a:pathLst>
            </a:custGeom>
            <a:solidFill>
              <a:srgbClr val="F5F5F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solidFill>
                  <a:srgbClr val="262626"/>
                </a:solidFill>
              </a:endParaRPr>
            </a:p>
          </p:txBody>
        </p:sp>
        <p:sp>
          <p:nvSpPr>
            <p:cNvPr id="138" name="Freeform 65"/>
            <p:cNvSpPr>
              <a:spLocks/>
            </p:cNvSpPr>
            <p:nvPr/>
          </p:nvSpPr>
          <p:spPr bwMode="auto">
            <a:xfrm>
              <a:off x="10839450" y="6213475"/>
              <a:ext cx="466725" cy="136525"/>
            </a:xfrm>
            <a:custGeom>
              <a:avLst/>
              <a:gdLst>
                <a:gd name="T0" fmla="*/ 62 w 98"/>
                <a:gd name="T1" fmla="*/ 0 h 29"/>
                <a:gd name="T2" fmla="*/ 36 w 98"/>
                <a:gd name="T3" fmla="*/ 0 h 29"/>
                <a:gd name="T4" fmla="*/ 0 w 98"/>
                <a:gd name="T5" fmla="*/ 29 h 29"/>
                <a:gd name="T6" fmla="*/ 98 w 98"/>
                <a:gd name="T7" fmla="*/ 29 h 29"/>
                <a:gd name="T8" fmla="*/ 62 w 98"/>
                <a:gd name="T9" fmla="*/ 0 h 29"/>
              </a:gdLst>
              <a:ahLst/>
              <a:cxnLst>
                <a:cxn ang="0">
                  <a:pos x="T0" y="T1"/>
                </a:cxn>
                <a:cxn ang="0">
                  <a:pos x="T2" y="T3"/>
                </a:cxn>
                <a:cxn ang="0">
                  <a:pos x="T4" y="T5"/>
                </a:cxn>
                <a:cxn ang="0">
                  <a:pos x="T6" y="T7"/>
                </a:cxn>
                <a:cxn ang="0">
                  <a:pos x="T8" y="T9"/>
                </a:cxn>
              </a:cxnLst>
              <a:rect l="0" t="0" r="r" b="b"/>
              <a:pathLst>
                <a:path w="98" h="29">
                  <a:moveTo>
                    <a:pt x="62" y="0"/>
                  </a:moveTo>
                  <a:cubicBezTo>
                    <a:pt x="36" y="0"/>
                    <a:pt x="36" y="0"/>
                    <a:pt x="36" y="0"/>
                  </a:cubicBezTo>
                  <a:cubicBezTo>
                    <a:pt x="20" y="4"/>
                    <a:pt x="7" y="15"/>
                    <a:pt x="0" y="29"/>
                  </a:cubicBezTo>
                  <a:cubicBezTo>
                    <a:pt x="98" y="29"/>
                    <a:pt x="98" y="29"/>
                    <a:pt x="98" y="29"/>
                  </a:cubicBezTo>
                  <a:cubicBezTo>
                    <a:pt x="91" y="15"/>
                    <a:pt x="78" y="4"/>
                    <a:pt x="62" y="0"/>
                  </a:cubicBezTo>
                </a:path>
              </a:pathLst>
            </a:custGeom>
            <a:solidFill>
              <a:schemeClr val="bg2">
                <a:lumMod val="75000"/>
              </a:schemeClr>
            </a:solidFill>
            <a:ln>
              <a:noFill/>
            </a:ln>
          </p:spPr>
          <p:txBody>
            <a:bodyPr vert="horz" wrap="square" lIns="91440" tIns="45720" rIns="91440" bIns="45720" numCol="1" anchor="t" anchorCtr="0" compatLnSpc="1">
              <a:prstTxWarp prst="textNoShape">
                <a:avLst/>
              </a:prstTxWarp>
            </a:bodyPr>
            <a:lstStyle/>
            <a:p>
              <a:endParaRPr lang="en-US" sz="1800">
                <a:solidFill>
                  <a:srgbClr val="262626"/>
                </a:solidFill>
              </a:endParaRPr>
            </a:p>
          </p:txBody>
        </p:sp>
        <p:sp>
          <p:nvSpPr>
            <p:cNvPr id="139" name="Freeform 66"/>
            <p:cNvSpPr>
              <a:spLocks/>
            </p:cNvSpPr>
            <p:nvPr/>
          </p:nvSpPr>
          <p:spPr bwMode="auto">
            <a:xfrm>
              <a:off x="11010900" y="6208713"/>
              <a:ext cx="123825" cy="4763"/>
            </a:xfrm>
            <a:custGeom>
              <a:avLst/>
              <a:gdLst>
                <a:gd name="T0" fmla="*/ 13 w 26"/>
                <a:gd name="T1" fmla="*/ 0 h 1"/>
                <a:gd name="T2" fmla="*/ 0 w 26"/>
                <a:gd name="T3" fmla="*/ 1 h 1"/>
                <a:gd name="T4" fmla="*/ 26 w 26"/>
                <a:gd name="T5" fmla="*/ 1 h 1"/>
                <a:gd name="T6" fmla="*/ 13 w 26"/>
                <a:gd name="T7" fmla="*/ 0 h 1"/>
              </a:gdLst>
              <a:ahLst/>
              <a:cxnLst>
                <a:cxn ang="0">
                  <a:pos x="T0" y="T1"/>
                </a:cxn>
                <a:cxn ang="0">
                  <a:pos x="T2" y="T3"/>
                </a:cxn>
                <a:cxn ang="0">
                  <a:pos x="T4" y="T5"/>
                </a:cxn>
                <a:cxn ang="0">
                  <a:pos x="T6" y="T7"/>
                </a:cxn>
              </a:cxnLst>
              <a:rect l="0" t="0" r="r" b="b"/>
              <a:pathLst>
                <a:path w="26" h="1">
                  <a:moveTo>
                    <a:pt x="13" y="0"/>
                  </a:moveTo>
                  <a:cubicBezTo>
                    <a:pt x="8" y="0"/>
                    <a:pt x="4" y="0"/>
                    <a:pt x="0" y="1"/>
                  </a:cubicBezTo>
                  <a:cubicBezTo>
                    <a:pt x="26" y="1"/>
                    <a:pt x="26" y="1"/>
                    <a:pt x="26" y="1"/>
                  </a:cubicBezTo>
                  <a:cubicBezTo>
                    <a:pt x="22" y="0"/>
                    <a:pt x="17" y="0"/>
                    <a:pt x="13" y="0"/>
                  </a:cubicBezTo>
                </a:path>
              </a:pathLst>
            </a:custGeom>
            <a:solidFill>
              <a:srgbClr val="7C3F7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solidFill>
                  <a:srgbClr val="262626"/>
                </a:solidFill>
              </a:endParaRPr>
            </a:p>
          </p:txBody>
        </p:sp>
        <p:sp>
          <p:nvSpPr>
            <p:cNvPr id="140" name="Freeform 67"/>
            <p:cNvSpPr>
              <a:spLocks/>
            </p:cNvSpPr>
            <p:nvPr/>
          </p:nvSpPr>
          <p:spPr bwMode="auto">
            <a:xfrm>
              <a:off x="10820400" y="6535738"/>
              <a:ext cx="504825" cy="176213"/>
            </a:xfrm>
            <a:custGeom>
              <a:avLst/>
              <a:gdLst>
                <a:gd name="T0" fmla="*/ 106 w 106"/>
                <a:gd name="T1" fmla="*/ 0 h 37"/>
                <a:gd name="T2" fmla="*/ 0 w 106"/>
                <a:gd name="T3" fmla="*/ 0 h 37"/>
                <a:gd name="T4" fmla="*/ 32 w 106"/>
                <a:gd name="T5" fmla="*/ 36 h 37"/>
                <a:gd name="T6" fmla="*/ 32 w 106"/>
                <a:gd name="T7" fmla="*/ 24 h 37"/>
                <a:gd name="T8" fmla="*/ 71 w 106"/>
                <a:gd name="T9" fmla="*/ 24 h 37"/>
                <a:gd name="T10" fmla="*/ 71 w 106"/>
                <a:gd name="T11" fmla="*/ 37 h 37"/>
                <a:gd name="T12" fmla="*/ 106 w 106"/>
                <a:gd name="T13" fmla="*/ 0 h 37"/>
              </a:gdLst>
              <a:ahLst/>
              <a:cxnLst>
                <a:cxn ang="0">
                  <a:pos x="T0" y="T1"/>
                </a:cxn>
                <a:cxn ang="0">
                  <a:pos x="T2" y="T3"/>
                </a:cxn>
                <a:cxn ang="0">
                  <a:pos x="T4" y="T5"/>
                </a:cxn>
                <a:cxn ang="0">
                  <a:pos x="T6" y="T7"/>
                </a:cxn>
                <a:cxn ang="0">
                  <a:pos x="T8" y="T9"/>
                </a:cxn>
                <a:cxn ang="0">
                  <a:pos x="T10" y="T11"/>
                </a:cxn>
                <a:cxn ang="0">
                  <a:pos x="T12" y="T13"/>
                </a:cxn>
              </a:cxnLst>
              <a:rect l="0" t="0" r="r" b="b"/>
              <a:pathLst>
                <a:path w="106" h="37">
                  <a:moveTo>
                    <a:pt x="106" y="0"/>
                  </a:moveTo>
                  <a:cubicBezTo>
                    <a:pt x="0" y="0"/>
                    <a:pt x="0" y="0"/>
                    <a:pt x="0" y="0"/>
                  </a:cubicBezTo>
                  <a:cubicBezTo>
                    <a:pt x="4" y="16"/>
                    <a:pt x="16" y="30"/>
                    <a:pt x="32" y="36"/>
                  </a:cubicBezTo>
                  <a:cubicBezTo>
                    <a:pt x="32" y="24"/>
                    <a:pt x="32" y="24"/>
                    <a:pt x="32" y="24"/>
                  </a:cubicBezTo>
                  <a:cubicBezTo>
                    <a:pt x="71" y="24"/>
                    <a:pt x="71" y="24"/>
                    <a:pt x="71" y="24"/>
                  </a:cubicBezTo>
                  <a:cubicBezTo>
                    <a:pt x="71" y="37"/>
                    <a:pt x="71" y="37"/>
                    <a:pt x="71" y="37"/>
                  </a:cubicBezTo>
                  <a:cubicBezTo>
                    <a:pt x="88" y="31"/>
                    <a:pt x="101" y="17"/>
                    <a:pt x="106" y="0"/>
                  </a:cubicBezTo>
                </a:path>
              </a:pathLst>
            </a:custGeom>
            <a:solidFill>
              <a:schemeClr val="bg2">
                <a:lumMod val="75000"/>
              </a:schemeClr>
            </a:solidFill>
            <a:ln>
              <a:noFill/>
            </a:ln>
          </p:spPr>
          <p:txBody>
            <a:bodyPr vert="horz" wrap="square" lIns="91440" tIns="45720" rIns="91440" bIns="45720" numCol="1" anchor="t" anchorCtr="0" compatLnSpc="1">
              <a:prstTxWarp prst="textNoShape">
                <a:avLst/>
              </a:prstTxWarp>
            </a:bodyPr>
            <a:lstStyle/>
            <a:p>
              <a:endParaRPr lang="en-US" sz="1800">
                <a:solidFill>
                  <a:srgbClr val="262626"/>
                </a:solidFill>
              </a:endParaRPr>
            </a:p>
          </p:txBody>
        </p:sp>
        <p:sp>
          <p:nvSpPr>
            <p:cNvPr id="141" name="Freeform 68"/>
            <p:cNvSpPr>
              <a:spLocks/>
            </p:cNvSpPr>
            <p:nvPr/>
          </p:nvSpPr>
          <p:spPr bwMode="auto">
            <a:xfrm>
              <a:off x="10972800" y="6650038"/>
              <a:ext cx="185738" cy="76200"/>
            </a:xfrm>
            <a:custGeom>
              <a:avLst/>
              <a:gdLst>
                <a:gd name="T0" fmla="*/ 39 w 39"/>
                <a:gd name="T1" fmla="*/ 0 h 16"/>
                <a:gd name="T2" fmla="*/ 0 w 39"/>
                <a:gd name="T3" fmla="*/ 0 h 16"/>
                <a:gd name="T4" fmla="*/ 0 w 39"/>
                <a:gd name="T5" fmla="*/ 12 h 16"/>
                <a:gd name="T6" fmla="*/ 21 w 39"/>
                <a:gd name="T7" fmla="*/ 16 h 16"/>
                <a:gd name="T8" fmla="*/ 39 w 39"/>
                <a:gd name="T9" fmla="*/ 13 h 16"/>
                <a:gd name="T10" fmla="*/ 39 w 39"/>
                <a:gd name="T11" fmla="*/ 0 h 16"/>
              </a:gdLst>
              <a:ahLst/>
              <a:cxnLst>
                <a:cxn ang="0">
                  <a:pos x="T0" y="T1"/>
                </a:cxn>
                <a:cxn ang="0">
                  <a:pos x="T2" y="T3"/>
                </a:cxn>
                <a:cxn ang="0">
                  <a:pos x="T4" y="T5"/>
                </a:cxn>
                <a:cxn ang="0">
                  <a:pos x="T6" y="T7"/>
                </a:cxn>
                <a:cxn ang="0">
                  <a:pos x="T8" y="T9"/>
                </a:cxn>
                <a:cxn ang="0">
                  <a:pos x="T10" y="T11"/>
                </a:cxn>
              </a:cxnLst>
              <a:rect l="0" t="0" r="r" b="b"/>
              <a:pathLst>
                <a:path w="39" h="16">
                  <a:moveTo>
                    <a:pt x="39" y="0"/>
                  </a:moveTo>
                  <a:cubicBezTo>
                    <a:pt x="0" y="0"/>
                    <a:pt x="0" y="0"/>
                    <a:pt x="0" y="0"/>
                  </a:cubicBezTo>
                  <a:cubicBezTo>
                    <a:pt x="0" y="12"/>
                    <a:pt x="0" y="12"/>
                    <a:pt x="0" y="12"/>
                  </a:cubicBezTo>
                  <a:cubicBezTo>
                    <a:pt x="7" y="15"/>
                    <a:pt x="14" y="16"/>
                    <a:pt x="21" y="16"/>
                  </a:cubicBezTo>
                  <a:cubicBezTo>
                    <a:pt x="27" y="16"/>
                    <a:pt x="34" y="15"/>
                    <a:pt x="39" y="13"/>
                  </a:cubicBezTo>
                  <a:cubicBezTo>
                    <a:pt x="39" y="0"/>
                    <a:pt x="39" y="0"/>
                    <a:pt x="39" y="0"/>
                  </a:cubicBezTo>
                </a:path>
              </a:pathLst>
            </a:custGeom>
            <a:solidFill>
              <a:schemeClr val="bg2">
                <a:lumMod val="50000"/>
              </a:schemeClr>
            </a:solidFill>
            <a:ln>
              <a:noFill/>
            </a:ln>
          </p:spPr>
          <p:txBody>
            <a:bodyPr vert="horz" wrap="square" lIns="91440" tIns="45720" rIns="91440" bIns="45720" numCol="1" anchor="t" anchorCtr="0" compatLnSpc="1">
              <a:prstTxWarp prst="textNoShape">
                <a:avLst/>
              </a:prstTxWarp>
            </a:bodyPr>
            <a:lstStyle/>
            <a:p>
              <a:endParaRPr lang="en-US" sz="1800">
                <a:solidFill>
                  <a:srgbClr val="262626"/>
                </a:solidFill>
              </a:endParaRPr>
            </a:p>
          </p:txBody>
        </p:sp>
        <p:sp>
          <p:nvSpPr>
            <p:cNvPr id="142" name="Freeform 69"/>
            <p:cNvSpPr>
              <a:spLocks/>
            </p:cNvSpPr>
            <p:nvPr/>
          </p:nvSpPr>
          <p:spPr bwMode="auto">
            <a:xfrm>
              <a:off x="10810875" y="6350000"/>
              <a:ext cx="523875" cy="185738"/>
            </a:xfrm>
            <a:custGeom>
              <a:avLst/>
              <a:gdLst>
                <a:gd name="T0" fmla="*/ 104 w 110"/>
                <a:gd name="T1" fmla="*/ 0 h 39"/>
                <a:gd name="T2" fmla="*/ 6 w 110"/>
                <a:gd name="T3" fmla="*/ 0 h 39"/>
                <a:gd name="T4" fmla="*/ 0 w 110"/>
                <a:gd name="T5" fmla="*/ 25 h 39"/>
                <a:gd name="T6" fmla="*/ 2 w 110"/>
                <a:gd name="T7" fmla="*/ 39 h 39"/>
                <a:gd name="T8" fmla="*/ 108 w 110"/>
                <a:gd name="T9" fmla="*/ 39 h 39"/>
                <a:gd name="T10" fmla="*/ 110 w 110"/>
                <a:gd name="T11" fmla="*/ 25 h 39"/>
                <a:gd name="T12" fmla="*/ 104 w 110"/>
                <a:gd name="T13" fmla="*/ 0 h 39"/>
              </a:gdLst>
              <a:ahLst/>
              <a:cxnLst>
                <a:cxn ang="0">
                  <a:pos x="T0" y="T1"/>
                </a:cxn>
                <a:cxn ang="0">
                  <a:pos x="T2" y="T3"/>
                </a:cxn>
                <a:cxn ang="0">
                  <a:pos x="T4" y="T5"/>
                </a:cxn>
                <a:cxn ang="0">
                  <a:pos x="T6" y="T7"/>
                </a:cxn>
                <a:cxn ang="0">
                  <a:pos x="T8" y="T9"/>
                </a:cxn>
                <a:cxn ang="0">
                  <a:pos x="T10" y="T11"/>
                </a:cxn>
                <a:cxn ang="0">
                  <a:pos x="T12" y="T13"/>
                </a:cxn>
              </a:cxnLst>
              <a:rect l="0" t="0" r="r" b="b"/>
              <a:pathLst>
                <a:path w="110" h="39">
                  <a:moveTo>
                    <a:pt x="104" y="0"/>
                  </a:moveTo>
                  <a:cubicBezTo>
                    <a:pt x="6" y="0"/>
                    <a:pt x="6" y="0"/>
                    <a:pt x="6" y="0"/>
                  </a:cubicBezTo>
                  <a:cubicBezTo>
                    <a:pt x="2" y="7"/>
                    <a:pt x="0" y="16"/>
                    <a:pt x="0" y="25"/>
                  </a:cubicBezTo>
                  <a:cubicBezTo>
                    <a:pt x="0" y="29"/>
                    <a:pt x="1" y="34"/>
                    <a:pt x="2" y="39"/>
                  </a:cubicBezTo>
                  <a:cubicBezTo>
                    <a:pt x="108" y="39"/>
                    <a:pt x="108" y="39"/>
                    <a:pt x="108" y="39"/>
                  </a:cubicBezTo>
                  <a:cubicBezTo>
                    <a:pt x="109" y="34"/>
                    <a:pt x="110" y="29"/>
                    <a:pt x="110" y="25"/>
                  </a:cubicBezTo>
                  <a:cubicBezTo>
                    <a:pt x="110" y="16"/>
                    <a:pt x="108" y="7"/>
                    <a:pt x="104" y="0"/>
                  </a:cubicBezTo>
                </a:path>
              </a:pathLst>
            </a:custGeom>
            <a:solidFill>
              <a:schemeClr val="bg2">
                <a:lumMod val="50000"/>
              </a:schemeClr>
            </a:solidFill>
            <a:ln>
              <a:noFill/>
            </a:ln>
          </p:spPr>
          <p:txBody>
            <a:bodyPr vert="horz" wrap="square" lIns="91440" tIns="45720" rIns="91440" bIns="45720" numCol="1" anchor="t" anchorCtr="0" compatLnSpc="1">
              <a:prstTxWarp prst="textNoShape">
                <a:avLst/>
              </a:prstTxWarp>
            </a:bodyPr>
            <a:lstStyle/>
            <a:p>
              <a:endParaRPr lang="en-US" sz="1800">
                <a:solidFill>
                  <a:srgbClr val="262626"/>
                </a:solidFill>
              </a:endParaRPr>
            </a:p>
          </p:txBody>
        </p:sp>
        <p:sp>
          <p:nvSpPr>
            <p:cNvPr id="143" name="Oval 70"/>
            <p:cNvSpPr>
              <a:spLocks noChangeArrowheads="1"/>
            </p:cNvSpPr>
            <p:nvPr/>
          </p:nvSpPr>
          <p:spPr bwMode="auto">
            <a:xfrm>
              <a:off x="10715625" y="6108700"/>
              <a:ext cx="519113" cy="522288"/>
            </a:xfrm>
            <a:prstGeom prst="ellipse">
              <a:avLst/>
            </a:prstGeom>
            <a:solidFill>
              <a:srgbClr val="68217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solidFill>
                  <a:srgbClr val="262626"/>
                </a:solidFill>
              </a:endParaRPr>
            </a:p>
          </p:txBody>
        </p:sp>
        <p:sp>
          <p:nvSpPr>
            <p:cNvPr id="144" name="Freeform 71"/>
            <p:cNvSpPr>
              <a:spLocks noEditPoints="1"/>
            </p:cNvSpPr>
            <p:nvPr/>
          </p:nvSpPr>
          <p:spPr bwMode="auto">
            <a:xfrm>
              <a:off x="10844213" y="6261100"/>
              <a:ext cx="261938" cy="217488"/>
            </a:xfrm>
            <a:custGeom>
              <a:avLst/>
              <a:gdLst>
                <a:gd name="T0" fmla="*/ 52 w 55"/>
                <a:gd name="T1" fmla="*/ 44 h 46"/>
                <a:gd name="T2" fmla="*/ 0 w 55"/>
                <a:gd name="T3" fmla="*/ 8 h 46"/>
                <a:gd name="T4" fmla="*/ 0 w 55"/>
                <a:gd name="T5" fmla="*/ 46 h 46"/>
                <a:gd name="T6" fmla="*/ 55 w 55"/>
                <a:gd name="T7" fmla="*/ 0 h 46"/>
                <a:gd name="T8" fmla="*/ 0 w 55"/>
                <a:gd name="T9" fmla="*/ 0 h 46"/>
                <a:gd name="T10" fmla="*/ 32 w 55"/>
                <a:gd name="T11" fmla="*/ 26 h 46"/>
                <a:gd name="T12" fmla="*/ 30 w 55"/>
                <a:gd name="T13" fmla="*/ 23 h 46"/>
                <a:gd name="T14" fmla="*/ 29 w 55"/>
                <a:gd name="T15" fmla="*/ 22 h 46"/>
                <a:gd name="T16" fmla="*/ 26 w 55"/>
                <a:gd name="T17" fmla="*/ 20 h 46"/>
                <a:gd name="T18" fmla="*/ 23 w 55"/>
                <a:gd name="T19" fmla="*/ 20 h 46"/>
                <a:gd name="T20" fmla="*/ 20 w 55"/>
                <a:gd name="T21" fmla="*/ 22 h 46"/>
                <a:gd name="T22" fmla="*/ 18 w 55"/>
                <a:gd name="T23" fmla="*/ 23 h 46"/>
                <a:gd name="T24" fmla="*/ 17 w 55"/>
                <a:gd name="T25" fmla="*/ 26 h 46"/>
                <a:gd name="T26" fmla="*/ 16 w 55"/>
                <a:gd name="T27" fmla="*/ 28 h 46"/>
                <a:gd name="T28" fmla="*/ 17 w 55"/>
                <a:gd name="T29" fmla="*/ 31 h 46"/>
                <a:gd name="T30" fmla="*/ 18 w 55"/>
                <a:gd name="T31" fmla="*/ 33 h 46"/>
                <a:gd name="T32" fmla="*/ 21 w 55"/>
                <a:gd name="T33" fmla="*/ 36 h 46"/>
                <a:gd name="T34" fmla="*/ 23 w 55"/>
                <a:gd name="T35" fmla="*/ 36 h 46"/>
                <a:gd name="T36" fmla="*/ 25 w 55"/>
                <a:gd name="T37" fmla="*/ 34 h 46"/>
                <a:gd name="T38" fmla="*/ 28 w 55"/>
                <a:gd name="T39" fmla="*/ 36 h 46"/>
                <a:gd name="T40" fmla="*/ 28 w 55"/>
                <a:gd name="T41" fmla="*/ 33 h 46"/>
                <a:gd name="T42" fmla="*/ 32 w 55"/>
                <a:gd name="T43" fmla="*/ 32 h 46"/>
                <a:gd name="T44" fmla="*/ 30 w 55"/>
                <a:gd name="T45" fmla="*/ 29 h 46"/>
                <a:gd name="T46" fmla="*/ 28 w 55"/>
                <a:gd name="T47" fmla="*/ 29 h 46"/>
                <a:gd name="T48" fmla="*/ 22 w 55"/>
                <a:gd name="T49" fmla="*/ 31 h 46"/>
                <a:gd name="T50" fmla="*/ 24 w 55"/>
                <a:gd name="T51" fmla="*/ 25 h 46"/>
                <a:gd name="T52" fmla="*/ 23 w 55"/>
                <a:gd name="T53" fmla="*/ 29 h 46"/>
                <a:gd name="T54" fmla="*/ 24 w 55"/>
                <a:gd name="T55" fmla="*/ 30 h 46"/>
                <a:gd name="T56" fmla="*/ 38 w 55"/>
                <a:gd name="T57" fmla="*/ 23 h 46"/>
                <a:gd name="T58" fmla="*/ 39 w 55"/>
                <a:gd name="T59" fmla="*/ 21 h 46"/>
                <a:gd name="T60" fmla="*/ 38 w 55"/>
                <a:gd name="T61" fmla="*/ 20 h 46"/>
                <a:gd name="T62" fmla="*/ 36 w 55"/>
                <a:gd name="T63" fmla="*/ 20 h 46"/>
                <a:gd name="T64" fmla="*/ 34 w 55"/>
                <a:gd name="T65" fmla="*/ 18 h 46"/>
                <a:gd name="T66" fmla="*/ 32 w 55"/>
                <a:gd name="T67" fmla="*/ 20 h 46"/>
                <a:gd name="T68" fmla="*/ 31 w 55"/>
                <a:gd name="T69" fmla="*/ 20 h 46"/>
                <a:gd name="T70" fmla="*/ 30 w 55"/>
                <a:gd name="T71" fmla="*/ 21 h 46"/>
                <a:gd name="T72" fmla="*/ 31 w 55"/>
                <a:gd name="T73" fmla="*/ 23 h 46"/>
                <a:gd name="T74" fmla="*/ 30 w 55"/>
                <a:gd name="T75" fmla="*/ 25 h 46"/>
                <a:gd name="T76" fmla="*/ 31 w 55"/>
                <a:gd name="T77" fmla="*/ 25 h 46"/>
                <a:gd name="T78" fmla="*/ 34 w 55"/>
                <a:gd name="T79" fmla="*/ 27 h 46"/>
                <a:gd name="T80" fmla="*/ 35 w 55"/>
                <a:gd name="T81" fmla="*/ 27 h 46"/>
                <a:gd name="T82" fmla="*/ 38 w 55"/>
                <a:gd name="T83" fmla="*/ 25 h 46"/>
                <a:gd name="T84" fmla="*/ 39 w 55"/>
                <a:gd name="T85" fmla="*/ 25 h 46"/>
                <a:gd name="T86" fmla="*/ 38 w 55"/>
                <a:gd name="T87" fmla="*/ 23 h 46"/>
                <a:gd name="T88" fmla="*/ 33 w 55"/>
                <a:gd name="T89" fmla="*/ 23 h 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55" h="46">
                  <a:moveTo>
                    <a:pt x="3" y="11"/>
                  </a:moveTo>
                  <a:cubicBezTo>
                    <a:pt x="3" y="44"/>
                    <a:pt x="3" y="44"/>
                    <a:pt x="3" y="44"/>
                  </a:cubicBezTo>
                  <a:cubicBezTo>
                    <a:pt x="52" y="44"/>
                    <a:pt x="52" y="44"/>
                    <a:pt x="52" y="44"/>
                  </a:cubicBezTo>
                  <a:cubicBezTo>
                    <a:pt x="52" y="11"/>
                    <a:pt x="52" y="11"/>
                    <a:pt x="52" y="11"/>
                  </a:cubicBezTo>
                  <a:cubicBezTo>
                    <a:pt x="3" y="11"/>
                    <a:pt x="3" y="11"/>
                    <a:pt x="3" y="11"/>
                  </a:cubicBezTo>
                  <a:close/>
                  <a:moveTo>
                    <a:pt x="0" y="8"/>
                  </a:moveTo>
                  <a:cubicBezTo>
                    <a:pt x="55" y="8"/>
                    <a:pt x="55" y="8"/>
                    <a:pt x="55" y="8"/>
                  </a:cubicBezTo>
                  <a:cubicBezTo>
                    <a:pt x="55" y="46"/>
                    <a:pt x="55" y="46"/>
                    <a:pt x="55" y="46"/>
                  </a:cubicBezTo>
                  <a:cubicBezTo>
                    <a:pt x="0" y="46"/>
                    <a:pt x="0" y="46"/>
                    <a:pt x="0" y="46"/>
                  </a:cubicBezTo>
                  <a:cubicBezTo>
                    <a:pt x="0" y="8"/>
                    <a:pt x="0" y="8"/>
                    <a:pt x="0" y="8"/>
                  </a:cubicBezTo>
                  <a:close/>
                  <a:moveTo>
                    <a:pt x="0" y="0"/>
                  </a:moveTo>
                  <a:cubicBezTo>
                    <a:pt x="55" y="0"/>
                    <a:pt x="55" y="0"/>
                    <a:pt x="55" y="0"/>
                  </a:cubicBezTo>
                  <a:cubicBezTo>
                    <a:pt x="55" y="5"/>
                    <a:pt x="55" y="5"/>
                    <a:pt x="55" y="5"/>
                  </a:cubicBezTo>
                  <a:cubicBezTo>
                    <a:pt x="0" y="5"/>
                    <a:pt x="0" y="5"/>
                    <a:pt x="0" y="5"/>
                  </a:cubicBezTo>
                  <a:cubicBezTo>
                    <a:pt x="0" y="0"/>
                    <a:pt x="0" y="0"/>
                    <a:pt x="0" y="0"/>
                  </a:cubicBezTo>
                  <a:close/>
                  <a:moveTo>
                    <a:pt x="33" y="28"/>
                  </a:moveTo>
                  <a:cubicBezTo>
                    <a:pt x="32" y="26"/>
                    <a:pt x="32" y="26"/>
                    <a:pt x="32" y="26"/>
                  </a:cubicBezTo>
                  <a:cubicBezTo>
                    <a:pt x="32" y="26"/>
                    <a:pt x="32" y="26"/>
                    <a:pt x="32" y="26"/>
                  </a:cubicBezTo>
                  <a:cubicBezTo>
                    <a:pt x="30" y="26"/>
                    <a:pt x="30" y="26"/>
                    <a:pt x="30" y="26"/>
                  </a:cubicBezTo>
                  <a:cubicBezTo>
                    <a:pt x="29" y="25"/>
                    <a:pt x="29" y="25"/>
                    <a:pt x="29" y="25"/>
                  </a:cubicBezTo>
                  <a:cubicBezTo>
                    <a:pt x="30" y="23"/>
                    <a:pt x="30" y="23"/>
                    <a:pt x="30" y="23"/>
                  </a:cubicBezTo>
                  <a:cubicBezTo>
                    <a:pt x="30" y="23"/>
                    <a:pt x="30" y="23"/>
                    <a:pt x="30" y="23"/>
                  </a:cubicBezTo>
                  <a:cubicBezTo>
                    <a:pt x="29" y="22"/>
                    <a:pt x="29" y="22"/>
                    <a:pt x="29" y="22"/>
                  </a:cubicBezTo>
                  <a:cubicBezTo>
                    <a:pt x="29" y="22"/>
                    <a:pt x="29" y="22"/>
                    <a:pt x="29" y="22"/>
                  </a:cubicBezTo>
                  <a:cubicBezTo>
                    <a:pt x="27" y="23"/>
                    <a:pt x="27" y="23"/>
                    <a:pt x="27" y="23"/>
                  </a:cubicBezTo>
                  <a:cubicBezTo>
                    <a:pt x="26" y="23"/>
                    <a:pt x="26" y="23"/>
                    <a:pt x="26" y="23"/>
                  </a:cubicBezTo>
                  <a:cubicBezTo>
                    <a:pt x="26" y="20"/>
                    <a:pt x="26" y="20"/>
                    <a:pt x="26" y="20"/>
                  </a:cubicBezTo>
                  <a:cubicBezTo>
                    <a:pt x="25" y="20"/>
                    <a:pt x="25" y="20"/>
                    <a:pt x="25" y="20"/>
                  </a:cubicBezTo>
                  <a:cubicBezTo>
                    <a:pt x="24" y="20"/>
                    <a:pt x="24" y="20"/>
                    <a:pt x="24" y="20"/>
                  </a:cubicBezTo>
                  <a:cubicBezTo>
                    <a:pt x="23" y="20"/>
                    <a:pt x="23" y="20"/>
                    <a:pt x="23" y="20"/>
                  </a:cubicBezTo>
                  <a:cubicBezTo>
                    <a:pt x="23" y="23"/>
                    <a:pt x="23" y="23"/>
                    <a:pt x="23" y="23"/>
                  </a:cubicBezTo>
                  <a:cubicBezTo>
                    <a:pt x="22" y="23"/>
                    <a:pt x="22" y="23"/>
                    <a:pt x="22" y="23"/>
                  </a:cubicBezTo>
                  <a:cubicBezTo>
                    <a:pt x="20" y="22"/>
                    <a:pt x="20" y="22"/>
                    <a:pt x="20" y="22"/>
                  </a:cubicBezTo>
                  <a:cubicBezTo>
                    <a:pt x="20" y="22"/>
                    <a:pt x="20" y="22"/>
                    <a:pt x="20" y="22"/>
                  </a:cubicBezTo>
                  <a:cubicBezTo>
                    <a:pt x="19" y="23"/>
                    <a:pt x="19" y="23"/>
                    <a:pt x="19" y="23"/>
                  </a:cubicBezTo>
                  <a:cubicBezTo>
                    <a:pt x="18" y="23"/>
                    <a:pt x="18" y="23"/>
                    <a:pt x="18" y="23"/>
                  </a:cubicBezTo>
                  <a:cubicBezTo>
                    <a:pt x="19" y="25"/>
                    <a:pt x="19" y="25"/>
                    <a:pt x="19" y="25"/>
                  </a:cubicBezTo>
                  <a:cubicBezTo>
                    <a:pt x="19" y="26"/>
                    <a:pt x="19" y="26"/>
                    <a:pt x="19" y="26"/>
                  </a:cubicBezTo>
                  <a:cubicBezTo>
                    <a:pt x="17" y="26"/>
                    <a:pt x="17" y="26"/>
                    <a:pt x="17" y="26"/>
                  </a:cubicBezTo>
                  <a:cubicBezTo>
                    <a:pt x="16" y="26"/>
                    <a:pt x="16" y="26"/>
                    <a:pt x="16" y="26"/>
                  </a:cubicBezTo>
                  <a:cubicBezTo>
                    <a:pt x="16" y="28"/>
                    <a:pt x="16" y="28"/>
                    <a:pt x="16" y="28"/>
                  </a:cubicBezTo>
                  <a:cubicBezTo>
                    <a:pt x="16" y="28"/>
                    <a:pt x="16" y="28"/>
                    <a:pt x="16" y="28"/>
                  </a:cubicBezTo>
                  <a:cubicBezTo>
                    <a:pt x="19" y="29"/>
                    <a:pt x="19" y="29"/>
                    <a:pt x="19" y="29"/>
                  </a:cubicBezTo>
                  <a:cubicBezTo>
                    <a:pt x="19" y="30"/>
                    <a:pt x="19" y="30"/>
                    <a:pt x="19" y="30"/>
                  </a:cubicBezTo>
                  <a:cubicBezTo>
                    <a:pt x="17" y="31"/>
                    <a:pt x="17" y="31"/>
                    <a:pt x="17" y="31"/>
                  </a:cubicBezTo>
                  <a:cubicBezTo>
                    <a:pt x="17" y="32"/>
                    <a:pt x="17" y="32"/>
                    <a:pt x="17" y="32"/>
                  </a:cubicBezTo>
                  <a:cubicBezTo>
                    <a:pt x="18" y="33"/>
                    <a:pt x="18" y="33"/>
                    <a:pt x="18" y="33"/>
                  </a:cubicBezTo>
                  <a:cubicBezTo>
                    <a:pt x="18" y="33"/>
                    <a:pt x="18" y="33"/>
                    <a:pt x="18" y="33"/>
                  </a:cubicBezTo>
                  <a:cubicBezTo>
                    <a:pt x="20" y="33"/>
                    <a:pt x="20" y="33"/>
                    <a:pt x="20" y="33"/>
                  </a:cubicBezTo>
                  <a:cubicBezTo>
                    <a:pt x="21" y="33"/>
                    <a:pt x="21" y="33"/>
                    <a:pt x="21" y="33"/>
                  </a:cubicBezTo>
                  <a:cubicBezTo>
                    <a:pt x="21" y="36"/>
                    <a:pt x="21" y="36"/>
                    <a:pt x="21" y="36"/>
                  </a:cubicBezTo>
                  <a:cubicBezTo>
                    <a:pt x="21" y="36"/>
                    <a:pt x="21" y="36"/>
                    <a:pt x="21" y="36"/>
                  </a:cubicBezTo>
                  <a:cubicBezTo>
                    <a:pt x="22" y="37"/>
                    <a:pt x="22" y="37"/>
                    <a:pt x="22" y="37"/>
                  </a:cubicBezTo>
                  <a:cubicBezTo>
                    <a:pt x="23" y="36"/>
                    <a:pt x="23" y="36"/>
                    <a:pt x="23" y="36"/>
                  </a:cubicBezTo>
                  <a:cubicBezTo>
                    <a:pt x="24" y="34"/>
                    <a:pt x="24" y="34"/>
                    <a:pt x="24" y="34"/>
                  </a:cubicBezTo>
                  <a:cubicBezTo>
                    <a:pt x="24" y="34"/>
                    <a:pt x="24" y="34"/>
                    <a:pt x="24" y="34"/>
                  </a:cubicBezTo>
                  <a:cubicBezTo>
                    <a:pt x="25" y="34"/>
                    <a:pt x="25" y="34"/>
                    <a:pt x="25" y="34"/>
                  </a:cubicBezTo>
                  <a:cubicBezTo>
                    <a:pt x="26" y="36"/>
                    <a:pt x="26" y="36"/>
                    <a:pt x="26" y="36"/>
                  </a:cubicBezTo>
                  <a:cubicBezTo>
                    <a:pt x="26" y="37"/>
                    <a:pt x="26" y="37"/>
                    <a:pt x="26" y="37"/>
                  </a:cubicBezTo>
                  <a:cubicBezTo>
                    <a:pt x="28" y="36"/>
                    <a:pt x="28" y="36"/>
                    <a:pt x="28" y="36"/>
                  </a:cubicBezTo>
                  <a:cubicBezTo>
                    <a:pt x="28" y="36"/>
                    <a:pt x="28" y="36"/>
                    <a:pt x="28" y="36"/>
                  </a:cubicBezTo>
                  <a:cubicBezTo>
                    <a:pt x="28" y="33"/>
                    <a:pt x="28" y="33"/>
                    <a:pt x="28" y="33"/>
                  </a:cubicBezTo>
                  <a:cubicBezTo>
                    <a:pt x="28" y="33"/>
                    <a:pt x="28" y="33"/>
                    <a:pt x="28" y="33"/>
                  </a:cubicBezTo>
                  <a:cubicBezTo>
                    <a:pt x="31" y="33"/>
                    <a:pt x="31" y="33"/>
                    <a:pt x="31" y="33"/>
                  </a:cubicBezTo>
                  <a:cubicBezTo>
                    <a:pt x="31" y="33"/>
                    <a:pt x="31" y="33"/>
                    <a:pt x="31" y="33"/>
                  </a:cubicBezTo>
                  <a:cubicBezTo>
                    <a:pt x="32" y="32"/>
                    <a:pt x="32" y="32"/>
                    <a:pt x="32" y="32"/>
                  </a:cubicBezTo>
                  <a:cubicBezTo>
                    <a:pt x="32" y="31"/>
                    <a:pt x="32" y="31"/>
                    <a:pt x="32" y="31"/>
                  </a:cubicBezTo>
                  <a:cubicBezTo>
                    <a:pt x="30" y="30"/>
                    <a:pt x="30" y="30"/>
                    <a:pt x="30" y="30"/>
                  </a:cubicBezTo>
                  <a:cubicBezTo>
                    <a:pt x="30" y="29"/>
                    <a:pt x="30" y="29"/>
                    <a:pt x="30" y="29"/>
                  </a:cubicBezTo>
                  <a:cubicBezTo>
                    <a:pt x="32" y="28"/>
                    <a:pt x="32" y="28"/>
                    <a:pt x="32" y="28"/>
                  </a:cubicBezTo>
                  <a:lnTo>
                    <a:pt x="33" y="28"/>
                  </a:lnTo>
                  <a:close/>
                  <a:moveTo>
                    <a:pt x="28" y="29"/>
                  </a:moveTo>
                  <a:cubicBezTo>
                    <a:pt x="28" y="29"/>
                    <a:pt x="27" y="30"/>
                    <a:pt x="27" y="31"/>
                  </a:cubicBezTo>
                  <a:cubicBezTo>
                    <a:pt x="26" y="31"/>
                    <a:pt x="25" y="32"/>
                    <a:pt x="24" y="32"/>
                  </a:cubicBezTo>
                  <a:cubicBezTo>
                    <a:pt x="23" y="32"/>
                    <a:pt x="23" y="31"/>
                    <a:pt x="22" y="31"/>
                  </a:cubicBezTo>
                  <a:cubicBezTo>
                    <a:pt x="22" y="30"/>
                    <a:pt x="21" y="29"/>
                    <a:pt x="21" y="29"/>
                  </a:cubicBezTo>
                  <a:cubicBezTo>
                    <a:pt x="21" y="28"/>
                    <a:pt x="22" y="27"/>
                    <a:pt x="22" y="26"/>
                  </a:cubicBezTo>
                  <a:cubicBezTo>
                    <a:pt x="23" y="26"/>
                    <a:pt x="23" y="25"/>
                    <a:pt x="24" y="25"/>
                  </a:cubicBezTo>
                  <a:cubicBezTo>
                    <a:pt x="25" y="25"/>
                    <a:pt x="26" y="26"/>
                    <a:pt x="27" y="26"/>
                  </a:cubicBezTo>
                  <a:cubicBezTo>
                    <a:pt x="27" y="27"/>
                    <a:pt x="28" y="28"/>
                    <a:pt x="28" y="29"/>
                  </a:cubicBezTo>
                  <a:close/>
                  <a:moveTo>
                    <a:pt x="23" y="29"/>
                  </a:moveTo>
                  <a:cubicBezTo>
                    <a:pt x="23" y="28"/>
                    <a:pt x="24" y="27"/>
                    <a:pt x="24" y="27"/>
                  </a:cubicBezTo>
                  <a:cubicBezTo>
                    <a:pt x="25" y="27"/>
                    <a:pt x="26" y="28"/>
                    <a:pt x="26" y="29"/>
                  </a:cubicBezTo>
                  <a:cubicBezTo>
                    <a:pt x="26" y="29"/>
                    <a:pt x="25" y="30"/>
                    <a:pt x="24" y="30"/>
                  </a:cubicBezTo>
                  <a:cubicBezTo>
                    <a:pt x="24" y="30"/>
                    <a:pt x="23" y="29"/>
                    <a:pt x="23" y="29"/>
                  </a:cubicBezTo>
                  <a:close/>
                  <a:moveTo>
                    <a:pt x="38" y="23"/>
                  </a:moveTo>
                  <a:cubicBezTo>
                    <a:pt x="38" y="23"/>
                    <a:pt x="38" y="23"/>
                    <a:pt x="38" y="23"/>
                  </a:cubicBezTo>
                  <a:cubicBezTo>
                    <a:pt x="38" y="22"/>
                    <a:pt x="38" y="22"/>
                    <a:pt x="38" y="22"/>
                  </a:cubicBezTo>
                  <a:cubicBezTo>
                    <a:pt x="38" y="21"/>
                    <a:pt x="38" y="21"/>
                    <a:pt x="38" y="21"/>
                  </a:cubicBezTo>
                  <a:cubicBezTo>
                    <a:pt x="39" y="21"/>
                    <a:pt x="39" y="21"/>
                    <a:pt x="39" y="21"/>
                  </a:cubicBezTo>
                  <a:cubicBezTo>
                    <a:pt x="39" y="21"/>
                    <a:pt x="39" y="21"/>
                    <a:pt x="39" y="21"/>
                  </a:cubicBezTo>
                  <a:cubicBezTo>
                    <a:pt x="38" y="20"/>
                    <a:pt x="38" y="20"/>
                    <a:pt x="38" y="20"/>
                  </a:cubicBezTo>
                  <a:cubicBezTo>
                    <a:pt x="38" y="20"/>
                    <a:pt x="38" y="20"/>
                    <a:pt x="38" y="20"/>
                  </a:cubicBezTo>
                  <a:cubicBezTo>
                    <a:pt x="38" y="20"/>
                    <a:pt x="38" y="20"/>
                    <a:pt x="38" y="20"/>
                  </a:cubicBezTo>
                  <a:cubicBezTo>
                    <a:pt x="37" y="20"/>
                    <a:pt x="37" y="20"/>
                    <a:pt x="37" y="20"/>
                  </a:cubicBezTo>
                  <a:cubicBezTo>
                    <a:pt x="36" y="20"/>
                    <a:pt x="36" y="20"/>
                    <a:pt x="36" y="20"/>
                  </a:cubicBezTo>
                  <a:cubicBezTo>
                    <a:pt x="35" y="19"/>
                    <a:pt x="35" y="19"/>
                    <a:pt x="35" y="19"/>
                  </a:cubicBezTo>
                  <a:cubicBezTo>
                    <a:pt x="35" y="18"/>
                    <a:pt x="35" y="18"/>
                    <a:pt x="35" y="18"/>
                  </a:cubicBezTo>
                  <a:cubicBezTo>
                    <a:pt x="34" y="18"/>
                    <a:pt x="34" y="18"/>
                    <a:pt x="34" y="18"/>
                  </a:cubicBezTo>
                  <a:cubicBezTo>
                    <a:pt x="34" y="19"/>
                    <a:pt x="34" y="19"/>
                    <a:pt x="34" y="19"/>
                  </a:cubicBezTo>
                  <a:cubicBezTo>
                    <a:pt x="33" y="20"/>
                    <a:pt x="33" y="20"/>
                    <a:pt x="33" y="20"/>
                  </a:cubicBezTo>
                  <a:cubicBezTo>
                    <a:pt x="33" y="20"/>
                    <a:pt x="33" y="20"/>
                    <a:pt x="32" y="20"/>
                  </a:cubicBezTo>
                  <a:cubicBezTo>
                    <a:pt x="31" y="20"/>
                    <a:pt x="31" y="20"/>
                    <a:pt x="31" y="20"/>
                  </a:cubicBezTo>
                  <a:cubicBezTo>
                    <a:pt x="31" y="20"/>
                    <a:pt x="31" y="20"/>
                    <a:pt x="31" y="20"/>
                  </a:cubicBezTo>
                  <a:cubicBezTo>
                    <a:pt x="31" y="20"/>
                    <a:pt x="31" y="20"/>
                    <a:pt x="31" y="20"/>
                  </a:cubicBezTo>
                  <a:cubicBezTo>
                    <a:pt x="30" y="21"/>
                    <a:pt x="30" y="21"/>
                    <a:pt x="30" y="21"/>
                  </a:cubicBezTo>
                  <a:cubicBezTo>
                    <a:pt x="30" y="21"/>
                    <a:pt x="30" y="21"/>
                    <a:pt x="30" y="21"/>
                  </a:cubicBezTo>
                  <a:cubicBezTo>
                    <a:pt x="30" y="21"/>
                    <a:pt x="30" y="21"/>
                    <a:pt x="30" y="21"/>
                  </a:cubicBezTo>
                  <a:cubicBezTo>
                    <a:pt x="31" y="22"/>
                    <a:pt x="31" y="22"/>
                    <a:pt x="31" y="22"/>
                  </a:cubicBezTo>
                  <a:cubicBezTo>
                    <a:pt x="31" y="23"/>
                    <a:pt x="31" y="23"/>
                    <a:pt x="31" y="23"/>
                  </a:cubicBezTo>
                  <a:cubicBezTo>
                    <a:pt x="31" y="23"/>
                    <a:pt x="31" y="23"/>
                    <a:pt x="31" y="23"/>
                  </a:cubicBezTo>
                  <a:cubicBezTo>
                    <a:pt x="30" y="24"/>
                    <a:pt x="30" y="24"/>
                    <a:pt x="30" y="24"/>
                  </a:cubicBezTo>
                  <a:cubicBezTo>
                    <a:pt x="30" y="24"/>
                    <a:pt x="30" y="24"/>
                    <a:pt x="30" y="24"/>
                  </a:cubicBezTo>
                  <a:cubicBezTo>
                    <a:pt x="30" y="25"/>
                    <a:pt x="30" y="25"/>
                    <a:pt x="30" y="25"/>
                  </a:cubicBezTo>
                  <a:cubicBezTo>
                    <a:pt x="31" y="25"/>
                    <a:pt x="31" y="25"/>
                    <a:pt x="31" y="25"/>
                  </a:cubicBezTo>
                  <a:cubicBezTo>
                    <a:pt x="31" y="25"/>
                    <a:pt x="31" y="25"/>
                    <a:pt x="31" y="25"/>
                  </a:cubicBezTo>
                  <a:cubicBezTo>
                    <a:pt x="31" y="25"/>
                    <a:pt x="31" y="25"/>
                    <a:pt x="31" y="25"/>
                  </a:cubicBezTo>
                  <a:cubicBezTo>
                    <a:pt x="32" y="25"/>
                    <a:pt x="32" y="25"/>
                    <a:pt x="32" y="25"/>
                  </a:cubicBezTo>
                  <a:cubicBezTo>
                    <a:pt x="33" y="25"/>
                    <a:pt x="33" y="26"/>
                    <a:pt x="33" y="26"/>
                  </a:cubicBezTo>
                  <a:cubicBezTo>
                    <a:pt x="34" y="27"/>
                    <a:pt x="34" y="27"/>
                    <a:pt x="34" y="27"/>
                  </a:cubicBezTo>
                  <a:cubicBezTo>
                    <a:pt x="34" y="27"/>
                    <a:pt x="34" y="27"/>
                    <a:pt x="34" y="27"/>
                  </a:cubicBezTo>
                  <a:cubicBezTo>
                    <a:pt x="35" y="27"/>
                    <a:pt x="35" y="27"/>
                    <a:pt x="35" y="27"/>
                  </a:cubicBezTo>
                  <a:cubicBezTo>
                    <a:pt x="35" y="27"/>
                    <a:pt x="35" y="27"/>
                    <a:pt x="35" y="27"/>
                  </a:cubicBezTo>
                  <a:cubicBezTo>
                    <a:pt x="36" y="26"/>
                    <a:pt x="36" y="26"/>
                    <a:pt x="36" y="26"/>
                  </a:cubicBezTo>
                  <a:cubicBezTo>
                    <a:pt x="36" y="26"/>
                    <a:pt x="36" y="25"/>
                    <a:pt x="37" y="25"/>
                  </a:cubicBezTo>
                  <a:cubicBezTo>
                    <a:pt x="38" y="25"/>
                    <a:pt x="38" y="25"/>
                    <a:pt x="38" y="25"/>
                  </a:cubicBezTo>
                  <a:cubicBezTo>
                    <a:pt x="38" y="25"/>
                    <a:pt x="38" y="25"/>
                    <a:pt x="38" y="25"/>
                  </a:cubicBezTo>
                  <a:cubicBezTo>
                    <a:pt x="38" y="25"/>
                    <a:pt x="38" y="25"/>
                    <a:pt x="38" y="25"/>
                  </a:cubicBezTo>
                  <a:cubicBezTo>
                    <a:pt x="39" y="25"/>
                    <a:pt x="39" y="25"/>
                    <a:pt x="39" y="25"/>
                  </a:cubicBezTo>
                  <a:cubicBezTo>
                    <a:pt x="39" y="24"/>
                    <a:pt x="39" y="24"/>
                    <a:pt x="39" y="24"/>
                  </a:cubicBezTo>
                  <a:cubicBezTo>
                    <a:pt x="38" y="24"/>
                    <a:pt x="38" y="24"/>
                    <a:pt x="38" y="24"/>
                  </a:cubicBezTo>
                  <a:cubicBezTo>
                    <a:pt x="38" y="23"/>
                    <a:pt x="38" y="23"/>
                    <a:pt x="38" y="23"/>
                  </a:cubicBezTo>
                  <a:close/>
                  <a:moveTo>
                    <a:pt x="36" y="23"/>
                  </a:moveTo>
                  <a:cubicBezTo>
                    <a:pt x="36" y="23"/>
                    <a:pt x="35" y="24"/>
                    <a:pt x="34" y="24"/>
                  </a:cubicBezTo>
                  <a:cubicBezTo>
                    <a:pt x="34" y="24"/>
                    <a:pt x="33" y="23"/>
                    <a:pt x="33" y="23"/>
                  </a:cubicBezTo>
                  <a:cubicBezTo>
                    <a:pt x="33" y="22"/>
                    <a:pt x="34" y="22"/>
                    <a:pt x="34" y="22"/>
                  </a:cubicBezTo>
                  <a:cubicBezTo>
                    <a:pt x="35" y="22"/>
                    <a:pt x="36" y="22"/>
                    <a:pt x="36" y="23"/>
                  </a:cubicBezTo>
                  <a:close/>
                </a:path>
              </a:pathLst>
            </a:custGeom>
            <a:solidFill>
              <a:srgbClr val="F5F5F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solidFill>
                  <a:srgbClr val="262626"/>
                </a:solidFill>
              </a:endParaRPr>
            </a:p>
          </p:txBody>
        </p:sp>
      </p:grpSp>
      <p:sp>
        <p:nvSpPr>
          <p:cNvPr id="146" name="Rectangle 145"/>
          <p:cNvSpPr/>
          <p:nvPr/>
        </p:nvSpPr>
        <p:spPr bwMode="auto">
          <a:xfrm>
            <a:off x="9029555" y="2088457"/>
            <a:ext cx="3497973" cy="4909243"/>
          </a:xfrm>
          <a:prstGeom prst="rect">
            <a:avLst/>
          </a:prstGeom>
          <a:solidFill>
            <a:schemeClr val="bg1">
              <a:alpha val="79000"/>
            </a:schemeClr>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sp>
        <p:nvSpPr>
          <p:cNvPr id="3" name="TextBox 2"/>
          <p:cNvSpPr txBox="1"/>
          <p:nvPr/>
        </p:nvSpPr>
        <p:spPr>
          <a:xfrm>
            <a:off x="249239" y="939906"/>
            <a:ext cx="5469959" cy="517065"/>
          </a:xfrm>
          <a:prstGeom prst="rect">
            <a:avLst/>
          </a:prstGeom>
          <a:noFill/>
        </p:spPr>
        <p:txBody>
          <a:bodyPr wrap="none" lIns="146304" tIns="91440" rIns="146304" bIns="91440" rtlCol="0">
            <a:spAutoFit/>
          </a:bodyPr>
          <a:lstStyle/>
          <a:p>
            <a:pPr>
              <a:lnSpc>
                <a:spcPct val="90000"/>
              </a:lnSpc>
              <a:spcBef>
                <a:spcPts val="600"/>
              </a:spcBef>
            </a:pPr>
            <a:r>
              <a:rPr lang="en-US" sz="2400" dirty="0">
                <a:gradFill>
                  <a:gsLst>
                    <a:gs pos="17500">
                      <a:schemeClr val="tx1"/>
                    </a:gs>
                    <a:gs pos="54000">
                      <a:schemeClr val="tx1"/>
                    </a:gs>
                  </a:gsLst>
                  <a:lin ang="5400000" scaled="0"/>
                </a:gradFill>
                <a:latin typeface="+mj-lt"/>
              </a:rPr>
              <a:t>A new way to build extensions for Office</a:t>
            </a:r>
            <a:endParaRPr lang="en-US" sz="2400" dirty="0" smtClean="0">
              <a:gradFill>
                <a:gsLst>
                  <a:gs pos="2917">
                    <a:schemeClr val="tx1"/>
                  </a:gs>
                  <a:gs pos="30000">
                    <a:schemeClr val="tx1"/>
                  </a:gs>
                </a:gsLst>
                <a:lin ang="5400000" scaled="0"/>
              </a:gradFill>
              <a:latin typeface="+mj-lt"/>
            </a:endParaRPr>
          </a:p>
        </p:txBody>
      </p:sp>
      <p:sp>
        <p:nvSpPr>
          <p:cNvPr id="5" name="Footer Placeholder 4"/>
          <p:cNvSpPr>
            <a:spLocks noGrp="1"/>
          </p:cNvSpPr>
          <p:nvPr>
            <p:ph type="ftr" sz="quarter" idx="16"/>
          </p:nvPr>
        </p:nvSpPr>
        <p:spPr/>
        <p:txBody>
          <a:bodyPr/>
          <a:lstStyle/>
          <a:p>
            <a:pPr>
              <a:defRPr/>
            </a:pPr>
            <a:r>
              <a:rPr lang="en-US" sz="1400" smtClean="0">
                <a:gradFill>
                  <a:gsLst>
                    <a:gs pos="8367">
                      <a:schemeClr val="accent6"/>
                    </a:gs>
                    <a:gs pos="100000">
                      <a:schemeClr val="accent6"/>
                    </a:gs>
                  </a:gsLst>
                  <a:lin ang="5400000" scaled="0"/>
                </a:gradFill>
                <a:latin typeface="Segoe UI Black" panose="020B0A02040204020203" pitchFamily="34" charset="0"/>
                <a:ea typeface="Segoe UI Black" panose="020B0A02040204020203" pitchFamily="34" charset="0"/>
                <a:cs typeface="Segoe UI Black" panose="020B0A02040204020203" pitchFamily="34" charset="0"/>
              </a:rPr>
              <a:t>1</a:t>
            </a:r>
            <a:r>
              <a:rPr lang="en-US" sz="1400" smtClean="0">
                <a:gradFill>
                  <a:gsLst>
                    <a:gs pos="8367">
                      <a:schemeClr val="accent6"/>
                    </a:gs>
                    <a:gs pos="100000">
                      <a:schemeClr val="accent6"/>
                    </a:gs>
                  </a:gsLst>
                  <a:lin ang="5400000" scaled="0"/>
                </a:gradFill>
              </a:rPr>
              <a:t> </a:t>
            </a:r>
            <a:r>
              <a:rPr lang="en-US" sz="1400" smtClean="0">
                <a:gradFill>
                  <a:gsLst>
                    <a:gs pos="8367">
                      <a:srgbClr val="000000"/>
                    </a:gs>
                    <a:gs pos="31000">
                      <a:srgbClr val="000000"/>
                    </a:gs>
                  </a:gsLst>
                  <a:lin ang="5400000" scaled="0"/>
                </a:gradFill>
              </a:rPr>
              <a:t>Office add-ins revisited</a:t>
            </a:r>
          </a:p>
          <a:p>
            <a:endParaRPr lang="en-US" dirty="0"/>
          </a:p>
        </p:txBody>
      </p:sp>
    </p:spTree>
    <p:extLst>
      <p:ext uri="{BB962C8B-B14F-4D97-AF65-F5344CB8AC3E}">
        <p14:creationId xmlns:p14="http://schemas.microsoft.com/office/powerpoint/2010/main" val="19457018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type="body" sz="quarter" idx="10"/>
          </p:nvPr>
        </p:nvSpPr>
        <p:spPr>
          <a:xfrm>
            <a:off x="249239" y="1212850"/>
            <a:ext cx="11887200" cy="2363724"/>
          </a:xfrm>
        </p:spPr>
        <p:txBody>
          <a:bodyPr/>
          <a:lstStyle/>
          <a:p>
            <a:pPr marL="0" indent="0">
              <a:buNone/>
            </a:pPr>
            <a:r>
              <a:rPr lang="en-US" dirty="0" smtClean="0">
                <a:gradFill>
                  <a:gsLst>
                    <a:gs pos="16814">
                      <a:schemeClr val="accent6"/>
                    </a:gs>
                    <a:gs pos="49000">
                      <a:schemeClr val="accent6"/>
                    </a:gs>
                  </a:gsLst>
                  <a:lin ang="5400000" scaled="0"/>
                </a:gradFill>
              </a:rPr>
              <a:t>Each Office add-in is based on XML-based manifest</a:t>
            </a:r>
          </a:p>
          <a:p>
            <a:pPr marL="287338" lvl="1" indent="-287338"/>
            <a:r>
              <a:rPr lang="en-US" dirty="0"/>
              <a:t>Manifest points to a </a:t>
            </a:r>
            <a:r>
              <a:rPr lang="en-US" dirty="0" smtClean="0"/>
              <a:t>web </a:t>
            </a:r>
            <a:r>
              <a:rPr lang="en-US" dirty="0"/>
              <a:t>page</a:t>
            </a:r>
          </a:p>
          <a:p>
            <a:pPr marL="287338" lvl="1" indent="-287338"/>
            <a:r>
              <a:rPr lang="en-US" dirty="0"/>
              <a:t>Manifest defines the type of the Office </a:t>
            </a:r>
            <a:r>
              <a:rPr lang="en-US" dirty="0" smtClean="0"/>
              <a:t>add-in</a:t>
            </a:r>
            <a:endParaRPr lang="en-US" dirty="0"/>
          </a:p>
          <a:p>
            <a:pPr marL="287338" lvl="1" indent="-287338"/>
            <a:r>
              <a:rPr lang="en-US" dirty="0"/>
              <a:t>Manifest defines which Office applications it supports</a:t>
            </a:r>
          </a:p>
          <a:p>
            <a:pPr marL="287338" lvl="1" indent="-287338"/>
            <a:r>
              <a:rPr lang="en-US" dirty="0"/>
              <a:t>Manifest defines required capabilities</a:t>
            </a:r>
          </a:p>
        </p:txBody>
      </p:sp>
      <p:sp>
        <p:nvSpPr>
          <p:cNvPr id="3" name="Title 2"/>
          <p:cNvSpPr>
            <a:spLocks noGrp="1"/>
          </p:cNvSpPr>
          <p:nvPr>
            <p:ph type="title"/>
          </p:nvPr>
        </p:nvSpPr>
        <p:spPr/>
        <p:txBody>
          <a:bodyPr/>
          <a:lstStyle/>
          <a:p>
            <a:r>
              <a:rPr lang="en-US" smtClean="0"/>
              <a:t>Anatomy of an Office add-in</a:t>
            </a:r>
            <a:endParaRPr lang="en-US" dirty="0"/>
          </a:p>
        </p:txBody>
      </p:sp>
      <p:grpSp>
        <p:nvGrpSpPr>
          <p:cNvPr id="23" name="Group 22"/>
          <p:cNvGrpSpPr/>
          <p:nvPr/>
        </p:nvGrpSpPr>
        <p:grpSpPr>
          <a:xfrm>
            <a:off x="2393507" y="3779595"/>
            <a:ext cx="7598664" cy="2381305"/>
            <a:chOff x="-204092" y="2698032"/>
            <a:chExt cx="7598664" cy="2381305"/>
          </a:xfrm>
        </p:grpSpPr>
        <p:pic>
          <p:nvPicPr>
            <p:cNvPr id="24" name="Picture 23"/>
            <p:cNvPicPr>
              <a:picLocks noChangeAspect="1"/>
            </p:cNvPicPr>
            <p:nvPr/>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204092" y="2744309"/>
              <a:ext cx="4859653" cy="2095224"/>
            </a:xfrm>
            <a:prstGeom prst="rect">
              <a:avLst/>
            </a:prstGeom>
          </p:spPr>
        </p:pic>
        <p:grpSp>
          <p:nvGrpSpPr>
            <p:cNvPr id="25" name="Group 24"/>
            <p:cNvGrpSpPr/>
            <p:nvPr/>
          </p:nvGrpSpPr>
          <p:grpSpPr>
            <a:xfrm>
              <a:off x="4507616" y="2698032"/>
              <a:ext cx="2886956" cy="2381305"/>
              <a:chOff x="8428641" y="3969071"/>
              <a:chExt cx="3502860" cy="2594233"/>
            </a:xfrm>
          </p:grpSpPr>
          <p:sp>
            <p:nvSpPr>
              <p:cNvPr id="31" name="Rectangle 30"/>
              <p:cNvSpPr/>
              <p:nvPr/>
            </p:nvSpPr>
            <p:spPr>
              <a:xfrm>
                <a:off x="8428642" y="3969071"/>
                <a:ext cx="3502859" cy="2594233"/>
              </a:xfrm>
              <a:prstGeom prst="rect">
                <a:avLst/>
              </a:prstGeom>
              <a:solidFill>
                <a:srgbClr val="FFFFFF"/>
              </a:solidFill>
              <a:ln w="28575" cap="sq" cmpd="sng" algn="ctr">
                <a:solidFill>
                  <a:srgbClr val="262626">
                    <a:lumMod val="40000"/>
                    <a:lumOff val="60000"/>
                  </a:srgbClr>
                </a:solidFill>
                <a:prstDash val="solid"/>
                <a:miter lim="800000"/>
              </a:ln>
              <a:effectLst/>
            </p:spPr>
            <p:txBody>
              <a:bodyPr rtlCol="0" anchor="ctr"/>
              <a:lstStyle/>
              <a:p>
                <a:pPr algn="ctr" defTabSz="761183"/>
                <a:endParaRPr lang="en-US" sz="1500" kern="0">
                  <a:solidFill>
                    <a:srgbClr val="1B1B1B"/>
                  </a:solidFill>
                  <a:latin typeface="Segoe UI"/>
                </a:endParaRPr>
              </a:p>
            </p:txBody>
          </p:sp>
          <p:sp>
            <p:nvSpPr>
              <p:cNvPr id="32" name="Rectangle 31"/>
              <p:cNvSpPr/>
              <p:nvPr/>
            </p:nvSpPr>
            <p:spPr>
              <a:xfrm>
                <a:off x="8428641" y="3969071"/>
                <a:ext cx="3502859" cy="529025"/>
              </a:xfrm>
              <a:prstGeom prst="rect">
                <a:avLst/>
              </a:prstGeom>
              <a:solidFill>
                <a:srgbClr val="FFFFFF"/>
              </a:solidFill>
              <a:ln w="28575" cap="sq" cmpd="sng" algn="ctr">
                <a:solidFill>
                  <a:srgbClr val="262626">
                    <a:lumMod val="40000"/>
                    <a:lumOff val="60000"/>
                  </a:srgbClr>
                </a:solidFill>
                <a:prstDash val="solid"/>
                <a:miter lim="800000"/>
              </a:ln>
              <a:effectLst/>
            </p:spPr>
            <p:txBody>
              <a:bodyPr rtlCol="0" anchor="ctr"/>
              <a:lstStyle/>
              <a:p>
                <a:pPr algn="ctr" defTabSz="761183"/>
                <a:endParaRPr lang="en-US" sz="1166" kern="0" dirty="0">
                  <a:solidFill>
                    <a:srgbClr val="262626">
                      <a:lumMod val="60000"/>
                      <a:lumOff val="40000"/>
                    </a:srgbClr>
                  </a:solidFill>
                  <a:latin typeface="Segoe UI"/>
                </a:endParaRPr>
              </a:p>
            </p:txBody>
          </p:sp>
        </p:grpSp>
        <p:sp>
          <p:nvSpPr>
            <p:cNvPr id="26" name="Rectangle 25"/>
            <p:cNvSpPr/>
            <p:nvPr/>
          </p:nvSpPr>
          <p:spPr>
            <a:xfrm>
              <a:off x="702700" y="3651879"/>
              <a:ext cx="1254847" cy="1004702"/>
            </a:xfrm>
            <a:prstGeom prst="rect">
              <a:avLst/>
            </a:prstGeom>
            <a:solidFill>
              <a:srgbClr val="FFFFFF"/>
            </a:solidFill>
            <a:ln w="28575" cap="flat" cmpd="sng" algn="ctr">
              <a:solidFill>
                <a:srgbClr val="595959"/>
              </a:solidFill>
              <a:prstDash val="solid"/>
            </a:ln>
            <a:effectLst/>
          </p:spPr>
          <p:txBody>
            <a:bodyPr lIns="47578" tIns="23788" rIns="47578" bIns="23788" rtlCol="0" anchor="ctr"/>
            <a:lstStyle/>
            <a:p>
              <a:pPr algn="ctr" defTabSz="761183">
                <a:lnSpc>
                  <a:spcPct val="90000"/>
                </a:lnSpc>
                <a:spcBef>
                  <a:spcPts val="600"/>
                </a:spcBef>
              </a:pPr>
              <a:r>
                <a:rPr lang="en-US" sz="1400" kern="0" dirty="0">
                  <a:gradFill>
                    <a:gsLst>
                      <a:gs pos="12389">
                        <a:schemeClr val="tx1"/>
                      </a:gs>
                      <a:gs pos="31000">
                        <a:schemeClr val="tx1"/>
                      </a:gs>
                    </a:gsLst>
                    <a:lin ang="5400000" scaled="0"/>
                  </a:gradFill>
                  <a:latin typeface="Segoe UI"/>
                </a:rPr>
                <a:t>Office </a:t>
              </a:r>
              <a:r>
                <a:rPr lang="en-US" sz="1400" kern="0" dirty="0" smtClean="0">
                  <a:gradFill>
                    <a:gsLst>
                      <a:gs pos="12389">
                        <a:schemeClr val="tx1"/>
                      </a:gs>
                      <a:gs pos="31000">
                        <a:schemeClr val="tx1"/>
                      </a:gs>
                    </a:gsLst>
                    <a:lin ang="5400000" scaled="0"/>
                  </a:gradFill>
                  <a:latin typeface="Segoe UI"/>
                </a:rPr>
                <a:t>add-in</a:t>
              </a:r>
              <a:r>
                <a:rPr lang="en-US" sz="1400" kern="0" dirty="0">
                  <a:gradFill>
                    <a:gsLst>
                      <a:gs pos="12389">
                        <a:schemeClr val="tx1"/>
                      </a:gs>
                      <a:gs pos="31000">
                        <a:schemeClr val="tx1"/>
                      </a:gs>
                    </a:gsLst>
                    <a:lin ang="5400000" scaled="0"/>
                  </a:gradFill>
                  <a:latin typeface="Segoe UI"/>
                </a:rPr>
                <a:t/>
              </a:r>
              <a:br>
                <a:rPr lang="en-US" sz="1400" kern="0" dirty="0">
                  <a:gradFill>
                    <a:gsLst>
                      <a:gs pos="12389">
                        <a:schemeClr val="tx1"/>
                      </a:gs>
                      <a:gs pos="31000">
                        <a:schemeClr val="tx1"/>
                      </a:gs>
                    </a:gsLst>
                    <a:lin ang="5400000" scaled="0"/>
                  </a:gradFill>
                  <a:latin typeface="Segoe UI"/>
                </a:rPr>
              </a:br>
              <a:r>
                <a:rPr lang="en-US" sz="1400" kern="0" dirty="0" smtClean="0">
                  <a:gradFill>
                    <a:gsLst>
                      <a:gs pos="12389">
                        <a:schemeClr val="tx1"/>
                      </a:gs>
                      <a:gs pos="31000">
                        <a:schemeClr val="tx1"/>
                      </a:gs>
                    </a:gsLst>
                    <a:lin ang="5400000" scaled="0"/>
                  </a:gradFill>
                  <a:latin typeface="Segoe UI"/>
                </a:rPr>
                <a:t>manifest</a:t>
              </a:r>
              <a:endParaRPr lang="en-US" sz="1166" kern="0" dirty="0">
                <a:solidFill>
                  <a:srgbClr val="1B1B1B"/>
                </a:solidFill>
                <a:latin typeface="Segoe UI"/>
              </a:endParaRPr>
            </a:p>
            <a:p>
              <a:pPr algn="ctr" defTabSz="761183">
                <a:lnSpc>
                  <a:spcPct val="90000"/>
                </a:lnSpc>
                <a:spcBef>
                  <a:spcPts val="600"/>
                </a:spcBef>
              </a:pPr>
              <a:r>
                <a:rPr lang="en-US" sz="1050" b="1" kern="0" dirty="0">
                  <a:gradFill>
                    <a:gsLst>
                      <a:gs pos="23894">
                        <a:schemeClr val="tx2"/>
                      </a:gs>
                      <a:gs pos="43000">
                        <a:schemeClr val="tx2"/>
                      </a:gs>
                    </a:gsLst>
                    <a:lin ang="5400000" scaled="0"/>
                  </a:gradFill>
                  <a:latin typeface="Segoe UI"/>
                </a:rPr>
                <a:t>&lt;XML&gt;</a:t>
              </a:r>
            </a:p>
          </p:txBody>
        </p:sp>
        <p:sp>
          <p:nvSpPr>
            <p:cNvPr id="27" name="Rectangle 26"/>
            <p:cNvSpPr/>
            <p:nvPr/>
          </p:nvSpPr>
          <p:spPr>
            <a:xfrm>
              <a:off x="2512338" y="3643151"/>
              <a:ext cx="1263048" cy="1004702"/>
            </a:xfrm>
            <a:prstGeom prst="rect">
              <a:avLst/>
            </a:prstGeom>
            <a:solidFill>
              <a:srgbClr val="FFFFFF"/>
            </a:solidFill>
            <a:ln w="28575" cap="flat" cmpd="sng" algn="ctr">
              <a:solidFill>
                <a:srgbClr val="595959"/>
              </a:solidFill>
              <a:prstDash val="solid"/>
            </a:ln>
            <a:effectLst/>
          </p:spPr>
          <p:txBody>
            <a:bodyPr lIns="47578" tIns="23788" rIns="47578" bIns="23788" rtlCol="0" anchor="ctr"/>
            <a:lstStyle/>
            <a:p>
              <a:pPr algn="ctr" defTabSz="761183">
                <a:lnSpc>
                  <a:spcPct val="90000"/>
                </a:lnSpc>
                <a:spcBef>
                  <a:spcPts val="600"/>
                </a:spcBef>
              </a:pPr>
              <a:r>
                <a:rPr lang="en-US" sz="1400" kern="0" dirty="0" smtClean="0">
                  <a:gradFill>
                    <a:gsLst>
                      <a:gs pos="12389">
                        <a:schemeClr val="tx1"/>
                      </a:gs>
                      <a:gs pos="31000">
                        <a:schemeClr val="tx1"/>
                      </a:gs>
                    </a:gsLst>
                    <a:lin ang="5400000" scaled="0"/>
                  </a:gradFill>
                  <a:latin typeface="Segoe UI"/>
                </a:rPr>
                <a:t>Web page</a:t>
              </a:r>
              <a:endParaRPr lang="en-US" sz="1400" kern="0" dirty="0">
                <a:gradFill>
                  <a:gsLst>
                    <a:gs pos="12389">
                      <a:schemeClr val="tx1"/>
                    </a:gs>
                    <a:gs pos="31000">
                      <a:schemeClr val="tx1"/>
                    </a:gs>
                  </a:gsLst>
                  <a:lin ang="5400000" scaled="0"/>
                </a:gradFill>
                <a:latin typeface="Segoe UI"/>
              </a:endParaRPr>
            </a:p>
            <a:p>
              <a:pPr algn="ctr" defTabSz="761183"/>
              <a:endParaRPr lang="en-US" sz="833" b="1" kern="0" dirty="0">
                <a:solidFill>
                  <a:srgbClr val="FF7401"/>
                </a:solidFill>
                <a:latin typeface="Segoe UI"/>
              </a:endParaRPr>
            </a:p>
            <a:p>
              <a:pPr algn="ctr" defTabSz="761183">
                <a:lnSpc>
                  <a:spcPct val="90000"/>
                </a:lnSpc>
                <a:spcBef>
                  <a:spcPts val="600"/>
                </a:spcBef>
              </a:pPr>
              <a:r>
                <a:rPr lang="en-US" sz="1050" b="1" kern="0" dirty="0">
                  <a:gradFill>
                    <a:gsLst>
                      <a:gs pos="23894">
                        <a:schemeClr val="tx2"/>
                      </a:gs>
                      <a:gs pos="43000">
                        <a:schemeClr val="tx2"/>
                      </a:gs>
                    </a:gsLst>
                    <a:lin ang="5400000" scaled="0"/>
                  </a:gradFill>
                  <a:latin typeface="Segoe UI"/>
                </a:rPr>
                <a:t>HTML+JS</a:t>
              </a:r>
            </a:p>
          </p:txBody>
        </p:sp>
        <p:sp>
          <p:nvSpPr>
            <p:cNvPr id="28" name="Cross 27"/>
            <p:cNvSpPr/>
            <p:nvPr/>
          </p:nvSpPr>
          <p:spPr>
            <a:xfrm>
              <a:off x="2066282" y="3970428"/>
              <a:ext cx="343078" cy="325209"/>
            </a:xfrm>
            <a:prstGeom prst="plus">
              <a:avLst>
                <a:gd name="adj" fmla="val 33488"/>
              </a:avLst>
            </a:prstGeom>
            <a:solidFill>
              <a:srgbClr val="595959"/>
            </a:solidFill>
            <a:ln w="28575" cap="flat" cmpd="sng" algn="ctr">
              <a:noFill/>
              <a:prstDash val="solid"/>
            </a:ln>
            <a:effectLst/>
          </p:spPr>
          <p:txBody>
            <a:bodyPr lIns="47578" tIns="23788" rIns="47578" bIns="23788" rtlCol="0" anchor="ctr"/>
            <a:lstStyle/>
            <a:p>
              <a:pPr algn="ctr" defTabSz="761183"/>
              <a:endParaRPr lang="en-US" sz="1500" kern="0">
                <a:solidFill>
                  <a:srgbClr val="FFFFFF"/>
                </a:solidFill>
                <a:latin typeface="Segoe UI"/>
              </a:endParaRPr>
            </a:p>
          </p:txBody>
        </p:sp>
        <p:sp>
          <p:nvSpPr>
            <p:cNvPr id="29" name="Equal 28"/>
            <p:cNvSpPr/>
            <p:nvPr/>
          </p:nvSpPr>
          <p:spPr>
            <a:xfrm>
              <a:off x="3906291" y="3931025"/>
              <a:ext cx="500549" cy="342326"/>
            </a:xfrm>
            <a:prstGeom prst="mathEqual">
              <a:avLst>
                <a:gd name="adj1" fmla="val 14949"/>
                <a:gd name="adj2" fmla="val 17475"/>
              </a:avLst>
            </a:prstGeom>
            <a:solidFill>
              <a:srgbClr val="595959"/>
            </a:solidFill>
            <a:ln w="28575" cap="flat" cmpd="sng" algn="ctr">
              <a:solidFill>
                <a:srgbClr val="595959"/>
              </a:solidFill>
              <a:prstDash val="solid"/>
            </a:ln>
            <a:effectLst/>
          </p:spPr>
          <p:txBody>
            <a:bodyPr lIns="47578" tIns="23788" rIns="47578" bIns="23788" rtlCol="0" anchor="ctr"/>
            <a:lstStyle/>
            <a:p>
              <a:pPr algn="ctr" defTabSz="761183"/>
              <a:endParaRPr lang="en-US" sz="1500" kern="0">
                <a:solidFill>
                  <a:srgbClr val="1B1B1B"/>
                </a:solidFill>
                <a:latin typeface="Segoe UI"/>
              </a:endParaRPr>
            </a:p>
          </p:txBody>
        </p:sp>
        <p:sp>
          <p:nvSpPr>
            <p:cNvPr id="30" name="Rectangle 29"/>
            <p:cNvSpPr/>
            <p:nvPr/>
          </p:nvSpPr>
          <p:spPr>
            <a:xfrm>
              <a:off x="4903661" y="3366398"/>
              <a:ext cx="2094863" cy="1471580"/>
            </a:xfrm>
            <a:prstGeom prst="rect">
              <a:avLst/>
            </a:prstGeom>
            <a:ln w="19050">
              <a:solidFill>
                <a:srgbClr val="4D4D4D">
                  <a:lumMod val="40000"/>
                  <a:lumOff val="60000"/>
                </a:srgbClr>
              </a:solidFill>
            </a:ln>
          </p:spPr>
          <p:txBody>
            <a:bodyPr vert="horz" lIns="0" tIns="0" rIns="0" bIns="0" rtlCol="0" anchor="ctr">
              <a:noAutofit/>
            </a:bodyPr>
            <a:lstStyle/>
            <a:p>
              <a:pPr algn="ctr" defTabSz="761183">
                <a:spcBef>
                  <a:spcPct val="20000"/>
                </a:spcBef>
              </a:pPr>
              <a:r>
                <a:rPr lang="en-US" sz="2400" kern="0" spc="-67" dirty="0">
                  <a:gradFill>
                    <a:gsLst>
                      <a:gs pos="23894">
                        <a:schemeClr val="tx2"/>
                      </a:gs>
                      <a:gs pos="43000">
                        <a:schemeClr val="tx2"/>
                      </a:gs>
                    </a:gsLst>
                    <a:lin ang="5400000" scaled="0"/>
                  </a:gradFill>
                  <a:latin typeface="Segoe UI" panose="020B0502040204020203" pitchFamily="34" charset="0"/>
                  <a:ea typeface="Segoe UI" panose="020B0502040204020203" pitchFamily="34" charset="0"/>
                  <a:cs typeface="Segoe UI" panose="020B0502040204020203" pitchFamily="34" charset="0"/>
                </a:rPr>
                <a:t>Office </a:t>
              </a:r>
              <a:r>
                <a:rPr lang="en-US" sz="2400" kern="0" spc="-67" dirty="0" smtClean="0">
                  <a:gradFill>
                    <a:gsLst>
                      <a:gs pos="23894">
                        <a:schemeClr val="tx2"/>
                      </a:gs>
                      <a:gs pos="43000">
                        <a:schemeClr val="tx2"/>
                      </a:gs>
                    </a:gsLst>
                    <a:lin ang="5400000" scaled="0"/>
                  </a:gradFill>
                  <a:latin typeface="Segoe UI" panose="020B0502040204020203" pitchFamily="34" charset="0"/>
                  <a:ea typeface="Segoe UI" panose="020B0502040204020203" pitchFamily="34" charset="0"/>
                  <a:cs typeface="Segoe UI" panose="020B0502040204020203" pitchFamily="34" charset="0"/>
                </a:rPr>
                <a:t>add-in</a:t>
              </a:r>
              <a:endParaRPr lang="en-US" sz="2400" kern="0" spc="-67" dirty="0">
                <a:gradFill>
                  <a:gsLst>
                    <a:gs pos="23894">
                      <a:schemeClr val="tx2"/>
                    </a:gs>
                    <a:gs pos="43000">
                      <a:schemeClr val="tx2"/>
                    </a:gs>
                  </a:gsLst>
                  <a:lin ang="5400000" scaled="0"/>
                </a:gradFill>
                <a:latin typeface="Segoe UI" panose="020B0502040204020203" pitchFamily="34" charset="0"/>
                <a:ea typeface="Segoe UI" panose="020B0502040204020203" pitchFamily="34" charset="0"/>
                <a:cs typeface="Segoe UI" panose="020B0502040204020203" pitchFamily="34" charset="0"/>
              </a:endParaRPr>
            </a:p>
          </p:txBody>
        </p:sp>
      </p:grpSp>
      <p:sp>
        <p:nvSpPr>
          <p:cNvPr id="4" name="Footer Placeholder 3"/>
          <p:cNvSpPr>
            <a:spLocks noGrp="1"/>
          </p:cNvSpPr>
          <p:nvPr>
            <p:ph type="ftr" sz="quarter" idx="11"/>
          </p:nvPr>
        </p:nvSpPr>
        <p:spPr/>
        <p:txBody>
          <a:bodyPr/>
          <a:lstStyle/>
          <a:p>
            <a:pPr>
              <a:defRPr/>
            </a:pPr>
            <a:r>
              <a:rPr lang="en-US" sz="1400" smtClean="0">
                <a:gradFill>
                  <a:gsLst>
                    <a:gs pos="8367">
                      <a:schemeClr val="accent6"/>
                    </a:gs>
                    <a:gs pos="100000">
                      <a:schemeClr val="accent6"/>
                    </a:gs>
                  </a:gsLst>
                  <a:lin ang="5400000" scaled="0"/>
                </a:gradFill>
                <a:latin typeface="Segoe UI Black" panose="020B0A02040204020203" pitchFamily="34" charset="0"/>
                <a:ea typeface="Segoe UI Black" panose="020B0A02040204020203" pitchFamily="34" charset="0"/>
                <a:cs typeface="Segoe UI Black" panose="020B0A02040204020203" pitchFamily="34" charset="0"/>
              </a:rPr>
              <a:t>1</a:t>
            </a:r>
            <a:r>
              <a:rPr lang="en-US" sz="1400" smtClean="0">
                <a:gradFill>
                  <a:gsLst>
                    <a:gs pos="8367">
                      <a:schemeClr val="accent6"/>
                    </a:gs>
                    <a:gs pos="100000">
                      <a:schemeClr val="accent6"/>
                    </a:gs>
                  </a:gsLst>
                  <a:lin ang="5400000" scaled="0"/>
                </a:gradFill>
              </a:rPr>
              <a:t> </a:t>
            </a:r>
            <a:r>
              <a:rPr lang="en-US" sz="1400" smtClean="0">
                <a:gradFill>
                  <a:gsLst>
                    <a:gs pos="8367">
                      <a:srgbClr val="000000"/>
                    </a:gs>
                    <a:gs pos="31000">
                      <a:srgbClr val="000000"/>
                    </a:gs>
                  </a:gsLst>
                  <a:lin ang="5400000" scaled="0"/>
                </a:gradFill>
              </a:rPr>
              <a:t>Office add-ins revisited</a:t>
            </a:r>
            <a:endParaRPr lang="en-US" sz="1400" smtClean="0"/>
          </a:p>
          <a:p>
            <a:endParaRPr lang="en-US" dirty="0"/>
          </a:p>
        </p:txBody>
      </p:sp>
    </p:spTree>
    <p:extLst>
      <p:ext uri="{BB962C8B-B14F-4D97-AF65-F5344CB8AC3E}">
        <p14:creationId xmlns:p14="http://schemas.microsoft.com/office/powerpoint/2010/main" val="28846358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Rectangle 16"/>
          <p:cNvSpPr/>
          <p:nvPr/>
        </p:nvSpPr>
        <p:spPr bwMode="auto">
          <a:xfrm>
            <a:off x="246063" y="6230679"/>
            <a:ext cx="942975" cy="763846"/>
          </a:xfrm>
          <a:prstGeom prst="rect">
            <a:avLst/>
          </a:prstGeom>
          <a:solidFill>
            <a:schemeClr val="bg1"/>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sp>
        <p:nvSpPr>
          <p:cNvPr id="9" name="Content Placeholder 8"/>
          <p:cNvSpPr>
            <a:spLocks noGrp="1"/>
          </p:cNvSpPr>
          <p:nvPr>
            <p:ph type="body" sz="quarter" idx="10"/>
          </p:nvPr>
        </p:nvSpPr>
        <p:spPr>
          <a:xfrm>
            <a:off x="249239" y="1212850"/>
            <a:ext cx="11887200" cy="683264"/>
          </a:xfrm>
        </p:spPr>
        <p:txBody>
          <a:bodyPr vert="horz" wrap="square" lIns="146304" tIns="91440" rIns="146304" bIns="91440" rtlCol="0">
            <a:spAutoFit/>
          </a:bodyPr>
          <a:lstStyle/>
          <a:p>
            <a:pPr marL="0" lvl="1" indent="0">
              <a:buNone/>
            </a:pPr>
            <a:r>
              <a:rPr lang="en-US" sz="3600" dirty="0" smtClean="0">
                <a:gradFill>
                  <a:gsLst>
                    <a:gs pos="12389">
                      <a:schemeClr val="accent6"/>
                    </a:gs>
                    <a:gs pos="50000">
                      <a:schemeClr val="accent6"/>
                    </a:gs>
                  </a:gsLst>
                  <a:lin ang="5400000" scaled="0"/>
                </a:gradFill>
                <a:latin typeface="+mj-lt"/>
              </a:rPr>
              <a:t>Office add-in insertion UI located in Ribbon inside Insert Tab</a:t>
            </a:r>
            <a:endParaRPr lang="en-US" sz="3600" dirty="0">
              <a:gradFill>
                <a:gsLst>
                  <a:gs pos="12389">
                    <a:schemeClr val="accent6"/>
                  </a:gs>
                  <a:gs pos="50000">
                    <a:schemeClr val="accent6"/>
                  </a:gs>
                </a:gsLst>
                <a:lin ang="5400000" scaled="0"/>
              </a:gradFill>
              <a:latin typeface="+mj-lt"/>
            </a:endParaRPr>
          </a:p>
        </p:txBody>
      </p:sp>
      <p:sp>
        <p:nvSpPr>
          <p:cNvPr id="3" name="Title 2"/>
          <p:cNvSpPr>
            <a:spLocks noGrp="1"/>
          </p:cNvSpPr>
          <p:nvPr>
            <p:ph type="title"/>
          </p:nvPr>
        </p:nvSpPr>
        <p:spPr/>
        <p:txBody>
          <a:bodyPr/>
          <a:lstStyle/>
          <a:p>
            <a:r>
              <a:rPr lang="en-US" smtClean="0"/>
              <a:t>Adding an Office add-in using the insertion UI</a:t>
            </a:r>
            <a:endParaRPr lang="en-US" dirty="0"/>
          </a:p>
        </p:txBody>
      </p:sp>
      <p:grpSp>
        <p:nvGrpSpPr>
          <p:cNvPr id="12" name="Group 11"/>
          <p:cNvGrpSpPr/>
          <p:nvPr/>
        </p:nvGrpSpPr>
        <p:grpSpPr>
          <a:xfrm>
            <a:off x="440633" y="1897461"/>
            <a:ext cx="6220047" cy="1639400"/>
            <a:chOff x="3094074" y="1929360"/>
            <a:chExt cx="6220047" cy="1639400"/>
          </a:xfrm>
        </p:grpSpPr>
        <p:sp>
          <p:nvSpPr>
            <p:cNvPr id="7" name="Rectangle 6"/>
            <p:cNvSpPr/>
            <p:nvPr/>
          </p:nvSpPr>
          <p:spPr bwMode="auto">
            <a:xfrm>
              <a:off x="3094074" y="1929360"/>
              <a:ext cx="6220047" cy="1639400"/>
            </a:xfrm>
            <a:prstGeom prst="rect">
              <a:avLst/>
            </a:prstGeom>
            <a:solidFill>
              <a:schemeClr val="bg2">
                <a:lumMod val="20000"/>
                <a:lumOff val="80000"/>
              </a:schemeClr>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pic>
          <p:nvPicPr>
            <p:cNvPr id="4" name="Picture 3"/>
            <p:cNvPicPr>
              <a:picLocks noChangeAspect="1"/>
            </p:cNvPicPr>
            <p:nvPr/>
          </p:nvPicPr>
          <p:blipFill rotWithShape="1">
            <a:blip r:embed="rId3"/>
            <a:srcRect b="4510"/>
            <a:stretch/>
          </p:blipFill>
          <p:spPr>
            <a:xfrm>
              <a:off x="3175176" y="2001224"/>
              <a:ext cx="6057841" cy="1495672"/>
            </a:xfrm>
            <a:prstGeom prst="rect">
              <a:avLst/>
            </a:prstGeom>
          </p:spPr>
        </p:pic>
      </p:grpSp>
      <p:grpSp>
        <p:nvGrpSpPr>
          <p:cNvPr id="11" name="Group 10"/>
          <p:cNvGrpSpPr/>
          <p:nvPr/>
        </p:nvGrpSpPr>
        <p:grpSpPr>
          <a:xfrm>
            <a:off x="440633" y="4380620"/>
            <a:ext cx="3583172" cy="2317897"/>
            <a:chOff x="4401880" y="4242391"/>
            <a:chExt cx="3583172" cy="2317897"/>
          </a:xfrm>
        </p:grpSpPr>
        <p:sp>
          <p:nvSpPr>
            <p:cNvPr id="10" name="Rectangle 9"/>
            <p:cNvSpPr/>
            <p:nvPr/>
          </p:nvSpPr>
          <p:spPr bwMode="auto">
            <a:xfrm>
              <a:off x="4401880" y="4242391"/>
              <a:ext cx="3583172" cy="2317897"/>
            </a:xfrm>
            <a:prstGeom prst="rect">
              <a:avLst/>
            </a:prstGeom>
            <a:solidFill>
              <a:schemeClr val="bg2">
                <a:lumMod val="20000"/>
                <a:lumOff val="80000"/>
              </a:schemeClr>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pic>
          <p:nvPicPr>
            <p:cNvPr id="6" name="Picture 5"/>
            <p:cNvPicPr>
              <a:picLocks noChangeAspect="1"/>
            </p:cNvPicPr>
            <p:nvPr/>
          </p:nvPicPr>
          <p:blipFill>
            <a:blip r:embed="rId4"/>
            <a:stretch>
              <a:fillRect/>
            </a:stretch>
          </p:blipFill>
          <p:spPr>
            <a:xfrm>
              <a:off x="4482449" y="4321214"/>
              <a:ext cx="3422035" cy="2160251"/>
            </a:xfrm>
            <a:prstGeom prst="rect">
              <a:avLst/>
            </a:prstGeom>
          </p:spPr>
        </p:pic>
      </p:grpSp>
      <p:sp>
        <p:nvSpPr>
          <p:cNvPr id="8" name="Content Placeholder 8"/>
          <p:cNvSpPr txBox="1">
            <a:spLocks/>
          </p:cNvSpPr>
          <p:nvPr/>
        </p:nvSpPr>
        <p:spPr>
          <a:xfrm>
            <a:off x="249239" y="3740234"/>
            <a:ext cx="11887200" cy="683264"/>
          </a:xfrm>
          <a:prstGeom prst="rect">
            <a:avLst/>
          </a:prstGeom>
        </p:spPr>
        <p:txBody>
          <a:bodyPr vert="horz" wrap="square" lIns="146304" tIns="91440" rIns="146304" bIns="91440" rtlCol="0">
            <a:spAutoFit/>
          </a:bodyPr>
          <a:lstStyle>
            <a:lvl1pPr marL="342900" marR="0" indent="-342900" fontAlgn="auto">
              <a:lnSpc>
                <a:spcPct val="90000"/>
              </a:lnSpc>
              <a:spcBef>
                <a:spcPct val="20000"/>
              </a:spcBef>
              <a:spcAft>
                <a:spcPts val="0"/>
              </a:spcAft>
              <a:buClrTx/>
              <a:buSzPct val="90000"/>
              <a:buFont typeface="Arial" pitchFamily="34" charset="0"/>
              <a:buChar char="•"/>
              <a:tabLst/>
              <a:defRPr sz="4000" spc="0" baseline="0">
                <a:gradFill>
                  <a:gsLst>
                    <a:gs pos="1250">
                      <a:schemeClr val="tx2"/>
                    </a:gs>
                    <a:gs pos="99000">
                      <a:schemeClr val="tx2"/>
                    </a:gs>
                  </a:gsLst>
                  <a:lin ang="5400000" scaled="0"/>
                </a:gradFill>
                <a:latin typeface="+mj-lt"/>
              </a:defRPr>
            </a:lvl1pPr>
            <a:lvl2pPr marL="0" marR="0" lvl="1" indent="0" fontAlgn="auto">
              <a:lnSpc>
                <a:spcPct val="90000"/>
              </a:lnSpc>
              <a:spcBef>
                <a:spcPct val="20000"/>
              </a:spcBef>
              <a:spcAft>
                <a:spcPts val="0"/>
              </a:spcAft>
              <a:buClrTx/>
              <a:buSzPct val="90000"/>
              <a:buFont typeface="Arial" pitchFamily="34" charset="0"/>
              <a:buNone/>
              <a:tabLst/>
              <a:defRPr sz="3600" spc="0" baseline="0">
                <a:gradFill>
                  <a:gsLst>
                    <a:gs pos="1250">
                      <a:schemeClr val="tx2"/>
                    </a:gs>
                    <a:gs pos="99000">
                      <a:schemeClr val="tx2"/>
                    </a:gs>
                  </a:gsLst>
                  <a:lin ang="5400000" scaled="0"/>
                </a:gradFill>
                <a:latin typeface="+mj-lt"/>
              </a:defRPr>
            </a:lvl2pPr>
            <a:lvl3pPr marL="800100" marR="0" indent="-228600" fontAlgn="auto">
              <a:lnSpc>
                <a:spcPct val="90000"/>
              </a:lnSpc>
              <a:spcBef>
                <a:spcPct val="20000"/>
              </a:spcBef>
              <a:spcAft>
                <a:spcPts val="0"/>
              </a:spcAft>
              <a:buClrTx/>
              <a:buSzPct val="90000"/>
              <a:buFont typeface="Arial" pitchFamily="34" charset="0"/>
              <a:buChar char="•"/>
              <a:tabLst/>
              <a:defRPr sz="2000" spc="0" baseline="0">
                <a:gradFill>
                  <a:gsLst>
                    <a:gs pos="92515">
                      <a:srgbClr val="262626"/>
                    </a:gs>
                    <a:gs pos="0">
                      <a:srgbClr val="262626"/>
                    </a:gs>
                  </a:gsLst>
                  <a:lin ang="5400000" scaled="0"/>
                </a:gradFill>
              </a:defRPr>
            </a:lvl3pPr>
            <a:lvl4pPr marL="1028700" marR="0" indent="-228600" fontAlgn="auto">
              <a:lnSpc>
                <a:spcPct val="90000"/>
              </a:lnSpc>
              <a:spcBef>
                <a:spcPct val="20000"/>
              </a:spcBef>
              <a:spcAft>
                <a:spcPts val="0"/>
              </a:spcAft>
              <a:buClrTx/>
              <a:buSzPct val="90000"/>
              <a:buFont typeface="Arial" pitchFamily="34" charset="0"/>
              <a:buChar char="•"/>
              <a:tabLst/>
              <a:defRPr sz="1800" spc="0" baseline="0">
                <a:gradFill>
                  <a:gsLst>
                    <a:gs pos="92515">
                      <a:srgbClr val="262626"/>
                    </a:gs>
                    <a:gs pos="0">
                      <a:srgbClr val="262626"/>
                    </a:gs>
                  </a:gsLst>
                  <a:lin ang="5400000" scaled="0"/>
                </a:gradFill>
              </a:defRPr>
            </a:lvl4pPr>
            <a:lvl5pPr marL="1257300" marR="0" indent="-228600" fontAlgn="auto">
              <a:lnSpc>
                <a:spcPct val="90000"/>
              </a:lnSpc>
              <a:spcBef>
                <a:spcPct val="20000"/>
              </a:spcBef>
              <a:spcAft>
                <a:spcPts val="0"/>
              </a:spcAft>
              <a:buClrTx/>
              <a:buSzPct val="90000"/>
              <a:buFont typeface="Arial" pitchFamily="34" charset="0"/>
              <a:buChar char="•"/>
              <a:tabLst/>
              <a:defRPr sz="1800" spc="0" baseline="0">
                <a:gradFill>
                  <a:gsLst>
                    <a:gs pos="92515">
                      <a:srgbClr val="262626"/>
                    </a:gs>
                    <a:gs pos="0">
                      <a:srgbClr val="262626"/>
                    </a:gs>
                  </a:gsLst>
                  <a:lin ang="5400000" scaled="0"/>
                </a:gradFill>
              </a:defRPr>
            </a:lvl5pPr>
            <a:lvl6pPr marL="2565040" indent="-233186">
              <a:spcBef>
                <a:spcPct val="20000"/>
              </a:spcBef>
              <a:buFont typeface="Arial" pitchFamily="34" charset="0"/>
              <a:buChar char="•"/>
              <a:defRPr sz="2000"/>
            </a:lvl6pPr>
            <a:lvl7pPr marL="3031412" indent="-233186">
              <a:spcBef>
                <a:spcPct val="20000"/>
              </a:spcBef>
              <a:buFont typeface="Arial" pitchFamily="34" charset="0"/>
              <a:buChar char="•"/>
              <a:defRPr sz="2000"/>
            </a:lvl7pPr>
            <a:lvl8pPr marL="3497783" indent="-233186">
              <a:spcBef>
                <a:spcPct val="20000"/>
              </a:spcBef>
              <a:buFont typeface="Arial" pitchFamily="34" charset="0"/>
              <a:buChar char="•"/>
              <a:defRPr sz="2000"/>
            </a:lvl8pPr>
            <a:lvl9pPr marL="3964155" indent="-233186">
              <a:spcBef>
                <a:spcPct val="20000"/>
              </a:spcBef>
              <a:buFont typeface="Arial" pitchFamily="34" charset="0"/>
              <a:buChar char="•"/>
              <a:defRPr sz="2000"/>
            </a:lvl9pPr>
          </a:lstStyle>
          <a:p>
            <a:pPr lvl="1"/>
            <a:r>
              <a:rPr lang="en-US" dirty="0">
                <a:gradFill>
                  <a:gsLst>
                    <a:gs pos="77876">
                      <a:schemeClr val="accent6"/>
                    </a:gs>
                    <a:gs pos="48000">
                      <a:schemeClr val="accent6"/>
                    </a:gs>
                  </a:gsLst>
                  <a:lin ang="5400000" scaled="0"/>
                </a:gradFill>
              </a:rPr>
              <a:t>Dialog allows you to add and start Office a</a:t>
            </a:r>
            <a:r>
              <a:rPr lang="en-US" dirty="0" smtClean="0">
                <a:gradFill>
                  <a:gsLst>
                    <a:gs pos="77876">
                      <a:schemeClr val="accent6"/>
                    </a:gs>
                    <a:gs pos="48000">
                      <a:schemeClr val="accent6"/>
                    </a:gs>
                  </a:gsLst>
                  <a:lin ang="5400000" scaled="0"/>
                </a:gradFill>
              </a:rPr>
              <a:t>dd-in</a:t>
            </a:r>
            <a:endParaRPr lang="en-US" dirty="0">
              <a:gradFill>
                <a:gsLst>
                  <a:gs pos="77876">
                    <a:schemeClr val="accent6"/>
                  </a:gs>
                  <a:gs pos="48000">
                    <a:schemeClr val="accent6"/>
                  </a:gs>
                </a:gsLst>
                <a:lin ang="5400000" scaled="0"/>
              </a:gradFill>
            </a:endParaRPr>
          </a:p>
        </p:txBody>
      </p:sp>
      <p:sp>
        <p:nvSpPr>
          <p:cNvPr id="5" name="Footer Placeholder 4"/>
          <p:cNvSpPr>
            <a:spLocks noGrp="1"/>
          </p:cNvSpPr>
          <p:nvPr>
            <p:ph type="ftr" sz="quarter" idx="11"/>
          </p:nvPr>
        </p:nvSpPr>
        <p:spPr/>
        <p:txBody>
          <a:bodyPr/>
          <a:lstStyle/>
          <a:p>
            <a:pPr>
              <a:defRPr/>
            </a:pPr>
            <a:r>
              <a:rPr lang="en-US" sz="1400" smtClean="0">
                <a:gradFill>
                  <a:gsLst>
                    <a:gs pos="8367">
                      <a:schemeClr val="accent6"/>
                    </a:gs>
                    <a:gs pos="100000">
                      <a:schemeClr val="accent6"/>
                    </a:gs>
                  </a:gsLst>
                  <a:lin ang="5400000" scaled="0"/>
                </a:gradFill>
                <a:latin typeface="Segoe UI Black" panose="020B0A02040204020203" pitchFamily="34" charset="0"/>
                <a:ea typeface="Segoe UI Black" panose="020B0A02040204020203" pitchFamily="34" charset="0"/>
                <a:cs typeface="Segoe UI Black" panose="020B0A02040204020203" pitchFamily="34" charset="0"/>
              </a:rPr>
              <a:t>1</a:t>
            </a:r>
            <a:r>
              <a:rPr lang="en-US" sz="1400" smtClean="0">
                <a:gradFill>
                  <a:gsLst>
                    <a:gs pos="8367">
                      <a:schemeClr val="accent6"/>
                    </a:gs>
                    <a:gs pos="100000">
                      <a:schemeClr val="accent6"/>
                    </a:gs>
                  </a:gsLst>
                  <a:lin ang="5400000" scaled="0"/>
                </a:gradFill>
              </a:rPr>
              <a:t> </a:t>
            </a:r>
            <a:r>
              <a:rPr lang="en-US" sz="1400" smtClean="0">
                <a:gradFill>
                  <a:gsLst>
                    <a:gs pos="8367">
                      <a:srgbClr val="000000"/>
                    </a:gs>
                    <a:gs pos="31000">
                      <a:srgbClr val="000000"/>
                    </a:gs>
                  </a:gsLst>
                  <a:lin ang="5400000" scaled="0"/>
                </a:gradFill>
              </a:rPr>
              <a:t>Office add-ins revisited</a:t>
            </a:r>
            <a:endParaRPr lang="en-US" sz="1400" smtClean="0"/>
          </a:p>
          <a:p>
            <a:pPr>
              <a:defRPr/>
            </a:pPr>
            <a:endParaRPr lang="en-US" dirty="0"/>
          </a:p>
        </p:txBody>
      </p:sp>
    </p:spTree>
    <p:extLst>
      <p:ext uri="{BB962C8B-B14F-4D97-AF65-F5344CB8AC3E}">
        <p14:creationId xmlns:p14="http://schemas.microsoft.com/office/powerpoint/2010/main" val="3702732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type="body" sz="quarter" idx="11"/>
          </p:nvPr>
        </p:nvSpPr>
        <p:spPr/>
        <p:txBody>
          <a:bodyPr/>
          <a:lstStyle/>
          <a:p>
            <a:r>
              <a:rPr lang="en-US" dirty="0" smtClean="0"/>
              <a:t>Generic Office.js APIs</a:t>
            </a:r>
            <a:endParaRPr lang="en-US" dirty="0"/>
          </a:p>
        </p:txBody>
      </p:sp>
      <p:sp>
        <p:nvSpPr>
          <p:cNvPr id="112" name="Text Placeholder 111"/>
          <p:cNvSpPr>
            <a:spLocks noGrp="1"/>
          </p:cNvSpPr>
          <p:nvPr>
            <p:ph type="body" sz="quarter" idx="12"/>
          </p:nvPr>
        </p:nvSpPr>
        <p:spPr/>
        <p:txBody>
          <a:bodyPr/>
          <a:lstStyle/>
          <a:p>
            <a:r>
              <a:rPr lang="en-US" dirty="0" smtClean="0"/>
              <a:t>2</a:t>
            </a:r>
            <a:endParaRPr lang="en-US" dirty="0"/>
          </a:p>
        </p:txBody>
      </p:sp>
      <p:sp>
        <p:nvSpPr>
          <p:cNvPr id="3" name="Freeform 5" hidden="1"/>
          <p:cNvSpPr>
            <a:spLocks/>
          </p:cNvSpPr>
          <p:nvPr/>
        </p:nvSpPr>
        <p:spPr bwMode="auto">
          <a:xfrm>
            <a:off x="712788" y="1439905"/>
            <a:ext cx="851856" cy="1679575"/>
          </a:xfrm>
          <a:custGeom>
            <a:avLst/>
            <a:gdLst>
              <a:gd name="T0" fmla="*/ 94 w 221"/>
              <a:gd name="T1" fmla="*/ 438 h 438"/>
              <a:gd name="T2" fmla="*/ 94 w 221"/>
              <a:gd name="T3" fmla="*/ 130 h 438"/>
              <a:gd name="T4" fmla="*/ 51 w 221"/>
              <a:gd name="T5" fmla="*/ 149 h 438"/>
              <a:gd name="T6" fmla="*/ 0 w 221"/>
              <a:gd name="T7" fmla="*/ 158 h 438"/>
              <a:gd name="T8" fmla="*/ 0 w 221"/>
              <a:gd name="T9" fmla="*/ 62 h 438"/>
              <a:gd name="T10" fmla="*/ 75 w 221"/>
              <a:gd name="T11" fmla="*/ 41 h 438"/>
              <a:gd name="T12" fmla="*/ 146 w 221"/>
              <a:gd name="T13" fmla="*/ 0 h 438"/>
              <a:gd name="T14" fmla="*/ 221 w 221"/>
              <a:gd name="T15" fmla="*/ 0 h 438"/>
              <a:gd name="T16" fmla="*/ 221 w 221"/>
              <a:gd name="T17" fmla="*/ 438 h 438"/>
              <a:gd name="T18" fmla="*/ 94 w 221"/>
              <a:gd name="T19" fmla="*/ 438 h 4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21" h="438">
                <a:moveTo>
                  <a:pt x="94" y="438"/>
                </a:moveTo>
                <a:cubicBezTo>
                  <a:pt x="94" y="130"/>
                  <a:pt x="94" y="130"/>
                  <a:pt x="94" y="130"/>
                </a:cubicBezTo>
                <a:cubicBezTo>
                  <a:pt x="80" y="138"/>
                  <a:pt x="66" y="144"/>
                  <a:pt x="51" y="149"/>
                </a:cubicBezTo>
                <a:cubicBezTo>
                  <a:pt x="36" y="153"/>
                  <a:pt x="19" y="156"/>
                  <a:pt x="0" y="158"/>
                </a:cubicBezTo>
                <a:cubicBezTo>
                  <a:pt x="0" y="62"/>
                  <a:pt x="0" y="62"/>
                  <a:pt x="0" y="62"/>
                </a:cubicBezTo>
                <a:cubicBezTo>
                  <a:pt x="27" y="58"/>
                  <a:pt x="52" y="51"/>
                  <a:pt x="75" y="41"/>
                </a:cubicBezTo>
                <a:cubicBezTo>
                  <a:pt x="98" y="31"/>
                  <a:pt x="122" y="17"/>
                  <a:pt x="146" y="0"/>
                </a:cubicBezTo>
                <a:cubicBezTo>
                  <a:pt x="221" y="0"/>
                  <a:pt x="221" y="0"/>
                  <a:pt x="221" y="0"/>
                </a:cubicBezTo>
                <a:cubicBezTo>
                  <a:pt x="221" y="438"/>
                  <a:pt x="221" y="438"/>
                  <a:pt x="221" y="438"/>
                </a:cubicBezTo>
                <a:lnTo>
                  <a:pt x="94" y="438"/>
                </a:lnTo>
                <a:close/>
              </a:path>
            </a:pathLst>
          </a:custGeom>
          <a:solidFill>
            <a:schemeClr val="accent4">
              <a:lumMod val="75000"/>
            </a:schemeClr>
          </a:solidFill>
          <a:ln>
            <a:noFill/>
          </a:ln>
        </p:spPr>
        <p:txBody>
          <a:bodyPr vert="horz" wrap="square" lIns="91440" tIns="45720" rIns="91440" bIns="45720" numCol="1" anchor="t" anchorCtr="0" compatLnSpc="1">
            <a:prstTxWarp prst="textNoShape">
              <a:avLst/>
            </a:prstTxWarp>
          </a:bodyPr>
          <a:lstStyle/>
          <a:p>
            <a:endParaRPr lang="en-US"/>
          </a:p>
        </p:txBody>
      </p:sp>
      <p:grpSp>
        <p:nvGrpSpPr>
          <p:cNvPr id="111" name="Group 110"/>
          <p:cNvGrpSpPr/>
          <p:nvPr/>
        </p:nvGrpSpPr>
        <p:grpSpPr>
          <a:xfrm>
            <a:off x="7743463" y="2532376"/>
            <a:ext cx="4235811" cy="3982724"/>
            <a:chOff x="5112327" y="274302"/>
            <a:chExt cx="6858207" cy="6448435"/>
          </a:xfrm>
        </p:grpSpPr>
        <p:grpSp>
          <p:nvGrpSpPr>
            <p:cNvPr id="6" name="Group 5"/>
            <p:cNvGrpSpPr/>
            <p:nvPr/>
          </p:nvGrpSpPr>
          <p:grpSpPr>
            <a:xfrm>
              <a:off x="10746023" y="1719434"/>
              <a:ext cx="1224511" cy="1496409"/>
              <a:chOff x="10746023" y="1719434"/>
              <a:chExt cx="1224511" cy="1496409"/>
            </a:xfrm>
          </p:grpSpPr>
          <p:sp>
            <p:nvSpPr>
              <p:cNvPr id="7" name="Rectangle 98"/>
              <p:cNvSpPr>
                <a:spLocks noChangeArrowheads="1"/>
              </p:cNvSpPr>
              <p:nvPr/>
            </p:nvSpPr>
            <p:spPr bwMode="auto">
              <a:xfrm>
                <a:off x="11152890" y="1719434"/>
                <a:ext cx="408822" cy="498803"/>
              </a:xfrm>
              <a:prstGeom prst="rect">
                <a:avLst/>
              </a:prstGeom>
              <a:solidFill>
                <a:schemeClr val="accent3"/>
              </a:solidFill>
              <a:ln>
                <a:noFill/>
              </a:ln>
            </p:spPr>
            <p:txBody>
              <a:bodyPr vert="horz" wrap="square" lIns="91440" tIns="45720" rIns="91440" bIns="45720" numCol="1" anchor="t" anchorCtr="0" compatLnSpc="1">
                <a:prstTxWarp prst="textNoShape">
                  <a:avLst/>
                </a:prstTxWarp>
              </a:bodyPr>
              <a:lstStyle/>
              <a:p>
                <a:endParaRPr lang="en-US"/>
              </a:p>
            </p:txBody>
          </p:sp>
          <p:sp>
            <p:nvSpPr>
              <p:cNvPr id="8" name="Freeform 99"/>
              <p:cNvSpPr>
                <a:spLocks noEditPoints="1"/>
              </p:cNvSpPr>
              <p:nvPr/>
            </p:nvSpPr>
            <p:spPr bwMode="auto">
              <a:xfrm>
                <a:off x="11244825" y="1811370"/>
                <a:ext cx="203433" cy="293413"/>
              </a:xfrm>
              <a:custGeom>
                <a:avLst/>
                <a:gdLst>
                  <a:gd name="T0" fmla="*/ 5 w 9"/>
                  <a:gd name="T1" fmla="*/ 0 h 13"/>
                  <a:gd name="T2" fmla="*/ 0 w 9"/>
                  <a:gd name="T3" fmla="*/ 7 h 13"/>
                  <a:gd name="T4" fmla="*/ 5 w 9"/>
                  <a:gd name="T5" fmla="*/ 13 h 13"/>
                  <a:gd name="T6" fmla="*/ 9 w 9"/>
                  <a:gd name="T7" fmla="*/ 7 h 13"/>
                  <a:gd name="T8" fmla="*/ 5 w 9"/>
                  <a:gd name="T9" fmla="*/ 0 h 13"/>
                  <a:gd name="T10" fmla="*/ 5 w 9"/>
                  <a:gd name="T11" fmla="*/ 2 h 13"/>
                  <a:gd name="T12" fmla="*/ 7 w 9"/>
                  <a:gd name="T13" fmla="*/ 7 h 13"/>
                  <a:gd name="T14" fmla="*/ 5 w 9"/>
                  <a:gd name="T15" fmla="*/ 11 h 13"/>
                  <a:gd name="T16" fmla="*/ 3 w 9"/>
                  <a:gd name="T17" fmla="*/ 7 h 13"/>
                  <a:gd name="T18" fmla="*/ 5 w 9"/>
                  <a:gd name="T19" fmla="*/ 2 h 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 h="13">
                    <a:moveTo>
                      <a:pt x="5" y="0"/>
                    </a:moveTo>
                    <a:cubicBezTo>
                      <a:pt x="2" y="0"/>
                      <a:pt x="0" y="2"/>
                      <a:pt x="0" y="7"/>
                    </a:cubicBezTo>
                    <a:cubicBezTo>
                      <a:pt x="0" y="11"/>
                      <a:pt x="2" y="13"/>
                      <a:pt x="5" y="13"/>
                    </a:cubicBezTo>
                    <a:cubicBezTo>
                      <a:pt x="8" y="13"/>
                      <a:pt x="9" y="11"/>
                      <a:pt x="9" y="7"/>
                    </a:cubicBezTo>
                    <a:cubicBezTo>
                      <a:pt x="9" y="2"/>
                      <a:pt x="8" y="0"/>
                      <a:pt x="5" y="0"/>
                    </a:cubicBezTo>
                    <a:close/>
                    <a:moveTo>
                      <a:pt x="5" y="2"/>
                    </a:moveTo>
                    <a:cubicBezTo>
                      <a:pt x="6" y="2"/>
                      <a:pt x="7" y="3"/>
                      <a:pt x="7" y="7"/>
                    </a:cubicBezTo>
                    <a:cubicBezTo>
                      <a:pt x="7" y="10"/>
                      <a:pt x="6" y="11"/>
                      <a:pt x="5" y="11"/>
                    </a:cubicBezTo>
                    <a:cubicBezTo>
                      <a:pt x="3" y="11"/>
                      <a:pt x="3" y="10"/>
                      <a:pt x="3" y="7"/>
                    </a:cubicBezTo>
                    <a:cubicBezTo>
                      <a:pt x="3" y="3"/>
                      <a:pt x="3" y="2"/>
                      <a:pt x="5" y="2"/>
                    </a:cubicBezTo>
                    <a:close/>
                  </a:path>
                </a:pathLst>
              </a:custGeom>
              <a:solidFill>
                <a:schemeClr val="accent3">
                  <a:lumMod val="20000"/>
                  <a:lumOff val="8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9" name="Rectangle 100"/>
              <p:cNvSpPr>
                <a:spLocks noChangeArrowheads="1"/>
              </p:cNvSpPr>
              <p:nvPr/>
            </p:nvSpPr>
            <p:spPr bwMode="auto">
              <a:xfrm>
                <a:off x="10746023" y="2218236"/>
                <a:ext cx="406867" cy="498803"/>
              </a:xfrm>
              <a:prstGeom prst="rect">
                <a:avLst/>
              </a:prstGeom>
              <a:solidFill>
                <a:schemeClr val="accent3">
                  <a:lumMod val="20000"/>
                  <a:lumOff val="8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0" name="Freeform 101"/>
              <p:cNvSpPr>
                <a:spLocks/>
              </p:cNvSpPr>
              <p:nvPr/>
            </p:nvSpPr>
            <p:spPr bwMode="auto">
              <a:xfrm>
                <a:off x="10859476" y="2310173"/>
                <a:ext cx="134970" cy="293413"/>
              </a:xfrm>
              <a:custGeom>
                <a:avLst/>
                <a:gdLst>
                  <a:gd name="T0" fmla="*/ 69 w 69"/>
                  <a:gd name="T1" fmla="*/ 150 h 150"/>
                  <a:gd name="T2" fmla="*/ 69 w 69"/>
                  <a:gd name="T3" fmla="*/ 0 h 150"/>
                  <a:gd name="T4" fmla="*/ 46 w 69"/>
                  <a:gd name="T5" fmla="*/ 0 h 150"/>
                  <a:gd name="T6" fmla="*/ 0 w 69"/>
                  <a:gd name="T7" fmla="*/ 34 h 150"/>
                  <a:gd name="T8" fmla="*/ 11 w 69"/>
                  <a:gd name="T9" fmla="*/ 58 h 150"/>
                  <a:gd name="T10" fmla="*/ 46 w 69"/>
                  <a:gd name="T11" fmla="*/ 34 h 150"/>
                  <a:gd name="T12" fmla="*/ 46 w 69"/>
                  <a:gd name="T13" fmla="*/ 150 h 150"/>
                  <a:gd name="T14" fmla="*/ 69 w 69"/>
                  <a:gd name="T15" fmla="*/ 150 h 15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9" h="150">
                    <a:moveTo>
                      <a:pt x="69" y="150"/>
                    </a:moveTo>
                    <a:lnTo>
                      <a:pt x="69" y="0"/>
                    </a:lnTo>
                    <a:lnTo>
                      <a:pt x="46" y="0"/>
                    </a:lnTo>
                    <a:lnTo>
                      <a:pt x="0" y="34"/>
                    </a:lnTo>
                    <a:lnTo>
                      <a:pt x="11" y="58"/>
                    </a:lnTo>
                    <a:lnTo>
                      <a:pt x="46" y="34"/>
                    </a:lnTo>
                    <a:lnTo>
                      <a:pt x="46" y="150"/>
                    </a:lnTo>
                    <a:lnTo>
                      <a:pt x="69" y="150"/>
                    </a:lnTo>
                    <a:close/>
                  </a:path>
                </a:pathLst>
              </a:custGeom>
              <a:solidFill>
                <a:schemeClr val="accent3"/>
              </a:solidFill>
              <a:ln>
                <a:noFill/>
              </a:ln>
            </p:spPr>
            <p:txBody>
              <a:bodyPr vert="horz" wrap="square" lIns="91440" tIns="45720" rIns="91440" bIns="45720" numCol="1" anchor="t" anchorCtr="0" compatLnSpc="1">
                <a:prstTxWarp prst="textNoShape">
                  <a:avLst/>
                </a:prstTxWarp>
              </a:bodyPr>
              <a:lstStyle/>
              <a:p>
                <a:endParaRPr lang="en-US"/>
              </a:p>
            </p:txBody>
          </p:sp>
          <p:sp>
            <p:nvSpPr>
              <p:cNvPr id="11" name="Rectangle 102"/>
              <p:cNvSpPr>
                <a:spLocks noChangeArrowheads="1"/>
              </p:cNvSpPr>
              <p:nvPr/>
            </p:nvSpPr>
            <p:spPr bwMode="auto">
              <a:xfrm>
                <a:off x="11561712" y="2218236"/>
                <a:ext cx="408822" cy="498803"/>
              </a:xfrm>
              <a:prstGeom prst="rect">
                <a:avLst/>
              </a:prstGeom>
              <a:solidFill>
                <a:schemeClr val="accent3">
                  <a:lumMod val="20000"/>
                  <a:lumOff val="8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2" name="Freeform 103"/>
              <p:cNvSpPr>
                <a:spLocks/>
              </p:cNvSpPr>
              <p:nvPr/>
            </p:nvSpPr>
            <p:spPr bwMode="auto">
              <a:xfrm>
                <a:off x="11675165" y="2310173"/>
                <a:ext cx="136926" cy="293413"/>
              </a:xfrm>
              <a:custGeom>
                <a:avLst/>
                <a:gdLst>
                  <a:gd name="T0" fmla="*/ 70 w 70"/>
                  <a:gd name="T1" fmla="*/ 150 h 150"/>
                  <a:gd name="T2" fmla="*/ 70 w 70"/>
                  <a:gd name="T3" fmla="*/ 0 h 150"/>
                  <a:gd name="T4" fmla="*/ 46 w 70"/>
                  <a:gd name="T5" fmla="*/ 0 h 150"/>
                  <a:gd name="T6" fmla="*/ 0 w 70"/>
                  <a:gd name="T7" fmla="*/ 34 h 150"/>
                  <a:gd name="T8" fmla="*/ 12 w 70"/>
                  <a:gd name="T9" fmla="*/ 58 h 150"/>
                  <a:gd name="T10" fmla="*/ 46 w 70"/>
                  <a:gd name="T11" fmla="*/ 34 h 150"/>
                  <a:gd name="T12" fmla="*/ 46 w 70"/>
                  <a:gd name="T13" fmla="*/ 150 h 150"/>
                  <a:gd name="T14" fmla="*/ 70 w 70"/>
                  <a:gd name="T15" fmla="*/ 150 h 15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0" h="150">
                    <a:moveTo>
                      <a:pt x="70" y="150"/>
                    </a:moveTo>
                    <a:lnTo>
                      <a:pt x="70" y="0"/>
                    </a:lnTo>
                    <a:lnTo>
                      <a:pt x="46" y="0"/>
                    </a:lnTo>
                    <a:lnTo>
                      <a:pt x="0" y="34"/>
                    </a:lnTo>
                    <a:lnTo>
                      <a:pt x="12" y="58"/>
                    </a:lnTo>
                    <a:lnTo>
                      <a:pt x="46" y="34"/>
                    </a:lnTo>
                    <a:lnTo>
                      <a:pt x="46" y="150"/>
                    </a:lnTo>
                    <a:lnTo>
                      <a:pt x="70" y="150"/>
                    </a:lnTo>
                    <a:close/>
                  </a:path>
                </a:pathLst>
              </a:custGeom>
              <a:solidFill>
                <a:schemeClr val="accent3"/>
              </a:solidFill>
              <a:ln>
                <a:noFill/>
              </a:ln>
            </p:spPr>
            <p:txBody>
              <a:bodyPr vert="horz" wrap="square" lIns="91440" tIns="45720" rIns="91440" bIns="45720" numCol="1" anchor="t" anchorCtr="0" compatLnSpc="1">
                <a:prstTxWarp prst="textNoShape">
                  <a:avLst/>
                </a:prstTxWarp>
              </a:bodyPr>
              <a:lstStyle/>
              <a:p>
                <a:endParaRPr lang="en-US"/>
              </a:p>
            </p:txBody>
          </p:sp>
          <p:sp>
            <p:nvSpPr>
              <p:cNvPr id="13" name="Rectangle 104"/>
              <p:cNvSpPr>
                <a:spLocks noChangeArrowheads="1"/>
              </p:cNvSpPr>
              <p:nvPr/>
            </p:nvSpPr>
            <p:spPr bwMode="auto">
              <a:xfrm>
                <a:off x="11561712" y="2717040"/>
                <a:ext cx="408822" cy="498803"/>
              </a:xfrm>
              <a:prstGeom prst="rect">
                <a:avLst/>
              </a:prstGeom>
              <a:solidFill>
                <a:schemeClr val="accent3"/>
              </a:solidFill>
              <a:ln>
                <a:noFill/>
              </a:ln>
            </p:spPr>
            <p:txBody>
              <a:bodyPr vert="horz" wrap="square" lIns="91440" tIns="45720" rIns="91440" bIns="45720" numCol="1" anchor="t" anchorCtr="0" compatLnSpc="1">
                <a:prstTxWarp prst="textNoShape">
                  <a:avLst/>
                </a:prstTxWarp>
              </a:bodyPr>
              <a:lstStyle/>
              <a:p>
                <a:endParaRPr lang="en-US"/>
              </a:p>
            </p:txBody>
          </p:sp>
          <p:sp>
            <p:nvSpPr>
              <p:cNvPr id="14" name="Freeform 105"/>
              <p:cNvSpPr>
                <a:spLocks noEditPoints="1"/>
              </p:cNvSpPr>
              <p:nvPr/>
            </p:nvSpPr>
            <p:spPr bwMode="auto">
              <a:xfrm>
                <a:off x="11651692" y="2808975"/>
                <a:ext cx="205389" cy="293413"/>
              </a:xfrm>
              <a:custGeom>
                <a:avLst/>
                <a:gdLst>
                  <a:gd name="T0" fmla="*/ 5 w 9"/>
                  <a:gd name="T1" fmla="*/ 0 h 13"/>
                  <a:gd name="T2" fmla="*/ 0 w 9"/>
                  <a:gd name="T3" fmla="*/ 7 h 13"/>
                  <a:gd name="T4" fmla="*/ 5 w 9"/>
                  <a:gd name="T5" fmla="*/ 13 h 13"/>
                  <a:gd name="T6" fmla="*/ 9 w 9"/>
                  <a:gd name="T7" fmla="*/ 7 h 13"/>
                  <a:gd name="T8" fmla="*/ 5 w 9"/>
                  <a:gd name="T9" fmla="*/ 0 h 13"/>
                  <a:gd name="T10" fmla="*/ 5 w 9"/>
                  <a:gd name="T11" fmla="*/ 2 h 13"/>
                  <a:gd name="T12" fmla="*/ 7 w 9"/>
                  <a:gd name="T13" fmla="*/ 7 h 13"/>
                  <a:gd name="T14" fmla="*/ 5 w 9"/>
                  <a:gd name="T15" fmla="*/ 12 h 13"/>
                  <a:gd name="T16" fmla="*/ 3 w 9"/>
                  <a:gd name="T17" fmla="*/ 7 h 13"/>
                  <a:gd name="T18" fmla="*/ 5 w 9"/>
                  <a:gd name="T19" fmla="*/ 2 h 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 h="13">
                    <a:moveTo>
                      <a:pt x="5" y="0"/>
                    </a:moveTo>
                    <a:cubicBezTo>
                      <a:pt x="2" y="0"/>
                      <a:pt x="0" y="3"/>
                      <a:pt x="0" y="7"/>
                    </a:cubicBezTo>
                    <a:cubicBezTo>
                      <a:pt x="0" y="11"/>
                      <a:pt x="2" y="13"/>
                      <a:pt x="5" y="13"/>
                    </a:cubicBezTo>
                    <a:cubicBezTo>
                      <a:pt x="8" y="13"/>
                      <a:pt x="9" y="11"/>
                      <a:pt x="9" y="7"/>
                    </a:cubicBezTo>
                    <a:cubicBezTo>
                      <a:pt x="9" y="3"/>
                      <a:pt x="8" y="0"/>
                      <a:pt x="5" y="0"/>
                    </a:cubicBezTo>
                    <a:close/>
                    <a:moveTo>
                      <a:pt x="5" y="2"/>
                    </a:moveTo>
                    <a:cubicBezTo>
                      <a:pt x="6" y="2"/>
                      <a:pt x="7" y="3"/>
                      <a:pt x="7" y="7"/>
                    </a:cubicBezTo>
                    <a:cubicBezTo>
                      <a:pt x="7" y="10"/>
                      <a:pt x="6" y="12"/>
                      <a:pt x="5" y="12"/>
                    </a:cubicBezTo>
                    <a:cubicBezTo>
                      <a:pt x="4" y="12"/>
                      <a:pt x="3" y="10"/>
                      <a:pt x="3" y="7"/>
                    </a:cubicBezTo>
                    <a:cubicBezTo>
                      <a:pt x="3" y="3"/>
                      <a:pt x="4" y="2"/>
                      <a:pt x="5" y="2"/>
                    </a:cubicBezTo>
                    <a:close/>
                  </a:path>
                </a:pathLst>
              </a:custGeom>
              <a:solidFill>
                <a:schemeClr val="accent3">
                  <a:lumMod val="20000"/>
                  <a:lumOff val="80000"/>
                </a:schemeClr>
              </a:solidFill>
              <a:ln>
                <a:noFill/>
              </a:ln>
            </p:spPr>
            <p:txBody>
              <a:bodyPr vert="horz" wrap="square" lIns="91440" tIns="45720" rIns="91440" bIns="45720" numCol="1" anchor="t" anchorCtr="0" compatLnSpc="1">
                <a:prstTxWarp prst="textNoShape">
                  <a:avLst/>
                </a:prstTxWarp>
              </a:bodyPr>
              <a:lstStyle/>
              <a:p>
                <a:endParaRPr lang="en-US"/>
              </a:p>
            </p:txBody>
          </p:sp>
        </p:grpSp>
        <p:sp>
          <p:nvSpPr>
            <p:cNvPr id="15" name="Rectangle 86"/>
            <p:cNvSpPr>
              <a:spLocks noChangeArrowheads="1"/>
            </p:cNvSpPr>
            <p:nvPr/>
          </p:nvSpPr>
          <p:spPr bwMode="auto">
            <a:xfrm>
              <a:off x="9259747" y="274302"/>
              <a:ext cx="408822" cy="498803"/>
            </a:xfrm>
            <a:prstGeom prst="rect">
              <a:avLst/>
            </a:prstGeom>
            <a:solidFill>
              <a:schemeClr val="accent3">
                <a:lumMod val="20000"/>
                <a:lumOff val="8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6" name="Freeform 87"/>
            <p:cNvSpPr>
              <a:spLocks/>
            </p:cNvSpPr>
            <p:nvPr/>
          </p:nvSpPr>
          <p:spPr bwMode="auto">
            <a:xfrm>
              <a:off x="9373200" y="364282"/>
              <a:ext cx="136926" cy="295370"/>
            </a:xfrm>
            <a:custGeom>
              <a:avLst/>
              <a:gdLst>
                <a:gd name="T0" fmla="*/ 70 w 70"/>
                <a:gd name="T1" fmla="*/ 151 h 151"/>
                <a:gd name="T2" fmla="*/ 70 w 70"/>
                <a:gd name="T3" fmla="*/ 0 h 151"/>
                <a:gd name="T4" fmla="*/ 46 w 70"/>
                <a:gd name="T5" fmla="*/ 0 h 151"/>
                <a:gd name="T6" fmla="*/ 0 w 70"/>
                <a:gd name="T7" fmla="*/ 35 h 151"/>
                <a:gd name="T8" fmla="*/ 12 w 70"/>
                <a:gd name="T9" fmla="*/ 58 h 151"/>
                <a:gd name="T10" fmla="*/ 46 w 70"/>
                <a:gd name="T11" fmla="*/ 35 h 151"/>
                <a:gd name="T12" fmla="*/ 46 w 70"/>
                <a:gd name="T13" fmla="*/ 151 h 151"/>
                <a:gd name="T14" fmla="*/ 70 w 70"/>
                <a:gd name="T15" fmla="*/ 151 h 15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0" h="151">
                  <a:moveTo>
                    <a:pt x="70" y="151"/>
                  </a:moveTo>
                  <a:lnTo>
                    <a:pt x="70" y="0"/>
                  </a:lnTo>
                  <a:lnTo>
                    <a:pt x="46" y="0"/>
                  </a:lnTo>
                  <a:lnTo>
                    <a:pt x="0" y="35"/>
                  </a:lnTo>
                  <a:lnTo>
                    <a:pt x="12" y="58"/>
                  </a:lnTo>
                  <a:lnTo>
                    <a:pt x="46" y="35"/>
                  </a:lnTo>
                  <a:lnTo>
                    <a:pt x="46" y="151"/>
                  </a:lnTo>
                  <a:lnTo>
                    <a:pt x="70" y="151"/>
                  </a:lnTo>
                  <a:close/>
                </a:path>
              </a:pathLst>
            </a:custGeom>
            <a:solidFill>
              <a:schemeClr val="accent3"/>
            </a:solidFill>
            <a:ln>
              <a:noFill/>
            </a:ln>
          </p:spPr>
          <p:txBody>
            <a:bodyPr vert="horz" wrap="square" lIns="91440" tIns="45720" rIns="91440" bIns="45720" numCol="1" anchor="t" anchorCtr="0" compatLnSpc="1">
              <a:prstTxWarp prst="textNoShape">
                <a:avLst/>
              </a:prstTxWarp>
            </a:bodyPr>
            <a:lstStyle/>
            <a:p>
              <a:endParaRPr lang="en-US"/>
            </a:p>
          </p:txBody>
        </p:sp>
        <p:sp>
          <p:nvSpPr>
            <p:cNvPr id="17" name="Rectangle 88"/>
            <p:cNvSpPr>
              <a:spLocks noChangeArrowheads="1"/>
            </p:cNvSpPr>
            <p:nvPr/>
          </p:nvSpPr>
          <p:spPr bwMode="auto">
            <a:xfrm>
              <a:off x="9668569" y="274302"/>
              <a:ext cx="406867" cy="498803"/>
            </a:xfrm>
            <a:prstGeom prst="rect">
              <a:avLst/>
            </a:prstGeom>
            <a:solidFill>
              <a:schemeClr val="accent3"/>
            </a:solidFill>
            <a:ln>
              <a:noFill/>
            </a:ln>
          </p:spPr>
          <p:txBody>
            <a:bodyPr vert="horz" wrap="square" lIns="91440" tIns="45720" rIns="91440" bIns="45720" numCol="1" anchor="t" anchorCtr="0" compatLnSpc="1">
              <a:prstTxWarp prst="textNoShape">
                <a:avLst/>
              </a:prstTxWarp>
            </a:bodyPr>
            <a:lstStyle/>
            <a:p>
              <a:endParaRPr lang="en-US"/>
            </a:p>
          </p:txBody>
        </p:sp>
        <p:sp>
          <p:nvSpPr>
            <p:cNvPr id="18" name="Freeform 89"/>
            <p:cNvSpPr>
              <a:spLocks noEditPoints="1"/>
            </p:cNvSpPr>
            <p:nvPr/>
          </p:nvSpPr>
          <p:spPr bwMode="auto">
            <a:xfrm>
              <a:off x="9758549" y="364282"/>
              <a:ext cx="205389" cy="295370"/>
            </a:xfrm>
            <a:custGeom>
              <a:avLst/>
              <a:gdLst>
                <a:gd name="T0" fmla="*/ 5 w 9"/>
                <a:gd name="T1" fmla="*/ 0 h 13"/>
                <a:gd name="T2" fmla="*/ 0 w 9"/>
                <a:gd name="T3" fmla="*/ 7 h 13"/>
                <a:gd name="T4" fmla="*/ 5 w 9"/>
                <a:gd name="T5" fmla="*/ 13 h 13"/>
                <a:gd name="T6" fmla="*/ 9 w 9"/>
                <a:gd name="T7" fmla="*/ 7 h 13"/>
                <a:gd name="T8" fmla="*/ 5 w 9"/>
                <a:gd name="T9" fmla="*/ 0 h 13"/>
                <a:gd name="T10" fmla="*/ 5 w 9"/>
                <a:gd name="T11" fmla="*/ 2 h 13"/>
                <a:gd name="T12" fmla="*/ 7 w 9"/>
                <a:gd name="T13" fmla="*/ 7 h 13"/>
                <a:gd name="T14" fmla="*/ 5 w 9"/>
                <a:gd name="T15" fmla="*/ 11 h 13"/>
                <a:gd name="T16" fmla="*/ 3 w 9"/>
                <a:gd name="T17" fmla="*/ 7 h 13"/>
                <a:gd name="T18" fmla="*/ 5 w 9"/>
                <a:gd name="T19" fmla="*/ 2 h 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 h="13">
                  <a:moveTo>
                    <a:pt x="5" y="0"/>
                  </a:moveTo>
                  <a:cubicBezTo>
                    <a:pt x="2" y="0"/>
                    <a:pt x="0" y="3"/>
                    <a:pt x="0" y="7"/>
                  </a:cubicBezTo>
                  <a:cubicBezTo>
                    <a:pt x="0" y="11"/>
                    <a:pt x="2" y="13"/>
                    <a:pt x="5" y="13"/>
                  </a:cubicBezTo>
                  <a:cubicBezTo>
                    <a:pt x="8" y="13"/>
                    <a:pt x="9" y="11"/>
                    <a:pt x="9" y="7"/>
                  </a:cubicBezTo>
                  <a:cubicBezTo>
                    <a:pt x="9" y="3"/>
                    <a:pt x="8" y="0"/>
                    <a:pt x="5" y="0"/>
                  </a:cubicBezTo>
                  <a:close/>
                  <a:moveTo>
                    <a:pt x="5" y="2"/>
                  </a:moveTo>
                  <a:cubicBezTo>
                    <a:pt x="6" y="2"/>
                    <a:pt x="7" y="3"/>
                    <a:pt x="7" y="7"/>
                  </a:cubicBezTo>
                  <a:cubicBezTo>
                    <a:pt x="7" y="10"/>
                    <a:pt x="6" y="11"/>
                    <a:pt x="5" y="11"/>
                  </a:cubicBezTo>
                  <a:cubicBezTo>
                    <a:pt x="3" y="11"/>
                    <a:pt x="3" y="10"/>
                    <a:pt x="3" y="7"/>
                  </a:cubicBezTo>
                  <a:cubicBezTo>
                    <a:pt x="3" y="3"/>
                    <a:pt x="3" y="2"/>
                    <a:pt x="5" y="2"/>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9" name="Rectangle 90"/>
            <p:cNvSpPr>
              <a:spLocks noChangeArrowheads="1"/>
            </p:cNvSpPr>
            <p:nvPr/>
          </p:nvSpPr>
          <p:spPr bwMode="auto">
            <a:xfrm>
              <a:off x="10075436" y="773105"/>
              <a:ext cx="408822" cy="475330"/>
            </a:xfrm>
            <a:prstGeom prst="rect">
              <a:avLst/>
            </a:prstGeom>
            <a:solidFill>
              <a:schemeClr val="accent3">
                <a:lumMod val="20000"/>
                <a:lumOff val="8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20" name="Freeform 91"/>
            <p:cNvSpPr>
              <a:spLocks/>
            </p:cNvSpPr>
            <p:nvPr/>
          </p:nvSpPr>
          <p:spPr bwMode="auto">
            <a:xfrm>
              <a:off x="10188889" y="863086"/>
              <a:ext cx="136926" cy="295370"/>
            </a:xfrm>
            <a:custGeom>
              <a:avLst/>
              <a:gdLst>
                <a:gd name="T0" fmla="*/ 70 w 70"/>
                <a:gd name="T1" fmla="*/ 151 h 151"/>
                <a:gd name="T2" fmla="*/ 70 w 70"/>
                <a:gd name="T3" fmla="*/ 0 h 151"/>
                <a:gd name="T4" fmla="*/ 47 w 70"/>
                <a:gd name="T5" fmla="*/ 0 h 151"/>
                <a:gd name="T6" fmla="*/ 0 w 70"/>
                <a:gd name="T7" fmla="*/ 35 h 151"/>
                <a:gd name="T8" fmla="*/ 12 w 70"/>
                <a:gd name="T9" fmla="*/ 46 h 151"/>
                <a:gd name="T10" fmla="*/ 47 w 70"/>
                <a:gd name="T11" fmla="*/ 35 h 151"/>
                <a:gd name="T12" fmla="*/ 47 w 70"/>
                <a:gd name="T13" fmla="*/ 151 h 151"/>
                <a:gd name="T14" fmla="*/ 70 w 70"/>
                <a:gd name="T15" fmla="*/ 151 h 15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0" h="151">
                  <a:moveTo>
                    <a:pt x="70" y="151"/>
                  </a:moveTo>
                  <a:lnTo>
                    <a:pt x="70" y="0"/>
                  </a:lnTo>
                  <a:lnTo>
                    <a:pt x="47" y="0"/>
                  </a:lnTo>
                  <a:lnTo>
                    <a:pt x="0" y="35"/>
                  </a:lnTo>
                  <a:lnTo>
                    <a:pt x="12" y="46"/>
                  </a:lnTo>
                  <a:lnTo>
                    <a:pt x="47" y="35"/>
                  </a:lnTo>
                  <a:lnTo>
                    <a:pt x="47" y="151"/>
                  </a:lnTo>
                  <a:lnTo>
                    <a:pt x="70" y="151"/>
                  </a:lnTo>
                  <a:close/>
                </a:path>
              </a:pathLst>
            </a:custGeom>
            <a:solidFill>
              <a:schemeClr val="accent3"/>
            </a:solidFill>
            <a:ln>
              <a:noFill/>
            </a:ln>
          </p:spPr>
          <p:txBody>
            <a:bodyPr vert="horz" wrap="square" lIns="91440" tIns="45720" rIns="91440" bIns="45720" numCol="1" anchor="t" anchorCtr="0" compatLnSpc="1">
              <a:prstTxWarp prst="textNoShape">
                <a:avLst/>
              </a:prstTxWarp>
            </a:bodyPr>
            <a:lstStyle/>
            <a:p>
              <a:endParaRPr lang="en-US"/>
            </a:p>
          </p:txBody>
        </p:sp>
        <p:sp>
          <p:nvSpPr>
            <p:cNvPr id="21" name="Rectangle 92"/>
            <p:cNvSpPr>
              <a:spLocks noChangeArrowheads="1"/>
            </p:cNvSpPr>
            <p:nvPr/>
          </p:nvSpPr>
          <p:spPr bwMode="auto">
            <a:xfrm>
              <a:off x="10484259" y="773105"/>
              <a:ext cx="408822" cy="475330"/>
            </a:xfrm>
            <a:prstGeom prst="rect">
              <a:avLst/>
            </a:prstGeom>
            <a:solidFill>
              <a:schemeClr val="accent3"/>
            </a:solidFill>
            <a:ln>
              <a:noFill/>
            </a:ln>
          </p:spPr>
          <p:txBody>
            <a:bodyPr vert="horz" wrap="square" lIns="91440" tIns="45720" rIns="91440" bIns="45720" numCol="1" anchor="t" anchorCtr="0" compatLnSpc="1">
              <a:prstTxWarp prst="textNoShape">
                <a:avLst/>
              </a:prstTxWarp>
            </a:bodyPr>
            <a:lstStyle/>
            <a:p>
              <a:endParaRPr lang="en-US"/>
            </a:p>
          </p:txBody>
        </p:sp>
        <p:sp>
          <p:nvSpPr>
            <p:cNvPr id="22" name="Freeform 93"/>
            <p:cNvSpPr>
              <a:spLocks noEditPoints="1"/>
            </p:cNvSpPr>
            <p:nvPr/>
          </p:nvSpPr>
          <p:spPr bwMode="auto">
            <a:xfrm>
              <a:off x="10576195" y="863086"/>
              <a:ext cx="203433" cy="295370"/>
            </a:xfrm>
            <a:custGeom>
              <a:avLst/>
              <a:gdLst>
                <a:gd name="T0" fmla="*/ 5 w 9"/>
                <a:gd name="T1" fmla="*/ 0 h 13"/>
                <a:gd name="T2" fmla="*/ 0 w 9"/>
                <a:gd name="T3" fmla="*/ 6 h 13"/>
                <a:gd name="T4" fmla="*/ 5 w 9"/>
                <a:gd name="T5" fmla="*/ 13 h 13"/>
                <a:gd name="T6" fmla="*/ 9 w 9"/>
                <a:gd name="T7" fmla="*/ 6 h 13"/>
                <a:gd name="T8" fmla="*/ 5 w 9"/>
                <a:gd name="T9" fmla="*/ 0 h 13"/>
                <a:gd name="T10" fmla="*/ 5 w 9"/>
                <a:gd name="T11" fmla="*/ 2 h 13"/>
                <a:gd name="T12" fmla="*/ 7 w 9"/>
                <a:gd name="T13" fmla="*/ 6 h 13"/>
                <a:gd name="T14" fmla="*/ 5 w 9"/>
                <a:gd name="T15" fmla="*/ 11 h 13"/>
                <a:gd name="T16" fmla="*/ 3 w 9"/>
                <a:gd name="T17" fmla="*/ 6 h 13"/>
                <a:gd name="T18" fmla="*/ 5 w 9"/>
                <a:gd name="T19" fmla="*/ 2 h 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 h="13">
                  <a:moveTo>
                    <a:pt x="5" y="0"/>
                  </a:moveTo>
                  <a:cubicBezTo>
                    <a:pt x="2" y="0"/>
                    <a:pt x="0" y="2"/>
                    <a:pt x="0" y="6"/>
                  </a:cubicBezTo>
                  <a:cubicBezTo>
                    <a:pt x="0" y="11"/>
                    <a:pt x="2" y="13"/>
                    <a:pt x="5" y="13"/>
                  </a:cubicBezTo>
                  <a:cubicBezTo>
                    <a:pt x="8" y="13"/>
                    <a:pt x="9" y="11"/>
                    <a:pt x="9" y="6"/>
                  </a:cubicBezTo>
                  <a:cubicBezTo>
                    <a:pt x="9" y="2"/>
                    <a:pt x="8" y="0"/>
                    <a:pt x="5" y="0"/>
                  </a:cubicBezTo>
                  <a:close/>
                  <a:moveTo>
                    <a:pt x="5" y="2"/>
                  </a:moveTo>
                  <a:cubicBezTo>
                    <a:pt x="6" y="2"/>
                    <a:pt x="7" y="3"/>
                    <a:pt x="7" y="6"/>
                  </a:cubicBezTo>
                  <a:cubicBezTo>
                    <a:pt x="7" y="10"/>
                    <a:pt x="6" y="11"/>
                    <a:pt x="5" y="11"/>
                  </a:cubicBezTo>
                  <a:cubicBezTo>
                    <a:pt x="3" y="11"/>
                    <a:pt x="3" y="10"/>
                    <a:pt x="3" y="6"/>
                  </a:cubicBezTo>
                  <a:cubicBezTo>
                    <a:pt x="3" y="3"/>
                    <a:pt x="3" y="2"/>
                    <a:pt x="5" y="2"/>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3" name="Rectangle 94"/>
            <p:cNvSpPr>
              <a:spLocks noChangeArrowheads="1"/>
            </p:cNvSpPr>
            <p:nvPr/>
          </p:nvSpPr>
          <p:spPr bwMode="auto">
            <a:xfrm>
              <a:off x="9668569" y="773105"/>
              <a:ext cx="406867" cy="475330"/>
            </a:xfrm>
            <a:prstGeom prst="rect">
              <a:avLst/>
            </a:prstGeom>
            <a:solidFill>
              <a:schemeClr val="accent3">
                <a:lumMod val="20000"/>
                <a:lumOff val="8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24" name="Freeform 95"/>
            <p:cNvSpPr>
              <a:spLocks/>
            </p:cNvSpPr>
            <p:nvPr/>
          </p:nvSpPr>
          <p:spPr bwMode="auto">
            <a:xfrm>
              <a:off x="9782022" y="863086"/>
              <a:ext cx="134970" cy="295370"/>
            </a:xfrm>
            <a:custGeom>
              <a:avLst/>
              <a:gdLst>
                <a:gd name="T0" fmla="*/ 69 w 69"/>
                <a:gd name="T1" fmla="*/ 151 h 151"/>
                <a:gd name="T2" fmla="*/ 69 w 69"/>
                <a:gd name="T3" fmla="*/ 0 h 151"/>
                <a:gd name="T4" fmla="*/ 46 w 69"/>
                <a:gd name="T5" fmla="*/ 0 h 151"/>
                <a:gd name="T6" fmla="*/ 0 w 69"/>
                <a:gd name="T7" fmla="*/ 35 h 151"/>
                <a:gd name="T8" fmla="*/ 11 w 69"/>
                <a:gd name="T9" fmla="*/ 46 h 151"/>
                <a:gd name="T10" fmla="*/ 46 w 69"/>
                <a:gd name="T11" fmla="*/ 35 h 151"/>
                <a:gd name="T12" fmla="*/ 46 w 69"/>
                <a:gd name="T13" fmla="*/ 151 h 151"/>
                <a:gd name="T14" fmla="*/ 69 w 69"/>
                <a:gd name="T15" fmla="*/ 151 h 15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9" h="151">
                  <a:moveTo>
                    <a:pt x="69" y="151"/>
                  </a:moveTo>
                  <a:lnTo>
                    <a:pt x="69" y="0"/>
                  </a:lnTo>
                  <a:lnTo>
                    <a:pt x="46" y="0"/>
                  </a:lnTo>
                  <a:lnTo>
                    <a:pt x="0" y="35"/>
                  </a:lnTo>
                  <a:lnTo>
                    <a:pt x="11" y="46"/>
                  </a:lnTo>
                  <a:lnTo>
                    <a:pt x="46" y="35"/>
                  </a:lnTo>
                  <a:lnTo>
                    <a:pt x="46" y="151"/>
                  </a:lnTo>
                  <a:lnTo>
                    <a:pt x="69" y="151"/>
                  </a:lnTo>
                  <a:close/>
                </a:path>
              </a:pathLst>
            </a:custGeom>
            <a:solidFill>
              <a:schemeClr val="accent3"/>
            </a:solidFill>
            <a:ln>
              <a:noFill/>
            </a:ln>
          </p:spPr>
          <p:txBody>
            <a:bodyPr vert="horz" wrap="square" lIns="91440" tIns="45720" rIns="91440" bIns="45720" numCol="1" anchor="t" anchorCtr="0" compatLnSpc="1">
              <a:prstTxWarp prst="textNoShape">
                <a:avLst/>
              </a:prstTxWarp>
            </a:bodyPr>
            <a:lstStyle/>
            <a:p>
              <a:endParaRPr lang="en-US"/>
            </a:p>
          </p:txBody>
        </p:sp>
        <p:sp>
          <p:nvSpPr>
            <p:cNvPr id="25" name="Rectangle 96"/>
            <p:cNvSpPr>
              <a:spLocks noChangeArrowheads="1"/>
            </p:cNvSpPr>
            <p:nvPr/>
          </p:nvSpPr>
          <p:spPr bwMode="auto">
            <a:xfrm>
              <a:off x="10075436" y="1271908"/>
              <a:ext cx="408822" cy="475330"/>
            </a:xfrm>
            <a:prstGeom prst="rect">
              <a:avLst/>
            </a:prstGeom>
            <a:solidFill>
              <a:schemeClr val="accent3"/>
            </a:solidFill>
            <a:ln>
              <a:noFill/>
            </a:ln>
          </p:spPr>
          <p:txBody>
            <a:bodyPr vert="horz" wrap="square" lIns="91440" tIns="45720" rIns="91440" bIns="45720" numCol="1" anchor="t" anchorCtr="0" compatLnSpc="1">
              <a:prstTxWarp prst="textNoShape">
                <a:avLst/>
              </a:prstTxWarp>
            </a:bodyPr>
            <a:lstStyle/>
            <a:p>
              <a:endParaRPr lang="en-US"/>
            </a:p>
          </p:txBody>
        </p:sp>
        <p:sp>
          <p:nvSpPr>
            <p:cNvPr id="26" name="Freeform 97"/>
            <p:cNvSpPr>
              <a:spLocks noEditPoints="1"/>
            </p:cNvSpPr>
            <p:nvPr/>
          </p:nvSpPr>
          <p:spPr bwMode="auto">
            <a:xfrm>
              <a:off x="10167373" y="1361888"/>
              <a:ext cx="203433" cy="295370"/>
            </a:xfrm>
            <a:custGeom>
              <a:avLst/>
              <a:gdLst>
                <a:gd name="T0" fmla="*/ 5 w 9"/>
                <a:gd name="T1" fmla="*/ 0 h 13"/>
                <a:gd name="T2" fmla="*/ 0 w 9"/>
                <a:gd name="T3" fmla="*/ 6 h 13"/>
                <a:gd name="T4" fmla="*/ 5 w 9"/>
                <a:gd name="T5" fmla="*/ 13 h 13"/>
                <a:gd name="T6" fmla="*/ 9 w 9"/>
                <a:gd name="T7" fmla="*/ 6 h 13"/>
                <a:gd name="T8" fmla="*/ 5 w 9"/>
                <a:gd name="T9" fmla="*/ 0 h 13"/>
                <a:gd name="T10" fmla="*/ 5 w 9"/>
                <a:gd name="T11" fmla="*/ 1 h 13"/>
                <a:gd name="T12" fmla="*/ 7 w 9"/>
                <a:gd name="T13" fmla="*/ 6 h 13"/>
                <a:gd name="T14" fmla="*/ 5 w 9"/>
                <a:gd name="T15" fmla="*/ 11 h 13"/>
                <a:gd name="T16" fmla="*/ 3 w 9"/>
                <a:gd name="T17" fmla="*/ 6 h 13"/>
                <a:gd name="T18" fmla="*/ 5 w 9"/>
                <a:gd name="T19" fmla="*/ 1 h 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 h="13">
                  <a:moveTo>
                    <a:pt x="5" y="0"/>
                  </a:moveTo>
                  <a:cubicBezTo>
                    <a:pt x="2" y="0"/>
                    <a:pt x="0" y="2"/>
                    <a:pt x="0" y="6"/>
                  </a:cubicBezTo>
                  <a:cubicBezTo>
                    <a:pt x="0" y="10"/>
                    <a:pt x="2" y="13"/>
                    <a:pt x="5" y="13"/>
                  </a:cubicBezTo>
                  <a:cubicBezTo>
                    <a:pt x="8" y="13"/>
                    <a:pt x="9" y="10"/>
                    <a:pt x="9" y="6"/>
                  </a:cubicBezTo>
                  <a:cubicBezTo>
                    <a:pt x="9" y="2"/>
                    <a:pt x="8" y="0"/>
                    <a:pt x="5" y="0"/>
                  </a:cubicBezTo>
                  <a:close/>
                  <a:moveTo>
                    <a:pt x="5" y="1"/>
                  </a:moveTo>
                  <a:cubicBezTo>
                    <a:pt x="6" y="1"/>
                    <a:pt x="7" y="3"/>
                    <a:pt x="7" y="6"/>
                  </a:cubicBezTo>
                  <a:cubicBezTo>
                    <a:pt x="7" y="10"/>
                    <a:pt x="6" y="11"/>
                    <a:pt x="5" y="11"/>
                  </a:cubicBezTo>
                  <a:cubicBezTo>
                    <a:pt x="3" y="11"/>
                    <a:pt x="3" y="10"/>
                    <a:pt x="3" y="6"/>
                  </a:cubicBezTo>
                  <a:cubicBezTo>
                    <a:pt x="3" y="3"/>
                    <a:pt x="3" y="1"/>
                    <a:pt x="5" y="1"/>
                  </a:cubicBezTo>
                  <a:close/>
                </a:path>
              </a:pathLst>
            </a:custGeom>
            <a:solidFill>
              <a:schemeClr val="accent3">
                <a:lumMod val="20000"/>
                <a:lumOff val="8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27" name="Rectangle 114"/>
            <p:cNvSpPr>
              <a:spLocks noChangeArrowheads="1"/>
            </p:cNvSpPr>
            <p:nvPr/>
          </p:nvSpPr>
          <p:spPr bwMode="auto">
            <a:xfrm>
              <a:off x="7082620" y="4468157"/>
              <a:ext cx="408822" cy="498804"/>
            </a:xfrm>
            <a:prstGeom prst="rect">
              <a:avLst/>
            </a:prstGeom>
            <a:solidFill>
              <a:schemeClr val="accent3"/>
            </a:solidFill>
            <a:ln>
              <a:noFill/>
            </a:ln>
          </p:spPr>
          <p:txBody>
            <a:bodyPr vert="horz" wrap="square" lIns="91440" tIns="45720" rIns="91440" bIns="45720" numCol="1" anchor="t" anchorCtr="0" compatLnSpc="1">
              <a:prstTxWarp prst="textNoShape">
                <a:avLst/>
              </a:prstTxWarp>
            </a:bodyPr>
            <a:lstStyle/>
            <a:p>
              <a:endParaRPr lang="en-US"/>
            </a:p>
          </p:txBody>
        </p:sp>
        <p:sp>
          <p:nvSpPr>
            <p:cNvPr id="28" name="Freeform 115"/>
            <p:cNvSpPr>
              <a:spLocks noEditPoints="1"/>
            </p:cNvSpPr>
            <p:nvPr/>
          </p:nvSpPr>
          <p:spPr bwMode="auto">
            <a:xfrm>
              <a:off x="7172600" y="4581610"/>
              <a:ext cx="205389" cy="293413"/>
            </a:xfrm>
            <a:custGeom>
              <a:avLst/>
              <a:gdLst>
                <a:gd name="T0" fmla="*/ 5 w 9"/>
                <a:gd name="T1" fmla="*/ 0 h 13"/>
                <a:gd name="T2" fmla="*/ 0 w 9"/>
                <a:gd name="T3" fmla="*/ 6 h 13"/>
                <a:gd name="T4" fmla="*/ 5 w 9"/>
                <a:gd name="T5" fmla="*/ 13 h 13"/>
                <a:gd name="T6" fmla="*/ 9 w 9"/>
                <a:gd name="T7" fmla="*/ 6 h 13"/>
                <a:gd name="T8" fmla="*/ 5 w 9"/>
                <a:gd name="T9" fmla="*/ 0 h 13"/>
                <a:gd name="T10" fmla="*/ 5 w 9"/>
                <a:gd name="T11" fmla="*/ 1 h 13"/>
                <a:gd name="T12" fmla="*/ 7 w 9"/>
                <a:gd name="T13" fmla="*/ 6 h 13"/>
                <a:gd name="T14" fmla="*/ 5 w 9"/>
                <a:gd name="T15" fmla="*/ 11 h 13"/>
                <a:gd name="T16" fmla="*/ 3 w 9"/>
                <a:gd name="T17" fmla="*/ 6 h 13"/>
                <a:gd name="T18" fmla="*/ 5 w 9"/>
                <a:gd name="T19" fmla="*/ 1 h 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 h="13">
                  <a:moveTo>
                    <a:pt x="5" y="0"/>
                  </a:moveTo>
                  <a:cubicBezTo>
                    <a:pt x="2" y="0"/>
                    <a:pt x="0" y="2"/>
                    <a:pt x="0" y="6"/>
                  </a:cubicBezTo>
                  <a:cubicBezTo>
                    <a:pt x="0" y="10"/>
                    <a:pt x="2" y="13"/>
                    <a:pt x="5" y="13"/>
                  </a:cubicBezTo>
                  <a:cubicBezTo>
                    <a:pt x="8" y="13"/>
                    <a:pt x="9" y="10"/>
                    <a:pt x="9" y="6"/>
                  </a:cubicBezTo>
                  <a:cubicBezTo>
                    <a:pt x="9" y="2"/>
                    <a:pt x="8" y="0"/>
                    <a:pt x="5" y="0"/>
                  </a:cubicBezTo>
                  <a:close/>
                  <a:moveTo>
                    <a:pt x="5" y="1"/>
                  </a:moveTo>
                  <a:cubicBezTo>
                    <a:pt x="6" y="1"/>
                    <a:pt x="7" y="2"/>
                    <a:pt x="7" y="6"/>
                  </a:cubicBezTo>
                  <a:cubicBezTo>
                    <a:pt x="7" y="10"/>
                    <a:pt x="6" y="11"/>
                    <a:pt x="5" y="11"/>
                  </a:cubicBezTo>
                  <a:cubicBezTo>
                    <a:pt x="3" y="11"/>
                    <a:pt x="3" y="9"/>
                    <a:pt x="3" y="6"/>
                  </a:cubicBezTo>
                  <a:cubicBezTo>
                    <a:pt x="3" y="3"/>
                    <a:pt x="3" y="1"/>
                    <a:pt x="5" y="1"/>
                  </a:cubicBezTo>
                  <a:close/>
                </a:path>
              </a:pathLst>
            </a:custGeom>
            <a:solidFill>
              <a:schemeClr val="accent3">
                <a:lumMod val="20000"/>
                <a:lumOff val="80000"/>
              </a:schemeClr>
            </a:solidFill>
            <a:ln>
              <a:noFill/>
            </a:ln>
          </p:spPr>
          <p:txBody>
            <a:bodyPr vert="horz" wrap="square" lIns="91440" tIns="45720" rIns="91440" bIns="45720" numCol="1" anchor="t" anchorCtr="0" compatLnSpc="1">
              <a:prstTxWarp prst="textNoShape">
                <a:avLst/>
              </a:prstTxWarp>
            </a:bodyPr>
            <a:lstStyle/>
            <a:p>
              <a:endParaRPr lang="en-US"/>
            </a:p>
          </p:txBody>
        </p:sp>
        <p:grpSp>
          <p:nvGrpSpPr>
            <p:cNvPr id="29" name="Group 28"/>
            <p:cNvGrpSpPr/>
            <p:nvPr/>
          </p:nvGrpSpPr>
          <p:grpSpPr>
            <a:xfrm>
              <a:off x="6825497" y="1378359"/>
              <a:ext cx="1264708" cy="1505127"/>
              <a:chOff x="6825497" y="1378359"/>
              <a:chExt cx="1264708" cy="1505127"/>
            </a:xfrm>
          </p:grpSpPr>
          <p:grpSp>
            <p:nvGrpSpPr>
              <p:cNvPr id="30" name="Group 29"/>
              <p:cNvGrpSpPr/>
              <p:nvPr/>
            </p:nvGrpSpPr>
            <p:grpSpPr>
              <a:xfrm>
                <a:off x="6825497" y="1378359"/>
                <a:ext cx="1251014" cy="1505127"/>
                <a:chOff x="6825497" y="1378359"/>
                <a:chExt cx="1251014" cy="1505127"/>
              </a:xfrm>
            </p:grpSpPr>
            <p:sp>
              <p:nvSpPr>
                <p:cNvPr id="33" name="Rectangle 106"/>
                <p:cNvSpPr>
                  <a:spLocks noChangeArrowheads="1"/>
                </p:cNvSpPr>
                <p:nvPr/>
              </p:nvSpPr>
              <p:spPr bwMode="auto">
                <a:xfrm>
                  <a:off x="7260822" y="1378359"/>
                  <a:ext cx="408822" cy="498803"/>
                </a:xfrm>
                <a:prstGeom prst="rect">
                  <a:avLst/>
                </a:prstGeom>
                <a:solidFill>
                  <a:schemeClr val="accent3"/>
                </a:solidFill>
                <a:ln>
                  <a:noFill/>
                </a:ln>
              </p:spPr>
              <p:txBody>
                <a:bodyPr vert="horz" wrap="square" lIns="91440" tIns="45720" rIns="91440" bIns="45720" numCol="1" anchor="t" anchorCtr="0" compatLnSpc="1">
                  <a:prstTxWarp prst="textNoShape">
                    <a:avLst/>
                  </a:prstTxWarp>
                </a:bodyPr>
                <a:lstStyle/>
                <a:p>
                  <a:endParaRPr lang="en-US"/>
                </a:p>
              </p:txBody>
            </p:sp>
            <p:sp>
              <p:nvSpPr>
                <p:cNvPr id="34" name="Freeform 107"/>
                <p:cNvSpPr>
                  <a:spLocks noEditPoints="1"/>
                </p:cNvSpPr>
                <p:nvPr/>
              </p:nvSpPr>
              <p:spPr bwMode="auto">
                <a:xfrm>
                  <a:off x="7350802" y="1470294"/>
                  <a:ext cx="205389" cy="293413"/>
                </a:xfrm>
                <a:custGeom>
                  <a:avLst/>
                  <a:gdLst>
                    <a:gd name="T0" fmla="*/ 5 w 9"/>
                    <a:gd name="T1" fmla="*/ 0 h 13"/>
                    <a:gd name="T2" fmla="*/ 0 w 9"/>
                    <a:gd name="T3" fmla="*/ 7 h 13"/>
                    <a:gd name="T4" fmla="*/ 5 w 9"/>
                    <a:gd name="T5" fmla="*/ 13 h 13"/>
                    <a:gd name="T6" fmla="*/ 9 w 9"/>
                    <a:gd name="T7" fmla="*/ 7 h 13"/>
                    <a:gd name="T8" fmla="*/ 5 w 9"/>
                    <a:gd name="T9" fmla="*/ 0 h 13"/>
                    <a:gd name="T10" fmla="*/ 5 w 9"/>
                    <a:gd name="T11" fmla="*/ 2 h 13"/>
                    <a:gd name="T12" fmla="*/ 7 w 9"/>
                    <a:gd name="T13" fmla="*/ 7 h 13"/>
                    <a:gd name="T14" fmla="*/ 5 w 9"/>
                    <a:gd name="T15" fmla="*/ 12 h 13"/>
                    <a:gd name="T16" fmla="*/ 3 w 9"/>
                    <a:gd name="T17" fmla="*/ 7 h 13"/>
                    <a:gd name="T18" fmla="*/ 5 w 9"/>
                    <a:gd name="T19" fmla="*/ 2 h 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 h="13">
                      <a:moveTo>
                        <a:pt x="5" y="0"/>
                      </a:moveTo>
                      <a:cubicBezTo>
                        <a:pt x="2" y="0"/>
                        <a:pt x="0" y="3"/>
                        <a:pt x="0" y="7"/>
                      </a:cubicBezTo>
                      <a:cubicBezTo>
                        <a:pt x="0" y="11"/>
                        <a:pt x="2" y="13"/>
                        <a:pt x="5" y="13"/>
                      </a:cubicBezTo>
                      <a:cubicBezTo>
                        <a:pt x="8" y="13"/>
                        <a:pt x="9" y="11"/>
                        <a:pt x="9" y="7"/>
                      </a:cubicBezTo>
                      <a:cubicBezTo>
                        <a:pt x="9" y="3"/>
                        <a:pt x="8" y="0"/>
                        <a:pt x="5" y="0"/>
                      </a:cubicBezTo>
                      <a:close/>
                      <a:moveTo>
                        <a:pt x="5" y="2"/>
                      </a:moveTo>
                      <a:cubicBezTo>
                        <a:pt x="6" y="2"/>
                        <a:pt x="7" y="3"/>
                        <a:pt x="7" y="7"/>
                      </a:cubicBezTo>
                      <a:cubicBezTo>
                        <a:pt x="7" y="10"/>
                        <a:pt x="6" y="12"/>
                        <a:pt x="5" y="12"/>
                      </a:cubicBezTo>
                      <a:cubicBezTo>
                        <a:pt x="3" y="12"/>
                        <a:pt x="3" y="10"/>
                        <a:pt x="3" y="7"/>
                      </a:cubicBezTo>
                      <a:cubicBezTo>
                        <a:pt x="3" y="3"/>
                        <a:pt x="3" y="2"/>
                        <a:pt x="5" y="2"/>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5" name="Rectangle 108"/>
                <p:cNvSpPr>
                  <a:spLocks noChangeArrowheads="1"/>
                </p:cNvSpPr>
                <p:nvPr/>
              </p:nvSpPr>
              <p:spPr bwMode="auto">
                <a:xfrm>
                  <a:off x="7691162" y="1378359"/>
                  <a:ext cx="385349" cy="498803"/>
                </a:xfrm>
                <a:prstGeom prst="rect">
                  <a:avLst/>
                </a:prstGeom>
                <a:solidFill>
                  <a:schemeClr val="accent3">
                    <a:lumMod val="20000"/>
                    <a:lumOff val="8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36" name="Freeform 109"/>
                <p:cNvSpPr>
                  <a:spLocks/>
                </p:cNvSpPr>
                <p:nvPr/>
              </p:nvSpPr>
              <p:spPr bwMode="auto">
                <a:xfrm>
                  <a:off x="7783098" y="1491812"/>
                  <a:ext cx="158443" cy="271897"/>
                </a:xfrm>
                <a:custGeom>
                  <a:avLst/>
                  <a:gdLst>
                    <a:gd name="T0" fmla="*/ 81 w 81"/>
                    <a:gd name="T1" fmla="*/ 139 h 139"/>
                    <a:gd name="T2" fmla="*/ 81 w 81"/>
                    <a:gd name="T3" fmla="*/ 0 h 139"/>
                    <a:gd name="T4" fmla="*/ 46 w 81"/>
                    <a:gd name="T5" fmla="*/ 0 h 139"/>
                    <a:gd name="T6" fmla="*/ 0 w 81"/>
                    <a:gd name="T7" fmla="*/ 23 h 139"/>
                    <a:gd name="T8" fmla="*/ 11 w 81"/>
                    <a:gd name="T9" fmla="*/ 47 h 139"/>
                    <a:gd name="T10" fmla="*/ 46 w 81"/>
                    <a:gd name="T11" fmla="*/ 23 h 139"/>
                    <a:gd name="T12" fmla="*/ 46 w 81"/>
                    <a:gd name="T13" fmla="*/ 139 h 139"/>
                    <a:gd name="T14" fmla="*/ 81 w 81"/>
                    <a:gd name="T15" fmla="*/ 139 h 13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81" h="139">
                      <a:moveTo>
                        <a:pt x="81" y="139"/>
                      </a:moveTo>
                      <a:lnTo>
                        <a:pt x="81" y="0"/>
                      </a:lnTo>
                      <a:lnTo>
                        <a:pt x="46" y="0"/>
                      </a:lnTo>
                      <a:lnTo>
                        <a:pt x="0" y="23"/>
                      </a:lnTo>
                      <a:lnTo>
                        <a:pt x="11" y="47"/>
                      </a:lnTo>
                      <a:lnTo>
                        <a:pt x="46" y="23"/>
                      </a:lnTo>
                      <a:lnTo>
                        <a:pt x="46" y="139"/>
                      </a:lnTo>
                      <a:lnTo>
                        <a:pt x="81" y="139"/>
                      </a:lnTo>
                      <a:close/>
                    </a:path>
                  </a:pathLst>
                </a:custGeom>
                <a:solidFill>
                  <a:schemeClr val="accent3"/>
                </a:solidFill>
                <a:ln>
                  <a:noFill/>
                </a:ln>
              </p:spPr>
              <p:txBody>
                <a:bodyPr vert="horz" wrap="square" lIns="91440" tIns="45720" rIns="91440" bIns="45720" numCol="1" anchor="t" anchorCtr="0" compatLnSpc="1">
                  <a:prstTxWarp prst="textNoShape">
                    <a:avLst/>
                  </a:prstTxWarp>
                </a:bodyPr>
                <a:lstStyle/>
                <a:p>
                  <a:endParaRPr lang="en-US"/>
                </a:p>
              </p:txBody>
            </p:sp>
            <p:sp>
              <p:nvSpPr>
                <p:cNvPr id="37" name="Rectangle 110"/>
                <p:cNvSpPr>
                  <a:spLocks noChangeArrowheads="1"/>
                </p:cNvSpPr>
                <p:nvPr/>
              </p:nvSpPr>
              <p:spPr bwMode="auto">
                <a:xfrm>
                  <a:off x="6825497" y="2384683"/>
                  <a:ext cx="406866" cy="498803"/>
                </a:xfrm>
                <a:prstGeom prst="rect">
                  <a:avLst/>
                </a:prstGeom>
                <a:solidFill>
                  <a:schemeClr val="accent3"/>
                </a:solidFill>
                <a:ln>
                  <a:noFill/>
                </a:ln>
              </p:spPr>
              <p:txBody>
                <a:bodyPr vert="horz" wrap="square" lIns="91440" tIns="45720" rIns="91440" bIns="45720" numCol="1" anchor="t" anchorCtr="0" compatLnSpc="1">
                  <a:prstTxWarp prst="textNoShape">
                    <a:avLst/>
                  </a:prstTxWarp>
                </a:bodyPr>
                <a:lstStyle/>
                <a:p>
                  <a:endParaRPr lang="en-US"/>
                </a:p>
              </p:txBody>
            </p:sp>
            <p:sp>
              <p:nvSpPr>
                <p:cNvPr id="38" name="Freeform 111"/>
                <p:cNvSpPr>
                  <a:spLocks/>
                </p:cNvSpPr>
                <p:nvPr/>
              </p:nvSpPr>
              <p:spPr bwMode="auto">
                <a:xfrm>
                  <a:off x="6938949" y="2474663"/>
                  <a:ext cx="134969" cy="295370"/>
                </a:xfrm>
                <a:custGeom>
                  <a:avLst/>
                  <a:gdLst>
                    <a:gd name="T0" fmla="*/ 69 w 69"/>
                    <a:gd name="T1" fmla="*/ 151 h 151"/>
                    <a:gd name="T2" fmla="*/ 69 w 69"/>
                    <a:gd name="T3" fmla="*/ 0 h 151"/>
                    <a:gd name="T4" fmla="*/ 46 w 69"/>
                    <a:gd name="T5" fmla="*/ 0 h 151"/>
                    <a:gd name="T6" fmla="*/ 0 w 69"/>
                    <a:gd name="T7" fmla="*/ 35 h 151"/>
                    <a:gd name="T8" fmla="*/ 11 w 69"/>
                    <a:gd name="T9" fmla="*/ 58 h 151"/>
                    <a:gd name="T10" fmla="*/ 46 w 69"/>
                    <a:gd name="T11" fmla="*/ 35 h 151"/>
                    <a:gd name="T12" fmla="*/ 46 w 69"/>
                    <a:gd name="T13" fmla="*/ 151 h 151"/>
                    <a:gd name="T14" fmla="*/ 69 w 69"/>
                    <a:gd name="T15" fmla="*/ 151 h 15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9" h="151">
                      <a:moveTo>
                        <a:pt x="69" y="151"/>
                      </a:moveTo>
                      <a:lnTo>
                        <a:pt x="69" y="0"/>
                      </a:lnTo>
                      <a:lnTo>
                        <a:pt x="46" y="0"/>
                      </a:lnTo>
                      <a:lnTo>
                        <a:pt x="0" y="35"/>
                      </a:lnTo>
                      <a:lnTo>
                        <a:pt x="11" y="58"/>
                      </a:lnTo>
                      <a:lnTo>
                        <a:pt x="46" y="35"/>
                      </a:lnTo>
                      <a:lnTo>
                        <a:pt x="46" y="151"/>
                      </a:lnTo>
                      <a:lnTo>
                        <a:pt x="69" y="151"/>
                      </a:lnTo>
                      <a:close/>
                    </a:path>
                  </a:pathLst>
                </a:custGeom>
                <a:solidFill>
                  <a:srgbClr val="FFFFFF"/>
                </a:solidFill>
                <a:ln>
                  <a:noFill/>
                </a:ln>
              </p:spPr>
              <p:txBody>
                <a:bodyPr vert="horz" wrap="square" lIns="91440" tIns="45720" rIns="91440" bIns="45720" numCol="1" anchor="t" anchorCtr="0" compatLnSpc="1">
                  <a:prstTxWarp prst="textNoShape">
                    <a:avLst/>
                  </a:prstTxWarp>
                </a:bodyPr>
                <a:lstStyle/>
                <a:p>
                  <a:endParaRPr lang="en-US"/>
                </a:p>
              </p:txBody>
            </p:sp>
            <p:sp>
              <p:nvSpPr>
                <p:cNvPr id="39" name="Rectangle 112"/>
                <p:cNvSpPr>
                  <a:spLocks noChangeArrowheads="1"/>
                </p:cNvSpPr>
                <p:nvPr/>
              </p:nvSpPr>
              <p:spPr bwMode="auto">
                <a:xfrm>
                  <a:off x="7255835" y="1885881"/>
                  <a:ext cx="408822" cy="475330"/>
                </a:xfrm>
                <a:prstGeom prst="rect">
                  <a:avLst/>
                </a:prstGeom>
                <a:solidFill>
                  <a:schemeClr val="accent3">
                    <a:lumMod val="20000"/>
                    <a:lumOff val="8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40" name="Freeform 113"/>
                <p:cNvSpPr>
                  <a:spLocks/>
                </p:cNvSpPr>
                <p:nvPr/>
              </p:nvSpPr>
              <p:spPr bwMode="auto">
                <a:xfrm>
                  <a:off x="7369288" y="1975861"/>
                  <a:ext cx="136926" cy="295370"/>
                </a:xfrm>
                <a:custGeom>
                  <a:avLst/>
                  <a:gdLst>
                    <a:gd name="T0" fmla="*/ 70 w 70"/>
                    <a:gd name="T1" fmla="*/ 151 h 151"/>
                    <a:gd name="T2" fmla="*/ 70 w 70"/>
                    <a:gd name="T3" fmla="*/ 0 h 151"/>
                    <a:gd name="T4" fmla="*/ 46 w 70"/>
                    <a:gd name="T5" fmla="*/ 0 h 151"/>
                    <a:gd name="T6" fmla="*/ 0 w 70"/>
                    <a:gd name="T7" fmla="*/ 35 h 151"/>
                    <a:gd name="T8" fmla="*/ 12 w 70"/>
                    <a:gd name="T9" fmla="*/ 46 h 151"/>
                    <a:gd name="T10" fmla="*/ 35 w 70"/>
                    <a:gd name="T11" fmla="*/ 35 h 151"/>
                    <a:gd name="T12" fmla="*/ 35 w 70"/>
                    <a:gd name="T13" fmla="*/ 151 h 151"/>
                    <a:gd name="T14" fmla="*/ 70 w 70"/>
                    <a:gd name="T15" fmla="*/ 151 h 15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0" h="151">
                      <a:moveTo>
                        <a:pt x="70" y="151"/>
                      </a:moveTo>
                      <a:lnTo>
                        <a:pt x="70" y="0"/>
                      </a:lnTo>
                      <a:lnTo>
                        <a:pt x="46" y="0"/>
                      </a:lnTo>
                      <a:lnTo>
                        <a:pt x="0" y="35"/>
                      </a:lnTo>
                      <a:lnTo>
                        <a:pt x="12" y="46"/>
                      </a:lnTo>
                      <a:lnTo>
                        <a:pt x="35" y="35"/>
                      </a:lnTo>
                      <a:lnTo>
                        <a:pt x="35" y="151"/>
                      </a:lnTo>
                      <a:lnTo>
                        <a:pt x="70" y="151"/>
                      </a:lnTo>
                      <a:close/>
                    </a:path>
                  </a:pathLst>
                </a:custGeom>
                <a:solidFill>
                  <a:schemeClr val="accent3"/>
                </a:solidFill>
                <a:ln>
                  <a:noFill/>
                </a:ln>
              </p:spPr>
              <p:txBody>
                <a:bodyPr vert="horz" wrap="square" lIns="91440" tIns="45720" rIns="91440" bIns="45720" numCol="1" anchor="t" anchorCtr="0" compatLnSpc="1">
                  <a:prstTxWarp prst="textNoShape">
                    <a:avLst/>
                  </a:prstTxWarp>
                </a:bodyPr>
                <a:lstStyle/>
                <a:p>
                  <a:endParaRPr lang="en-US"/>
                </a:p>
              </p:txBody>
            </p:sp>
          </p:grpSp>
          <p:sp>
            <p:nvSpPr>
              <p:cNvPr id="31" name="Rectangle 116"/>
              <p:cNvSpPr>
                <a:spLocks noChangeArrowheads="1"/>
              </p:cNvSpPr>
              <p:nvPr/>
            </p:nvSpPr>
            <p:spPr bwMode="auto">
              <a:xfrm>
                <a:off x="7681383" y="2384682"/>
                <a:ext cx="408822" cy="498804"/>
              </a:xfrm>
              <a:prstGeom prst="rect">
                <a:avLst/>
              </a:prstGeom>
              <a:solidFill>
                <a:schemeClr val="accent3"/>
              </a:solidFill>
              <a:ln>
                <a:noFill/>
              </a:ln>
            </p:spPr>
            <p:txBody>
              <a:bodyPr vert="horz" wrap="square" lIns="91440" tIns="45720" rIns="91440" bIns="45720" numCol="1" anchor="t" anchorCtr="0" compatLnSpc="1">
                <a:prstTxWarp prst="textNoShape">
                  <a:avLst/>
                </a:prstTxWarp>
              </a:bodyPr>
              <a:lstStyle/>
              <a:p>
                <a:endParaRPr lang="en-US"/>
              </a:p>
            </p:txBody>
          </p:sp>
          <p:sp>
            <p:nvSpPr>
              <p:cNvPr id="32" name="Freeform 117"/>
              <p:cNvSpPr>
                <a:spLocks noEditPoints="1"/>
              </p:cNvSpPr>
              <p:nvPr/>
            </p:nvSpPr>
            <p:spPr bwMode="auto">
              <a:xfrm>
                <a:off x="7773319" y="2474662"/>
                <a:ext cx="203433" cy="295370"/>
              </a:xfrm>
              <a:custGeom>
                <a:avLst/>
                <a:gdLst>
                  <a:gd name="T0" fmla="*/ 5 w 9"/>
                  <a:gd name="T1" fmla="*/ 0 h 13"/>
                  <a:gd name="T2" fmla="*/ 0 w 9"/>
                  <a:gd name="T3" fmla="*/ 7 h 13"/>
                  <a:gd name="T4" fmla="*/ 5 w 9"/>
                  <a:gd name="T5" fmla="*/ 13 h 13"/>
                  <a:gd name="T6" fmla="*/ 9 w 9"/>
                  <a:gd name="T7" fmla="*/ 7 h 13"/>
                  <a:gd name="T8" fmla="*/ 5 w 9"/>
                  <a:gd name="T9" fmla="*/ 0 h 13"/>
                  <a:gd name="T10" fmla="*/ 5 w 9"/>
                  <a:gd name="T11" fmla="*/ 2 h 13"/>
                  <a:gd name="T12" fmla="*/ 7 w 9"/>
                  <a:gd name="T13" fmla="*/ 7 h 13"/>
                  <a:gd name="T14" fmla="*/ 5 w 9"/>
                  <a:gd name="T15" fmla="*/ 11 h 13"/>
                  <a:gd name="T16" fmla="*/ 3 w 9"/>
                  <a:gd name="T17" fmla="*/ 7 h 13"/>
                  <a:gd name="T18" fmla="*/ 5 w 9"/>
                  <a:gd name="T19" fmla="*/ 2 h 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 h="13">
                    <a:moveTo>
                      <a:pt x="5" y="0"/>
                    </a:moveTo>
                    <a:cubicBezTo>
                      <a:pt x="2" y="0"/>
                      <a:pt x="0" y="3"/>
                      <a:pt x="0" y="7"/>
                    </a:cubicBezTo>
                    <a:cubicBezTo>
                      <a:pt x="0" y="11"/>
                      <a:pt x="2" y="13"/>
                      <a:pt x="5" y="13"/>
                    </a:cubicBezTo>
                    <a:cubicBezTo>
                      <a:pt x="8" y="13"/>
                      <a:pt x="9" y="11"/>
                      <a:pt x="9" y="7"/>
                    </a:cubicBezTo>
                    <a:cubicBezTo>
                      <a:pt x="9" y="3"/>
                      <a:pt x="8" y="0"/>
                      <a:pt x="5" y="0"/>
                    </a:cubicBezTo>
                    <a:close/>
                    <a:moveTo>
                      <a:pt x="5" y="2"/>
                    </a:moveTo>
                    <a:cubicBezTo>
                      <a:pt x="6" y="2"/>
                      <a:pt x="7" y="3"/>
                      <a:pt x="7" y="7"/>
                    </a:cubicBezTo>
                    <a:cubicBezTo>
                      <a:pt x="7" y="10"/>
                      <a:pt x="6" y="11"/>
                      <a:pt x="5" y="11"/>
                    </a:cubicBezTo>
                    <a:cubicBezTo>
                      <a:pt x="3" y="11"/>
                      <a:pt x="3" y="10"/>
                      <a:pt x="3" y="7"/>
                    </a:cubicBezTo>
                    <a:cubicBezTo>
                      <a:pt x="3" y="3"/>
                      <a:pt x="3" y="2"/>
                      <a:pt x="5" y="2"/>
                    </a:cubicBezTo>
                    <a:close/>
                  </a:path>
                </a:pathLst>
              </a:custGeom>
              <a:solidFill>
                <a:schemeClr val="accent3">
                  <a:lumMod val="20000"/>
                  <a:lumOff val="80000"/>
                </a:schemeClr>
              </a:solidFill>
              <a:ln>
                <a:noFill/>
              </a:ln>
            </p:spPr>
            <p:txBody>
              <a:bodyPr vert="horz" wrap="square" lIns="91440" tIns="45720" rIns="91440" bIns="45720" numCol="1" anchor="t" anchorCtr="0" compatLnSpc="1">
                <a:prstTxWarp prst="textNoShape">
                  <a:avLst/>
                </a:prstTxWarp>
              </a:bodyPr>
              <a:lstStyle/>
              <a:p>
                <a:endParaRPr lang="en-US"/>
              </a:p>
            </p:txBody>
          </p:sp>
        </p:grpSp>
        <p:sp>
          <p:nvSpPr>
            <p:cNvPr id="41" name="Rectangle 118"/>
            <p:cNvSpPr>
              <a:spLocks noChangeArrowheads="1"/>
            </p:cNvSpPr>
            <p:nvPr/>
          </p:nvSpPr>
          <p:spPr bwMode="auto">
            <a:xfrm>
              <a:off x="7491443" y="4468157"/>
              <a:ext cx="406866" cy="498804"/>
            </a:xfrm>
            <a:prstGeom prst="rect">
              <a:avLst/>
            </a:prstGeom>
            <a:solidFill>
              <a:schemeClr val="accent3"/>
            </a:solidFill>
            <a:ln>
              <a:noFill/>
            </a:ln>
          </p:spPr>
          <p:txBody>
            <a:bodyPr vert="horz" wrap="square" lIns="91440" tIns="45720" rIns="91440" bIns="45720" numCol="1" anchor="t" anchorCtr="0" compatLnSpc="1">
              <a:prstTxWarp prst="textNoShape">
                <a:avLst/>
              </a:prstTxWarp>
            </a:bodyPr>
            <a:lstStyle/>
            <a:p>
              <a:endParaRPr lang="en-US"/>
            </a:p>
          </p:txBody>
        </p:sp>
        <p:sp>
          <p:nvSpPr>
            <p:cNvPr id="42" name="Freeform 119"/>
            <p:cNvSpPr>
              <a:spLocks noEditPoints="1"/>
            </p:cNvSpPr>
            <p:nvPr/>
          </p:nvSpPr>
          <p:spPr bwMode="auto">
            <a:xfrm>
              <a:off x="7581423" y="4581610"/>
              <a:ext cx="205389" cy="293413"/>
            </a:xfrm>
            <a:custGeom>
              <a:avLst/>
              <a:gdLst>
                <a:gd name="T0" fmla="*/ 5 w 9"/>
                <a:gd name="T1" fmla="*/ 0 h 13"/>
                <a:gd name="T2" fmla="*/ 0 w 9"/>
                <a:gd name="T3" fmla="*/ 6 h 13"/>
                <a:gd name="T4" fmla="*/ 5 w 9"/>
                <a:gd name="T5" fmla="*/ 13 h 13"/>
                <a:gd name="T6" fmla="*/ 9 w 9"/>
                <a:gd name="T7" fmla="*/ 6 h 13"/>
                <a:gd name="T8" fmla="*/ 5 w 9"/>
                <a:gd name="T9" fmla="*/ 0 h 13"/>
                <a:gd name="T10" fmla="*/ 5 w 9"/>
                <a:gd name="T11" fmla="*/ 1 h 13"/>
                <a:gd name="T12" fmla="*/ 7 w 9"/>
                <a:gd name="T13" fmla="*/ 6 h 13"/>
                <a:gd name="T14" fmla="*/ 5 w 9"/>
                <a:gd name="T15" fmla="*/ 11 h 13"/>
                <a:gd name="T16" fmla="*/ 3 w 9"/>
                <a:gd name="T17" fmla="*/ 6 h 13"/>
                <a:gd name="T18" fmla="*/ 5 w 9"/>
                <a:gd name="T19" fmla="*/ 1 h 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 h="13">
                  <a:moveTo>
                    <a:pt x="5" y="0"/>
                  </a:moveTo>
                  <a:cubicBezTo>
                    <a:pt x="2" y="0"/>
                    <a:pt x="0" y="2"/>
                    <a:pt x="0" y="6"/>
                  </a:cubicBezTo>
                  <a:cubicBezTo>
                    <a:pt x="0" y="10"/>
                    <a:pt x="2" y="13"/>
                    <a:pt x="5" y="13"/>
                  </a:cubicBezTo>
                  <a:cubicBezTo>
                    <a:pt x="8" y="13"/>
                    <a:pt x="9" y="10"/>
                    <a:pt x="9" y="6"/>
                  </a:cubicBezTo>
                  <a:cubicBezTo>
                    <a:pt x="9" y="2"/>
                    <a:pt x="8" y="0"/>
                    <a:pt x="5" y="0"/>
                  </a:cubicBezTo>
                  <a:close/>
                  <a:moveTo>
                    <a:pt x="5" y="1"/>
                  </a:moveTo>
                  <a:cubicBezTo>
                    <a:pt x="6" y="1"/>
                    <a:pt x="7" y="2"/>
                    <a:pt x="7" y="6"/>
                  </a:cubicBezTo>
                  <a:cubicBezTo>
                    <a:pt x="7" y="10"/>
                    <a:pt x="6" y="11"/>
                    <a:pt x="5" y="11"/>
                  </a:cubicBezTo>
                  <a:cubicBezTo>
                    <a:pt x="3" y="11"/>
                    <a:pt x="3" y="9"/>
                    <a:pt x="3" y="6"/>
                  </a:cubicBezTo>
                  <a:cubicBezTo>
                    <a:pt x="3" y="3"/>
                    <a:pt x="3" y="1"/>
                    <a:pt x="5" y="1"/>
                  </a:cubicBezTo>
                  <a:close/>
                </a:path>
              </a:pathLst>
            </a:custGeom>
            <a:solidFill>
              <a:schemeClr val="accent3">
                <a:lumMod val="20000"/>
                <a:lumOff val="8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43" name="Rectangle 120"/>
            <p:cNvSpPr>
              <a:spLocks noChangeArrowheads="1"/>
            </p:cNvSpPr>
            <p:nvPr/>
          </p:nvSpPr>
          <p:spPr bwMode="auto">
            <a:xfrm>
              <a:off x="7898309" y="4468157"/>
              <a:ext cx="387306" cy="498804"/>
            </a:xfrm>
            <a:prstGeom prst="rect">
              <a:avLst/>
            </a:pr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44" name="Freeform 121"/>
            <p:cNvSpPr>
              <a:spLocks/>
            </p:cNvSpPr>
            <p:nvPr/>
          </p:nvSpPr>
          <p:spPr bwMode="auto">
            <a:xfrm>
              <a:off x="7990245" y="4581610"/>
              <a:ext cx="158443" cy="271897"/>
            </a:xfrm>
            <a:custGeom>
              <a:avLst/>
              <a:gdLst>
                <a:gd name="T0" fmla="*/ 81 w 81"/>
                <a:gd name="T1" fmla="*/ 139 h 139"/>
                <a:gd name="T2" fmla="*/ 81 w 81"/>
                <a:gd name="T3" fmla="*/ 0 h 139"/>
                <a:gd name="T4" fmla="*/ 58 w 81"/>
                <a:gd name="T5" fmla="*/ 0 h 139"/>
                <a:gd name="T6" fmla="*/ 0 w 81"/>
                <a:gd name="T7" fmla="*/ 23 h 139"/>
                <a:gd name="T8" fmla="*/ 11 w 81"/>
                <a:gd name="T9" fmla="*/ 46 h 139"/>
                <a:gd name="T10" fmla="*/ 46 w 81"/>
                <a:gd name="T11" fmla="*/ 23 h 139"/>
                <a:gd name="T12" fmla="*/ 46 w 81"/>
                <a:gd name="T13" fmla="*/ 139 h 139"/>
                <a:gd name="T14" fmla="*/ 81 w 81"/>
                <a:gd name="T15" fmla="*/ 139 h 13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81" h="139">
                  <a:moveTo>
                    <a:pt x="81" y="139"/>
                  </a:moveTo>
                  <a:lnTo>
                    <a:pt x="81" y="0"/>
                  </a:lnTo>
                  <a:lnTo>
                    <a:pt x="58" y="0"/>
                  </a:lnTo>
                  <a:lnTo>
                    <a:pt x="0" y="23"/>
                  </a:lnTo>
                  <a:lnTo>
                    <a:pt x="11" y="46"/>
                  </a:lnTo>
                  <a:lnTo>
                    <a:pt x="46" y="23"/>
                  </a:lnTo>
                  <a:lnTo>
                    <a:pt x="46" y="139"/>
                  </a:lnTo>
                  <a:lnTo>
                    <a:pt x="81" y="139"/>
                  </a:lnTo>
                  <a:close/>
                </a:path>
              </a:pathLst>
            </a:custGeom>
            <a:solidFill>
              <a:schemeClr val="accent3"/>
            </a:solidFill>
            <a:ln>
              <a:noFill/>
            </a:ln>
          </p:spPr>
          <p:txBody>
            <a:bodyPr vert="horz" wrap="square" lIns="91440" tIns="45720" rIns="91440" bIns="45720" numCol="1" anchor="t" anchorCtr="0" compatLnSpc="1">
              <a:prstTxWarp prst="textNoShape">
                <a:avLst/>
              </a:prstTxWarp>
            </a:bodyPr>
            <a:lstStyle/>
            <a:p>
              <a:endParaRPr lang="en-US"/>
            </a:p>
          </p:txBody>
        </p:sp>
        <p:grpSp>
          <p:nvGrpSpPr>
            <p:cNvPr id="45" name="Group 44"/>
            <p:cNvGrpSpPr/>
            <p:nvPr/>
          </p:nvGrpSpPr>
          <p:grpSpPr>
            <a:xfrm>
              <a:off x="5112327" y="1406878"/>
              <a:ext cx="6646956" cy="5315859"/>
              <a:chOff x="6527800" y="2483620"/>
              <a:chExt cx="5473700" cy="4377555"/>
            </a:xfrm>
          </p:grpSpPr>
          <p:grpSp>
            <p:nvGrpSpPr>
              <p:cNvPr id="46" name="Group 45"/>
              <p:cNvGrpSpPr/>
              <p:nvPr/>
            </p:nvGrpSpPr>
            <p:grpSpPr>
              <a:xfrm>
                <a:off x="10091976" y="4361890"/>
                <a:ext cx="1909524" cy="2419674"/>
                <a:chOff x="10091976" y="4967384"/>
                <a:chExt cx="1431688" cy="1814179"/>
              </a:xfrm>
            </p:grpSpPr>
            <p:sp>
              <p:nvSpPr>
                <p:cNvPr id="87" name="Rectangle 32"/>
                <p:cNvSpPr>
                  <a:spLocks noChangeArrowheads="1"/>
                </p:cNvSpPr>
                <p:nvPr/>
              </p:nvSpPr>
              <p:spPr bwMode="auto">
                <a:xfrm>
                  <a:off x="11066799" y="6595630"/>
                  <a:ext cx="37187" cy="124842"/>
                </a:xfrm>
                <a:prstGeom prst="rect">
                  <a:avLst/>
                </a:prstGeom>
                <a:solidFill>
                  <a:srgbClr val="231F2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FFFFFF"/>
                    </a:solidFill>
                  </a:endParaRPr>
                </a:p>
              </p:txBody>
            </p:sp>
            <p:sp>
              <p:nvSpPr>
                <p:cNvPr id="88" name="Rectangle 33"/>
                <p:cNvSpPr>
                  <a:spLocks noChangeArrowheads="1"/>
                </p:cNvSpPr>
                <p:nvPr/>
              </p:nvSpPr>
              <p:spPr bwMode="auto">
                <a:xfrm>
                  <a:off x="10431969" y="6595630"/>
                  <a:ext cx="37187" cy="124842"/>
                </a:xfrm>
                <a:prstGeom prst="rect">
                  <a:avLst/>
                </a:prstGeom>
                <a:solidFill>
                  <a:srgbClr val="231F2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FFFFFF"/>
                    </a:solidFill>
                  </a:endParaRPr>
                </a:p>
              </p:txBody>
            </p:sp>
            <p:sp>
              <p:nvSpPr>
                <p:cNvPr id="89" name="Freeform 34"/>
                <p:cNvSpPr>
                  <a:spLocks/>
                </p:cNvSpPr>
                <p:nvPr/>
              </p:nvSpPr>
              <p:spPr bwMode="auto">
                <a:xfrm>
                  <a:off x="10771961" y="6500007"/>
                  <a:ext cx="377179" cy="140779"/>
                </a:xfrm>
                <a:custGeom>
                  <a:avLst/>
                  <a:gdLst>
                    <a:gd name="T0" fmla="*/ 0 w 142"/>
                    <a:gd name="T1" fmla="*/ 11 h 53"/>
                    <a:gd name="T2" fmla="*/ 3 w 142"/>
                    <a:gd name="T3" fmla="*/ 0 h 53"/>
                    <a:gd name="T4" fmla="*/ 142 w 142"/>
                    <a:gd name="T5" fmla="*/ 28 h 53"/>
                    <a:gd name="T6" fmla="*/ 142 w 142"/>
                    <a:gd name="T7" fmla="*/ 53 h 53"/>
                    <a:gd name="T8" fmla="*/ 0 w 142"/>
                    <a:gd name="T9" fmla="*/ 22 h 53"/>
                    <a:gd name="T10" fmla="*/ 3 w 142"/>
                    <a:gd name="T11" fmla="*/ 22 h 53"/>
                    <a:gd name="T12" fmla="*/ 0 w 142"/>
                    <a:gd name="T13" fmla="*/ 11 h 53"/>
                  </a:gdLst>
                  <a:ahLst/>
                  <a:cxnLst>
                    <a:cxn ang="0">
                      <a:pos x="T0" y="T1"/>
                    </a:cxn>
                    <a:cxn ang="0">
                      <a:pos x="T2" y="T3"/>
                    </a:cxn>
                    <a:cxn ang="0">
                      <a:pos x="T4" y="T5"/>
                    </a:cxn>
                    <a:cxn ang="0">
                      <a:pos x="T6" y="T7"/>
                    </a:cxn>
                    <a:cxn ang="0">
                      <a:pos x="T8" y="T9"/>
                    </a:cxn>
                    <a:cxn ang="0">
                      <a:pos x="T10" y="T11"/>
                    </a:cxn>
                    <a:cxn ang="0">
                      <a:pos x="T12" y="T13"/>
                    </a:cxn>
                  </a:cxnLst>
                  <a:rect l="0" t="0" r="r" b="b"/>
                  <a:pathLst>
                    <a:path w="142" h="53">
                      <a:moveTo>
                        <a:pt x="0" y="11"/>
                      </a:moveTo>
                      <a:lnTo>
                        <a:pt x="3" y="0"/>
                      </a:lnTo>
                      <a:lnTo>
                        <a:pt x="142" y="28"/>
                      </a:lnTo>
                      <a:lnTo>
                        <a:pt x="142" y="53"/>
                      </a:lnTo>
                      <a:lnTo>
                        <a:pt x="0" y="22"/>
                      </a:lnTo>
                      <a:lnTo>
                        <a:pt x="3" y="22"/>
                      </a:lnTo>
                      <a:lnTo>
                        <a:pt x="0" y="11"/>
                      </a:lnTo>
                      <a:close/>
                    </a:path>
                  </a:pathLst>
                </a:custGeom>
                <a:solidFill>
                  <a:srgbClr val="35353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FFFFFF"/>
                    </a:solidFill>
                  </a:endParaRPr>
                </a:p>
              </p:txBody>
            </p:sp>
            <p:sp>
              <p:nvSpPr>
                <p:cNvPr id="90" name="Freeform 35"/>
                <p:cNvSpPr>
                  <a:spLocks/>
                </p:cNvSpPr>
                <p:nvPr/>
              </p:nvSpPr>
              <p:spPr bwMode="auto">
                <a:xfrm>
                  <a:off x="10386814" y="6500007"/>
                  <a:ext cx="385147" cy="140779"/>
                </a:xfrm>
                <a:custGeom>
                  <a:avLst/>
                  <a:gdLst>
                    <a:gd name="T0" fmla="*/ 142 w 145"/>
                    <a:gd name="T1" fmla="*/ 0 h 53"/>
                    <a:gd name="T2" fmla="*/ 145 w 145"/>
                    <a:gd name="T3" fmla="*/ 11 h 53"/>
                    <a:gd name="T4" fmla="*/ 142 w 145"/>
                    <a:gd name="T5" fmla="*/ 22 h 53"/>
                    <a:gd name="T6" fmla="*/ 145 w 145"/>
                    <a:gd name="T7" fmla="*/ 22 h 53"/>
                    <a:gd name="T8" fmla="*/ 0 w 145"/>
                    <a:gd name="T9" fmla="*/ 53 h 53"/>
                    <a:gd name="T10" fmla="*/ 0 w 145"/>
                    <a:gd name="T11" fmla="*/ 28 h 53"/>
                    <a:gd name="T12" fmla="*/ 142 w 145"/>
                    <a:gd name="T13" fmla="*/ 0 h 53"/>
                  </a:gdLst>
                  <a:ahLst/>
                  <a:cxnLst>
                    <a:cxn ang="0">
                      <a:pos x="T0" y="T1"/>
                    </a:cxn>
                    <a:cxn ang="0">
                      <a:pos x="T2" y="T3"/>
                    </a:cxn>
                    <a:cxn ang="0">
                      <a:pos x="T4" y="T5"/>
                    </a:cxn>
                    <a:cxn ang="0">
                      <a:pos x="T6" y="T7"/>
                    </a:cxn>
                    <a:cxn ang="0">
                      <a:pos x="T8" y="T9"/>
                    </a:cxn>
                    <a:cxn ang="0">
                      <a:pos x="T10" y="T11"/>
                    </a:cxn>
                    <a:cxn ang="0">
                      <a:pos x="T12" y="T13"/>
                    </a:cxn>
                  </a:cxnLst>
                  <a:rect l="0" t="0" r="r" b="b"/>
                  <a:pathLst>
                    <a:path w="145" h="53">
                      <a:moveTo>
                        <a:pt x="142" y="0"/>
                      </a:moveTo>
                      <a:lnTo>
                        <a:pt x="145" y="11"/>
                      </a:lnTo>
                      <a:lnTo>
                        <a:pt x="142" y="22"/>
                      </a:lnTo>
                      <a:lnTo>
                        <a:pt x="145" y="22"/>
                      </a:lnTo>
                      <a:lnTo>
                        <a:pt x="0" y="53"/>
                      </a:lnTo>
                      <a:lnTo>
                        <a:pt x="0" y="28"/>
                      </a:lnTo>
                      <a:lnTo>
                        <a:pt x="142" y="0"/>
                      </a:lnTo>
                      <a:close/>
                    </a:path>
                  </a:pathLst>
                </a:custGeom>
                <a:solidFill>
                  <a:srgbClr val="35353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FFFFFF"/>
                    </a:solidFill>
                  </a:endParaRPr>
                </a:p>
              </p:txBody>
            </p:sp>
            <p:sp>
              <p:nvSpPr>
                <p:cNvPr id="91" name="Freeform 36"/>
                <p:cNvSpPr>
                  <a:spLocks/>
                </p:cNvSpPr>
                <p:nvPr/>
              </p:nvSpPr>
              <p:spPr bwMode="auto">
                <a:xfrm>
                  <a:off x="10763993" y="6529224"/>
                  <a:ext cx="15937" cy="29219"/>
                </a:xfrm>
                <a:custGeom>
                  <a:avLst/>
                  <a:gdLst>
                    <a:gd name="T0" fmla="*/ 3 w 6"/>
                    <a:gd name="T1" fmla="*/ 0 h 11"/>
                    <a:gd name="T2" fmla="*/ 6 w 6"/>
                    <a:gd name="T3" fmla="*/ 11 h 11"/>
                    <a:gd name="T4" fmla="*/ 3 w 6"/>
                    <a:gd name="T5" fmla="*/ 11 h 11"/>
                    <a:gd name="T6" fmla="*/ 0 w 6"/>
                    <a:gd name="T7" fmla="*/ 11 h 11"/>
                    <a:gd name="T8" fmla="*/ 3 w 6"/>
                    <a:gd name="T9" fmla="*/ 0 h 11"/>
                  </a:gdLst>
                  <a:ahLst/>
                  <a:cxnLst>
                    <a:cxn ang="0">
                      <a:pos x="T0" y="T1"/>
                    </a:cxn>
                    <a:cxn ang="0">
                      <a:pos x="T2" y="T3"/>
                    </a:cxn>
                    <a:cxn ang="0">
                      <a:pos x="T4" y="T5"/>
                    </a:cxn>
                    <a:cxn ang="0">
                      <a:pos x="T6" y="T7"/>
                    </a:cxn>
                    <a:cxn ang="0">
                      <a:pos x="T8" y="T9"/>
                    </a:cxn>
                  </a:cxnLst>
                  <a:rect l="0" t="0" r="r" b="b"/>
                  <a:pathLst>
                    <a:path w="6" h="11">
                      <a:moveTo>
                        <a:pt x="3" y="0"/>
                      </a:moveTo>
                      <a:lnTo>
                        <a:pt x="6" y="11"/>
                      </a:lnTo>
                      <a:lnTo>
                        <a:pt x="3" y="11"/>
                      </a:lnTo>
                      <a:lnTo>
                        <a:pt x="0" y="11"/>
                      </a:lnTo>
                      <a:lnTo>
                        <a:pt x="3" y="0"/>
                      </a:lnTo>
                      <a:close/>
                    </a:path>
                  </a:pathLst>
                </a:custGeom>
                <a:solidFill>
                  <a:srgbClr val="20202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FFFFFF"/>
                    </a:solidFill>
                  </a:endParaRPr>
                </a:p>
              </p:txBody>
            </p:sp>
            <p:sp>
              <p:nvSpPr>
                <p:cNvPr id="92" name="Rectangle 37"/>
                <p:cNvSpPr>
                  <a:spLocks noChangeArrowheads="1"/>
                </p:cNvSpPr>
                <p:nvPr/>
              </p:nvSpPr>
              <p:spPr bwMode="auto">
                <a:xfrm>
                  <a:off x="10734774" y="6242355"/>
                  <a:ext cx="66404" cy="398429"/>
                </a:xfrm>
                <a:prstGeom prst="rect">
                  <a:avLst/>
                </a:prstGeom>
                <a:solidFill>
                  <a:srgbClr val="231F2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FFFFFF"/>
                    </a:solidFill>
                  </a:endParaRPr>
                </a:p>
              </p:txBody>
            </p:sp>
            <p:sp>
              <p:nvSpPr>
                <p:cNvPr id="93" name="Rectangle 38"/>
                <p:cNvSpPr>
                  <a:spLocks noChangeArrowheads="1"/>
                </p:cNvSpPr>
                <p:nvPr/>
              </p:nvSpPr>
              <p:spPr bwMode="auto">
                <a:xfrm>
                  <a:off x="10750712" y="6529224"/>
                  <a:ext cx="34530" cy="191246"/>
                </a:xfrm>
                <a:prstGeom prst="rect">
                  <a:avLst/>
                </a:prstGeom>
                <a:solidFill>
                  <a:srgbClr val="231F2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FFFFFF"/>
                    </a:solidFill>
                  </a:endParaRPr>
                </a:p>
              </p:txBody>
            </p:sp>
            <p:sp>
              <p:nvSpPr>
                <p:cNvPr id="94" name="Freeform 39"/>
                <p:cNvSpPr>
                  <a:spLocks/>
                </p:cNvSpPr>
                <p:nvPr/>
              </p:nvSpPr>
              <p:spPr bwMode="auto">
                <a:xfrm>
                  <a:off x="10277910" y="6160014"/>
                  <a:ext cx="672015" cy="98280"/>
                </a:xfrm>
                <a:custGeom>
                  <a:avLst/>
                  <a:gdLst>
                    <a:gd name="T0" fmla="*/ 0 w 253"/>
                    <a:gd name="T1" fmla="*/ 0 h 37"/>
                    <a:gd name="T2" fmla="*/ 253 w 253"/>
                    <a:gd name="T3" fmla="*/ 0 h 37"/>
                    <a:gd name="T4" fmla="*/ 253 w 253"/>
                    <a:gd name="T5" fmla="*/ 37 h 37"/>
                    <a:gd name="T6" fmla="*/ 39 w 253"/>
                    <a:gd name="T7" fmla="*/ 37 h 37"/>
                    <a:gd name="T8" fmla="*/ 0 w 253"/>
                    <a:gd name="T9" fmla="*/ 0 h 37"/>
                  </a:gdLst>
                  <a:ahLst/>
                  <a:cxnLst>
                    <a:cxn ang="0">
                      <a:pos x="T0" y="T1"/>
                    </a:cxn>
                    <a:cxn ang="0">
                      <a:pos x="T2" y="T3"/>
                    </a:cxn>
                    <a:cxn ang="0">
                      <a:pos x="T4" y="T5"/>
                    </a:cxn>
                    <a:cxn ang="0">
                      <a:pos x="T6" y="T7"/>
                    </a:cxn>
                    <a:cxn ang="0">
                      <a:pos x="T8" y="T9"/>
                    </a:cxn>
                  </a:cxnLst>
                  <a:rect l="0" t="0" r="r" b="b"/>
                  <a:pathLst>
                    <a:path w="253" h="37">
                      <a:moveTo>
                        <a:pt x="0" y="0"/>
                      </a:moveTo>
                      <a:lnTo>
                        <a:pt x="253" y="0"/>
                      </a:lnTo>
                      <a:lnTo>
                        <a:pt x="253" y="37"/>
                      </a:lnTo>
                      <a:lnTo>
                        <a:pt x="39" y="37"/>
                      </a:lnTo>
                      <a:lnTo>
                        <a:pt x="0" y="0"/>
                      </a:lnTo>
                      <a:close/>
                    </a:path>
                  </a:pathLst>
                </a:custGeom>
                <a:solidFill>
                  <a:srgbClr val="20202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FFFFFF"/>
                    </a:solidFill>
                  </a:endParaRPr>
                </a:p>
              </p:txBody>
            </p:sp>
            <p:sp>
              <p:nvSpPr>
                <p:cNvPr id="95" name="Freeform 40"/>
                <p:cNvSpPr>
                  <a:spLocks/>
                </p:cNvSpPr>
                <p:nvPr/>
              </p:nvSpPr>
              <p:spPr bwMode="auto">
                <a:xfrm>
                  <a:off x="10564778" y="6160014"/>
                  <a:ext cx="672015" cy="98280"/>
                </a:xfrm>
                <a:custGeom>
                  <a:avLst/>
                  <a:gdLst>
                    <a:gd name="T0" fmla="*/ 0 w 253"/>
                    <a:gd name="T1" fmla="*/ 0 h 37"/>
                    <a:gd name="T2" fmla="*/ 253 w 253"/>
                    <a:gd name="T3" fmla="*/ 0 h 37"/>
                    <a:gd name="T4" fmla="*/ 253 w 253"/>
                    <a:gd name="T5" fmla="*/ 37 h 37"/>
                    <a:gd name="T6" fmla="*/ 36 w 253"/>
                    <a:gd name="T7" fmla="*/ 37 h 37"/>
                    <a:gd name="T8" fmla="*/ 0 w 253"/>
                    <a:gd name="T9" fmla="*/ 0 h 37"/>
                  </a:gdLst>
                  <a:ahLst/>
                  <a:cxnLst>
                    <a:cxn ang="0">
                      <a:pos x="T0" y="T1"/>
                    </a:cxn>
                    <a:cxn ang="0">
                      <a:pos x="T2" y="T3"/>
                    </a:cxn>
                    <a:cxn ang="0">
                      <a:pos x="T4" y="T5"/>
                    </a:cxn>
                    <a:cxn ang="0">
                      <a:pos x="T6" y="T7"/>
                    </a:cxn>
                    <a:cxn ang="0">
                      <a:pos x="T8" y="T9"/>
                    </a:cxn>
                  </a:cxnLst>
                  <a:rect l="0" t="0" r="r" b="b"/>
                  <a:pathLst>
                    <a:path w="253" h="37">
                      <a:moveTo>
                        <a:pt x="0" y="0"/>
                      </a:moveTo>
                      <a:lnTo>
                        <a:pt x="253" y="0"/>
                      </a:lnTo>
                      <a:lnTo>
                        <a:pt x="253" y="37"/>
                      </a:lnTo>
                      <a:lnTo>
                        <a:pt x="36" y="37"/>
                      </a:lnTo>
                      <a:lnTo>
                        <a:pt x="0" y="0"/>
                      </a:lnTo>
                      <a:close/>
                    </a:path>
                  </a:pathLst>
                </a:custGeom>
                <a:solidFill>
                  <a:srgbClr val="35353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FFFFFF"/>
                    </a:solidFill>
                  </a:endParaRPr>
                </a:p>
              </p:txBody>
            </p:sp>
            <p:sp>
              <p:nvSpPr>
                <p:cNvPr id="96" name="Oval 41"/>
                <p:cNvSpPr>
                  <a:spLocks noChangeArrowheads="1"/>
                </p:cNvSpPr>
                <p:nvPr/>
              </p:nvSpPr>
              <p:spPr bwMode="auto">
                <a:xfrm>
                  <a:off x="10713525" y="6662034"/>
                  <a:ext cx="116872" cy="119529"/>
                </a:xfrm>
                <a:prstGeom prst="ellipse">
                  <a:avLst/>
                </a:prstGeom>
                <a:solidFill>
                  <a:srgbClr val="35353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FFFFFF"/>
                    </a:solidFill>
                  </a:endParaRPr>
                </a:p>
              </p:txBody>
            </p:sp>
            <p:sp>
              <p:nvSpPr>
                <p:cNvPr id="97" name="Oval 42"/>
                <p:cNvSpPr>
                  <a:spLocks noChangeArrowheads="1"/>
                </p:cNvSpPr>
                <p:nvPr/>
              </p:nvSpPr>
              <p:spPr bwMode="auto">
                <a:xfrm>
                  <a:off x="10394782" y="6662034"/>
                  <a:ext cx="119528" cy="119529"/>
                </a:xfrm>
                <a:prstGeom prst="ellipse">
                  <a:avLst/>
                </a:prstGeom>
                <a:solidFill>
                  <a:srgbClr val="35353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FFFFFF"/>
                    </a:solidFill>
                  </a:endParaRPr>
                </a:p>
              </p:txBody>
            </p:sp>
            <p:sp>
              <p:nvSpPr>
                <p:cNvPr id="98" name="Oval 43"/>
                <p:cNvSpPr>
                  <a:spLocks noChangeArrowheads="1"/>
                </p:cNvSpPr>
                <p:nvPr/>
              </p:nvSpPr>
              <p:spPr bwMode="auto">
                <a:xfrm>
                  <a:off x="11029612" y="6662034"/>
                  <a:ext cx="119528" cy="119529"/>
                </a:xfrm>
                <a:prstGeom prst="ellipse">
                  <a:avLst/>
                </a:prstGeom>
                <a:solidFill>
                  <a:srgbClr val="35353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FFFFFF"/>
                    </a:solidFill>
                  </a:endParaRPr>
                </a:p>
              </p:txBody>
            </p:sp>
            <p:sp>
              <p:nvSpPr>
                <p:cNvPr id="99" name="Freeform 44"/>
                <p:cNvSpPr>
                  <a:spLocks/>
                </p:cNvSpPr>
                <p:nvPr/>
              </p:nvSpPr>
              <p:spPr bwMode="auto">
                <a:xfrm>
                  <a:off x="10285879" y="5660650"/>
                  <a:ext cx="685297" cy="403741"/>
                </a:xfrm>
                <a:custGeom>
                  <a:avLst/>
                  <a:gdLst>
                    <a:gd name="T0" fmla="*/ 29 w 93"/>
                    <a:gd name="T1" fmla="*/ 0 h 55"/>
                    <a:gd name="T2" fmla="*/ 93 w 93"/>
                    <a:gd name="T3" fmla="*/ 0 h 55"/>
                    <a:gd name="T4" fmla="*/ 93 w 93"/>
                    <a:gd name="T5" fmla="*/ 6 h 55"/>
                    <a:gd name="T6" fmla="*/ 29 w 93"/>
                    <a:gd name="T7" fmla="*/ 6 h 55"/>
                    <a:gd name="T8" fmla="*/ 7 w 93"/>
                    <a:gd name="T9" fmla="*/ 29 h 55"/>
                    <a:gd name="T10" fmla="*/ 7 w 93"/>
                    <a:gd name="T11" fmla="*/ 55 h 55"/>
                    <a:gd name="T12" fmla="*/ 0 w 93"/>
                    <a:gd name="T13" fmla="*/ 55 h 55"/>
                    <a:gd name="T14" fmla="*/ 0 w 93"/>
                    <a:gd name="T15" fmla="*/ 29 h 55"/>
                    <a:gd name="T16" fmla="*/ 29 w 93"/>
                    <a:gd name="T17" fmla="*/ 0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3" h="55">
                      <a:moveTo>
                        <a:pt x="29" y="0"/>
                      </a:moveTo>
                      <a:cubicBezTo>
                        <a:pt x="93" y="0"/>
                        <a:pt x="93" y="0"/>
                        <a:pt x="93" y="0"/>
                      </a:cubicBezTo>
                      <a:cubicBezTo>
                        <a:pt x="93" y="6"/>
                        <a:pt x="93" y="6"/>
                        <a:pt x="93" y="6"/>
                      </a:cubicBezTo>
                      <a:cubicBezTo>
                        <a:pt x="29" y="6"/>
                        <a:pt x="29" y="6"/>
                        <a:pt x="29" y="6"/>
                      </a:cubicBezTo>
                      <a:cubicBezTo>
                        <a:pt x="17" y="6"/>
                        <a:pt x="7" y="17"/>
                        <a:pt x="7" y="29"/>
                      </a:cubicBezTo>
                      <a:cubicBezTo>
                        <a:pt x="7" y="55"/>
                        <a:pt x="7" y="55"/>
                        <a:pt x="7" y="55"/>
                      </a:cubicBezTo>
                      <a:cubicBezTo>
                        <a:pt x="0" y="55"/>
                        <a:pt x="0" y="55"/>
                        <a:pt x="0" y="55"/>
                      </a:cubicBezTo>
                      <a:cubicBezTo>
                        <a:pt x="0" y="29"/>
                        <a:pt x="0" y="29"/>
                        <a:pt x="0" y="29"/>
                      </a:cubicBezTo>
                      <a:cubicBezTo>
                        <a:pt x="0" y="13"/>
                        <a:pt x="13" y="0"/>
                        <a:pt x="29" y="0"/>
                      </a:cubicBezTo>
                      <a:close/>
                    </a:path>
                  </a:pathLst>
                </a:custGeom>
                <a:solidFill>
                  <a:srgbClr val="20202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FFFFFF"/>
                    </a:solidFill>
                  </a:endParaRPr>
                </a:p>
              </p:txBody>
            </p:sp>
            <p:sp>
              <p:nvSpPr>
                <p:cNvPr id="100" name="Oval 46"/>
                <p:cNvSpPr>
                  <a:spLocks noChangeArrowheads="1"/>
                </p:cNvSpPr>
                <p:nvPr/>
              </p:nvSpPr>
              <p:spPr bwMode="auto">
                <a:xfrm>
                  <a:off x="10091976" y="6013923"/>
                  <a:ext cx="193901" cy="191246"/>
                </a:xfrm>
                <a:prstGeom prst="ellipse">
                  <a:avLst/>
                </a:prstGeom>
                <a:solidFill>
                  <a:srgbClr val="44444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FFFFFF"/>
                    </a:solidFill>
                  </a:endParaRPr>
                </a:p>
              </p:txBody>
            </p:sp>
            <p:sp>
              <p:nvSpPr>
                <p:cNvPr id="101" name="Rectangle 47"/>
                <p:cNvSpPr>
                  <a:spLocks noChangeArrowheads="1"/>
                </p:cNvSpPr>
                <p:nvPr/>
              </p:nvSpPr>
              <p:spPr bwMode="auto">
                <a:xfrm>
                  <a:off x="10187599" y="6013923"/>
                  <a:ext cx="377179" cy="191246"/>
                </a:xfrm>
                <a:prstGeom prst="rect">
                  <a:avLst/>
                </a:prstGeom>
                <a:solidFill>
                  <a:srgbClr val="44444A"/>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FFFFFF"/>
                    </a:solidFill>
                  </a:endParaRPr>
                </a:p>
              </p:txBody>
            </p:sp>
            <p:sp>
              <p:nvSpPr>
                <p:cNvPr id="102" name="Rectangle 48"/>
                <p:cNvSpPr>
                  <a:spLocks noChangeArrowheads="1"/>
                </p:cNvSpPr>
                <p:nvPr/>
              </p:nvSpPr>
              <p:spPr bwMode="auto">
                <a:xfrm>
                  <a:off x="10564778" y="6013923"/>
                  <a:ext cx="767638" cy="191246"/>
                </a:xfrm>
                <a:prstGeom prst="rect">
                  <a:avLst/>
                </a:prstGeom>
                <a:solidFill>
                  <a:srgbClr val="202024"/>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FFFFFF"/>
                    </a:solidFill>
                  </a:endParaRPr>
                </a:p>
              </p:txBody>
            </p:sp>
            <p:sp>
              <p:nvSpPr>
                <p:cNvPr id="103" name="Oval 49"/>
                <p:cNvSpPr>
                  <a:spLocks noChangeArrowheads="1"/>
                </p:cNvSpPr>
                <p:nvPr/>
              </p:nvSpPr>
              <p:spPr bwMode="auto">
                <a:xfrm>
                  <a:off x="10477125" y="6013923"/>
                  <a:ext cx="183276" cy="191246"/>
                </a:xfrm>
                <a:prstGeom prst="ellipse">
                  <a:avLst/>
                </a:prstGeom>
                <a:solidFill>
                  <a:srgbClr val="20202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FFFFFF"/>
                    </a:solidFill>
                  </a:endParaRPr>
                </a:p>
              </p:txBody>
            </p:sp>
            <p:sp>
              <p:nvSpPr>
                <p:cNvPr id="104" name="Oval 50"/>
                <p:cNvSpPr>
                  <a:spLocks noChangeArrowheads="1"/>
                </p:cNvSpPr>
                <p:nvPr/>
              </p:nvSpPr>
              <p:spPr bwMode="auto">
                <a:xfrm>
                  <a:off x="11332418" y="4967384"/>
                  <a:ext cx="191246" cy="191246"/>
                </a:xfrm>
                <a:prstGeom prst="ellipse">
                  <a:avLst/>
                </a:prstGeom>
                <a:solidFill>
                  <a:srgbClr val="20202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FFFFFF"/>
                    </a:solidFill>
                  </a:endParaRPr>
                </a:p>
              </p:txBody>
            </p:sp>
            <p:sp>
              <p:nvSpPr>
                <p:cNvPr id="105" name="Freeform 51"/>
                <p:cNvSpPr>
                  <a:spLocks/>
                </p:cNvSpPr>
                <p:nvPr/>
              </p:nvSpPr>
              <p:spPr bwMode="auto">
                <a:xfrm>
                  <a:off x="11236795" y="4967384"/>
                  <a:ext cx="191246" cy="1237785"/>
                </a:xfrm>
                <a:custGeom>
                  <a:avLst/>
                  <a:gdLst>
                    <a:gd name="T0" fmla="*/ 72 w 72"/>
                    <a:gd name="T1" fmla="*/ 0 h 466"/>
                    <a:gd name="T2" fmla="*/ 36 w 72"/>
                    <a:gd name="T3" fmla="*/ 466 h 466"/>
                    <a:gd name="T4" fmla="*/ 0 w 72"/>
                    <a:gd name="T5" fmla="*/ 466 h 466"/>
                    <a:gd name="T6" fmla="*/ 36 w 72"/>
                    <a:gd name="T7" fmla="*/ 0 h 466"/>
                    <a:gd name="T8" fmla="*/ 72 w 72"/>
                    <a:gd name="T9" fmla="*/ 0 h 466"/>
                  </a:gdLst>
                  <a:ahLst/>
                  <a:cxnLst>
                    <a:cxn ang="0">
                      <a:pos x="T0" y="T1"/>
                    </a:cxn>
                    <a:cxn ang="0">
                      <a:pos x="T2" y="T3"/>
                    </a:cxn>
                    <a:cxn ang="0">
                      <a:pos x="T4" y="T5"/>
                    </a:cxn>
                    <a:cxn ang="0">
                      <a:pos x="T6" y="T7"/>
                    </a:cxn>
                    <a:cxn ang="0">
                      <a:pos x="T8" y="T9"/>
                    </a:cxn>
                  </a:cxnLst>
                  <a:rect l="0" t="0" r="r" b="b"/>
                  <a:pathLst>
                    <a:path w="72" h="466">
                      <a:moveTo>
                        <a:pt x="72" y="0"/>
                      </a:moveTo>
                      <a:lnTo>
                        <a:pt x="36" y="466"/>
                      </a:lnTo>
                      <a:lnTo>
                        <a:pt x="0" y="466"/>
                      </a:lnTo>
                      <a:lnTo>
                        <a:pt x="36" y="0"/>
                      </a:lnTo>
                      <a:lnTo>
                        <a:pt x="72" y="0"/>
                      </a:lnTo>
                      <a:close/>
                    </a:path>
                  </a:pathLst>
                </a:custGeom>
                <a:solidFill>
                  <a:srgbClr val="20202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FFFFFF"/>
                    </a:solidFill>
                  </a:endParaRPr>
                </a:p>
              </p:txBody>
            </p:sp>
            <p:sp>
              <p:nvSpPr>
                <p:cNvPr id="106" name="Oval 52"/>
                <p:cNvSpPr>
                  <a:spLocks noChangeArrowheads="1"/>
                </p:cNvSpPr>
                <p:nvPr/>
              </p:nvSpPr>
              <p:spPr bwMode="auto">
                <a:xfrm>
                  <a:off x="10742744" y="6691253"/>
                  <a:ext cx="58436" cy="58436"/>
                </a:xfrm>
                <a:prstGeom prst="ellipse">
                  <a:avLst/>
                </a:prstGeom>
                <a:solidFill>
                  <a:srgbClr val="20202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FFFFFF"/>
                    </a:solidFill>
                  </a:endParaRPr>
                </a:p>
              </p:txBody>
            </p:sp>
            <p:sp>
              <p:nvSpPr>
                <p:cNvPr id="107" name="Oval 53"/>
                <p:cNvSpPr>
                  <a:spLocks noChangeArrowheads="1"/>
                </p:cNvSpPr>
                <p:nvPr/>
              </p:nvSpPr>
              <p:spPr bwMode="auto">
                <a:xfrm>
                  <a:off x="10424001" y="6691253"/>
                  <a:ext cx="61092" cy="58436"/>
                </a:xfrm>
                <a:prstGeom prst="ellipse">
                  <a:avLst/>
                </a:prstGeom>
                <a:solidFill>
                  <a:srgbClr val="20202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FFFFFF"/>
                    </a:solidFill>
                  </a:endParaRPr>
                </a:p>
              </p:txBody>
            </p:sp>
            <p:sp>
              <p:nvSpPr>
                <p:cNvPr id="108" name="Oval 54"/>
                <p:cNvSpPr>
                  <a:spLocks noChangeArrowheads="1"/>
                </p:cNvSpPr>
                <p:nvPr/>
              </p:nvSpPr>
              <p:spPr bwMode="auto">
                <a:xfrm>
                  <a:off x="11058830" y="6691253"/>
                  <a:ext cx="58436" cy="58436"/>
                </a:xfrm>
                <a:prstGeom prst="ellipse">
                  <a:avLst/>
                </a:prstGeom>
                <a:solidFill>
                  <a:srgbClr val="20202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FFFFFF"/>
                    </a:solidFill>
                  </a:endParaRPr>
                </a:p>
              </p:txBody>
            </p:sp>
            <p:sp>
              <p:nvSpPr>
                <p:cNvPr id="109" name="Freeform 83"/>
                <p:cNvSpPr>
                  <a:spLocks/>
                </p:cNvSpPr>
                <p:nvPr/>
              </p:nvSpPr>
              <p:spPr bwMode="auto">
                <a:xfrm>
                  <a:off x="10431969" y="5262222"/>
                  <a:ext cx="509989" cy="0"/>
                </a:xfrm>
                <a:custGeom>
                  <a:avLst/>
                  <a:gdLst>
                    <a:gd name="T0" fmla="*/ 0 w 192"/>
                    <a:gd name="T1" fmla="*/ 192 w 192"/>
                    <a:gd name="T2" fmla="*/ 0 w 192"/>
                  </a:gdLst>
                  <a:ahLst/>
                  <a:cxnLst>
                    <a:cxn ang="0">
                      <a:pos x="T0" y="0"/>
                    </a:cxn>
                    <a:cxn ang="0">
                      <a:pos x="T1" y="0"/>
                    </a:cxn>
                    <a:cxn ang="0">
                      <a:pos x="T2" y="0"/>
                    </a:cxn>
                  </a:cxnLst>
                  <a:rect l="0" t="0" r="r" b="b"/>
                  <a:pathLst>
                    <a:path w="192">
                      <a:moveTo>
                        <a:pt x="0" y="0"/>
                      </a:moveTo>
                      <a:lnTo>
                        <a:pt x="192" y="0"/>
                      </a:lnTo>
                      <a:lnTo>
                        <a:pt x="0" y="0"/>
                      </a:lnTo>
                      <a:close/>
                    </a:path>
                  </a:pathLst>
                </a:custGeom>
                <a:solidFill>
                  <a:srgbClr val="D8D8D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FFFFFF"/>
                    </a:solidFill>
                  </a:endParaRPr>
                </a:p>
              </p:txBody>
            </p:sp>
            <p:sp>
              <p:nvSpPr>
                <p:cNvPr id="110" name="Freeform 112"/>
                <p:cNvSpPr>
                  <a:spLocks/>
                </p:cNvSpPr>
                <p:nvPr/>
              </p:nvSpPr>
              <p:spPr bwMode="auto">
                <a:xfrm>
                  <a:off x="10543529" y="5594245"/>
                  <a:ext cx="672015" cy="448897"/>
                </a:xfrm>
                <a:custGeom>
                  <a:avLst/>
                  <a:gdLst>
                    <a:gd name="T0" fmla="*/ 29 w 91"/>
                    <a:gd name="T1" fmla="*/ 0 h 61"/>
                    <a:gd name="T2" fmla="*/ 91 w 91"/>
                    <a:gd name="T3" fmla="*/ 0 h 61"/>
                    <a:gd name="T4" fmla="*/ 91 w 91"/>
                    <a:gd name="T5" fmla="*/ 7 h 61"/>
                    <a:gd name="T6" fmla="*/ 29 w 91"/>
                    <a:gd name="T7" fmla="*/ 7 h 61"/>
                    <a:gd name="T8" fmla="*/ 7 w 91"/>
                    <a:gd name="T9" fmla="*/ 29 h 61"/>
                    <a:gd name="T10" fmla="*/ 7 w 91"/>
                    <a:gd name="T11" fmla="*/ 61 h 61"/>
                    <a:gd name="T12" fmla="*/ 0 w 91"/>
                    <a:gd name="T13" fmla="*/ 61 h 61"/>
                    <a:gd name="T14" fmla="*/ 0 w 91"/>
                    <a:gd name="T15" fmla="*/ 29 h 61"/>
                    <a:gd name="T16" fmla="*/ 29 w 91"/>
                    <a:gd name="T17" fmla="*/ 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1" h="61">
                      <a:moveTo>
                        <a:pt x="29" y="0"/>
                      </a:moveTo>
                      <a:cubicBezTo>
                        <a:pt x="91" y="0"/>
                        <a:pt x="91" y="0"/>
                        <a:pt x="91" y="0"/>
                      </a:cubicBezTo>
                      <a:cubicBezTo>
                        <a:pt x="91" y="7"/>
                        <a:pt x="91" y="7"/>
                        <a:pt x="91" y="7"/>
                      </a:cubicBezTo>
                      <a:cubicBezTo>
                        <a:pt x="29" y="7"/>
                        <a:pt x="29" y="7"/>
                        <a:pt x="29" y="7"/>
                      </a:cubicBezTo>
                      <a:cubicBezTo>
                        <a:pt x="17" y="7"/>
                        <a:pt x="7" y="17"/>
                        <a:pt x="7" y="29"/>
                      </a:cubicBezTo>
                      <a:cubicBezTo>
                        <a:pt x="7" y="61"/>
                        <a:pt x="7" y="61"/>
                        <a:pt x="7" y="61"/>
                      </a:cubicBezTo>
                      <a:cubicBezTo>
                        <a:pt x="0" y="61"/>
                        <a:pt x="0" y="61"/>
                        <a:pt x="0" y="61"/>
                      </a:cubicBezTo>
                      <a:cubicBezTo>
                        <a:pt x="0" y="29"/>
                        <a:pt x="0" y="29"/>
                        <a:pt x="0" y="29"/>
                      </a:cubicBezTo>
                      <a:cubicBezTo>
                        <a:pt x="0" y="13"/>
                        <a:pt x="13" y="0"/>
                        <a:pt x="29" y="0"/>
                      </a:cubicBezTo>
                      <a:close/>
                    </a:path>
                  </a:pathLst>
                </a:custGeom>
                <a:solidFill>
                  <a:srgbClr val="20202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FFFFFF"/>
                    </a:solidFill>
                  </a:endParaRPr>
                </a:p>
              </p:txBody>
            </p:sp>
          </p:grpSp>
          <p:grpSp>
            <p:nvGrpSpPr>
              <p:cNvPr id="47" name="Group 46"/>
              <p:cNvGrpSpPr/>
              <p:nvPr/>
            </p:nvGrpSpPr>
            <p:grpSpPr>
              <a:xfrm flipH="1">
                <a:off x="8613773" y="2483620"/>
                <a:ext cx="1958976" cy="4377555"/>
                <a:chOff x="8956675" y="449263"/>
                <a:chExt cx="2063751" cy="4611687"/>
              </a:xfrm>
            </p:grpSpPr>
            <p:sp>
              <p:nvSpPr>
                <p:cNvPr id="60" name="Freeform 36"/>
                <p:cNvSpPr>
                  <a:spLocks/>
                </p:cNvSpPr>
                <p:nvPr/>
              </p:nvSpPr>
              <p:spPr bwMode="auto">
                <a:xfrm>
                  <a:off x="9283700" y="3189288"/>
                  <a:ext cx="895350" cy="1662112"/>
                </a:xfrm>
                <a:custGeom>
                  <a:avLst/>
                  <a:gdLst>
                    <a:gd name="T0" fmla="*/ 0 w 564"/>
                    <a:gd name="T1" fmla="*/ 0 h 1047"/>
                    <a:gd name="T2" fmla="*/ 0 w 564"/>
                    <a:gd name="T3" fmla="*/ 0 h 1047"/>
                    <a:gd name="T4" fmla="*/ 146 w 564"/>
                    <a:gd name="T5" fmla="*/ 0 h 1047"/>
                    <a:gd name="T6" fmla="*/ 418 w 564"/>
                    <a:gd name="T7" fmla="*/ 0 h 1047"/>
                    <a:gd name="T8" fmla="*/ 564 w 564"/>
                    <a:gd name="T9" fmla="*/ 0 h 1047"/>
                    <a:gd name="T10" fmla="*/ 564 w 564"/>
                    <a:gd name="T11" fmla="*/ 158 h 1047"/>
                    <a:gd name="T12" fmla="*/ 564 w 564"/>
                    <a:gd name="T13" fmla="*/ 1047 h 1047"/>
                    <a:gd name="T14" fmla="*/ 418 w 564"/>
                    <a:gd name="T15" fmla="*/ 1047 h 1047"/>
                    <a:gd name="T16" fmla="*/ 418 w 564"/>
                    <a:gd name="T17" fmla="*/ 158 h 1047"/>
                    <a:gd name="T18" fmla="*/ 146 w 564"/>
                    <a:gd name="T19" fmla="*/ 158 h 1047"/>
                    <a:gd name="T20" fmla="*/ 146 w 564"/>
                    <a:gd name="T21" fmla="*/ 1047 h 1047"/>
                    <a:gd name="T22" fmla="*/ 0 w 564"/>
                    <a:gd name="T23" fmla="*/ 1047 h 1047"/>
                    <a:gd name="T24" fmla="*/ 0 w 564"/>
                    <a:gd name="T25" fmla="*/ 158 h 1047"/>
                    <a:gd name="T26" fmla="*/ 0 w 564"/>
                    <a:gd name="T27" fmla="*/ 158 h 1047"/>
                    <a:gd name="T28" fmla="*/ 0 w 564"/>
                    <a:gd name="T29" fmla="*/ 0 h 10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564" h="1047">
                      <a:moveTo>
                        <a:pt x="0" y="0"/>
                      </a:moveTo>
                      <a:lnTo>
                        <a:pt x="0" y="0"/>
                      </a:lnTo>
                      <a:lnTo>
                        <a:pt x="146" y="0"/>
                      </a:lnTo>
                      <a:lnTo>
                        <a:pt x="418" y="0"/>
                      </a:lnTo>
                      <a:lnTo>
                        <a:pt x="564" y="0"/>
                      </a:lnTo>
                      <a:lnTo>
                        <a:pt x="564" y="158"/>
                      </a:lnTo>
                      <a:lnTo>
                        <a:pt x="564" y="1047"/>
                      </a:lnTo>
                      <a:lnTo>
                        <a:pt x="418" y="1047"/>
                      </a:lnTo>
                      <a:lnTo>
                        <a:pt x="418" y="158"/>
                      </a:lnTo>
                      <a:lnTo>
                        <a:pt x="146" y="158"/>
                      </a:lnTo>
                      <a:lnTo>
                        <a:pt x="146" y="1047"/>
                      </a:lnTo>
                      <a:lnTo>
                        <a:pt x="0" y="1047"/>
                      </a:lnTo>
                      <a:lnTo>
                        <a:pt x="0" y="158"/>
                      </a:lnTo>
                      <a:lnTo>
                        <a:pt x="0" y="158"/>
                      </a:lnTo>
                      <a:lnTo>
                        <a:pt x="0" y="0"/>
                      </a:lnTo>
                      <a:close/>
                    </a:path>
                  </a:pathLst>
                </a:custGeom>
                <a:solidFill>
                  <a:schemeClr val="accent1">
                    <a:lumMod val="75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FFFFFF"/>
                    </a:solidFill>
                  </a:endParaRPr>
                </a:p>
              </p:txBody>
            </p:sp>
            <p:sp>
              <p:nvSpPr>
                <p:cNvPr id="61" name="Freeform 37"/>
                <p:cNvSpPr>
                  <a:spLocks/>
                </p:cNvSpPr>
                <p:nvPr/>
              </p:nvSpPr>
              <p:spPr bwMode="auto">
                <a:xfrm>
                  <a:off x="9283700" y="4819650"/>
                  <a:ext cx="536575" cy="241300"/>
                </a:xfrm>
                <a:custGeom>
                  <a:avLst/>
                  <a:gdLst>
                    <a:gd name="T0" fmla="*/ 22 w 51"/>
                    <a:gd name="T1" fmla="*/ 0 h 23"/>
                    <a:gd name="T2" fmla="*/ 51 w 51"/>
                    <a:gd name="T3" fmla="*/ 23 h 23"/>
                    <a:gd name="T4" fmla="*/ 22 w 51"/>
                    <a:gd name="T5" fmla="*/ 23 h 23"/>
                    <a:gd name="T6" fmla="*/ 0 w 51"/>
                    <a:gd name="T7" fmla="*/ 23 h 23"/>
                    <a:gd name="T8" fmla="*/ 0 w 51"/>
                    <a:gd name="T9" fmla="*/ 0 h 23"/>
                    <a:gd name="T10" fmla="*/ 22 w 51"/>
                    <a:gd name="T11" fmla="*/ 0 h 23"/>
                  </a:gdLst>
                  <a:ahLst/>
                  <a:cxnLst>
                    <a:cxn ang="0">
                      <a:pos x="T0" y="T1"/>
                    </a:cxn>
                    <a:cxn ang="0">
                      <a:pos x="T2" y="T3"/>
                    </a:cxn>
                    <a:cxn ang="0">
                      <a:pos x="T4" y="T5"/>
                    </a:cxn>
                    <a:cxn ang="0">
                      <a:pos x="T6" y="T7"/>
                    </a:cxn>
                    <a:cxn ang="0">
                      <a:pos x="T8" y="T9"/>
                    </a:cxn>
                    <a:cxn ang="0">
                      <a:pos x="T10" y="T11"/>
                    </a:cxn>
                  </a:cxnLst>
                  <a:rect l="0" t="0" r="r" b="b"/>
                  <a:pathLst>
                    <a:path w="51" h="23">
                      <a:moveTo>
                        <a:pt x="22" y="0"/>
                      </a:moveTo>
                      <a:cubicBezTo>
                        <a:pt x="37" y="0"/>
                        <a:pt x="50" y="10"/>
                        <a:pt x="51" y="23"/>
                      </a:cubicBezTo>
                      <a:cubicBezTo>
                        <a:pt x="22" y="23"/>
                        <a:pt x="22" y="23"/>
                        <a:pt x="22" y="23"/>
                      </a:cubicBezTo>
                      <a:cubicBezTo>
                        <a:pt x="0" y="23"/>
                        <a:pt x="0" y="23"/>
                        <a:pt x="0" y="23"/>
                      </a:cubicBezTo>
                      <a:cubicBezTo>
                        <a:pt x="0" y="0"/>
                        <a:pt x="0" y="0"/>
                        <a:pt x="0" y="0"/>
                      </a:cubicBezTo>
                      <a:lnTo>
                        <a:pt x="22" y="0"/>
                      </a:lnTo>
                      <a:close/>
                    </a:path>
                  </a:pathLst>
                </a:custGeom>
                <a:solidFill>
                  <a:srgbClr val="57412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FFFFFF"/>
                    </a:solidFill>
                  </a:endParaRPr>
                </a:p>
              </p:txBody>
            </p:sp>
            <p:sp>
              <p:nvSpPr>
                <p:cNvPr id="62" name="Freeform 38"/>
                <p:cNvSpPr>
                  <a:spLocks/>
                </p:cNvSpPr>
                <p:nvPr/>
              </p:nvSpPr>
              <p:spPr bwMode="auto">
                <a:xfrm>
                  <a:off x="8956675" y="1819275"/>
                  <a:ext cx="1558925" cy="1370012"/>
                </a:xfrm>
                <a:custGeom>
                  <a:avLst/>
                  <a:gdLst>
                    <a:gd name="T0" fmla="*/ 31 w 148"/>
                    <a:gd name="T1" fmla="*/ 0 h 131"/>
                    <a:gd name="T2" fmla="*/ 116 w 148"/>
                    <a:gd name="T3" fmla="*/ 0 h 131"/>
                    <a:gd name="T4" fmla="*/ 148 w 148"/>
                    <a:gd name="T5" fmla="*/ 27 h 131"/>
                    <a:gd name="T6" fmla="*/ 148 w 148"/>
                    <a:gd name="T7" fmla="*/ 49 h 131"/>
                    <a:gd name="T8" fmla="*/ 116 w 148"/>
                    <a:gd name="T9" fmla="*/ 49 h 131"/>
                    <a:gd name="T10" fmla="*/ 116 w 148"/>
                    <a:gd name="T11" fmla="*/ 131 h 131"/>
                    <a:gd name="T12" fmla="*/ 31 w 148"/>
                    <a:gd name="T13" fmla="*/ 131 h 131"/>
                    <a:gd name="T14" fmla="*/ 31 w 148"/>
                    <a:gd name="T15" fmla="*/ 49 h 131"/>
                    <a:gd name="T16" fmla="*/ 0 w 148"/>
                    <a:gd name="T17" fmla="*/ 49 h 131"/>
                    <a:gd name="T18" fmla="*/ 0 w 148"/>
                    <a:gd name="T19" fmla="*/ 27 h 131"/>
                    <a:gd name="T20" fmla="*/ 31 w 148"/>
                    <a:gd name="T21" fmla="*/ 0 h 1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48" h="131">
                      <a:moveTo>
                        <a:pt x="31" y="0"/>
                      </a:moveTo>
                      <a:cubicBezTo>
                        <a:pt x="116" y="0"/>
                        <a:pt x="116" y="0"/>
                        <a:pt x="116" y="0"/>
                      </a:cubicBezTo>
                      <a:cubicBezTo>
                        <a:pt x="134" y="0"/>
                        <a:pt x="148" y="12"/>
                        <a:pt x="148" y="27"/>
                      </a:cubicBezTo>
                      <a:cubicBezTo>
                        <a:pt x="148" y="49"/>
                        <a:pt x="148" y="49"/>
                        <a:pt x="148" y="49"/>
                      </a:cubicBezTo>
                      <a:cubicBezTo>
                        <a:pt x="116" y="49"/>
                        <a:pt x="116" y="49"/>
                        <a:pt x="116" y="49"/>
                      </a:cubicBezTo>
                      <a:cubicBezTo>
                        <a:pt x="116" y="131"/>
                        <a:pt x="116" y="131"/>
                        <a:pt x="116" y="131"/>
                      </a:cubicBezTo>
                      <a:cubicBezTo>
                        <a:pt x="31" y="131"/>
                        <a:pt x="31" y="131"/>
                        <a:pt x="31" y="131"/>
                      </a:cubicBezTo>
                      <a:cubicBezTo>
                        <a:pt x="31" y="49"/>
                        <a:pt x="31" y="49"/>
                        <a:pt x="31" y="49"/>
                      </a:cubicBezTo>
                      <a:cubicBezTo>
                        <a:pt x="0" y="49"/>
                        <a:pt x="0" y="49"/>
                        <a:pt x="0" y="49"/>
                      </a:cubicBezTo>
                      <a:cubicBezTo>
                        <a:pt x="0" y="27"/>
                        <a:pt x="0" y="27"/>
                        <a:pt x="0" y="27"/>
                      </a:cubicBezTo>
                      <a:cubicBezTo>
                        <a:pt x="0" y="12"/>
                        <a:pt x="14" y="0"/>
                        <a:pt x="31" y="0"/>
                      </a:cubicBez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FFFFFF"/>
                    </a:solidFill>
                  </a:endParaRPr>
                </a:p>
              </p:txBody>
            </p:sp>
            <p:sp>
              <p:nvSpPr>
                <p:cNvPr id="63" name="Freeform 39"/>
                <p:cNvSpPr>
                  <a:spLocks/>
                </p:cNvSpPr>
                <p:nvPr/>
              </p:nvSpPr>
              <p:spPr bwMode="auto">
                <a:xfrm>
                  <a:off x="10231438" y="2332038"/>
                  <a:ext cx="547688" cy="709612"/>
                </a:xfrm>
                <a:custGeom>
                  <a:avLst/>
                  <a:gdLst>
                    <a:gd name="T0" fmla="*/ 19 w 52"/>
                    <a:gd name="T1" fmla="*/ 68 h 68"/>
                    <a:gd name="T2" fmla="*/ 52 w 52"/>
                    <a:gd name="T3" fmla="*/ 68 h 68"/>
                    <a:gd name="T4" fmla="*/ 52 w 52"/>
                    <a:gd name="T5" fmla="*/ 48 h 68"/>
                    <a:gd name="T6" fmla="*/ 22 w 52"/>
                    <a:gd name="T7" fmla="*/ 48 h 68"/>
                    <a:gd name="T8" fmla="*/ 22 w 52"/>
                    <a:gd name="T9" fmla="*/ 0 h 68"/>
                    <a:gd name="T10" fmla="*/ 0 w 52"/>
                    <a:gd name="T11" fmla="*/ 0 h 68"/>
                    <a:gd name="T12" fmla="*/ 0 w 52"/>
                    <a:gd name="T13" fmla="*/ 51 h 68"/>
                    <a:gd name="T14" fmla="*/ 19 w 52"/>
                    <a:gd name="T15" fmla="*/ 68 h 6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2" h="68">
                      <a:moveTo>
                        <a:pt x="19" y="68"/>
                      </a:moveTo>
                      <a:cubicBezTo>
                        <a:pt x="52" y="68"/>
                        <a:pt x="52" y="68"/>
                        <a:pt x="52" y="68"/>
                      </a:cubicBezTo>
                      <a:cubicBezTo>
                        <a:pt x="52" y="48"/>
                        <a:pt x="52" y="48"/>
                        <a:pt x="52" y="48"/>
                      </a:cubicBezTo>
                      <a:cubicBezTo>
                        <a:pt x="22" y="48"/>
                        <a:pt x="22" y="48"/>
                        <a:pt x="22" y="48"/>
                      </a:cubicBezTo>
                      <a:cubicBezTo>
                        <a:pt x="22" y="0"/>
                        <a:pt x="22" y="0"/>
                        <a:pt x="22" y="0"/>
                      </a:cubicBezTo>
                      <a:cubicBezTo>
                        <a:pt x="0" y="0"/>
                        <a:pt x="0" y="0"/>
                        <a:pt x="0" y="0"/>
                      </a:cubicBezTo>
                      <a:cubicBezTo>
                        <a:pt x="0" y="51"/>
                        <a:pt x="0" y="51"/>
                        <a:pt x="0" y="51"/>
                      </a:cubicBezTo>
                      <a:cubicBezTo>
                        <a:pt x="0" y="60"/>
                        <a:pt x="8" y="68"/>
                        <a:pt x="19" y="68"/>
                      </a:cubicBezTo>
                    </a:path>
                  </a:pathLst>
                </a:custGeom>
                <a:solidFill>
                  <a:srgbClr val="6E583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FFFFFF"/>
                    </a:solidFill>
                  </a:endParaRPr>
                </a:p>
              </p:txBody>
            </p:sp>
            <p:sp>
              <p:nvSpPr>
                <p:cNvPr id="64" name="Rectangle 40"/>
                <p:cNvSpPr>
                  <a:spLocks noChangeArrowheads="1"/>
                </p:cNvSpPr>
                <p:nvPr/>
              </p:nvSpPr>
              <p:spPr bwMode="auto">
                <a:xfrm>
                  <a:off x="8999538" y="2332038"/>
                  <a:ext cx="241300" cy="1222375"/>
                </a:xfrm>
                <a:prstGeom prst="rect">
                  <a:avLst/>
                </a:prstGeom>
                <a:solidFill>
                  <a:srgbClr val="6E583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FFFFFF"/>
                    </a:solidFill>
                  </a:endParaRPr>
                </a:p>
              </p:txBody>
            </p:sp>
            <p:sp>
              <p:nvSpPr>
                <p:cNvPr id="65" name="Freeform 41"/>
                <p:cNvSpPr>
                  <a:spLocks/>
                </p:cNvSpPr>
                <p:nvPr/>
              </p:nvSpPr>
              <p:spPr bwMode="auto">
                <a:xfrm>
                  <a:off x="8999538" y="3355975"/>
                  <a:ext cx="241300" cy="407987"/>
                </a:xfrm>
                <a:custGeom>
                  <a:avLst/>
                  <a:gdLst>
                    <a:gd name="T0" fmla="*/ 23 w 23"/>
                    <a:gd name="T1" fmla="*/ 0 h 39"/>
                    <a:gd name="T2" fmla="*/ 23 w 23"/>
                    <a:gd name="T3" fmla="*/ 39 h 39"/>
                    <a:gd name="T4" fmla="*/ 0 w 23"/>
                    <a:gd name="T5" fmla="*/ 19 h 39"/>
                    <a:gd name="T6" fmla="*/ 23 w 23"/>
                    <a:gd name="T7" fmla="*/ 0 h 39"/>
                  </a:gdLst>
                  <a:ahLst/>
                  <a:cxnLst>
                    <a:cxn ang="0">
                      <a:pos x="T0" y="T1"/>
                    </a:cxn>
                    <a:cxn ang="0">
                      <a:pos x="T2" y="T3"/>
                    </a:cxn>
                    <a:cxn ang="0">
                      <a:pos x="T4" y="T5"/>
                    </a:cxn>
                    <a:cxn ang="0">
                      <a:pos x="T6" y="T7"/>
                    </a:cxn>
                  </a:cxnLst>
                  <a:rect l="0" t="0" r="r" b="b"/>
                  <a:pathLst>
                    <a:path w="23" h="39">
                      <a:moveTo>
                        <a:pt x="23" y="0"/>
                      </a:moveTo>
                      <a:cubicBezTo>
                        <a:pt x="23" y="39"/>
                        <a:pt x="23" y="39"/>
                        <a:pt x="23" y="39"/>
                      </a:cubicBezTo>
                      <a:cubicBezTo>
                        <a:pt x="10" y="39"/>
                        <a:pt x="0" y="30"/>
                        <a:pt x="0" y="19"/>
                      </a:cubicBezTo>
                      <a:cubicBezTo>
                        <a:pt x="0" y="8"/>
                        <a:pt x="10" y="0"/>
                        <a:pt x="23" y="0"/>
                      </a:cubicBezTo>
                    </a:path>
                  </a:pathLst>
                </a:custGeom>
                <a:solidFill>
                  <a:srgbClr val="6E583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FFFFFF"/>
                    </a:solidFill>
                  </a:endParaRPr>
                </a:p>
              </p:txBody>
            </p:sp>
            <p:sp>
              <p:nvSpPr>
                <p:cNvPr id="66" name="Freeform 42"/>
                <p:cNvSpPr>
                  <a:spLocks/>
                </p:cNvSpPr>
                <p:nvPr/>
              </p:nvSpPr>
              <p:spPr bwMode="auto">
                <a:xfrm>
                  <a:off x="10536238" y="2833688"/>
                  <a:ext cx="484188" cy="207962"/>
                </a:xfrm>
                <a:custGeom>
                  <a:avLst/>
                  <a:gdLst>
                    <a:gd name="T0" fmla="*/ 0 w 46"/>
                    <a:gd name="T1" fmla="*/ 0 h 20"/>
                    <a:gd name="T2" fmla="*/ 46 w 46"/>
                    <a:gd name="T3" fmla="*/ 0 h 20"/>
                    <a:gd name="T4" fmla="*/ 23 w 46"/>
                    <a:gd name="T5" fmla="*/ 20 h 20"/>
                    <a:gd name="T6" fmla="*/ 0 w 46"/>
                    <a:gd name="T7" fmla="*/ 0 h 20"/>
                  </a:gdLst>
                  <a:ahLst/>
                  <a:cxnLst>
                    <a:cxn ang="0">
                      <a:pos x="T0" y="T1"/>
                    </a:cxn>
                    <a:cxn ang="0">
                      <a:pos x="T2" y="T3"/>
                    </a:cxn>
                    <a:cxn ang="0">
                      <a:pos x="T4" y="T5"/>
                    </a:cxn>
                    <a:cxn ang="0">
                      <a:pos x="T6" y="T7"/>
                    </a:cxn>
                  </a:cxnLst>
                  <a:rect l="0" t="0" r="r" b="b"/>
                  <a:pathLst>
                    <a:path w="46" h="20">
                      <a:moveTo>
                        <a:pt x="0" y="0"/>
                      </a:moveTo>
                      <a:cubicBezTo>
                        <a:pt x="46" y="0"/>
                        <a:pt x="46" y="0"/>
                        <a:pt x="46" y="0"/>
                      </a:cubicBezTo>
                      <a:cubicBezTo>
                        <a:pt x="46" y="11"/>
                        <a:pt x="36" y="20"/>
                        <a:pt x="23" y="20"/>
                      </a:cubicBezTo>
                      <a:cubicBezTo>
                        <a:pt x="10" y="20"/>
                        <a:pt x="0" y="11"/>
                        <a:pt x="0" y="0"/>
                      </a:cubicBezTo>
                    </a:path>
                  </a:pathLst>
                </a:custGeom>
                <a:solidFill>
                  <a:srgbClr val="6E583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FFFFFF"/>
                    </a:solidFill>
                  </a:endParaRPr>
                </a:p>
              </p:txBody>
            </p:sp>
            <p:sp>
              <p:nvSpPr>
                <p:cNvPr id="67" name="Rectangle 44"/>
                <p:cNvSpPr>
                  <a:spLocks noChangeArrowheads="1"/>
                </p:cNvSpPr>
                <p:nvPr/>
              </p:nvSpPr>
              <p:spPr bwMode="auto">
                <a:xfrm>
                  <a:off x="8999538" y="2332038"/>
                  <a:ext cx="241300" cy="61912"/>
                </a:xfrm>
                <a:prstGeom prst="rect">
                  <a:avLst/>
                </a:prstGeom>
                <a:solidFill>
                  <a:srgbClr val="4B3929"/>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FFFFFF"/>
                    </a:solidFill>
                  </a:endParaRPr>
                </a:p>
              </p:txBody>
            </p:sp>
            <p:sp>
              <p:nvSpPr>
                <p:cNvPr id="68" name="Rectangle 45"/>
                <p:cNvSpPr>
                  <a:spLocks noChangeArrowheads="1"/>
                </p:cNvSpPr>
                <p:nvPr/>
              </p:nvSpPr>
              <p:spPr bwMode="auto">
                <a:xfrm>
                  <a:off x="10231438" y="2332038"/>
                  <a:ext cx="231775" cy="61912"/>
                </a:xfrm>
                <a:prstGeom prst="rect">
                  <a:avLst/>
                </a:prstGeom>
                <a:solidFill>
                  <a:srgbClr val="4B3929"/>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FFFFFF"/>
                    </a:solidFill>
                  </a:endParaRPr>
                </a:p>
              </p:txBody>
            </p:sp>
            <p:sp>
              <p:nvSpPr>
                <p:cNvPr id="69" name="Freeform 46"/>
                <p:cNvSpPr>
                  <a:spLocks/>
                </p:cNvSpPr>
                <p:nvPr/>
              </p:nvSpPr>
              <p:spPr bwMode="auto">
                <a:xfrm>
                  <a:off x="9947275" y="4819650"/>
                  <a:ext cx="536575" cy="241300"/>
                </a:xfrm>
                <a:custGeom>
                  <a:avLst/>
                  <a:gdLst>
                    <a:gd name="T0" fmla="*/ 22 w 51"/>
                    <a:gd name="T1" fmla="*/ 0 h 23"/>
                    <a:gd name="T2" fmla="*/ 51 w 51"/>
                    <a:gd name="T3" fmla="*/ 23 h 23"/>
                    <a:gd name="T4" fmla="*/ 22 w 51"/>
                    <a:gd name="T5" fmla="*/ 23 h 23"/>
                    <a:gd name="T6" fmla="*/ 0 w 51"/>
                    <a:gd name="T7" fmla="*/ 23 h 23"/>
                    <a:gd name="T8" fmla="*/ 0 w 51"/>
                    <a:gd name="T9" fmla="*/ 0 h 23"/>
                    <a:gd name="T10" fmla="*/ 22 w 51"/>
                    <a:gd name="T11" fmla="*/ 0 h 23"/>
                  </a:gdLst>
                  <a:ahLst/>
                  <a:cxnLst>
                    <a:cxn ang="0">
                      <a:pos x="T0" y="T1"/>
                    </a:cxn>
                    <a:cxn ang="0">
                      <a:pos x="T2" y="T3"/>
                    </a:cxn>
                    <a:cxn ang="0">
                      <a:pos x="T4" y="T5"/>
                    </a:cxn>
                    <a:cxn ang="0">
                      <a:pos x="T6" y="T7"/>
                    </a:cxn>
                    <a:cxn ang="0">
                      <a:pos x="T8" y="T9"/>
                    </a:cxn>
                    <a:cxn ang="0">
                      <a:pos x="T10" y="T11"/>
                    </a:cxn>
                  </a:cxnLst>
                  <a:rect l="0" t="0" r="r" b="b"/>
                  <a:pathLst>
                    <a:path w="51" h="23">
                      <a:moveTo>
                        <a:pt x="22" y="0"/>
                      </a:moveTo>
                      <a:cubicBezTo>
                        <a:pt x="37" y="0"/>
                        <a:pt x="50" y="10"/>
                        <a:pt x="51" y="23"/>
                      </a:cubicBezTo>
                      <a:cubicBezTo>
                        <a:pt x="22" y="23"/>
                        <a:pt x="22" y="23"/>
                        <a:pt x="22" y="23"/>
                      </a:cubicBezTo>
                      <a:cubicBezTo>
                        <a:pt x="0" y="23"/>
                        <a:pt x="0" y="23"/>
                        <a:pt x="0" y="23"/>
                      </a:cubicBezTo>
                      <a:cubicBezTo>
                        <a:pt x="0" y="0"/>
                        <a:pt x="0" y="0"/>
                        <a:pt x="0" y="0"/>
                      </a:cubicBezTo>
                      <a:lnTo>
                        <a:pt x="22" y="0"/>
                      </a:lnTo>
                      <a:close/>
                    </a:path>
                  </a:pathLst>
                </a:custGeom>
                <a:solidFill>
                  <a:srgbClr val="57412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FFFFFF"/>
                    </a:solidFill>
                  </a:endParaRPr>
                </a:p>
              </p:txBody>
            </p:sp>
            <p:sp>
              <p:nvSpPr>
                <p:cNvPr id="70" name="Freeform 47"/>
                <p:cNvSpPr>
                  <a:spLocks/>
                </p:cNvSpPr>
                <p:nvPr/>
              </p:nvSpPr>
              <p:spPr bwMode="auto">
                <a:xfrm>
                  <a:off x="9483725" y="1609725"/>
                  <a:ext cx="515938" cy="366712"/>
                </a:xfrm>
                <a:custGeom>
                  <a:avLst/>
                  <a:gdLst>
                    <a:gd name="T0" fmla="*/ 0 w 49"/>
                    <a:gd name="T1" fmla="*/ 27 h 35"/>
                    <a:gd name="T2" fmla="*/ 26 w 49"/>
                    <a:gd name="T3" fmla="*/ 35 h 35"/>
                    <a:gd name="T4" fmla="*/ 49 w 49"/>
                    <a:gd name="T5" fmla="*/ 27 h 35"/>
                    <a:gd name="T6" fmla="*/ 49 w 49"/>
                    <a:gd name="T7" fmla="*/ 0 h 35"/>
                    <a:gd name="T8" fmla="*/ 0 w 49"/>
                    <a:gd name="T9" fmla="*/ 0 h 35"/>
                    <a:gd name="T10" fmla="*/ 0 w 49"/>
                    <a:gd name="T11" fmla="*/ 27 h 35"/>
                  </a:gdLst>
                  <a:ahLst/>
                  <a:cxnLst>
                    <a:cxn ang="0">
                      <a:pos x="T0" y="T1"/>
                    </a:cxn>
                    <a:cxn ang="0">
                      <a:pos x="T2" y="T3"/>
                    </a:cxn>
                    <a:cxn ang="0">
                      <a:pos x="T4" y="T5"/>
                    </a:cxn>
                    <a:cxn ang="0">
                      <a:pos x="T6" y="T7"/>
                    </a:cxn>
                    <a:cxn ang="0">
                      <a:pos x="T8" y="T9"/>
                    </a:cxn>
                    <a:cxn ang="0">
                      <a:pos x="T10" y="T11"/>
                    </a:cxn>
                  </a:cxnLst>
                  <a:rect l="0" t="0" r="r" b="b"/>
                  <a:pathLst>
                    <a:path w="49" h="35">
                      <a:moveTo>
                        <a:pt x="0" y="27"/>
                      </a:moveTo>
                      <a:cubicBezTo>
                        <a:pt x="0" y="33"/>
                        <a:pt x="26" y="35"/>
                        <a:pt x="26" y="35"/>
                      </a:cubicBezTo>
                      <a:cubicBezTo>
                        <a:pt x="26" y="35"/>
                        <a:pt x="49" y="32"/>
                        <a:pt x="49" y="27"/>
                      </a:cubicBezTo>
                      <a:cubicBezTo>
                        <a:pt x="49" y="22"/>
                        <a:pt x="49" y="0"/>
                        <a:pt x="49" y="0"/>
                      </a:cubicBezTo>
                      <a:cubicBezTo>
                        <a:pt x="0" y="0"/>
                        <a:pt x="0" y="0"/>
                        <a:pt x="0" y="0"/>
                      </a:cubicBezTo>
                      <a:cubicBezTo>
                        <a:pt x="0" y="0"/>
                        <a:pt x="0" y="22"/>
                        <a:pt x="0" y="27"/>
                      </a:cubicBezTo>
                      <a:close/>
                    </a:path>
                  </a:pathLst>
                </a:custGeom>
                <a:solidFill>
                  <a:srgbClr val="6E583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FFFFFF"/>
                    </a:solidFill>
                  </a:endParaRPr>
                </a:p>
              </p:txBody>
            </p:sp>
            <p:sp>
              <p:nvSpPr>
                <p:cNvPr id="71" name="Freeform 48"/>
                <p:cNvSpPr>
                  <a:spLocks/>
                </p:cNvSpPr>
                <p:nvPr/>
              </p:nvSpPr>
              <p:spPr bwMode="auto">
                <a:xfrm>
                  <a:off x="9483725" y="1609725"/>
                  <a:ext cx="515938" cy="188912"/>
                </a:xfrm>
                <a:custGeom>
                  <a:avLst/>
                  <a:gdLst>
                    <a:gd name="T0" fmla="*/ 0 w 49"/>
                    <a:gd name="T1" fmla="*/ 14 h 18"/>
                    <a:gd name="T2" fmla="*/ 26 w 49"/>
                    <a:gd name="T3" fmla="*/ 18 h 18"/>
                    <a:gd name="T4" fmla="*/ 49 w 49"/>
                    <a:gd name="T5" fmla="*/ 14 h 18"/>
                    <a:gd name="T6" fmla="*/ 49 w 49"/>
                    <a:gd name="T7" fmla="*/ 0 h 18"/>
                    <a:gd name="T8" fmla="*/ 0 w 49"/>
                    <a:gd name="T9" fmla="*/ 0 h 18"/>
                    <a:gd name="T10" fmla="*/ 0 w 49"/>
                    <a:gd name="T11" fmla="*/ 14 h 18"/>
                  </a:gdLst>
                  <a:ahLst/>
                  <a:cxnLst>
                    <a:cxn ang="0">
                      <a:pos x="T0" y="T1"/>
                    </a:cxn>
                    <a:cxn ang="0">
                      <a:pos x="T2" y="T3"/>
                    </a:cxn>
                    <a:cxn ang="0">
                      <a:pos x="T4" y="T5"/>
                    </a:cxn>
                    <a:cxn ang="0">
                      <a:pos x="T6" y="T7"/>
                    </a:cxn>
                    <a:cxn ang="0">
                      <a:pos x="T8" y="T9"/>
                    </a:cxn>
                    <a:cxn ang="0">
                      <a:pos x="T10" y="T11"/>
                    </a:cxn>
                  </a:cxnLst>
                  <a:rect l="0" t="0" r="r" b="b"/>
                  <a:pathLst>
                    <a:path w="49" h="18">
                      <a:moveTo>
                        <a:pt x="0" y="14"/>
                      </a:moveTo>
                      <a:cubicBezTo>
                        <a:pt x="0" y="16"/>
                        <a:pt x="26" y="18"/>
                        <a:pt x="26" y="18"/>
                      </a:cubicBezTo>
                      <a:cubicBezTo>
                        <a:pt x="26" y="18"/>
                        <a:pt x="49" y="16"/>
                        <a:pt x="49" y="14"/>
                      </a:cubicBezTo>
                      <a:cubicBezTo>
                        <a:pt x="49" y="11"/>
                        <a:pt x="49" y="0"/>
                        <a:pt x="49" y="0"/>
                      </a:cubicBezTo>
                      <a:cubicBezTo>
                        <a:pt x="0" y="0"/>
                        <a:pt x="0" y="0"/>
                        <a:pt x="0" y="0"/>
                      </a:cubicBezTo>
                      <a:cubicBezTo>
                        <a:pt x="0" y="0"/>
                        <a:pt x="0" y="11"/>
                        <a:pt x="0" y="14"/>
                      </a:cubicBezTo>
                      <a:close/>
                    </a:path>
                  </a:pathLst>
                </a:custGeom>
                <a:solidFill>
                  <a:srgbClr val="4B392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FFFFFF"/>
                    </a:solidFill>
                  </a:endParaRPr>
                </a:p>
              </p:txBody>
            </p:sp>
            <p:sp>
              <p:nvSpPr>
                <p:cNvPr id="72" name="Freeform 49"/>
                <p:cNvSpPr>
                  <a:spLocks/>
                </p:cNvSpPr>
                <p:nvPr/>
              </p:nvSpPr>
              <p:spPr bwMode="auto">
                <a:xfrm>
                  <a:off x="9315450" y="554038"/>
                  <a:ext cx="831850" cy="1139825"/>
                </a:xfrm>
                <a:custGeom>
                  <a:avLst/>
                  <a:gdLst>
                    <a:gd name="T0" fmla="*/ 77 w 79"/>
                    <a:gd name="T1" fmla="*/ 27 h 109"/>
                    <a:gd name="T2" fmla="*/ 62 w 79"/>
                    <a:gd name="T3" fmla="*/ 0 h 109"/>
                    <a:gd name="T4" fmla="*/ 20 w 79"/>
                    <a:gd name="T5" fmla="*/ 0 h 109"/>
                    <a:gd name="T6" fmla="*/ 7 w 79"/>
                    <a:gd name="T7" fmla="*/ 25 h 109"/>
                    <a:gd name="T8" fmla="*/ 7 w 79"/>
                    <a:gd name="T9" fmla="*/ 39 h 109"/>
                    <a:gd name="T10" fmla="*/ 0 w 79"/>
                    <a:gd name="T11" fmla="*/ 41 h 109"/>
                    <a:gd name="T12" fmla="*/ 0 w 79"/>
                    <a:gd name="T13" fmla="*/ 43 h 109"/>
                    <a:gd name="T14" fmla="*/ 0 w 79"/>
                    <a:gd name="T15" fmla="*/ 55 h 109"/>
                    <a:gd name="T16" fmla="*/ 1 w 79"/>
                    <a:gd name="T17" fmla="*/ 62 h 109"/>
                    <a:gd name="T18" fmla="*/ 1 w 79"/>
                    <a:gd name="T19" fmla="*/ 90 h 109"/>
                    <a:gd name="T20" fmla="*/ 45 w 79"/>
                    <a:gd name="T21" fmla="*/ 109 h 109"/>
                    <a:gd name="T22" fmla="*/ 79 w 79"/>
                    <a:gd name="T23" fmla="*/ 90 h 109"/>
                    <a:gd name="T24" fmla="*/ 79 w 79"/>
                    <a:gd name="T25" fmla="*/ 74 h 109"/>
                    <a:gd name="T26" fmla="*/ 77 w 79"/>
                    <a:gd name="T27" fmla="*/ 27 h 1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79" h="109">
                      <a:moveTo>
                        <a:pt x="77" y="27"/>
                      </a:moveTo>
                      <a:cubicBezTo>
                        <a:pt x="77" y="24"/>
                        <a:pt x="71" y="0"/>
                        <a:pt x="62" y="0"/>
                      </a:cubicBezTo>
                      <a:cubicBezTo>
                        <a:pt x="20" y="0"/>
                        <a:pt x="20" y="0"/>
                        <a:pt x="20" y="0"/>
                      </a:cubicBezTo>
                      <a:cubicBezTo>
                        <a:pt x="12" y="0"/>
                        <a:pt x="7" y="17"/>
                        <a:pt x="7" y="25"/>
                      </a:cubicBezTo>
                      <a:cubicBezTo>
                        <a:pt x="7" y="39"/>
                        <a:pt x="7" y="39"/>
                        <a:pt x="7" y="39"/>
                      </a:cubicBezTo>
                      <a:cubicBezTo>
                        <a:pt x="0" y="41"/>
                        <a:pt x="0" y="41"/>
                        <a:pt x="0" y="41"/>
                      </a:cubicBezTo>
                      <a:cubicBezTo>
                        <a:pt x="0" y="42"/>
                        <a:pt x="0" y="43"/>
                        <a:pt x="0" y="43"/>
                      </a:cubicBezTo>
                      <a:cubicBezTo>
                        <a:pt x="0" y="47"/>
                        <a:pt x="0" y="51"/>
                        <a:pt x="0" y="55"/>
                      </a:cubicBezTo>
                      <a:cubicBezTo>
                        <a:pt x="0" y="57"/>
                        <a:pt x="0" y="60"/>
                        <a:pt x="1" y="62"/>
                      </a:cubicBezTo>
                      <a:cubicBezTo>
                        <a:pt x="1" y="61"/>
                        <a:pt x="1" y="90"/>
                        <a:pt x="1" y="90"/>
                      </a:cubicBezTo>
                      <a:cubicBezTo>
                        <a:pt x="6" y="109"/>
                        <a:pt x="32" y="109"/>
                        <a:pt x="45" y="109"/>
                      </a:cubicBezTo>
                      <a:cubicBezTo>
                        <a:pt x="58" y="109"/>
                        <a:pt x="76" y="103"/>
                        <a:pt x="79" y="90"/>
                      </a:cubicBezTo>
                      <a:cubicBezTo>
                        <a:pt x="79" y="74"/>
                        <a:pt x="79" y="74"/>
                        <a:pt x="79" y="74"/>
                      </a:cubicBezTo>
                      <a:cubicBezTo>
                        <a:pt x="79" y="74"/>
                        <a:pt x="79" y="34"/>
                        <a:pt x="77" y="27"/>
                      </a:cubicBezTo>
                    </a:path>
                  </a:pathLst>
                </a:custGeom>
                <a:solidFill>
                  <a:srgbClr val="6E583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FFFFFF"/>
                    </a:solidFill>
                  </a:endParaRPr>
                </a:p>
              </p:txBody>
            </p:sp>
            <p:sp>
              <p:nvSpPr>
                <p:cNvPr id="73" name="Freeform 50"/>
                <p:cNvSpPr>
                  <a:spLocks/>
                </p:cNvSpPr>
                <p:nvPr/>
              </p:nvSpPr>
              <p:spPr bwMode="auto">
                <a:xfrm>
                  <a:off x="9663113" y="1411288"/>
                  <a:ext cx="157163" cy="41275"/>
                </a:xfrm>
                <a:custGeom>
                  <a:avLst/>
                  <a:gdLst>
                    <a:gd name="T0" fmla="*/ 15 w 15"/>
                    <a:gd name="T1" fmla="*/ 0 h 4"/>
                    <a:gd name="T2" fmla="*/ 8 w 15"/>
                    <a:gd name="T3" fmla="*/ 4 h 4"/>
                    <a:gd name="T4" fmla="*/ 0 w 15"/>
                    <a:gd name="T5" fmla="*/ 0 h 4"/>
                    <a:gd name="T6" fmla="*/ 15 w 15"/>
                    <a:gd name="T7" fmla="*/ 0 h 4"/>
                  </a:gdLst>
                  <a:ahLst/>
                  <a:cxnLst>
                    <a:cxn ang="0">
                      <a:pos x="T0" y="T1"/>
                    </a:cxn>
                    <a:cxn ang="0">
                      <a:pos x="T2" y="T3"/>
                    </a:cxn>
                    <a:cxn ang="0">
                      <a:pos x="T4" y="T5"/>
                    </a:cxn>
                    <a:cxn ang="0">
                      <a:pos x="T6" y="T7"/>
                    </a:cxn>
                  </a:cxnLst>
                  <a:rect l="0" t="0" r="r" b="b"/>
                  <a:pathLst>
                    <a:path w="15" h="4">
                      <a:moveTo>
                        <a:pt x="15" y="0"/>
                      </a:moveTo>
                      <a:cubicBezTo>
                        <a:pt x="15" y="2"/>
                        <a:pt x="12" y="4"/>
                        <a:pt x="8" y="4"/>
                      </a:cubicBezTo>
                      <a:cubicBezTo>
                        <a:pt x="3" y="4"/>
                        <a:pt x="0" y="2"/>
                        <a:pt x="0" y="0"/>
                      </a:cubicBezTo>
                      <a:lnTo>
                        <a:pt x="15"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FFFFFF"/>
                    </a:solidFill>
                  </a:endParaRPr>
                </a:p>
              </p:txBody>
            </p:sp>
            <p:sp>
              <p:nvSpPr>
                <p:cNvPr id="74" name="Freeform 51"/>
                <p:cNvSpPr>
                  <a:spLocks/>
                </p:cNvSpPr>
                <p:nvPr/>
              </p:nvSpPr>
              <p:spPr bwMode="auto">
                <a:xfrm>
                  <a:off x="9324975" y="1192213"/>
                  <a:ext cx="74613" cy="125412"/>
                </a:xfrm>
                <a:custGeom>
                  <a:avLst/>
                  <a:gdLst>
                    <a:gd name="T0" fmla="*/ 7 w 7"/>
                    <a:gd name="T1" fmla="*/ 0 h 12"/>
                    <a:gd name="T2" fmla="*/ 4 w 7"/>
                    <a:gd name="T3" fmla="*/ 4 h 12"/>
                    <a:gd name="T4" fmla="*/ 0 w 7"/>
                    <a:gd name="T5" fmla="*/ 8 h 12"/>
                    <a:gd name="T6" fmla="*/ 0 w 7"/>
                    <a:gd name="T7" fmla="*/ 12 h 12"/>
                    <a:gd name="T8" fmla="*/ 0 w 7"/>
                    <a:gd name="T9" fmla="*/ 12 h 12"/>
                    <a:gd name="T10" fmla="*/ 3 w 7"/>
                    <a:gd name="T11" fmla="*/ 11 h 12"/>
                    <a:gd name="T12" fmla="*/ 3 w 7"/>
                    <a:gd name="T13" fmla="*/ 11 h 12"/>
                    <a:gd name="T14" fmla="*/ 4 w 7"/>
                    <a:gd name="T15" fmla="*/ 10 h 12"/>
                    <a:gd name="T16" fmla="*/ 7 w 7"/>
                    <a:gd name="T17" fmla="*/ 0 h 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 h="12">
                      <a:moveTo>
                        <a:pt x="7" y="0"/>
                      </a:moveTo>
                      <a:cubicBezTo>
                        <a:pt x="4" y="4"/>
                        <a:pt x="4" y="4"/>
                        <a:pt x="4" y="4"/>
                      </a:cubicBezTo>
                      <a:cubicBezTo>
                        <a:pt x="3" y="6"/>
                        <a:pt x="2" y="7"/>
                        <a:pt x="0" y="8"/>
                      </a:cubicBezTo>
                      <a:cubicBezTo>
                        <a:pt x="0" y="12"/>
                        <a:pt x="0" y="12"/>
                        <a:pt x="0" y="12"/>
                      </a:cubicBezTo>
                      <a:cubicBezTo>
                        <a:pt x="0" y="12"/>
                        <a:pt x="0" y="12"/>
                        <a:pt x="0" y="12"/>
                      </a:cubicBezTo>
                      <a:cubicBezTo>
                        <a:pt x="1" y="12"/>
                        <a:pt x="2" y="12"/>
                        <a:pt x="3" y="11"/>
                      </a:cubicBezTo>
                      <a:cubicBezTo>
                        <a:pt x="3" y="11"/>
                        <a:pt x="3" y="11"/>
                        <a:pt x="3" y="11"/>
                      </a:cubicBezTo>
                      <a:cubicBezTo>
                        <a:pt x="4" y="11"/>
                        <a:pt x="4" y="10"/>
                        <a:pt x="4" y="10"/>
                      </a:cubicBezTo>
                      <a:cubicBezTo>
                        <a:pt x="7" y="5"/>
                        <a:pt x="7" y="0"/>
                        <a:pt x="7" y="0"/>
                      </a:cubicBezTo>
                    </a:path>
                  </a:pathLst>
                </a:custGeom>
                <a:solidFill>
                  <a:srgbClr val="4B392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FFFFFF"/>
                    </a:solidFill>
                  </a:endParaRPr>
                </a:p>
              </p:txBody>
            </p:sp>
            <p:sp>
              <p:nvSpPr>
                <p:cNvPr id="75" name="Freeform 52"/>
                <p:cNvSpPr>
                  <a:spLocks/>
                </p:cNvSpPr>
                <p:nvPr/>
              </p:nvSpPr>
              <p:spPr bwMode="auto">
                <a:xfrm>
                  <a:off x="9263063" y="449263"/>
                  <a:ext cx="936625" cy="679450"/>
                </a:xfrm>
                <a:custGeom>
                  <a:avLst/>
                  <a:gdLst>
                    <a:gd name="T0" fmla="*/ 88 w 89"/>
                    <a:gd name="T1" fmla="*/ 29 h 65"/>
                    <a:gd name="T2" fmla="*/ 46 w 89"/>
                    <a:gd name="T3" fmla="*/ 0 h 65"/>
                    <a:gd name="T4" fmla="*/ 46 w 89"/>
                    <a:gd name="T5" fmla="*/ 0 h 65"/>
                    <a:gd name="T6" fmla="*/ 46 w 89"/>
                    <a:gd name="T7" fmla="*/ 0 h 65"/>
                    <a:gd name="T8" fmla="*/ 45 w 89"/>
                    <a:gd name="T9" fmla="*/ 0 h 65"/>
                    <a:gd name="T10" fmla="*/ 44 w 89"/>
                    <a:gd name="T11" fmla="*/ 0 h 65"/>
                    <a:gd name="T12" fmla="*/ 43 w 89"/>
                    <a:gd name="T13" fmla="*/ 0 h 65"/>
                    <a:gd name="T14" fmla="*/ 43 w 89"/>
                    <a:gd name="T15" fmla="*/ 0 h 65"/>
                    <a:gd name="T16" fmla="*/ 2 w 89"/>
                    <a:gd name="T17" fmla="*/ 29 h 65"/>
                    <a:gd name="T18" fmla="*/ 2 w 89"/>
                    <a:gd name="T19" fmla="*/ 52 h 65"/>
                    <a:gd name="T20" fmla="*/ 5 w 89"/>
                    <a:gd name="T21" fmla="*/ 54 h 65"/>
                    <a:gd name="T22" fmla="*/ 5 w 89"/>
                    <a:gd name="T23" fmla="*/ 54 h 65"/>
                    <a:gd name="T24" fmla="*/ 11 w 89"/>
                    <a:gd name="T25" fmla="*/ 65 h 65"/>
                    <a:gd name="T26" fmla="*/ 12 w 89"/>
                    <a:gd name="T27" fmla="*/ 34 h 65"/>
                    <a:gd name="T28" fmla="*/ 45 w 89"/>
                    <a:gd name="T29" fmla="*/ 16 h 65"/>
                    <a:gd name="T30" fmla="*/ 78 w 89"/>
                    <a:gd name="T31" fmla="*/ 34 h 65"/>
                    <a:gd name="T32" fmla="*/ 79 w 89"/>
                    <a:gd name="T33" fmla="*/ 65 h 65"/>
                    <a:gd name="T34" fmla="*/ 84 w 89"/>
                    <a:gd name="T35" fmla="*/ 54 h 65"/>
                    <a:gd name="T36" fmla="*/ 84 w 89"/>
                    <a:gd name="T37" fmla="*/ 54 h 65"/>
                    <a:gd name="T38" fmla="*/ 88 w 89"/>
                    <a:gd name="T39" fmla="*/ 52 h 65"/>
                    <a:gd name="T40" fmla="*/ 88 w 89"/>
                    <a:gd name="T41" fmla="*/ 29 h 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89" h="65">
                      <a:moveTo>
                        <a:pt x="88" y="29"/>
                      </a:moveTo>
                      <a:cubicBezTo>
                        <a:pt x="86" y="11"/>
                        <a:pt x="71" y="1"/>
                        <a:pt x="46" y="0"/>
                      </a:cubicBezTo>
                      <a:cubicBezTo>
                        <a:pt x="46" y="0"/>
                        <a:pt x="46" y="0"/>
                        <a:pt x="46" y="0"/>
                      </a:cubicBezTo>
                      <a:cubicBezTo>
                        <a:pt x="46" y="0"/>
                        <a:pt x="46" y="0"/>
                        <a:pt x="46" y="0"/>
                      </a:cubicBezTo>
                      <a:cubicBezTo>
                        <a:pt x="45" y="0"/>
                        <a:pt x="45" y="0"/>
                        <a:pt x="45" y="0"/>
                      </a:cubicBezTo>
                      <a:cubicBezTo>
                        <a:pt x="44" y="0"/>
                        <a:pt x="44" y="0"/>
                        <a:pt x="44" y="0"/>
                      </a:cubicBezTo>
                      <a:cubicBezTo>
                        <a:pt x="43" y="0"/>
                        <a:pt x="43" y="0"/>
                        <a:pt x="43" y="0"/>
                      </a:cubicBezTo>
                      <a:cubicBezTo>
                        <a:pt x="43" y="0"/>
                        <a:pt x="43" y="0"/>
                        <a:pt x="43" y="0"/>
                      </a:cubicBezTo>
                      <a:cubicBezTo>
                        <a:pt x="19" y="1"/>
                        <a:pt x="4" y="11"/>
                        <a:pt x="2" y="29"/>
                      </a:cubicBezTo>
                      <a:cubicBezTo>
                        <a:pt x="1" y="33"/>
                        <a:pt x="0" y="52"/>
                        <a:pt x="2" y="52"/>
                      </a:cubicBezTo>
                      <a:cubicBezTo>
                        <a:pt x="3" y="53"/>
                        <a:pt x="5" y="54"/>
                        <a:pt x="5" y="54"/>
                      </a:cubicBezTo>
                      <a:cubicBezTo>
                        <a:pt x="5" y="54"/>
                        <a:pt x="5" y="54"/>
                        <a:pt x="5" y="54"/>
                      </a:cubicBezTo>
                      <a:cubicBezTo>
                        <a:pt x="9" y="56"/>
                        <a:pt x="11" y="60"/>
                        <a:pt x="11" y="65"/>
                      </a:cubicBezTo>
                      <a:cubicBezTo>
                        <a:pt x="11" y="65"/>
                        <a:pt x="12" y="51"/>
                        <a:pt x="12" y="34"/>
                      </a:cubicBezTo>
                      <a:cubicBezTo>
                        <a:pt x="12" y="24"/>
                        <a:pt x="25" y="16"/>
                        <a:pt x="45" y="16"/>
                      </a:cubicBezTo>
                      <a:cubicBezTo>
                        <a:pt x="65" y="16"/>
                        <a:pt x="78" y="24"/>
                        <a:pt x="78" y="34"/>
                      </a:cubicBezTo>
                      <a:cubicBezTo>
                        <a:pt x="78" y="51"/>
                        <a:pt x="79" y="65"/>
                        <a:pt x="79" y="65"/>
                      </a:cubicBezTo>
                      <a:cubicBezTo>
                        <a:pt x="79" y="60"/>
                        <a:pt x="81" y="56"/>
                        <a:pt x="84" y="54"/>
                      </a:cubicBezTo>
                      <a:cubicBezTo>
                        <a:pt x="84" y="54"/>
                        <a:pt x="84" y="54"/>
                        <a:pt x="84" y="54"/>
                      </a:cubicBezTo>
                      <a:cubicBezTo>
                        <a:pt x="84" y="54"/>
                        <a:pt x="87" y="53"/>
                        <a:pt x="88" y="52"/>
                      </a:cubicBezTo>
                      <a:cubicBezTo>
                        <a:pt x="89" y="52"/>
                        <a:pt x="89" y="33"/>
                        <a:pt x="88" y="29"/>
                      </a:cubicBez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FFFFFF"/>
                    </a:solidFill>
                  </a:endParaRPr>
                </a:p>
              </p:txBody>
            </p:sp>
            <p:sp>
              <p:nvSpPr>
                <p:cNvPr id="76" name="Freeform 53"/>
                <p:cNvSpPr>
                  <a:spLocks/>
                </p:cNvSpPr>
                <p:nvPr/>
              </p:nvSpPr>
              <p:spPr bwMode="auto">
                <a:xfrm>
                  <a:off x="10072688" y="1192213"/>
                  <a:ext cx="74613" cy="125412"/>
                </a:xfrm>
                <a:custGeom>
                  <a:avLst/>
                  <a:gdLst>
                    <a:gd name="T0" fmla="*/ 0 w 7"/>
                    <a:gd name="T1" fmla="*/ 0 h 12"/>
                    <a:gd name="T2" fmla="*/ 2 w 7"/>
                    <a:gd name="T3" fmla="*/ 4 h 12"/>
                    <a:gd name="T4" fmla="*/ 7 w 7"/>
                    <a:gd name="T5" fmla="*/ 8 h 12"/>
                    <a:gd name="T6" fmla="*/ 7 w 7"/>
                    <a:gd name="T7" fmla="*/ 12 h 12"/>
                    <a:gd name="T8" fmla="*/ 6 w 7"/>
                    <a:gd name="T9" fmla="*/ 12 h 12"/>
                    <a:gd name="T10" fmla="*/ 4 w 7"/>
                    <a:gd name="T11" fmla="*/ 11 h 12"/>
                    <a:gd name="T12" fmla="*/ 4 w 7"/>
                    <a:gd name="T13" fmla="*/ 11 h 12"/>
                    <a:gd name="T14" fmla="*/ 2 w 7"/>
                    <a:gd name="T15" fmla="*/ 10 h 12"/>
                    <a:gd name="T16" fmla="*/ 0 w 7"/>
                    <a:gd name="T17" fmla="*/ 0 h 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 h="12">
                      <a:moveTo>
                        <a:pt x="0" y="0"/>
                      </a:moveTo>
                      <a:cubicBezTo>
                        <a:pt x="2" y="4"/>
                        <a:pt x="2" y="4"/>
                        <a:pt x="2" y="4"/>
                      </a:cubicBezTo>
                      <a:cubicBezTo>
                        <a:pt x="4" y="6"/>
                        <a:pt x="5" y="7"/>
                        <a:pt x="7" y="8"/>
                      </a:cubicBezTo>
                      <a:cubicBezTo>
                        <a:pt x="7" y="12"/>
                        <a:pt x="7" y="12"/>
                        <a:pt x="7" y="12"/>
                      </a:cubicBezTo>
                      <a:cubicBezTo>
                        <a:pt x="6" y="12"/>
                        <a:pt x="6" y="12"/>
                        <a:pt x="6" y="12"/>
                      </a:cubicBezTo>
                      <a:cubicBezTo>
                        <a:pt x="6" y="12"/>
                        <a:pt x="5" y="12"/>
                        <a:pt x="4" y="11"/>
                      </a:cubicBezTo>
                      <a:cubicBezTo>
                        <a:pt x="4" y="11"/>
                        <a:pt x="4" y="11"/>
                        <a:pt x="4" y="11"/>
                      </a:cubicBezTo>
                      <a:cubicBezTo>
                        <a:pt x="3" y="11"/>
                        <a:pt x="3" y="10"/>
                        <a:pt x="2" y="10"/>
                      </a:cubicBezTo>
                      <a:cubicBezTo>
                        <a:pt x="0" y="5"/>
                        <a:pt x="0" y="0"/>
                        <a:pt x="0" y="0"/>
                      </a:cubicBezTo>
                    </a:path>
                  </a:pathLst>
                </a:custGeom>
                <a:solidFill>
                  <a:srgbClr val="4B392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FFFFFF"/>
                    </a:solidFill>
                  </a:endParaRPr>
                </a:p>
              </p:txBody>
            </p:sp>
            <p:sp>
              <p:nvSpPr>
                <p:cNvPr id="77" name="Freeform 54"/>
                <p:cNvSpPr>
                  <a:spLocks/>
                </p:cNvSpPr>
                <p:nvPr/>
              </p:nvSpPr>
              <p:spPr bwMode="auto">
                <a:xfrm>
                  <a:off x="9220200" y="962025"/>
                  <a:ext cx="188913" cy="323850"/>
                </a:xfrm>
                <a:custGeom>
                  <a:avLst/>
                  <a:gdLst>
                    <a:gd name="T0" fmla="*/ 16 w 18"/>
                    <a:gd name="T1" fmla="*/ 14 h 31"/>
                    <a:gd name="T2" fmla="*/ 12 w 18"/>
                    <a:gd name="T3" fmla="*/ 30 h 31"/>
                    <a:gd name="T4" fmla="*/ 2 w 18"/>
                    <a:gd name="T5" fmla="*/ 17 h 31"/>
                    <a:gd name="T6" fmla="*/ 5 w 18"/>
                    <a:gd name="T7" fmla="*/ 1 h 31"/>
                    <a:gd name="T8" fmla="*/ 16 w 18"/>
                    <a:gd name="T9" fmla="*/ 14 h 31"/>
                  </a:gdLst>
                  <a:ahLst/>
                  <a:cxnLst>
                    <a:cxn ang="0">
                      <a:pos x="T0" y="T1"/>
                    </a:cxn>
                    <a:cxn ang="0">
                      <a:pos x="T2" y="T3"/>
                    </a:cxn>
                    <a:cxn ang="0">
                      <a:pos x="T4" y="T5"/>
                    </a:cxn>
                    <a:cxn ang="0">
                      <a:pos x="T6" y="T7"/>
                    </a:cxn>
                    <a:cxn ang="0">
                      <a:pos x="T8" y="T9"/>
                    </a:cxn>
                  </a:cxnLst>
                  <a:rect l="0" t="0" r="r" b="b"/>
                  <a:pathLst>
                    <a:path w="18" h="31">
                      <a:moveTo>
                        <a:pt x="16" y="14"/>
                      </a:moveTo>
                      <a:cubicBezTo>
                        <a:pt x="18" y="22"/>
                        <a:pt x="16" y="29"/>
                        <a:pt x="12" y="30"/>
                      </a:cubicBezTo>
                      <a:cubicBezTo>
                        <a:pt x="8" y="31"/>
                        <a:pt x="4" y="25"/>
                        <a:pt x="2" y="17"/>
                      </a:cubicBezTo>
                      <a:cubicBezTo>
                        <a:pt x="0" y="10"/>
                        <a:pt x="1" y="2"/>
                        <a:pt x="5" y="1"/>
                      </a:cubicBezTo>
                      <a:cubicBezTo>
                        <a:pt x="9" y="0"/>
                        <a:pt x="14" y="6"/>
                        <a:pt x="16" y="14"/>
                      </a:cubicBezTo>
                    </a:path>
                  </a:pathLst>
                </a:custGeom>
                <a:solidFill>
                  <a:srgbClr val="6E583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FFFFFF"/>
                    </a:solidFill>
                  </a:endParaRPr>
                </a:p>
              </p:txBody>
            </p:sp>
            <p:sp>
              <p:nvSpPr>
                <p:cNvPr id="78" name="Freeform 55"/>
                <p:cNvSpPr>
                  <a:spLocks/>
                </p:cNvSpPr>
                <p:nvPr/>
              </p:nvSpPr>
              <p:spPr bwMode="auto">
                <a:xfrm>
                  <a:off x="10063163" y="962025"/>
                  <a:ext cx="188913" cy="323850"/>
                </a:xfrm>
                <a:custGeom>
                  <a:avLst/>
                  <a:gdLst>
                    <a:gd name="T0" fmla="*/ 2 w 18"/>
                    <a:gd name="T1" fmla="*/ 14 h 31"/>
                    <a:gd name="T2" fmla="*/ 5 w 18"/>
                    <a:gd name="T3" fmla="*/ 30 h 31"/>
                    <a:gd name="T4" fmla="*/ 16 w 18"/>
                    <a:gd name="T5" fmla="*/ 17 h 31"/>
                    <a:gd name="T6" fmla="*/ 12 w 18"/>
                    <a:gd name="T7" fmla="*/ 1 h 31"/>
                    <a:gd name="T8" fmla="*/ 2 w 18"/>
                    <a:gd name="T9" fmla="*/ 14 h 31"/>
                  </a:gdLst>
                  <a:ahLst/>
                  <a:cxnLst>
                    <a:cxn ang="0">
                      <a:pos x="T0" y="T1"/>
                    </a:cxn>
                    <a:cxn ang="0">
                      <a:pos x="T2" y="T3"/>
                    </a:cxn>
                    <a:cxn ang="0">
                      <a:pos x="T4" y="T5"/>
                    </a:cxn>
                    <a:cxn ang="0">
                      <a:pos x="T6" y="T7"/>
                    </a:cxn>
                    <a:cxn ang="0">
                      <a:pos x="T8" y="T9"/>
                    </a:cxn>
                  </a:cxnLst>
                  <a:rect l="0" t="0" r="r" b="b"/>
                  <a:pathLst>
                    <a:path w="18" h="31">
                      <a:moveTo>
                        <a:pt x="2" y="14"/>
                      </a:moveTo>
                      <a:cubicBezTo>
                        <a:pt x="0" y="22"/>
                        <a:pt x="1" y="29"/>
                        <a:pt x="5" y="30"/>
                      </a:cubicBezTo>
                      <a:cubicBezTo>
                        <a:pt x="9" y="31"/>
                        <a:pt x="14" y="25"/>
                        <a:pt x="16" y="17"/>
                      </a:cubicBezTo>
                      <a:cubicBezTo>
                        <a:pt x="18" y="10"/>
                        <a:pt x="16" y="2"/>
                        <a:pt x="12" y="1"/>
                      </a:cubicBezTo>
                      <a:cubicBezTo>
                        <a:pt x="9" y="0"/>
                        <a:pt x="4" y="6"/>
                        <a:pt x="2" y="14"/>
                      </a:cubicBezTo>
                    </a:path>
                  </a:pathLst>
                </a:custGeom>
                <a:solidFill>
                  <a:srgbClr val="6E583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FFFFFF"/>
                    </a:solidFill>
                  </a:endParaRPr>
                </a:p>
              </p:txBody>
            </p:sp>
            <p:sp>
              <p:nvSpPr>
                <p:cNvPr id="79" name="Rectangle 56"/>
                <p:cNvSpPr>
                  <a:spLocks noChangeArrowheads="1"/>
                </p:cNvSpPr>
                <p:nvPr/>
              </p:nvSpPr>
              <p:spPr bwMode="auto">
                <a:xfrm>
                  <a:off x="9388475" y="919163"/>
                  <a:ext cx="1588" cy="42862"/>
                </a:xfrm>
                <a:prstGeom prst="rect">
                  <a:avLst/>
                </a:prstGeom>
                <a:solidFill>
                  <a:srgbClr val="40404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FFFFFF"/>
                    </a:solidFill>
                  </a:endParaRPr>
                </a:p>
              </p:txBody>
            </p:sp>
            <p:sp>
              <p:nvSpPr>
                <p:cNvPr id="80" name="Freeform 57"/>
                <p:cNvSpPr>
                  <a:spLocks/>
                </p:cNvSpPr>
                <p:nvPr/>
              </p:nvSpPr>
              <p:spPr bwMode="auto">
                <a:xfrm>
                  <a:off x="9378950" y="857250"/>
                  <a:ext cx="704850" cy="428625"/>
                </a:xfrm>
                <a:custGeom>
                  <a:avLst/>
                  <a:gdLst>
                    <a:gd name="T0" fmla="*/ 34 w 67"/>
                    <a:gd name="T1" fmla="*/ 0 h 41"/>
                    <a:gd name="T2" fmla="*/ 34 w 67"/>
                    <a:gd name="T3" fmla="*/ 0 h 41"/>
                    <a:gd name="T4" fmla="*/ 1 w 67"/>
                    <a:gd name="T5" fmla="*/ 5 h 41"/>
                    <a:gd name="T6" fmla="*/ 1 w 67"/>
                    <a:gd name="T7" fmla="*/ 6 h 41"/>
                    <a:gd name="T8" fmla="*/ 1 w 67"/>
                    <a:gd name="T9" fmla="*/ 10 h 41"/>
                    <a:gd name="T10" fmla="*/ 1 w 67"/>
                    <a:gd name="T11" fmla="*/ 10 h 41"/>
                    <a:gd name="T12" fmla="*/ 0 w 67"/>
                    <a:gd name="T13" fmla="*/ 22 h 41"/>
                    <a:gd name="T14" fmla="*/ 1 w 67"/>
                    <a:gd name="T15" fmla="*/ 24 h 41"/>
                    <a:gd name="T16" fmla="*/ 2 w 67"/>
                    <a:gd name="T17" fmla="*/ 33 h 41"/>
                    <a:gd name="T18" fmla="*/ 2 w 67"/>
                    <a:gd name="T19" fmla="*/ 32 h 41"/>
                    <a:gd name="T20" fmla="*/ 1 w 67"/>
                    <a:gd name="T21" fmla="*/ 36 h 41"/>
                    <a:gd name="T22" fmla="*/ 5 w 67"/>
                    <a:gd name="T23" fmla="*/ 38 h 41"/>
                    <a:gd name="T24" fmla="*/ 24 w 67"/>
                    <a:gd name="T25" fmla="*/ 41 h 41"/>
                    <a:gd name="T26" fmla="*/ 26 w 67"/>
                    <a:gd name="T27" fmla="*/ 41 h 41"/>
                    <a:gd name="T28" fmla="*/ 30 w 67"/>
                    <a:gd name="T29" fmla="*/ 36 h 41"/>
                    <a:gd name="T30" fmla="*/ 32 w 67"/>
                    <a:gd name="T31" fmla="*/ 30 h 41"/>
                    <a:gd name="T32" fmla="*/ 32 w 67"/>
                    <a:gd name="T33" fmla="*/ 30 h 41"/>
                    <a:gd name="T34" fmla="*/ 32 w 67"/>
                    <a:gd name="T35" fmla="*/ 30 h 41"/>
                    <a:gd name="T36" fmla="*/ 34 w 67"/>
                    <a:gd name="T37" fmla="*/ 30 h 41"/>
                    <a:gd name="T38" fmla="*/ 35 w 67"/>
                    <a:gd name="T39" fmla="*/ 30 h 41"/>
                    <a:gd name="T40" fmla="*/ 35 w 67"/>
                    <a:gd name="T41" fmla="*/ 30 h 41"/>
                    <a:gd name="T42" fmla="*/ 35 w 67"/>
                    <a:gd name="T43" fmla="*/ 30 h 41"/>
                    <a:gd name="T44" fmla="*/ 37 w 67"/>
                    <a:gd name="T45" fmla="*/ 36 h 41"/>
                    <a:gd name="T46" fmla="*/ 41 w 67"/>
                    <a:gd name="T47" fmla="*/ 41 h 41"/>
                    <a:gd name="T48" fmla="*/ 43 w 67"/>
                    <a:gd name="T49" fmla="*/ 41 h 41"/>
                    <a:gd name="T50" fmla="*/ 62 w 67"/>
                    <a:gd name="T51" fmla="*/ 38 h 41"/>
                    <a:gd name="T52" fmla="*/ 66 w 67"/>
                    <a:gd name="T53" fmla="*/ 36 h 41"/>
                    <a:gd name="T54" fmla="*/ 66 w 67"/>
                    <a:gd name="T55" fmla="*/ 32 h 41"/>
                    <a:gd name="T56" fmla="*/ 66 w 67"/>
                    <a:gd name="T57" fmla="*/ 33 h 41"/>
                    <a:gd name="T58" fmla="*/ 67 w 67"/>
                    <a:gd name="T59" fmla="*/ 24 h 41"/>
                    <a:gd name="T60" fmla="*/ 67 w 67"/>
                    <a:gd name="T61" fmla="*/ 22 h 41"/>
                    <a:gd name="T62" fmla="*/ 67 w 67"/>
                    <a:gd name="T63" fmla="*/ 5 h 41"/>
                    <a:gd name="T64" fmla="*/ 34 w 67"/>
                    <a:gd name="T65" fmla="*/ 0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67" h="41">
                      <a:moveTo>
                        <a:pt x="34" y="0"/>
                      </a:moveTo>
                      <a:cubicBezTo>
                        <a:pt x="34" y="0"/>
                        <a:pt x="34" y="0"/>
                        <a:pt x="34" y="0"/>
                      </a:cubicBezTo>
                      <a:cubicBezTo>
                        <a:pt x="29" y="0"/>
                        <a:pt x="11" y="0"/>
                        <a:pt x="1" y="5"/>
                      </a:cubicBezTo>
                      <a:cubicBezTo>
                        <a:pt x="1" y="5"/>
                        <a:pt x="1" y="5"/>
                        <a:pt x="1" y="6"/>
                      </a:cubicBezTo>
                      <a:cubicBezTo>
                        <a:pt x="1" y="10"/>
                        <a:pt x="1" y="10"/>
                        <a:pt x="1" y="10"/>
                      </a:cubicBezTo>
                      <a:cubicBezTo>
                        <a:pt x="1" y="10"/>
                        <a:pt x="1" y="10"/>
                        <a:pt x="1" y="10"/>
                      </a:cubicBezTo>
                      <a:cubicBezTo>
                        <a:pt x="0" y="15"/>
                        <a:pt x="0" y="19"/>
                        <a:pt x="0" y="22"/>
                      </a:cubicBezTo>
                      <a:cubicBezTo>
                        <a:pt x="0" y="23"/>
                        <a:pt x="1" y="23"/>
                        <a:pt x="1" y="24"/>
                      </a:cubicBezTo>
                      <a:cubicBezTo>
                        <a:pt x="2" y="27"/>
                        <a:pt x="2" y="30"/>
                        <a:pt x="2" y="33"/>
                      </a:cubicBezTo>
                      <a:cubicBezTo>
                        <a:pt x="2" y="32"/>
                        <a:pt x="2" y="32"/>
                        <a:pt x="2" y="32"/>
                      </a:cubicBezTo>
                      <a:cubicBezTo>
                        <a:pt x="2" y="32"/>
                        <a:pt x="2" y="34"/>
                        <a:pt x="1" y="36"/>
                      </a:cubicBezTo>
                      <a:cubicBezTo>
                        <a:pt x="2" y="37"/>
                        <a:pt x="3" y="38"/>
                        <a:pt x="5" y="38"/>
                      </a:cubicBezTo>
                      <a:cubicBezTo>
                        <a:pt x="13" y="40"/>
                        <a:pt x="21" y="41"/>
                        <a:pt x="24" y="41"/>
                      </a:cubicBezTo>
                      <a:cubicBezTo>
                        <a:pt x="25" y="41"/>
                        <a:pt x="26" y="41"/>
                        <a:pt x="26" y="41"/>
                      </a:cubicBezTo>
                      <a:cubicBezTo>
                        <a:pt x="29" y="40"/>
                        <a:pt x="30" y="38"/>
                        <a:pt x="30" y="36"/>
                      </a:cubicBezTo>
                      <a:cubicBezTo>
                        <a:pt x="30" y="34"/>
                        <a:pt x="32" y="30"/>
                        <a:pt x="32" y="30"/>
                      </a:cubicBezTo>
                      <a:cubicBezTo>
                        <a:pt x="32" y="30"/>
                        <a:pt x="32" y="30"/>
                        <a:pt x="32" y="30"/>
                      </a:cubicBezTo>
                      <a:cubicBezTo>
                        <a:pt x="32" y="30"/>
                        <a:pt x="32" y="30"/>
                        <a:pt x="32" y="30"/>
                      </a:cubicBezTo>
                      <a:cubicBezTo>
                        <a:pt x="32" y="30"/>
                        <a:pt x="33" y="30"/>
                        <a:pt x="34" y="30"/>
                      </a:cubicBezTo>
                      <a:cubicBezTo>
                        <a:pt x="34" y="30"/>
                        <a:pt x="35" y="30"/>
                        <a:pt x="35" y="30"/>
                      </a:cubicBezTo>
                      <a:cubicBezTo>
                        <a:pt x="35" y="30"/>
                        <a:pt x="35" y="30"/>
                        <a:pt x="35" y="30"/>
                      </a:cubicBezTo>
                      <a:cubicBezTo>
                        <a:pt x="35" y="30"/>
                        <a:pt x="35" y="30"/>
                        <a:pt x="35" y="30"/>
                      </a:cubicBezTo>
                      <a:cubicBezTo>
                        <a:pt x="35" y="30"/>
                        <a:pt x="37" y="34"/>
                        <a:pt x="37" y="36"/>
                      </a:cubicBezTo>
                      <a:cubicBezTo>
                        <a:pt x="37" y="38"/>
                        <a:pt x="38" y="40"/>
                        <a:pt x="41" y="41"/>
                      </a:cubicBezTo>
                      <a:cubicBezTo>
                        <a:pt x="41" y="41"/>
                        <a:pt x="42" y="41"/>
                        <a:pt x="43" y="41"/>
                      </a:cubicBezTo>
                      <a:cubicBezTo>
                        <a:pt x="46" y="41"/>
                        <a:pt x="54" y="40"/>
                        <a:pt x="62" y="38"/>
                      </a:cubicBezTo>
                      <a:cubicBezTo>
                        <a:pt x="64" y="38"/>
                        <a:pt x="65" y="37"/>
                        <a:pt x="66" y="36"/>
                      </a:cubicBezTo>
                      <a:cubicBezTo>
                        <a:pt x="66" y="34"/>
                        <a:pt x="66" y="32"/>
                        <a:pt x="66" y="32"/>
                      </a:cubicBezTo>
                      <a:cubicBezTo>
                        <a:pt x="66" y="33"/>
                        <a:pt x="66" y="33"/>
                        <a:pt x="66" y="33"/>
                      </a:cubicBezTo>
                      <a:cubicBezTo>
                        <a:pt x="66" y="30"/>
                        <a:pt x="66" y="27"/>
                        <a:pt x="67" y="24"/>
                      </a:cubicBezTo>
                      <a:cubicBezTo>
                        <a:pt x="67" y="23"/>
                        <a:pt x="67" y="23"/>
                        <a:pt x="67" y="22"/>
                      </a:cubicBezTo>
                      <a:cubicBezTo>
                        <a:pt x="67" y="18"/>
                        <a:pt x="67" y="12"/>
                        <a:pt x="67" y="5"/>
                      </a:cubicBezTo>
                      <a:cubicBezTo>
                        <a:pt x="57" y="0"/>
                        <a:pt x="38" y="0"/>
                        <a:pt x="34" y="0"/>
                      </a:cubicBezTo>
                    </a:path>
                  </a:pathLst>
                </a:custGeom>
                <a:solidFill>
                  <a:srgbClr val="2E2C2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FFFFFF"/>
                    </a:solidFill>
                  </a:endParaRPr>
                </a:p>
              </p:txBody>
            </p:sp>
            <p:sp>
              <p:nvSpPr>
                <p:cNvPr id="81" name="Freeform 58"/>
                <p:cNvSpPr>
                  <a:spLocks/>
                </p:cNvSpPr>
                <p:nvPr/>
              </p:nvSpPr>
              <p:spPr bwMode="auto">
                <a:xfrm>
                  <a:off x="9388475" y="1192213"/>
                  <a:ext cx="11113" cy="41275"/>
                </a:xfrm>
                <a:custGeom>
                  <a:avLst/>
                  <a:gdLst>
                    <a:gd name="T0" fmla="*/ 1 w 1"/>
                    <a:gd name="T1" fmla="*/ 0 h 4"/>
                    <a:gd name="T2" fmla="*/ 1 w 1"/>
                    <a:gd name="T3" fmla="*/ 1 h 4"/>
                    <a:gd name="T4" fmla="*/ 0 w 1"/>
                    <a:gd name="T5" fmla="*/ 4 h 4"/>
                    <a:gd name="T6" fmla="*/ 0 w 1"/>
                    <a:gd name="T7" fmla="*/ 4 h 4"/>
                    <a:gd name="T8" fmla="*/ 1 w 1"/>
                    <a:gd name="T9" fmla="*/ 0 h 4"/>
                  </a:gdLst>
                  <a:ahLst/>
                  <a:cxnLst>
                    <a:cxn ang="0">
                      <a:pos x="T0" y="T1"/>
                    </a:cxn>
                    <a:cxn ang="0">
                      <a:pos x="T2" y="T3"/>
                    </a:cxn>
                    <a:cxn ang="0">
                      <a:pos x="T4" y="T5"/>
                    </a:cxn>
                    <a:cxn ang="0">
                      <a:pos x="T6" y="T7"/>
                    </a:cxn>
                    <a:cxn ang="0">
                      <a:pos x="T8" y="T9"/>
                    </a:cxn>
                  </a:cxnLst>
                  <a:rect l="0" t="0" r="r" b="b"/>
                  <a:pathLst>
                    <a:path w="1" h="4">
                      <a:moveTo>
                        <a:pt x="1" y="0"/>
                      </a:moveTo>
                      <a:cubicBezTo>
                        <a:pt x="1" y="1"/>
                        <a:pt x="1" y="1"/>
                        <a:pt x="1" y="1"/>
                      </a:cubicBezTo>
                      <a:cubicBezTo>
                        <a:pt x="0" y="2"/>
                        <a:pt x="0" y="3"/>
                        <a:pt x="0" y="4"/>
                      </a:cubicBezTo>
                      <a:cubicBezTo>
                        <a:pt x="0" y="4"/>
                        <a:pt x="0" y="4"/>
                        <a:pt x="0" y="4"/>
                      </a:cubicBezTo>
                      <a:cubicBezTo>
                        <a:pt x="1" y="2"/>
                        <a:pt x="1" y="0"/>
                        <a:pt x="1" y="0"/>
                      </a:cubicBezTo>
                    </a:path>
                  </a:pathLst>
                </a:custGeom>
                <a:solidFill>
                  <a:srgbClr val="21202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FFFFFF"/>
                    </a:solidFill>
                  </a:endParaRPr>
                </a:p>
              </p:txBody>
            </p:sp>
            <p:sp>
              <p:nvSpPr>
                <p:cNvPr id="82" name="Freeform 59"/>
                <p:cNvSpPr>
                  <a:spLocks noEditPoints="1"/>
                </p:cNvSpPr>
                <p:nvPr/>
              </p:nvSpPr>
              <p:spPr bwMode="auto">
                <a:xfrm>
                  <a:off x="9324975" y="909638"/>
                  <a:ext cx="811213" cy="177800"/>
                </a:xfrm>
                <a:custGeom>
                  <a:avLst/>
                  <a:gdLst>
                    <a:gd name="T0" fmla="*/ 72 w 77"/>
                    <a:gd name="T1" fmla="*/ 0 h 17"/>
                    <a:gd name="T2" fmla="*/ 72 w 77"/>
                    <a:gd name="T3" fmla="*/ 17 h 17"/>
                    <a:gd name="T4" fmla="*/ 77 w 77"/>
                    <a:gd name="T5" fmla="*/ 9 h 17"/>
                    <a:gd name="T6" fmla="*/ 77 w 77"/>
                    <a:gd name="T7" fmla="*/ 3 h 17"/>
                    <a:gd name="T8" fmla="*/ 72 w 77"/>
                    <a:gd name="T9" fmla="*/ 0 h 17"/>
                    <a:gd name="T10" fmla="*/ 6 w 77"/>
                    <a:gd name="T11" fmla="*/ 0 h 17"/>
                    <a:gd name="T12" fmla="*/ 0 w 77"/>
                    <a:gd name="T13" fmla="*/ 3 h 17"/>
                    <a:gd name="T14" fmla="*/ 0 w 77"/>
                    <a:gd name="T15" fmla="*/ 8 h 17"/>
                    <a:gd name="T16" fmla="*/ 5 w 77"/>
                    <a:gd name="T17" fmla="*/ 17 h 17"/>
                    <a:gd name="T18" fmla="*/ 6 w 77"/>
                    <a:gd name="T19" fmla="*/ 5 h 17"/>
                    <a:gd name="T20" fmla="*/ 6 w 77"/>
                    <a:gd name="T21" fmla="*/ 1 h 17"/>
                    <a:gd name="T22" fmla="*/ 6 w 7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77" h="17">
                      <a:moveTo>
                        <a:pt x="72" y="0"/>
                      </a:moveTo>
                      <a:cubicBezTo>
                        <a:pt x="72" y="7"/>
                        <a:pt x="72" y="13"/>
                        <a:pt x="72" y="17"/>
                      </a:cubicBezTo>
                      <a:cubicBezTo>
                        <a:pt x="73" y="14"/>
                        <a:pt x="75" y="11"/>
                        <a:pt x="77" y="9"/>
                      </a:cubicBezTo>
                      <a:cubicBezTo>
                        <a:pt x="77" y="5"/>
                        <a:pt x="77" y="3"/>
                        <a:pt x="77" y="3"/>
                      </a:cubicBezTo>
                      <a:cubicBezTo>
                        <a:pt x="76" y="2"/>
                        <a:pt x="74" y="1"/>
                        <a:pt x="72" y="0"/>
                      </a:cubicBezTo>
                      <a:moveTo>
                        <a:pt x="6" y="0"/>
                      </a:moveTo>
                      <a:cubicBezTo>
                        <a:pt x="3" y="0"/>
                        <a:pt x="2" y="1"/>
                        <a:pt x="0" y="3"/>
                      </a:cubicBezTo>
                      <a:cubicBezTo>
                        <a:pt x="0" y="3"/>
                        <a:pt x="0" y="5"/>
                        <a:pt x="0" y="8"/>
                      </a:cubicBezTo>
                      <a:cubicBezTo>
                        <a:pt x="2" y="10"/>
                        <a:pt x="4" y="13"/>
                        <a:pt x="5" y="17"/>
                      </a:cubicBezTo>
                      <a:cubicBezTo>
                        <a:pt x="5" y="14"/>
                        <a:pt x="5" y="10"/>
                        <a:pt x="6" y="5"/>
                      </a:cubicBezTo>
                      <a:cubicBezTo>
                        <a:pt x="6" y="4"/>
                        <a:pt x="6" y="2"/>
                        <a:pt x="6" y="1"/>
                      </a:cubicBezTo>
                      <a:cubicBezTo>
                        <a:pt x="6" y="0"/>
                        <a:pt x="6" y="0"/>
                        <a:pt x="6" y="0"/>
                      </a:cubicBez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FFFFFF"/>
                    </a:solidFill>
                  </a:endParaRPr>
                </a:p>
              </p:txBody>
            </p:sp>
            <p:sp>
              <p:nvSpPr>
                <p:cNvPr id="83" name="Freeform 60"/>
                <p:cNvSpPr>
                  <a:spLocks/>
                </p:cNvSpPr>
                <p:nvPr/>
              </p:nvSpPr>
              <p:spPr bwMode="auto">
                <a:xfrm>
                  <a:off x="10072688" y="1192213"/>
                  <a:ext cx="11113" cy="41275"/>
                </a:xfrm>
                <a:custGeom>
                  <a:avLst/>
                  <a:gdLst>
                    <a:gd name="T0" fmla="*/ 0 w 1"/>
                    <a:gd name="T1" fmla="*/ 0 h 4"/>
                    <a:gd name="T2" fmla="*/ 0 w 1"/>
                    <a:gd name="T3" fmla="*/ 4 h 4"/>
                    <a:gd name="T4" fmla="*/ 1 w 1"/>
                    <a:gd name="T5" fmla="*/ 4 h 4"/>
                    <a:gd name="T6" fmla="*/ 0 w 1"/>
                    <a:gd name="T7" fmla="*/ 1 h 4"/>
                    <a:gd name="T8" fmla="*/ 0 w 1"/>
                    <a:gd name="T9" fmla="*/ 0 h 4"/>
                  </a:gdLst>
                  <a:ahLst/>
                  <a:cxnLst>
                    <a:cxn ang="0">
                      <a:pos x="T0" y="T1"/>
                    </a:cxn>
                    <a:cxn ang="0">
                      <a:pos x="T2" y="T3"/>
                    </a:cxn>
                    <a:cxn ang="0">
                      <a:pos x="T4" y="T5"/>
                    </a:cxn>
                    <a:cxn ang="0">
                      <a:pos x="T6" y="T7"/>
                    </a:cxn>
                    <a:cxn ang="0">
                      <a:pos x="T8" y="T9"/>
                    </a:cxn>
                  </a:cxnLst>
                  <a:rect l="0" t="0" r="r" b="b"/>
                  <a:pathLst>
                    <a:path w="1" h="4">
                      <a:moveTo>
                        <a:pt x="0" y="0"/>
                      </a:moveTo>
                      <a:cubicBezTo>
                        <a:pt x="0" y="0"/>
                        <a:pt x="0" y="2"/>
                        <a:pt x="0" y="4"/>
                      </a:cubicBezTo>
                      <a:cubicBezTo>
                        <a:pt x="0" y="4"/>
                        <a:pt x="1" y="4"/>
                        <a:pt x="1" y="4"/>
                      </a:cubicBezTo>
                      <a:cubicBezTo>
                        <a:pt x="0" y="3"/>
                        <a:pt x="0" y="2"/>
                        <a:pt x="0" y="1"/>
                      </a:cubicBezTo>
                      <a:cubicBezTo>
                        <a:pt x="0" y="0"/>
                        <a:pt x="0" y="0"/>
                        <a:pt x="0" y="0"/>
                      </a:cubicBezTo>
                    </a:path>
                  </a:pathLst>
                </a:custGeom>
                <a:solidFill>
                  <a:srgbClr val="21202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FFFFFF"/>
                    </a:solidFill>
                  </a:endParaRPr>
                </a:p>
              </p:txBody>
            </p:sp>
            <p:sp>
              <p:nvSpPr>
                <p:cNvPr id="84" name="Freeform 61"/>
                <p:cNvSpPr>
                  <a:spLocks/>
                </p:cNvSpPr>
                <p:nvPr/>
              </p:nvSpPr>
              <p:spPr bwMode="auto">
                <a:xfrm>
                  <a:off x="9324975" y="992188"/>
                  <a:ext cx="74613" cy="241300"/>
                </a:xfrm>
                <a:custGeom>
                  <a:avLst/>
                  <a:gdLst>
                    <a:gd name="T0" fmla="*/ 0 w 7"/>
                    <a:gd name="T1" fmla="*/ 0 h 23"/>
                    <a:gd name="T2" fmla="*/ 6 w 7"/>
                    <a:gd name="T3" fmla="*/ 23 h 23"/>
                    <a:gd name="T4" fmla="*/ 7 w 7"/>
                    <a:gd name="T5" fmla="*/ 20 h 23"/>
                    <a:gd name="T6" fmla="*/ 6 w 7"/>
                    <a:gd name="T7" fmla="*/ 11 h 23"/>
                    <a:gd name="T8" fmla="*/ 5 w 7"/>
                    <a:gd name="T9" fmla="*/ 9 h 23"/>
                    <a:gd name="T10" fmla="*/ 0 w 7"/>
                    <a:gd name="T11" fmla="*/ 0 h 23"/>
                  </a:gdLst>
                  <a:ahLst/>
                  <a:cxnLst>
                    <a:cxn ang="0">
                      <a:pos x="T0" y="T1"/>
                    </a:cxn>
                    <a:cxn ang="0">
                      <a:pos x="T2" y="T3"/>
                    </a:cxn>
                    <a:cxn ang="0">
                      <a:pos x="T4" y="T5"/>
                    </a:cxn>
                    <a:cxn ang="0">
                      <a:pos x="T6" y="T7"/>
                    </a:cxn>
                    <a:cxn ang="0">
                      <a:pos x="T8" y="T9"/>
                    </a:cxn>
                    <a:cxn ang="0">
                      <a:pos x="T10" y="T11"/>
                    </a:cxn>
                  </a:cxnLst>
                  <a:rect l="0" t="0" r="r" b="b"/>
                  <a:pathLst>
                    <a:path w="7" h="23">
                      <a:moveTo>
                        <a:pt x="0" y="0"/>
                      </a:moveTo>
                      <a:cubicBezTo>
                        <a:pt x="0" y="7"/>
                        <a:pt x="1" y="18"/>
                        <a:pt x="6" y="23"/>
                      </a:cubicBezTo>
                      <a:cubicBezTo>
                        <a:pt x="6" y="22"/>
                        <a:pt x="6" y="21"/>
                        <a:pt x="7" y="20"/>
                      </a:cubicBezTo>
                      <a:cubicBezTo>
                        <a:pt x="7" y="17"/>
                        <a:pt x="7" y="14"/>
                        <a:pt x="6" y="11"/>
                      </a:cubicBezTo>
                      <a:cubicBezTo>
                        <a:pt x="6" y="10"/>
                        <a:pt x="5" y="10"/>
                        <a:pt x="5" y="9"/>
                      </a:cubicBezTo>
                      <a:cubicBezTo>
                        <a:pt x="4" y="5"/>
                        <a:pt x="2" y="2"/>
                        <a:pt x="0" y="0"/>
                      </a:cubicBezTo>
                    </a:path>
                  </a:pathLst>
                </a:custGeom>
                <a:solidFill>
                  <a:srgbClr val="2E2C2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FFFFFF"/>
                    </a:solidFill>
                  </a:endParaRPr>
                </a:p>
              </p:txBody>
            </p:sp>
            <p:sp>
              <p:nvSpPr>
                <p:cNvPr id="85" name="Freeform 62"/>
                <p:cNvSpPr>
                  <a:spLocks/>
                </p:cNvSpPr>
                <p:nvPr/>
              </p:nvSpPr>
              <p:spPr bwMode="auto">
                <a:xfrm>
                  <a:off x="10072688" y="1003300"/>
                  <a:ext cx="63500" cy="230187"/>
                </a:xfrm>
                <a:custGeom>
                  <a:avLst/>
                  <a:gdLst>
                    <a:gd name="T0" fmla="*/ 6 w 6"/>
                    <a:gd name="T1" fmla="*/ 0 h 22"/>
                    <a:gd name="T2" fmla="*/ 1 w 6"/>
                    <a:gd name="T3" fmla="*/ 8 h 22"/>
                    <a:gd name="T4" fmla="*/ 1 w 6"/>
                    <a:gd name="T5" fmla="*/ 10 h 22"/>
                    <a:gd name="T6" fmla="*/ 0 w 6"/>
                    <a:gd name="T7" fmla="*/ 19 h 22"/>
                    <a:gd name="T8" fmla="*/ 1 w 6"/>
                    <a:gd name="T9" fmla="*/ 22 h 22"/>
                    <a:gd name="T10" fmla="*/ 6 w 6"/>
                    <a:gd name="T11" fmla="*/ 0 h 22"/>
                  </a:gdLst>
                  <a:ahLst/>
                  <a:cxnLst>
                    <a:cxn ang="0">
                      <a:pos x="T0" y="T1"/>
                    </a:cxn>
                    <a:cxn ang="0">
                      <a:pos x="T2" y="T3"/>
                    </a:cxn>
                    <a:cxn ang="0">
                      <a:pos x="T4" y="T5"/>
                    </a:cxn>
                    <a:cxn ang="0">
                      <a:pos x="T6" y="T7"/>
                    </a:cxn>
                    <a:cxn ang="0">
                      <a:pos x="T8" y="T9"/>
                    </a:cxn>
                    <a:cxn ang="0">
                      <a:pos x="T10" y="T11"/>
                    </a:cxn>
                  </a:cxnLst>
                  <a:rect l="0" t="0" r="r" b="b"/>
                  <a:pathLst>
                    <a:path w="6" h="22">
                      <a:moveTo>
                        <a:pt x="6" y="0"/>
                      </a:moveTo>
                      <a:cubicBezTo>
                        <a:pt x="4" y="2"/>
                        <a:pt x="2" y="5"/>
                        <a:pt x="1" y="8"/>
                      </a:cubicBezTo>
                      <a:cubicBezTo>
                        <a:pt x="1" y="9"/>
                        <a:pt x="1" y="9"/>
                        <a:pt x="1" y="10"/>
                      </a:cubicBezTo>
                      <a:cubicBezTo>
                        <a:pt x="0" y="13"/>
                        <a:pt x="0" y="16"/>
                        <a:pt x="0" y="19"/>
                      </a:cubicBezTo>
                      <a:cubicBezTo>
                        <a:pt x="0" y="20"/>
                        <a:pt x="0" y="21"/>
                        <a:pt x="1" y="22"/>
                      </a:cubicBezTo>
                      <a:cubicBezTo>
                        <a:pt x="5" y="17"/>
                        <a:pt x="6" y="6"/>
                        <a:pt x="6" y="0"/>
                      </a:cubicBezTo>
                    </a:path>
                  </a:pathLst>
                </a:custGeom>
                <a:solidFill>
                  <a:srgbClr val="2E2C2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FFFFFF"/>
                    </a:solidFill>
                  </a:endParaRPr>
                </a:p>
              </p:txBody>
            </p:sp>
            <p:sp>
              <p:nvSpPr>
                <p:cNvPr id="86" name="Freeform 63"/>
                <p:cNvSpPr>
                  <a:spLocks/>
                </p:cNvSpPr>
                <p:nvPr/>
              </p:nvSpPr>
              <p:spPr bwMode="auto">
                <a:xfrm>
                  <a:off x="9304338" y="857250"/>
                  <a:ext cx="852488" cy="134937"/>
                </a:xfrm>
                <a:custGeom>
                  <a:avLst/>
                  <a:gdLst>
                    <a:gd name="T0" fmla="*/ 0 w 81"/>
                    <a:gd name="T1" fmla="*/ 13 h 13"/>
                    <a:gd name="T2" fmla="*/ 41 w 81"/>
                    <a:gd name="T3" fmla="*/ 5 h 13"/>
                    <a:gd name="T4" fmla="*/ 81 w 81"/>
                    <a:gd name="T5" fmla="*/ 13 h 13"/>
                    <a:gd name="T6" fmla="*/ 81 w 81"/>
                    <a:gd name="T7" fmla="*/ 8 h 13"/>
                    <a:gd name="T8" fmla="*/ 40 w 81"/>
                    <a:gd name="T9" fmla="*/ 0 h 13"/>
                    <a:gd name="T10" fmla="*/ 0 w 81"/>
                    <a:gd name="T11" fmla="*/ 8 h 13"/>
                    <a:gd name="T12" fmla="*/ 0 w 81"/>
                    <a:gd name="T13" fmla="*/ 13 h 13"/>
                  </a:gdLst>
                  <a:ahLst/>
                  <a:cxnLst>
                    <a:cxn ang="0">
                      <a:pos x="T0" y="T1"/>
                    </a:cxn>
                    <a:cxn ang="0">
                      <a:pos x="T2" y="T3"/>
                    </a:cxn>
                    <a:cxn ang="0">
                      <a:pos x="T4" y="T5"/>
                    </a:cxn>
                    <a:cxn ang="0">
                      <a:pos x="T6" y="T7"/>
                    </a:cxn>
                    <a:cxn ang="0">
                      <a:pos x="T8" y="T9"/>
                    </a:cxn>
                    <a:cxn ang="0">
                      <a:pos x="T10" y="T11"/>
                    </a:cxn>
                    <a:cxn ang="0">
                      <a:pos x="T12" y="T13"/>
                    </a:cxn>
                  </a:cxnLst>
                  <a:rect l="0" t="0" r="r" b="b"/>
                  <a:pathLst>
                    <a:path w="81" h="13">
                      <a:moveTo>
                        <a:pt x="0" y="13"/>
                      </a:moveTo>
                      <a:cubicBezTo>
                        <a:pt x="8" y="5"/>
                        <a:pt x="35" y="5"/>
                        <a:pt x="41" y="5"/>
                      </a:cubicBezTo>
                      <a:cubicBezTo>
                        <a:pt x="47" y="5"/>
                        <a:pt x="73" y="5"/>
                        <a:pt x="81" y="13"/>
                      </a:cubicBezTo>
                      <a:cubicBezTo>
                        <a:pt x="81" y="8"/>
                        <a:pt x="81" y="8"/>
                        <a:pt x="81" y="8"/>
                      </a:cubicBezTo>
                      <a:cubicBezTo>
                        <a:pt x="72" y="1"/>
                        <a:pt x="46" y="0"/>
                        <a:pt x="40" y="0"/>
                      </a:cubicBezTo>
                      <a:cubicBezTo>
                        <a:pt x="34" y="0"/>
                        <a:pt x="8" y="1"/>
                        <a:pt x="0" y="8"/>
                      </a:cubicBezTo>
                      <a:lnTo>
                        <a:pt x="0" y="13"/>
                      </a:lnTo>
                      <a:close/>
                    </a:path>
                  </a:pathLst>
                </a:custGeom>
                <a:solidFill>
                  <a:srgbClr val="90919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FFFFFF"/>
                    </a:solidFill>
                  </a:endParaRPr>
                </a:p>
              </p:txBody>
            </p:sp>
          </p:grpSp>
          <p:grpSp>
            <p:nvGrpSpPr>
              <p:cNvPr id="48" name="Group 47"/>
              <p:cNvGrpSpPr/>
              <p:nvPr/>
            </p:nvGrpSpPr>
            <p:grpSpPr>
              <a:xfrm>
                <a:off x="6527800" y="3994753"/>
                <a:ext cx="3240121" cy="2863247"/>
                <a:chOff x="7045326" y="4452083"/>
                <a:chExt cx="2722595" cy="2405917"/>
              </a:xfrm>
            </p:grpSpPr>
            <p:sp>
              <p:nvSpPr>
                <p:cNvPr id="49" name="Rectangle 21"/>
                <p:cNvSpPr>
                  <a:spLocks noChangeArrowheads="1"/>
                </p:cNvSpPr>
                <p:nvPr/>
              </p:nvSpPr>
              <p:spPr bwMode="auto">
                <a:xfrm>
                  <a:off x="7045326" y="5357845"/>
                  <a:ext cx="2124953" cy="148747"/>
                </a:xfrm>
                <a:prstGeom prst="rect">
                  <a:avLst/>
                </a:prstGeom>
                <a:solidFill>
                  <a:srgbClr val="985F2E"/>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FFFFFF"/>
                    </a:solidFill>
                  </a:endParaRPr>
                </a:p>
              </p:txBody>
            </p:sp>
            <p:sp>
              <p:nvSpPr>
                <p:cNvPr id="50" name="Rectangle 22"/>
                <p:cNvSpPr>
                  <a:spLocks noChangeArrowheads="1"/>
                </p:cNvSpPr>
                <p:nvPr/>
              </p:nvSpPr>
              <p:spPr bwMode="auto">
                <a:xfrm>
                  <a:off x="8431858" y="5498622"/>
                  <a:ext cx="140777" cy="1359378"/>
                </a:xfrm>
                <a:prstGeom prst="rect">
                  <a:avLst/>
                </a:prstGeom>
                <a:solidFill>
                  <a:srgbClr val="52302D"/>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FFFFFF"/>
                    </a:solidFill>
                  </a:endParaRPr>
                </a:p>
              </p:txBody>
            </p:sp>
            <p:sp>
              <p:nvSpPr>
                <p:cNvPr id="51" name="Freeform 23"/>
                <p:cNvSpPr>
                  <a:spLocks/>
                </p:cNvSpPr>
                <p:nvPr/>
              </p:nvSpPr>
              <p:spPr bwMode="auto">
                <a:xfrm>
                  <a:off x="7045326" y="5498622"/>
                  <a:ext cx="2124953" cy="1359378"/>
                </a:xfrm>
                <a:custGeom>
                  <a:avLst/>
                  <a:gdLst>
                    <a:gd name="T0" fmla="*/ 0 w 800"/>
                    <a:gd name="T1" fmla="*/ 477 h 477"/>
                    <a:gd name="T2" fmla="*/ 50 w 800"/>
                    <a:gd name="T3" fmla="*/ 477 h 477"/>
                    <a:gd name="T4" fmla="*/ 50 w 800"/>
                    <a:gd name="T5" fmla="*/ 50 h 477"/>
                    <a:gd name="T6" fmla="*/ 800 w 800"/>
                    <a:gd name="T7" fmla="*/ 50 h 477"/>
                    <a:gd name="T8" fmla="*/ 800 w 800"/>
                    <a:gd name="T9" fmla="*/ 0 h 477"/>
                    <a:gd name="T10" fmla="*/ 0 w 800"/>
                    <a:gd name="T11" fmla="*/ 0 h 477"/>
                    <a:gd name="T12" fmla="*/ 0 w 800"/>
                    <a:gd name="T13" fmla="*/ 477 h 477"/>
                  </a:gdLst>
                  <a:ahLst/>
                  <a:cxnLst>
                    <a:cxn ang="0">
                      <a:pos x="T0" y="T1"/>
                    </a:cxn>
                    <a:cxn ang="0">
                      <a:pos x="T2" y="T3"/>
                    </a:cxn>
                    <a:cxn ang="0">
                      <a:pos x="T4" y="T5"/>
                    </a:cxn>
                    <a:cxn ang="0">
                      <a:pos x="T6" y="T7"/>
                    </a:cxn>
                    <a:cxn ang="0">
                      <a:pos x="T8" y="T9"/>
                    </a:cxn>
                    <a:cxn ang="0">
                      <a:pos x="T10" y="T11"/>
                    </a:cxn>
                    <a:cxn ang="0">
                      <a:pos x="T12" y="T13"/>
                    </a:cxn>
                  </a:cxnLst>
                  <a:rect l="0" t="0" r="r" b="b"/>
                  <a:pathLst>
                    <a:path w="800" h="477">
                      <a:moveTo>
                        <a:pt x="0" y="477"/>
                      </a:moveTo>
                      <a:lnTo>
                        <a:pt x="50" y="477"/>
                      </a:lnTo>
                      <a:lnTo>
                        <a:pt x="50" y="50"/>
                      </a:lnTo>
                      <a:lnTo>
                        <a:pt x="800" y="50"/>
                      </a:lnTo>
                      <a:lnTo>
                        <a:pt x="800" y="0"/>
                      </a:lnTo>
                      <a:lnTo>
                        <a:pt x="0" y="0"/>
                      </a:lnTo>
                      <a:lnTo>
                        <a:pt x="0" y="477"/>
                      </a:lnTo>
                      <a:close/>
                    </a:path>
                  </a:pathLst>
                </a:custGeom>
                <a:solidFill>
                  <a:srgbClr val="6E451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FFFFFF"/>
                    </a:solidFill>
                  </a:endParaRPr>
                </a:p>
              </p:txBody>
            </p:sp>
            <p:sp>
              <p:nvSpPr>
                <p:cNvPr id="52" name="Rectangle 24"/>
                <p:cNvSpPr>
                  <a:spLocks noChangeArrowheads="1"/>
                </p:cNvSpPr>
                <p:nvPr/>
              </p:nvSpPr>
              <p:spPr bwMode="auto">
                <a:xfrm>
                  <a:off x="8822317" y="5357845"/>
                  <a:ext cx="945604" cy="148747"/>
                </a:xfrm>
                <a:prstGeom prst="rect">
                  <a:avLst/>
                </a:prstGeom>
                <a:solidFill>
                  <a:srgbClr val="6E451B"/>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FFFFFF"/>
                    </a:solidFill>
                  </a:endParaRPr>
                </a:p>
              </p:txBody>
            </p:sp>
            <p:sp>
              <p:nvSpPr>
                <p:cNvPr id="53" name="Freeform 25"/>
                <p:cNvSpPr>
                  <a:spLocks/>
                </p:cNvSpPr>
                <p:nvPr/>
              </p:nvSpPr>
              <p:spPr bwMode="auto">
                <a:xfrm>
                  <a:off x="8822317" y="5498622"/>
                  <a:ext cx="945604" cy="1359378"/>
                </a:xfrm>
                <a:custGeom>
                  <a:avLst/>
                  <a:gdLst>
                    <a:gd name="T0" fmla="*/ 0 w 356"/>
                    <a:gd name="T1" fmla="*/ 477 h 477"/>
                    <a:gd name="T2" fmla="*/ 50 w 356"/>
                    <a:gd name="T3" fmla="*/ 477 h 477"/>
                    <a:gd name="T4" fmla="*/ 50 w 356"/>
                    <a:gd name="T5" fmla="*/ 50 h 477"/>
                    <a:gd name="T6" fmla="*/ 303 w 356"/>
                    <a:gd name="T7" fmla="*/ 50 h 477"/>
                    <a:gd name="T8" fmla="*/ 303 w 356"/>
                    <a:gd name="T9" fmla="*/ 477 h 477"/>
                    <a:gd name="T10" fmla="*/ 356 w 356"/>
                    <a:gd name="T11" fmla="*/ 477 h 477"/>
                    <a:gd name="T12" fmla="*/ 356 w 356"/>
                    <a:gd name="T13" fmla="*/ 0 h 477"/>
                    <a:gd name="T14" fmla="*/ 0 w 356"/>
                    <a:gd name="T15" fmla="*/ 0 h 477"/>
                    <a:gd name="T16" fmla="*/ 0 w 356"/>
                    <a:gd name="T17" fmla="*/ 477 h 4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56" h="477">
                      <a:moveTo>
                        <a:pt x="0" y="477"/>
                      </a:moveTo>
                      <a:lnTo>
                        <a:pt x="50" y="477"/>
                      </a:lnTo>
                      <a:lnTo>
                        <a:pt x="50" y="50"/>
                      </a:lnTo>
                      <a:lnTo>
                        <a:pt x="303" y="50"/>
                      </a:lnTo>
                      <a:lnTo>
                        <a:pt x="303" y="477"/>
                      </a:lnTo>
                      <a:lnTo>
                        <a:pt x="356" y="477"/>
                      </a:lnTo>
                      <a:lnTo>
                        <a:pt x="356" y="0"/>
                      </a:lnTo>
                      <a:lnTo>
                        <a:pt x="0" y="0"/>
                      </a:lnTo>
                      <a:lnTo>
                        <a:pt x="0" y="477"/>
                      </a:lnTo>
                      <a:close/>
                    </a:path>
                  </a:pathLst>
                </a:custGeom>
                <a:solidFill>
                  <a:srgbClr val="52302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FFFFFF"/>
                    </a:solidFill>
                  </a:endParaRPr>
                </a:p>
              </p:txBody>
            </p:sp>
            <p:sp>
              <p:nvSpPr>
                <p:cNvPr id="54" name="Freeform 26"/>
                <p:cNvSpPr>
                  <a:spLocks/>
                </p:cNvSpPr>
                <p:nvPr/>
              </p:nvSpPr>
              <p:spPr bwMode="auto">
                <a:xfrm>
                  <a:off x="8697477" y="5233003"/>
                  <a:ext cx="783576" cy="132810"/>
                </a:xfrm>
                <a:custGeom>
                  <a:avLst/>
                  <a:gdLst>
                    <a:gd name="T0" fmla="*/ 9 w 106"/>
                    <a:gd name="T1" fmla="*/ 0 h 18"/>
                    <a:gd name="T2" fmla="*/ 61 w 106"/>
                    <a:gd name="T3" fmla="*/ 0 h 18"/>
                    <a:gd name="T4" fmla="*/ 98 w 106"/>
                    <a:gd name="T5" fmla="*/ 7 h 18"/>
                    <a:gd name="T6" fmla="*/ 105 w 106"/>
                    <a:gd name="T7" fmla="*/ 17 h 18"/>
                    <a:gd name="T8" fmla="*/ 69 w 106"/>
                    <a:gd name="T9" fmla="*/ 11 h 18"/>
                    <a:gd name="T10" fmla="*/ 59 w 106"/>
                    <a:gd name="T11" fmla="*/ 17 h 18"/>
                    <a:gd name="T12" fmla="*/ 7 w 106"/>
                    <a:gd name="T13" fmla="*/ 17 h 18"/>
                    <a:gd name="T14" fmla="*/ 0 w 106"/>
                    <a:gd name="T15" fmla="*/ 8 h 18"/>
                    <a:gd name="T16" fmla="*/ 0 w 106"/>
                    <a:gd name="T17" fmla="*/ 8 h 18"/>
                    <a:gd name="T18" fmla="*/ 9 w 106"/>
                    <a:gd name="T19" fmla="*/ 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6" h="18">
                      <a:moveTo>
                        <a:pt x="9" y="0"/>
                      </a:moveTo>
                      <a:cubicBezTo>
                        <a:pt x="18" y="0"/>
                        <a:pt x="61" y="0"/>
                        <a:pt x="61" y="0"/>
                      </a:cubicBezTo>
                      <a:cubicBezTo>
                        <a:pt x="98" y="7"/>
                        <a:pt x="98" y="7"/>
                        <a:pt x="98" y="7"/>
                      </a:cubicBezTo>
                      <a:cubicBezTo>
                        <a:pt x="103" y="8"/>
                        <a:pt x="106" y="12"/>
                        <a:pt x="105" y="17"/>
                      </a:cubicBezTo>
                      <a:cubicBezTo>
                        <a:pt x="69" y="11"/>
                        <a:pt x="69" y="11"/>
                        <a:pt x="69" y="11"/>
                      </a:cubicBezTo>
                      <a:cubicBezTo>
                        <a:pt x="68" y="15"/>
                        <a:pt x="63" y="18"/>
                        <a:pt x="59" y="17"/>
                      </a:cubicBezTo>
                      <a:cubicBezTo>
                        <a:pt x="59" y="17"/>
                        <a:pt x="13" y="17"/>
                        <a:pt x="7" y="17"/>
                      </a:cubicBezTo>
                      <a:cubicBezTo>
                        <a:pt x="3" y="17"/>
                        <a:pt x="0" y="13"/>
                        <a:pt x="0" y="8"/>
                      </a:cubicBezTo>
                      <a:cubicBezTo>
                        <a:pt x="0" y="8"/>
                        <a:pt x="0" y="8"/>
                        <a:pt x="0" y="8"/>
                      </a:cubicBezTo>
                      <a:cubicBezTo>
                        <a:pt x="0" y="8"/>
                        <a:pt x="0" y="0"/>
                        <a:pt x="9" y="0"/>
                      </a:cubicBezTo>
                      <a:close/>
                    </a:path>
                  </a:pathLst>
                </a:custGeom>
                <a:solidFill>
                  <a:srgbClr val="BCC7D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FFFFFF"/>
                    </a:solidFill>
                  </a:endParaRPr>
                </a:p>
              </p:txBody>
            </p:sp>
            <p:sp>
              <p:nvSpPr>
                <p:cNvPr id="55" name="Freeform 27"/>
                <p:cNvSpPr>
                  <a:spLocks/>
                </p:cNvSpPr>
                <p:nvPr/>
              </p:nvSpPr>
              <p:spPr bwMode="auto">
                <a:xfrm>
                  <a:off x="9082624" y="5217066"/>
                  <a:ext cx="390459" cy="148747"/>
                </a:xfrm>
                <a:custGeom>
                  <a:avLst/>
                  <a:gdLst>
                    <a:gd name="T0" fmla="*/ 0 w 53"/>
                    <a:gd name="T1" fmla="*/ 10 h 20"/>
                    <a:gd name="T2" fmla="*/ 10 w 53"/>
                    <a:gd name="T3" fmla="*/ 2 h 20"/>
                    <a:gd name="T4" fmla="*/ 46 w 53"/>
                    <a:gd name="T5" fmla="*/ 9 h 20"/>
                    <a:gd name="T6" fmla="*/ 51 w 53"/>
                    <a:gd name="T7" fmla="*/ 13 h 20"/>
                    <a:gd name="T8" fmla="*/ 53 w 53"/>
                    <a:gd name="T9" fmla="*/ 19 h 20"/>
                    <a:gd name="T10" fmla="*/ 17 w 53"/>
                    <a:gd name="T11" fmla="*/ 13 h 20"/>
                    <a:gd name="T12" fmla="*/ 7 w 53"/>
                    <a:gd name="T13" fmla="*/ 19 h 20"/>
                    <a:gd name="T14" fmla="*/ 0 w 53"/>
                    <a:gd name="T15" fmla="*/ 10 h 2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3" h="20">
                      <a:moveTo>
                        <a:pt x="0" y="10"/>
                      </a:moveTo>
                      <a:cubicBezTo>
                        <a:pt x="0" y="10"/>
                        <a:pt x="0" y="0"/>
                        <a:pt x="10" y="2"/>
                      </a:cubicBezTo>
                      <a:cubicBezTo>
                        <a:pt x="16" y="3"/>
                        <a:pt x="35" y="7"/>
                        <a:pt x="46" y="9"/>
                      </a:cubicBezTo>
                      <a:cubicBezTo>
                        <a:pt x="48" y="9"/>
                        <a:pt x="50" y="11"/>
                        <a:pt x="51" y="13"/>
                      </a:cubicBezTo>
                      <a:cubicBezTo>
                        <a:pt x="53" y="15"/>
                        <a:pt x="53" y="17"/>
                        <a:pt x="53" y="19"/>
                      </a:cubicBezTo>
                      <a:cubicBezTo>
                        <a:pt x="17" y="13"/>
                        <a:pt x="17" y="13"/>
                        <a:pt x="17" y="13"/>
                      </a:cubicBezTo>
                      <a:cubicBezTo>
                        <a:pt x="16" y="17"/>
                        <a:pt x="11" y="20"/>
                        <a:pt x="7" y="19"/>
                      </a:cubicBezTo>
                      <a:cubicBezTo>
                        <a:pt x="3" y="19"/>
                        <a:pt x="0" y="15"/>
                        <a:pt x="0" y="10"/>
                      </a:cubicBezTo>
                      <a:close/>
                    </a:path>
                  </a:pathLst>
                </a:custGeom>
                <a:solidFill>
                  <a:srgbClr val="99ADD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FFFFFF"/>
                    </a:solidFill>
                  </a:endParaRPr>
                </a:p>
              </p:txBody>
            </p:sp>
            <p:sp>
              <p:nvSpPr>
                <p:cNvPr id="56" name="Oval 28"/>
                <p:cNvSpPr>
                  <a:spLocks noChangeArrowheads="1"/>
                </p:cNvSpPr>
                <p:nvPr/>
              </p:nvSpPr>
              <p:spPr bwMode="auto">
                <a:xfrm>
                  <a:off x="9103873" y="5254252"/>
                  <a:ext cx="82341" cy="87655"/>
                </a:xfrm>
                <a:prstGeom prst="ellipse">
                  <a:avLst/>
                </a:prstGeom>
                <a:solidFill>
                  <a:srgbClr val="BCC7D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FFFFFF"/>
                    </a:solidFill>
                  </a:endParaRPr>
                </a:p>
              </p:txBody>
            </p:sp>
            <p:sp>
              <p:nvSpPr>
                <p:cNvPr id="57" name="Freeform 29"/>
                <p:cNvSpPr>
                  <a:spLocks/>
                </p:cNvSpPr>
                <p:nvPr/>
              </p:nvSpPr>
              <p:spPr bwMode="auto">
                <a:xfrm>
                  <a:off x="8801067" y="4452083"/>
                  <a:ext cx="244370" cy="913730"/>
                </a:xfrm>
                <a:custGeom>
                  <a:avLst/>
                  <a:gdLst>
                    <a:gd name="T0" fmla="*/ 12 w 33"/>
                    <a:gd name="T1" fmla="*/ 1 h 124"/>
                    <a:gd name="T2" fmla="*/ 20 w 33"/>
                    <a:gd name="T3" fmla="*/ 11 h 124"/>
                    <a:gd name="T4" fmla="*/ 31 w 33"/>
                    <a:gd name="T5" fmla="*/ 111 h 124"/>
                    <a:gd name="T6" fmla="*/ 24 w 33"/>
                    <a:gd name="T7" fmla="*/ 123 h 124"/>
                    <a:gd name="T8" fmla="*/ 14 w 33"/>
                    <a:gd name="T9" fmla="*/ 123 h 124"/>
                    <a:gd name="T10" fmla="*/ 0 w 33"/>
                    <a:gd name="T11" fmla="*/ 0 h 124"/>
                    <a:gd name="T12" fmla="*/ 12 w 33"/>
                    <a:gd name="T13" fmla="*/ 1 h 124"/>
                  </a:gdLst>
                  <a:ahLst/>
                  <a:cxnLst>
                    <a:cxn ang="0">
                      <a:pos x="T0" y="T1"/>
                    </a:cxn>
                    <a:cxn ang="0">
                      <a:pos x="T2" y="T3"/>
                    </a:cxn>
                    <a:cxn ang="0">
                      <a:pos x="T4" y="T5"/>
                    </a:cxn>
                    <a:cxn ang="0">
                      <a:pos x="T6" y="T7"/>
                    </a:cxn>
                    <a:cxn ang="0">
                      <a:pos x="T8" y="T9"/>
                    </a:cxn>
                    <a:cxn ang="0">
                      <a:pos x="T10" y="T11"/>
                    </a:cxn>
                    <a:cxn ang="0">
                      <a:pos x="T12" y="T13"/>
                    </a:cxn>
                  </a:cxnLst>
                  <a:rect l="0" t="0" r="r" b="b"/>
                  <a:pathLst>
                    <a:path w="33" h="124">
                      <a:moveTo>
                        <a:pt x="12" y="1"/>
                      </a:moveTo>
                      <a:cubicBezTo>
                        <a:pt x="16" y="1"/>
                        <a:pt x="20" y="4"/>
                        <a:pt x="20" y="11"/>
                      </a:cubicBezTo>
                      <a:cubicBezTo>
                        <a:pt x="31" y="111"/>
                        <a:pt x="31" y="111"/>
                        <a:pt x="31" y="111"/>
                      </a:cubicBezTo>
                      <a:cubicBezTo>
                        <a:pt x="33" y="119"/>
                        <a:pt x="29" y="124"/>
                        <a:pt x="24" y="123"/>
                      </a:cubicBezTo>
                      <a:cubicBezTo>
                        <a:pt x="14" y="123"/>
                        <a:pt x="14" y="123"/>
                        <a:pt x="14" y="123"/>
                      </a:cubicBezTo>
                      <a:cubicBezTo>
                        <a:pt x="0" y="0"/>
                        <a:pt x="0" y="0"/>
                        <a:pt x="0" y="0"/>
                      </a:cubicBezTo>
                      <a:lnTo>
                        <a:pt x="12" y="1"/>
                      </a:lnTo>
                      <a:close/>
                    </a:path>
                  </a:pathLst>
                </a:custGeom>
                <a:solidFill>
                  <a:srgbClr val="99ADD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FFFFFF"/>
                    </a:solidFill>
                  </a:endParaRPr>
                </a:p>
              </p:txBody>
            </p:sp>
            <p:sp>
              <p:nvSpPr>
                <p:cNvPr id="58" name="Freeform 30"/>
                <p:cNvSpPr>
                  <a:spLocks/>
                </p:cNvSpPr>
                <p:nvPr/>
              </p:nvSpPr>
              <p:spPr bwMode="auto">
                <a:xfrm>
                  <a:off x="7820934" y="4452083"/>
                  <a:ext cx="1142162" cy="905762"/>
                </a:xfrm>
                <a:custGeom>
                  <a:avLst/>
                  <a:gdLst>
                    <a:gd name="T0" fmla="*/ 9 w 155"/>
                    <a:gd name="T1" fmla="*/ 0 h 123"/>
                    <a:gd name="T2" fmla="*/ 132 w 155"/>
                    <a:gd name="T3" fmla="*/ 0 h 123"/>
                    <a:gd name="T4" fmla="*/ 142 w 155"/>
                    <a:gd name="T5" fmla="*/ 9 h 123"/>
                    <a:gd name="T6" fmla="*/ 154 w 155"/>
                    <a:gd name="T7" fmla="*/ 112 h 123"/>
                    <a:gd name="T8" fmla="*/ 144 w 155"/>
                    <a:gd name="T9" fmla="*/ 123 h 123"/>
                    <a:gd name="T10" fmla="*/ 21 w 155"/>
                    <a:gd name="T11" fmla="*/ 123 h 123"/>
                    <a:gd name="T12" fmla="*/ 13 w 155"/>
                    <a:gd name="T13" fmla="*/ 116 h 123"/>
                    <a:gd name="T14" fmla="*/ 1 w 155"/>
                    <a:gd name="T15" fmla="*/ 10 h 123"/>
                    <a:gd name="T16" fmla="*/ 9 w 155"/>
                    <a:gd name="T17" fmla="*/ 0 h 1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55" h="123">
                      <a:moveTo>
                        <a:pt x="9" y="0"/>
                      </a:moveTo>
                      <a:cubicBezTo>
                        <a:pt x="132" y="0"/>
                        <a:pt x="132" y="0"/>
                        <a:pt x="132" y="0"/>
                      </a:cubicBezTo>
                      <a:cubicBezTo>
                        <a:pt x="137" y="0"/>
                        <a:pt x="142" y="4"/>
                        <a:pt x="142" y="9"/>
                      </a:cubicBezTo>
                      <a:cubicBezTo>
                        <a:pt x="154" y="112"/>
                        <a:pt x="154" y="112"/>
                        <a:pt x="154" y="112"/>
                      </a:cubicBezTo>
                      <a:cubicBezTo>
                        <a:pt x="155" y="118"/>
                        <a:pt x="150" y="123"/>
                        <a:pt x="144" y="123"/>
                      </a:cubicBezTo>
                      <a:cubicBezTo>
                        <a:pt x="21" y="123"/>
                        <a:pt x="21" y="123"/>
                        <a:pt x="21" y="123"/>
                      </a:cubicBezTo>
                      <a:cubicBezTo>
                        <a:pt x="17" y="123"/>
                        <a:pt x="13" y="120"/>
                        <a:pt x="13" y="116"/>
                      </a:cubicBezTo>
                      <a:cubicBezTo>
                        <a:pt x="1" y="10"/>
                        <a:pt x="1" y="10"/>
                        <a:pt x="1" y="10"/>
                      </a:cubicBezTo>
                      <a:cubicBezTo>
                        <a:pt x="0" y="5"/>
                        <a:pt x="4" y="0"/>
                        <a:pt x="9" y="0"/>
                      </a:cubicBezTo>
                      <a:close/>
                    </a:path>
                  </a:pathLst>
                </a:custGeom>
                <a:solidFill>
                  <a:srgbClr val="BCC7D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FFFFFF"/>
                    </a:solidFill>
                  </a:endParaRPr>
                </a:p>
              </p:txBody>
            </p:sp>
            <p:sp>
              <p:nvSpPr>
                <p:cNvPr id="59" name="Freeform 31"/>
                <p:cNvSpPr>
                  <a:spLocks/>
                </p:cNvSpPr>
                <p:nvPr/>
              </p:nvSpPr>
              <p:spPr bwMode="auto">
                <a:xfrm>
                  <a:off x="8174206" y="4871761"/>
                  <a:ext cx="435615" cy="74373"/>
                </a:xfrm>
                <a:custGeom>
                  <a:avLst/>
                  <a:gdLst>
                    <a:gd name="T0" fmla="*/ 59 w 59"/>
                    <a:gd name="T1" fmla="*/ 5 h 10"/>
                    <a:gd name="T2" fmla="*/ 54 w 59"/>
                    <a:gd name="T3" fmla="*/ 10 h 10"/>
                    <a:gd name="T4" fmla="*/ 5 w 59"/>
                    <a:gd name="T5" fmla="*/ 10 h 10"/>
                    <a:gd name="T6" fmla="*/ 0 w 59"/>
                    <a:gd name="T7" fmla="*/ 5 h 10"/>
                    <a:gd name="T8" fmla="*/ 0 w 59"/>
                    <a:gd name="T9" fmla="*/ 5 h 10"/>
                    <a:gd name="T10" fmla="*/ 5 w 59"/>
                    <a:gd name="T11" fmla="*/ 0 h 10"/>
                    <a:gd name="T12" fmla="*/ 54 w 59"/>
                    <a:gd name="T13" fmla="*/ 0 h 10"/>
                    <a:gd name="T14" fmla="*/ 59 w 59"/>
                    <a:gd name="T15" fmla="*/ 5 h 1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9" h="10">
                      <a:moveTo>
                        <a:pt x="59" y="5"/>
                      </a:moveTo>
                      <a:cubicBezTo>
                        <a:pt x="59" y="8"/>
                        <a:pt x="56" y="10"/>
                        <a:pt x="54" y="10"/>
                      </a:cubicBezTo>
                      <a:cubicBezTo>
                        <a:pt x="5" y="10"/>
                        <a:pt x="5" y="10"/>
                        <a:pt x="5" y="10"/>
                      </a:cubicBezTo>
                      <a:cubicBezTo>
                        <a:pt x="3" y="10"/>
                        <a:pt x="0" y="8"/>
                        <a:pt x="0" y="5"/>
                      </a:cubicBezTo>
                      <a:cubicBezTo>
                        <a:pt x="0" y="5"/>
                        <a:pt x="0" y="5"/>
                        <a:pt x="0" y="5"/>
                      </a:cubicBezTo>
                      <a:cubicBezTo>
                        <a:pt x="0" y="2"/>
                        <a:pt x="3" y="0"/>
                        <a:pt x="5" y="0"/>
                      </a:cubicBezTo>
                      <a:cubicBezTo>
                        <a:pt x="54" y="0"/>
                        <a:pt x="54" y="0"/>
                        <a:pt x="54" y="0"/>
                      </a:cubicBezTo>
                      <a:cubicBezTo>
                        <a:pt x="56" y="0"/>
                        <a:pt x="59" y="2"/>
                        <a:pt x="59" y="5"/>
                      </a:cubicBezTo>
                      <a:close/>
                    </a:path>
                  </a:pathLst>
                </a:custGeom>
                <a:solidFill>
                  <a:srgbClr val="99ADD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FFFFFF"/>
                    </a:solidFill>
                  </a:endParaRPr>
                </a:p>
              </p:txBody>
            </p:sp>
          </p:grpSp>
        </p:grpSp>
      </p:grpSp>
      <p:sp>
        <p:nvSpPr>
          <p:cNvPr id="113" name="Date Placeholder 112"/>
          <p:cNvSpPr>
            <a:spLocks noGrp="1"/>
          </p:cNvSpPr>
          <p:nvPr>
            <p:ph type="dt" sz="half" idx="2"/>
          </p:nvPr>
        </p:nvSpPr>
        <p:spPr/>
        <p:txBody>
          <a:bodyPr/>
          <a:lstStyle/>
          <a:p>
            <a:r>
              <a:rPr lang="en-US" smtClean="0"/>
              <a:t>Microsoft Confidential</a:t>
            </a:r>
            <a:endParaRPr lang="en-US" dirty="0"/>
          </a:p>
        </p:txBody>
      </p:sp>
    </p:spTree>
    <p:extLst>
      <p:ext uri="{BB962C8B-B14F-4D97-AF65-F5344CB8AC3E}">
        <p14:creationId xmlns:p14="http://schemas.microsoft.com/office/powerpoint/2010/main" val="30221231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getSelectedDataAsync</a:t>
            </a:r>
            <a:r>
              <a:rPr lang="en-US" dirty="0" smtClean="0"/>
              <a:t>()</a:t>
            </a:r>
            <a:endParaRPr lang="en-US" dirty="0"/>
          </a:p>
        </p:txBody>
      </p:sp>
      <p:sp>
        <p:nvSpPr>
          <p:cNvPr id="4" name="Text Placeholder 3"/>
          <p:cNvSpPr>
            <a:spLocks noGrp="1"/>
          </p:cNvSpPr>
          <p:nvPr>
            <p:ph type="body" sz="quarter" idx="10"/>
          </p:nvPr>
        </p:nvSpPr>
        <p:spPr>
          <a:xfrm>
            <a:off x="249239" y="1212850"/>
            <a:ext cx="11887200" cy="738664"/>
          </a:xfrm>
        </p:spPr>
        <p:txBody>
          <a:bodyPr/>
          <a:lstStyle/>
          <a:p>
            <a:r>
              <a:rPr lang="en-US" dirty="0" smtClean="0">
                <a:gradFill>
                  <a:gsLst>
                    <a:gs pos="11504">
                      <a:schemeClr val="accent5"/>
                    </a:gs>
                    <a:gs pos="50000">
                      <a:schemeClr val="accent5"/>
                    </a:gs>
                  </a:gsLst>
                  <a:lin ang="5400000" scaled="0"/>
                </a:gradFill>
              </a:rPr>
              <a:t>Use this function to read from document select</a:t>
            </a:r>
            <a:endParaRPr lang="en-US" dirty="0">
              <a:gradFill>
                <a:gsLst>
                  <a:gs pos="11504">
                    <a:schemeClr val="accent5"/>
                  </a:gs>
                  <a:gs pos="50000">
                    <a:schemeClr val="accent5"/>
                  </a:gs>
                </a:gsLst>
                <a:lin ang="5400000" scaled="0"/>
              </a:gradFill>
            </a:endParaRPr>
          </a:p>
        </p:txBody>
      </p:sp>
      <p:pic>
        <p:nvPicPr>
          <p:cNvPr id="5" name="Picture 4"/>
          <p:cNvPicPr>
            <a:picLocks noChangeAspect="1"/>
          </p:cNvPicPr>
          <p:nvPr/>
        </p:nvPicPr>
        <p:blipFill>
          <a:blip r:embed="rId3"/>
          <a:stretch>
            <a:fillRect/>
          </a:stretch>
        </p:blipFill>
        <p:spPr>
          <a:xfrm>
            <a:off x="457200" y="2103120"/>
            <a:ext cx="7515687" cy="2448292"/>
          </a:xfrm>
          <a:prstGeom prst="rect">
            <a:avLst/>
          </a:prstGeom>
          <a:ln>
            <a:solidFill>
              <a:schemeClr val="bg1">
                <a:lumMod val="50000"/>
              </a:schemeClr>
            </a:solidFill>
          </a:ln>
        </p:spPr>
      </p:pic>
      <p:sp>
        <p:nvSpPr>
          <p:cNvPr id="8" name="Footer Placeholder 7"/>
          <p:cNvSpPr>
            <a:spLocks noGrp="1"/>
          </p:cNvSpPr>
          <p:nvPr>
            <p:ph type="ftr" sz="quarter" idx="11"/>
          </p:nvPr>
        </p:nvSpPr>
        <p:spPr/>
        <p:txBody>
          <a:bodyPr/>
          <a:lstStyle/>
          <a:p>
            <a:pPr>
              <a:defRPr/>
            </a:pPr>
            <a:r>
              <a:rPr lang="en-US" sz="1400" dirty="0" smtClean="0">
                <a:gradFill>
                  <a:gsLst>
                    <a:gs pos="8367">
                      <a:schemeClr val="accent5"/>
                    </a:gs>
                    <a:gs pos="100000">
                      <a:schemeClr val="accent5"/>
                    </a:gs>
                  </a:gsLst>
                  <a:lin ang="5400000" scaled="0"/>
                </a:gradFill>
                <a:latin typeface="Segoe UI Black" panose="020B0A02040204020203" pitchFamily="34" charset="0"/>
                <a:ea typeface="Segoe UI Black" panose="020B0A02040204020203" pitchFamily="34" charset="0"/>
                <a:cs typeface="Segoe UI Black" panose="020B0A02040204020203" pitchFamily="34" charset="0"/>
              </a:rPr>
              <a:t>2</a:t>
            </a:r>
            <a:r>
              <a:rPr lang="en-US" sz="1400" dirty="0" smtClean="0">
                <a:gradFill>
                  <a:gsLst>
                    <a:gs pos="8367">
                      <a:srgbClr val="000000"/>
                    </a:gs>
                    <a:gs pos="31000">
                      <a:srgbClr val="000000"/>
                    </a:gs>
                  </a:gsLst>
                  <a:lin ang="5400000" scaled="0"/>
                </a:gradFill>
              </a:rPr>
              <a:t> Generic Office.js APIs</a:t>
            </a:r>
          </a:p>
          <a:p>
            <a:endParaRPr lang="en-US" dirty="0"/>
          </a:p>
        </p:txBody>
      </p:sp>
    </p:spTree>
    <p:extLst>
      <p:ext uri="{BB962C8B-B14F-4D97-AF65-F5344CB8AC3E}">
        <p14:creationId xmlns:p14="http://schemas.microsoft.com/office/powerpoint/2010/main" val="26059470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setSelectDataAsync()</a:t>
            </a:r>
            <a:endParaRPr lang="en-US" dirty="0"/>
          </a:p>
        </p:txBody>
      </p:sp>
      <p:sp>
        <p:nvSpPr>
          <p:cNvPr id="4" name="Text Placeholder 3"/>
          <p:cNvSpPr>
            <a:spLocks noGrp="1"/>
          </p:cNvSpPr>
          <p:nvPr>
            <p:ph type="body" sz="quarter" idx="10"/>
          </p:nvPr>
        </p:nvSpPr>
        <p:spPr>
          <a:xfrm>
            <a:off x="249239" y="1212850"/>
            <a:ext cx="11887200" cy="738664"/>
          </a:xfrm>
        </p:spPr>
        <p:txBody>
          <a:bodyPr vert="horz" wrap="square" lIns="146304" tIns="91440" rIns="146304" bIns="91440" rtlCol="0">
            <a:spAutoFit/>
          </a:bodyPr>
          <a:lstStyle/>
          <a:p>
            <a:r>
              <a:rPr lang="en-US" dirty="0">
                <a:gradFill>
                  <a:gsLst>
                    <a:gs pos="11504">
                      <a:schemeClr val="accent5"/>
                    </a:gs>
                    <a:gs pos="50000">
                      <a:schemeClr val="accent5"/>
                    </a:gs>
                  </a:gsLst>
                  <a:lin ang="5400000" scaled="0"/>
                </a:gradFill>
              </a:rPr>
              <a:t>Use this function to insert content into document</a:t>
            </a:r>
          </a:p>
        </p:txBody>
      </p:sp>
      <p:pic>
        <p:nvPicPr>
          <p:cNvPr id="6" name="Picture 5"/>
          <p:cNvPicPr>
            <a:picLocks noChangeAspect="1"/>
          </p:cNvPicPr>
          <p:nvPr/>
        </p:nvPicPr>
        <p:blipFill>
          <a:blip r:embed="rId3"/>
          <a:stretch>
            <a:fillRect/>
          </a:stretch>
        </p:blipFill>
        <p:spPr>
          <a:xfrm>
            <a:off x="457200" y="2103120"/>
            <a:ext cx="7462112" cy="2550502"/>
          </a:xfrm>
          <a:prstGeom prst="rect">
            <a:avLst/>
          </a:prstGeom>
          <a:ln>
            <a:solidFill>
              <a:schemeClr val="bg1">
                <a:lumMod val="50000"/>
              </a:schemeClr>
            </a:solidFill>
          </a:ln>
        </p:spPr>
      </p:pic>
      <p:sp>
        <p:nvSpPr>
          <p:cNvPr id="5" name="Footer Placeholder 4"/>
          <p:cNvSpPr>
            <a:spLocks noGrp="1"/>
          </p:cNvSpPr>
          <p:nvPr>
            <p:ph type="ftr" sz="quarter" idx="11"/>
          </p:nvPr>
        </p:nvSpPr>
        <p:spPr/>
        <p:txBody>
          <a:bodyPr/>
          <a:lstStyle/>
          <a:p>
            <a:pPr>
              <a:defRPr/>
            </a:pPr>
            <a:r>
              <a:rPr lang="en-US" sz="1400" dirty="0">
                <a:gradFill>
                  <a:gsLst>
                    <a:gs pos="8367">
                      <a:schemeClr val="accent5"/>
                    </a:gs>
                    <a:gs pos="100000">
                      <a:schemeClr val="accent5"/>
                    </a:gs>
                  </a:gsLst>
                  <a:lin ang="5400000" scaled="0"/>
                </a:gradFill>
                <a:latin typeface="Segoe UI Black" panose="020B0A02040204020203" pitchFamily="34" charset="0"/>
                <a:ea typeface="Segoe UI Black" panose="020B0A02040204020203" pitchFamily="34" charset="0"/>
                <a:cs typeface="Segoe UI Black" panose="020B0A02040204020203" pitchFamily="34" charset="0"/>
              </a:rPr>
              <a:t>2</a:t>
            </a:r>
            <a:r>
              <a:rPr lang="en-US" sz="1400" dirty="0">
                <a:gradFill>
                  <a:gsLst>
                    <a:gs pos="8367">
                      <a:srgbClr val="000000"/>
                    </a:gs>
                    <a:gs pos="31000">
                      <a:srgbClr val="000000"/>
                    </a:gs>
                  </a:gsLst>
                  <a:lin ang="5400000" scaled="0"/>
                </a:gradFill>
              </a:rPr>
              <a:t> Generic Office.js APIs</a:t>
            </a:r>
          </a:p>
          <a:p>
            <a:endParaRPr lang="en-US" dirty="0"/>
          </a:p>
        </p:txBody>
      </p:sp>
    </p:spTree>
    <p:extLst>
      <p:ext uri="{BB962C8B-B14F-4D97-AF65-F5344CB8AC3E}">
        <p14:creationId xmlns:p14="http://schemas.microsoft.com/office/powerpoint/2010/main" val="18095565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Coercion types</a:t>
            </a:r>
            <a:endParaRPr lang="en-US" dirty="0"/>
          </a:p>
        </p:txBody>
      </p:sp>
      <p:sp>
        <p:nvSpPr>
          <p:cNvPr id="3" name="Text Placeholder 2"/>
          <p:cNvSpPr>
            <a:spLocks noGrp="1"/>
          </p:cNvSpPr>
          <p:nvPr>
            <p:ph type="body" sz="quarter" idx="10"/>
          </p:nvPr>
        </p:nvSpPr>
        <p:spPr>
          <a:xfrm>
            <a:off x="249239" y="1212850"/>
            <a:ext cx="12087542" cy="2970044"/>
          </a:xfrm>
        </p:spPr>
        <p:txBody>
          <a:bodyPr vert="horz" wrap="square" lIns="146304" tIns="91440" rIns="146304" bIns="91440" rtlCol="0">
            <a:spAutoFit/>
          </a:bodyPr>
          <a:lstStyle/>
          <a:p>
            <a:r>
              <a:rPr lang="en-US" sz="3000" dirty="0">
                <a:gradFill>
                  <a:gsLst>
                    <a:gs pos="11504">
                      <a:schemeClr val="accent5"/>
                    </a:gs>
                    <a:gs pos="50000">
                      <a:schemeClr val="accent5"/>
                    </a:gs>
                  </a:gsLst>
                  <a:lin ang="5400000" scaled="0"/>
                </a:gradFill>
              </a:rPr>
              <a:t>Coercion types make it possible to read/write content in different formats</a:t>
            </a:r>
          </a:p>
          <a:p>
            <a:pPr lvl="1"/>
            <a:endParaRPr lang="en-US" dirty="0" smtClean="0"/>
          </a:p>
          <a:p>
            <a:pPr lvl="1"/>
            <a:r>
              <a:rPr lang="en-US" dirty="0" smtClean="0"/>
              <a:t>text </a:t>
            </a:r>
            <a:r>
              <a:rPr lang="en-US" dirty="0"/>
              <a:t>- string value</a:t>
            </a:r>
          </a:p>
          <a:p>
            <a:pPr lvl="1"/>
            <a:r>
              <a:rPr lang="en-US" dirty="0"/>
              <a:t>html - HTML content</a:t>
            </a:r>
          </a:p>
          <a:p>
            <a:pPr lvl="1"/>
            <a:r>
              <a:rPr lang="en-US" dirty="0"/>
              <a:t>matrix - array of arrays</a:t>
            </a:r>
          </a:p>
          <a:p>
            <a:pPr lvl="1"/>
            <a:r>
              <a:rPr lang="en-US" dirty="0"/>
              <a:t>table - table of rows and columns</a:t>
            </a:r>
          </a:p>
          <a:p>
            <a:pPr lvl="1"/>
            <a:r>
              <a:rPr lang="en-US" dirty="0" err="1"/>
              <a:t>ooxml</a:t>
            </a:r>
            <a:r>
              <a:rPr lang="en-US" dirty="0"/>
              <a:t> - Office Open XML format</a:t>
            </a:r>
          </a:p>
          <a:p>
            <a:pPr lvl="1"/>
            <a:endParaRPr lang="en-US" dirty="0"/>
          </a:p>
        </p:txBody>
      </p:sp>
      <p:pic>
        <p:nvPicPr>
          <p:cNvPr id="7" name="Picture 6"/>
          <p:cNvPicPr>
            <a:picLocks noChangeAspect="1"/>
          </p:cNvPicPr>
          <p:nvPr/>
        </p:nvPicPr>
        <p:blipFill>
          <a:blip r:embed="rId3"/>
          <a:stretch>
            <a:fillRect/>
          </a:stretch>
        </p:blipFill>
        <p:spPr>
          <a:xfrm>
            <a:off x="4389120" y="2103120"/>
            <a:ext cx="7239000" cy="3695700"/>
          </a:xfrm>
          <a:prstGeom prst="rect">
            <a:avLst/>
          </a:prstGeom>
          <a:ln>
            <a:solidFill>
              <a:schemeClr val="bg1">
                <a:lumMod val="50000"/>
              </a:schemeClr>
            </a:solidFill>
          </a:ln>
        </p:spPr>
      </p:pic>
      <p:sp>
        <p:nvSpPr>
          <p:cNvPr id="5" name="Footer Placeholder 4"/>
          <p:cNvSpPr>
            <a:spLocks noGrp="1"/>
          </p:cNvSpPr>
          <p:nvPr>
            <p:ph type="ftr" sz="quarter" idx="11"/>
          </p:nvPr>
        </p:nvSpPr>
        <p:spPr/>
        <p:txBody>
          <a:bodyPr/>
          <a:lstStyle/>
          <a:p>
            <a:pPr>
              <a:defRPr/>
            </a:pPr>
            <a:r>
              <a:rPr lang="en-US" sz="1400" dirty="0">
                <a:gradFill>
                  <a:gsLst>
                    <a:gs pos="8367">
                      <a:schemeClr val="accent5"/>
                    </a:gs>
                    <a:gs pos="100000">
                      <a:schemeClr val="accent5"/>
                    </a:gs>
                  </a:gsLst>
                  <a:lin ang="5400000" scaled="0"/>
                </a:gradFill>
                <a:latin typeface="Segoe UI Black" panose="020B0A02040204020203" pitchFamily="34" charset="0"/>
                <a:ea typeface="Segoe UI Black" panose="020B0A02040204020203" pitchFamily="34" charset="0"/>
                <a:cs typeface="Segoe UI Black" panose="020B0A02040204020203" pitchFamily="34" charset="0"/>
              </a:rPr>
              <a:t>2</a:t>
            </a:r>
            <a:r>
              <a:rPr lang="en-US" sz="1400" dirty="0">
                <a:gradFill>
                  <a:gsLst>
                    <a:gs pos="8367">
                      <a:srgbClr val="000000"/>
                    </a:gs>
                    <a:gs pos="31000">
                      <a:srgbClr val="000000"/>
                    </a:gs>
                  </a:gsLst>
                  <a:lin ang="5400000" scaled="0"/>
                </a:gradFill>
              </a:rPr>
              <a:t> Generic Office.js APIs</a:t>
            </a:r>
          </a:p>
          <a:p>
            <a:endParaRPr lang="en-US" dirty="0"/>
          </a:p>
        </p:txBody>
      </p:sp>
    </p:spTree>
    <p:extLst>
      <p:ext uri="{BB962C8B-B14F-4D97-AF65-F5344CB8AC3E}">
        <p14:creationId xmlns:p14="http://schemas.microsoft.com/office/powerpoint/2010/main" val="28310267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 name="Picture 18" descr="Screen Clippi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052368" y="4009821"/>
            <a:ext cx="2826284" cy="2506590"/>
          </a:xfrm>
          <a:prstGeom prst="rect">
            <a:avLst/>
          </a:prstGeom>
          <a:ln>
            <a:solidFill>
              <a:schemeClr val="accent6"/>
            </a:solidFill>
          </a:ln>
        </p:spPr>
      </p:pic>
      <p:sp>
        <p:nvSpPr>
          <p:cNvPr id="4" name="Title 3"/>
          <p:cNvSpPr>
            <a:spLocks noGrp="1"/>
          </p:cNvSpPr>
          <p:nvPr>
            <p:ph type="title"/>
          </p:nvPr>
        </p:nvSpPr>
        <p:spPr/>
        <p:txBody>
          <a:bodyPr/>
          <a:lstStyle/>
          <a:p>
            <a:r>
              <a:rPr lang="en-US" sz="4299" spc="-83" dirty="0"/>
              <a:t>Using </a:t>
            </a:r>
            <a:r>
              <a:rPr lang="en-US" sz="4299" spc="-83" dirty="0" smtClean="0"/>
              <a:t>bindings</a:t>
            </a:r>
            <a:endParaRPr lang="en-US" sz="4299" spc="-83" dirty="0"/>
          </a:p>
        </p:txBody>
      </p:sp>
      <p:sp>
        <p:nvSpPr>
          <p:cNvPr id="2" name="Content Placeholder 1"/>
          <p:cNvSpPr>
            <a:spLocks noGrp="1"/>
          </p:cNvSpPr>
          <p:nvPr>
            <p:ph type="body" sz="quarter" idx="10"/>
          </p:nvPr>
        </p:nvSpPr>
        <p:spPr>
          <a:xfrm>
            <a:off x="249239" y="1212850"/>
            <a:ext cx="11887200" cy="5398401"/>
          </a:xfrm>
        </p:spPr>
        <p:txBody>
          <a:bodyPr/>
          <a:lstStyle/>
          <a:p>
            <a:r>
              <a:rPr lang="en-US" sz="3000" dirty="0">
                <a:gradFill>
                  <a:gsLst>
                    <a:gs pos="18584">
                      <a:schemeClr val="accent5"/>
                    </a:gs>
                    <a:gs pos="43000">
                      <a:schemeClr val="accent5"/>
                    </a:gs>
                  </a:gsLst>
                  <a:lin ang="5400000" scaled="0"/>
                </a:gradFill>
              </a:rPr>
              <a:t>Adding a binding</a:t>
            </a:r>
          </a:p>
          <a:p>
            <a:pPr lvl="1">
              <a:spcBef>
                <a:spcPts val="300"/>
              </a:spcBef>
            </a:pPr>
            <a:r>
              <a:rPr lang="en-US" dirty="0" err="1"/>
              <a:t>Bindings.addFromPromptAsync</a:t>
            </a:r>
            <a:endParaRPr lang="en-US" dirty="0"/>
          </a:p>
          <a:p>
            <a:pPr lvl="1"/>
            <a:r>
              <a:rPr lang="en-US" dirty="0" err="1"/>
              <a:t>Bindings.addFromSelectionAsync</a:t>
            </a:r>
            <a:endParaRPr lang="en-US" dirty="0"/>
          </a:p>
          <a:p>
            <a:pPr lvl="1"/>
            <a:r>
              <a:rPr lang="en-US" dirty="0" err="1"/>
              <a:t>Bindings.addFromNamedItem</a:t>
            </a:r>
            <a:r>
              <a:rPr lang="en-US" dirty="0"/>
              <a:t> </a:t>
            </a:r>
          </a:p>
          <a:p>
            <a:pPr>
              <a:spcBef>
                <a:spcPts val="1200"/>
              </a:spcBef>
            </a:pPr>
            <a:r>
              <a:rPr lang="en-US" sz="3000" dirty="0">
                <a:gradFill>
                  <a:gsLst>
                    <a:gs pos="18584">
                      <a:schemeClr val="accent5"/>
                    </a:gs>
                    <a:gs pos="43000">
                      <a:schemeClr val="accent5"/>
                    </a:gs>
                  </a:gsLst>
                  <a:lin ang="5400000" scaled="0"/>
                </a:gradFill>
              </a:rPr>
              <a:t>Referencing a binding</a:t>
            </a:r>
          </a:p>
          <a:p>
            <a:pPr lvl="1">
              <a:spcBef>
                <a:spcPts val="300"/>
              </a:spcBef>
            </a:pPr>
            <a:r>
              <a:rPr lang="en-US" dirty="0" err="1"/>
              <a:t>Bindings.getAllAsync</a:t>
            </a:r>
            <a:endParaRPr lang="en-US" dirty="0"/>
          </a:p>
          <a:p>
            <a:pPr lvl="1"/>
            <a:r>
              <a:rPr lang="en-US" dirty="0" err="1"/>
              <a:t>Bindings.getByIdAsync</a:t>
            </a:r>
            <a:endParaRPr lang="en-US" dirty="0"/>
          </a:p>
          <a:p>
            <a:pPr lvl="1"/>
            <a:r>
              <a:rPr lang="en-US" dirty="0" err="1"/>
              <a:t>Office.Select</a:t>
            </a:r>
            <a:endParaRPr lang="en-US" dirty="0"/>
          </a:p>
          <a:p>
            <a:pPr>
              <a:spcBef>
                <a:spcPts val="1200"/>
              </a:spcBef>
            </a:pPr>
            <a:r>
              <a:rPr lang="en-US" sz="3000" dirty="0">
                <a:gradFill>
                  <a:gsLst>
                    <a:gs pos="18584">
                      <a:schemeClr val="accent5"/>
                    </a:gs>
                    <a:gs pos="43000">
                      <a:schemeClr val="accent5"/>
                    </a:gs>
                  </a:gsLst>
                  <a:lin ang="5400000" scaled="0"/>
                </a:gradFill>
              </a:rPr>
              <a:t>Removing a binding</a:t>
            </a:r>
          </a:p>
          <a:p>
            <a:pPr lvl="1">
              <a:spcBef>
                <a:spcPts val="300"/>
              </a:spcBef>
            </a:pPr>
            <a:r>
              <a:rPr lang="en-US" dirty="0" err="1"/>
              <a:t>Bindings.releaseByIdAsync</a:t>
            </a:r>
            <a:endParaRPr lang="en-US" dirty="0"/>
          </a:p>
          <a:p>
            <a:pPr>
              <a:spcBef>
                <a:spcPts val="1200"/>
              </a:spcBef>
            </a:pPr>
            <a:r>
              <a:rPr lang="en-US" sz="3000" dirty="0">
                <a:gradFill>
                  <a:gsLst>
                    <a:gs pos="18584">
                      <a:schemeClr val="accent5"/>
                    </a:gs>
                    <a:gs pos="43000">
                      <a:schemeClr val="accent5"/>
                    </a:gs>
                  </a:gsLst>
                  <a:lin ang="5400000" scaled="0"/>
                </a:gradFill>
              </a:rPr>
              <a:t>Binding event handler to a binding</a:t>
            </a:r>
          </a:p>
          <a:p>
            <a:pPr lvl="1">
              <a:spcBef>
                <a:spcPts val="300"/>
              </a:spcBef>
            </a:pPr>
            <a:r>
              <a:rPr lang="en-US" dirty="0" err="1"/>
              <a:t>Binding.addHandlerAsync</a:t>
            </a:r>
            <a:r>
              <a:rPr lang="en-US" dirty="0"/>
              <a:t>(“type”, handler);</a:t>
            </a:r>
          </a:p>
          <a:p>
            <a:endParaRPr lang="en-US" sz="2800" dirty="0"/>
          </a:p>
        </p:txBody>
      </p:sp>
      <p:sp>
        <p:nvSpPr>
          <p:cNvPr id="28" name="TextBox 27"/>
          <p:cNvSpPr txBox="1"/>
          <p:nvPr/>
        </p:nvSpPr>
        <p:spPr>
          <a:xfrm>
            <a:off x="5303520" y="3052309"/>
            <a:ext cx="6279051" cy="615553"/>
          </a:xfrm>
          <a:prstGeom prst="rect">
            <a:avLst/>
          </a:prstGeom>
          <a:solidFill>
            <a:schemeClr val="tx1">
              <a:lumMod val="10000"/>
              <a:lumOff val="90000"/>
              <a:alpha val="57000"/>
            </a:schemeClr>
          </a:solidFill>
          <a:ln cap="sq">
            <a:solidFill>
              <a:srgbClr val="C00000"/>
            </a:solidFill>
            <a:miter lim="800000"/>
          </a:ln>
        </p:spPr>
        <p:txBody>
          <a:bodyPr wrap="square" lIns="146304" tIns="91440" rIns="146304" bIns="91440" rtlCol="0">
            <a:spAutoFit/>
          </a:bodyPr>
          <a:lstStyle/>
          <a:p>
            <a:pPr algn="ctr"/>
            <a:r>
              <a:rPr lang="en-US" sz="1400" dirty="0">
                <a:gradFill>
                  <a:gsLst>
                    <a:gs pos="92515">
                      <a:srgbClr val="262626"/>
                    </a:gs>
                    <a:gs pos="0">
                      <a:srgbClr val="262626"/>
                    </a:gs>
                  </a:gsLst>
                  <a:lin ang="5400000" scaled="0"/>
                </a:gradFill>
              </a:rPr>
              <a:t>A dialog is presented to the user experience when you call </a:t>
            </a:r>
            <a:r>
              <a:rPr lang="en-US" sz="1400" i="1" dirty="0" err="1">
                <a:gradFill>
                  <a:gsLst>
                    <a:gs pos="92515">
                      <a:srgbClr val="262626"/>
                    </a:gs>
                    <a:gs pos="0">
                      <a:srgbClr val="262626"/>
                    </a:gs>
                  </a:gsLst>
                  <a:lin ang="5400000" scaled="0"/>
                </a:gradFill>
              </a:rPr>
              <a:t>addFromPromptAsync</a:t>
            </a:r>
            <a:r>
              <a:rPr lang="en-US" sz="1400" dirty="0">
                <a:gradFill>
                  <a:gsLst>
                    <a:gs pos="92515">
                      <a:srgbClr val="262626"/>
                    </a:gs>
                    <a:gs pos="0">
                      <a:srgbClr val="262626"/>
                    </a:gs>
                  </a:gsLst>
                  <a:lin ang="5400000" scaled="0"/>
                </a:gradFill>
              </a:rPr>
              <a:t>.</a:t>
            </a:r>
          </a:p>
        </p:txBody>
      </p:sp>
      <p:cxnSp>
        <p:nvCxnSpPr>
          <p:cNvPr id="9" name="Straight Arrow Connector 8"/>
          <p:cNvCxnSpPr>
            <a:stCxn id="28" idx="2"/>
          </p:cNvCxnSpPr>
          <p:nvPr/>
        </p:nvCxnSpPr>
        <p:spPr>
          <a:xfrm>
            <a:off x="8443046" y="3667862"/>
            <a:ext cx="119929" cy="444557"/>
          </a:xfrm>
          <a:prstGeom prst="straightConnector1">
            <a:avLst/>
          </a:prstGeom>
          <a:ln w="22225">
            <a:solidFill>
              <a:srgbClr val="C00000"/>
            </a:solidFill>
            <a:tailEnd type="oval"/>
          </a:ln>
        </p:spPr>
        <p:style>
          <a:lnRef idx="1">
            <a:schemeClr val="accent1"/>
          </a:lnRef>
          <a:fillRef idx="0">
            <a:schemeClr val="accent1"/>
          </a:fillRef>
          <a:effectRef idx="0">
            <a:schemeClr val="accent1"/>
          </a:effectRef>
          <a:fontRef idx="minor">
            <a:schemeClr val="tx1"/>
          </a:fontRef>
        </p:style>
      </p:cxnSp>
      <p:grpSp>
        <p:nvGrpSpPr>
          <p:cNvPr id="8" name="Group 7"/>
          <p:cNvGrpSpPr/>
          <p:nvPr/>
        </p:nvGrpSpPr>
        <p:grpSpPr>
          <a:xfrm>
            <a:off x="5303520" y="1371600"/>
            <a:ext cx="6279051" cy="1570934"/>
            <a:chOff x="5836029" y="1405720"/>
            <a:chExt cx="6283183" cy="1571968"/>
          </a:xfrm>
        </p:grpSpPr>
        <p:sp>
          <p:nvSpPr>
            <p:cNvPr id="3" name="Rectangle 2"/>
            <p:cNvSpPr/>
            <p:nvPr/>
          </p:nvSpPr>
          <p:spPr bwMode="auto">
            <a:xfrm>
              <a:off x="5836029" y="1405720"/>
              <a:ext cx="6283183" cy="1571968"/>
            </a:xfrm>
            <a:prstGeom prst="rect">
              <a:avLst/>
            </a:prstGeom>
            <a:solidFill>
              <a:schemeClr val="bg1"/>
            </a:solidFill>
            <a:ln>
              <a:solidFill>
                <a:schemeClr val="bg1">
                  <a:lumMod val="8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182832" tIns="182832" rIns="182832" bIns="45706" numCol="1" rtlCol="0" anchor="t" anchorCtr="0" compatLnSpc="1">
              <a:prstTxWarp prst="textNoShape">
                <a:avLst/>
              </a:prstTxWarp>
            </a:bodyPr>
            <a:lstStyle/>
            <a:p>
              <a:pPr algn="ctr" defTabSz="913825" fontAlgn="base">
                <a:spcBef>
                  <a:spcPct val="0"/>
                </a:spcBef>
                <a:spcAft>
                  <a:spcPct val="0"/>
                </a:spcAft>
              </a:pPr>
              <a:endParaRPr lang="en-US" sz="2199" dirty="0">
                <a:gradFill>
                  <a:gsLst>
                    <a:gs pos="0">
                      <a:srgbClr val="FFFFFF"/>
                    </a:gs>
                    <a:gs pos="100000">
                      <a:srgbClr val="FFFFFF"/>
                    </a:gs>
                  </a:gsLst>
                  <a:lin ang="5400000" scaled="0"/>
                </a:gradFill>
                <a:latin typeface="Segoe Condensed" pitchFamily="34" charset="0"/>
              </a:endParaRPr>
            </a:p>
          </p:txBody>
        </p:sp>
        <p:pic>
          <p:nvPicPr>
            <p:cNvPr id="29" name="Picture 28" descr="Screen Clipping"/>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920152" y="1446964"/>
              <a:ext cx="6158420" cy="1476436"/>
            </a:xfrm>
            <a:prstGeom prst="rect">
              <a:avLst/>
            </a:prstGeom>
            <a:solidFill>
              <a:schemeClr val="tx1">
                <a:lumMod val="40000"/>
                <a:lumOff val="60000"/>
              </a:schemeClr>
            </a:solidFill>
            <a:ln>
              <a:noFill/>
            </a:ln>
          </p:spPr>
        </p:pic>
      </p:grpSp>
      <p:sp>
        <p:nvSpPr>
          <p:cNvPr id="6" name="Footer Placeholder 5"/>
          <p:cNvSpPr>
            <a:spLocks noGrp="1"/>
          </p:cNvSpPr>
          <p:nvPr>
            <p:ph type="ftr" sz="quarter" idx="11"/>
          </p:nvPr>
        </p:nvSpPr>
        <p:spPr/>
        <p:txBody>
          <a:bodyPr/>
          <a:lstStyle/>
          <a:p>
            <a:pPr>
              <a:defRPr/>
            </a:pPr>
            <a:r>
              <a:rPr lang="en-US" sz="1400" dirty="0">
                <a:gradFill>
                  <a:gsLst>
                    <a:gs pos="8367">
                      <a:schemeClr val="accent5"/>
                    </a:gs>
                    <a:gs pos="100000">
                      <a:schemeClr val="accent5"/>
                    </a:gs>
                  </a:gsLst>
                  <a:lin ang="5400000" scaled="0"/>
                </a:gradFill>
                <a:latin typeface="Segoe UI Black" panose="020B0A02040204020203" pitchFamily="34" charset="0"/>
                <a:ea typeface="Segoe UI Black" panose="020B0A02040204020203" pitchFamily="34" charset="0"/>
                <a:cs typeface="Segoe UI Black" panose="020B0A02040204020203" pitchFamily="34" charset="0"/>
              </a:rPr>
              <a:t>2</a:t>
            </a:r>
            <a:r>
              <a:rPr lang="en-US" sz="1400" dirty="0">
                <a:gradFill>
                  <a:gsLst>
                    <a:gs pos="8367">
                      <a:srgbClr val="000000"/>
                    </a:gs>
                    <a:gs pos="31000">
                      <a:srgbClr val="000000"/>
                    </a:gs>
                  </a:gsLst>
                  <a:lin ang="5400000" scaled="0"/>
                </a:gradFill>
              </a:rPr>
              <a:t> Generic Office.js APIs</a:t>
            </a:r>
          </a:p>
          <a:p>
            <a:endParaRPr lang="en-US" dirty="0"/>
          </a:p>
        </p:txBody>
      </p:sp>
    </p:spTree>
    <p:extLst>
      <p:ext uri="{BB962C8B-B14F-4D97-AF65-F5344CB8AC3E}">
        <p14:creationId xmlns:p14="http://schemas.microsoft.com/office/powerpoint/2010/main" val="9321303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Adding </a:t>
            </a:r>
            <a:r>
              <a:rPr lang="en-US" dirty="0"/>
              <a:t>b</a:t>
            </a:r>
            <a:r>
              <a:rPr lang="en-US" dirty="0" smtClean="0"/>
              <a:t>indings in JavaScript</a:t>
            </a:r>
            <a:endParaRPr lang="en-US" dirty="0"/>
          </a:p>
        </p:txBody>
      </p:sp>
      <p:pic>
        <p:nvPicPr>
          <p:cNvPr id="5" name="Picture 4"/>
          <p:cNvPicPr>
            <a:picLocks noChangeAspect="1"/>
          </p:cNvPicPr>
          <p:nvPr/>
        </p:nvPicPr>
        <p:blipFill>
          <a:blip r:embed="rId3"/>
          <a:stretch>
            <a:fillRect/>
          </a:stretch>
        </p:blipFill>
        <p:spPr>
          <a:xfrm>
            <a:off x="444500" y="1214120"/>
            <a:ext cx="8743950" cy="2362200"/>
          </a:xfrm>
          <a:prstGeom prst="rect">
            <a:avLst/>
          </a:prstGeom>
          <a:ln>
            <a:solidFill>
              <a:schemeClr val="bg1">
                <a:lumMod val="50000"/>
              </a:schemeClr>
            </a:solidFill>
          </a:ln>
        </p:spPr>
      </p:pic>
      <p:pic>
        <p:nvPicPr>
          <p:cNvPr id="6" name="Picture 5"/>
          <p:cNvPicPr>
            <a:picLocks noChangeAspect="1"/>
          </p:cNvPicPr>
          <p:nvPr/>
        </p:nvPicPr>
        <p:blipFill>
          <a:blip r:embed="rId4"/>
          <a:stretch>
            <a:fillRect/>
          </a:stretch>
        </p:blipFill>
        <p:spPr>
          <a:xfrm>
            <a:off x="444500" y="3736975"/>
            <a:ext cx="7343775" cy="942975"/>
          </a:xfrm>
          <a:prstGeom prst="rect">
            <a:avLst/>
          </a:prstGeom>
          <a:ln>
            <a:solidFill>
              <a:schemeClr val="bg1">
                <a:lumMod val="50000"/>
              </a:schemeClr>
            </a:solidFill>
          </a:ln>
        </p:spPr>
      </p:pic>
      <p:sp>
        <p:nvSpPr>
          <p:cNvPr id="4" name="Footer Placeholder 3"/>
          <p:cNvSpPr>
            <a:spLocks noGrp="1"/>
          </p:cNvSpPr>
          <p:nvPr>
            <p:ph type="ftr" sz="quarter" idx="10"/>
          </p:nvPr>
        </p:nvSpPr>
        <p:spPr/>
        <p:txBody>
          <a:bodyPr/>
          <a:lstStyle/>
          <a:p>
            <a:pPr>
              <a:defRPr/>
            </a:pPr>
            <a:r>
              <a:rPr lang="en-US" sz="1400" dirty="0">
                <a:gradFill>
                  <a:gsLst>
                    <a:gs pos="8367">
                      <a:schemeClr val="accent5"/>
                    </a:gs>
                    <a:gs pos="100000">
                      <a:schemeClr val="accent5"/>
                    </a:gs>
                  </a:gsLst>
                  <a:lin ang="5400000" scaled="0"/>
                </a:gradFill>
                <a:latin typeface="Segoe UI Black" panose="020B0A02040204020203" pitchFamily="34" charset="0"/>
                <a:ea typeface="Segoe UI Black" panose="020B0A02040204020203" pitchFamily="34" charset="0"/>
                <a:cs typeface="Segoe UI Black" panose="020B0A02040204020203" pitchFamily="34" charset="0"/>
              </a:rPr>
              <a:t>2</a:t>
            </a:r>
            <a:r>
              <a:rPr lang="en-US" sz="1400" dirty="0">
                <a:gradFill>
                  <a:gsLst>
                    <a:gs pos="8367">
                      <a:srgbClr val="000000"/>
                    </a:gs>
                    <a:gs pos="31000">
                      <a:srgbClr val="000000"/>
                    </a:gs>
                  </a:gsLst>
                  <a:lin ang="5400000" scaled="0"/>
                </a:gradFill>
              </a:rPr>
              <a:t> Generic Office.js APIs</a:t>
            </a:r>
          </a:p>
          <a:p>
            <a:endParaRPr lang="en-US" dirty="0"/>
          </a:p>
        </p:txBody>
      </p:sp>
    </p:spTree>
    <p:extLst>
      <p:ext uri="{BB962C8B-B14F-4D97-AF65-F5344CB8AC3E}">
        <p14:creationId xmlns:p14="http://schemas.microsoft.com/office/powerpoint/2010/main" val="29069154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Adding event hander bindings</a:t>
            </a:r>
            <a:endParaRPr lang="en-US" dirty="0"/>
          </a:p>
        </p:txBody>
      </p:sp>
      <p:sp>
        <p:nvSpPr>
          <p:cNvPr id="5" name="Text Placeholder 4"/>
          <p:cNvSpPr>
            <a:spLocks noGrp="1"/>
          </p:cNvSpPr>
          <p:nvPr>
            <p:ph type="body" sz="quarter" idx="10"/>
          </p:nvPr>
        </p:nvSpPr>
        <p:spPr>
          <a:xfrm>
            <a:off x="249239" y="1212850"/>
            <a:ext cx="11887200" cy="1144929"/>
          </a:xfrm>
        </p:spPr>
        <p:txBody>
          <a:bodyPr/>
          <a:lstStyle/>
          <a:p>
            <a:r>
              <a:rPr lang="en-US" dirty="0" smtClean="0">
                <a:gradFill>
                  <a:gsLst>
                    <a:gs pos="23009">
                      <a:schemeClr val="accent5"/>
                    </a:gs>
                    <a:gs pos="54000">
                      <a:schemeClr val="accent5"/>
                    </a:gs>
                  </a:gsLst>
                  <a:lin ang="5400000" scaled="0"/>
                </a:gradFill>
              </a:rPr>
              <a:t>Event handlers added using </a:t>
            </a:r>
            <a:r>
              <a:rPr lang="en-US" dirty="0" err="1" smtClean="0">
                <a:gradFill>
                  <a:gsLst>
                    <a:gs pos="23009">
                      <a:schemeClr val="accent5"/>
                    </a:gs>
                    <a:gs pos="54000">
                      <a:schemeClr val="accent5"/>
                    </a:gs>
                  </a:gsLst>
                  <a:lin ang="5400000" scaled="0"/>
                </a:gradFill>
              </a:rPr>
              <a:t>addHandlerAsync</a:t>
            </a:r>
            <a:endParaRPr lang="en-US" dirty="0" smtClean="0">
              <a:gradFill>
                <a:gsLst>
                  <a:gs pos="23009">
                    <a:schemeClr val="accent5"/>
                  </a:gs>
                  <a:gs pos="54000">
                    <a:schemeClr val="accent5"/>
                  </a:gs>
                </a:gsLst>
                <a:lin ang="5400000" scaled="0"/>
              </a:gradFill>
            </a:endParaRPr>
          </a:p>
          <a:p>
            <a:pPr lvl="1"/>
            <a:r>
              <a:rPr lang="en-US" sz="2400" dirty="0" smtClean="0"/>
              <a:t>Callback function called automatically when user updates binding content</a:t>
            </a:r>
            <a:endParaRPr lang="en-US" sz="2400" dirty="0"/>
          </a:p>
        </p:txBody>
      </p:sp>
      <p:pic>
        <p:nvPicPr>
          <p:cNvPr id="4" name="Picture 3"/>
          <p:cNvPicPr>
            <a:picLocks noChangeAspect="1"/>
          </p:cNvPicPr>
          <p:nvPr/>
        </p:nvPicPr>
        <p:blipFill>
          <a:blip r:embed="rId3"/>
          <a:stretch>
            <a:fillRect/>
          </a:stretch>
        </p:blipFill>
        <p:spPr>
          <a:xfrm>
            <a:off x="457200" y="2468880"/>
            <a:ext cx="10439400" cy="1581150"/>
          </a:xfrm>
          <a:prstGeom prst="rect">
            <a:avLst/>
          </a:prstGeom>
          <a:ln>
            <a:solidFill>
              <a:schemeClr val="bg1">
                <a:lumMod val="50000"/>
              </a:schemeClr>
            </a:solidFill>
          </a:ln>
        </p:spPr>
      </p:pic>
      <p:sp>
        <p:nvSpPr>
          <p:cNvPr id="6" name="Footer Placeholder 5"/>
          <p:cNvSpPr>
            <a:spLocks noGrp="1"/>
          </p:cNvSpPr>
          <p:nvPr>
            <p:ph type="ftr" sz="quarter" idx="11"/>
          </p:nvPr>
        </p:nvSpPr>
        <p:spPr/>
        <p:txBody>
          <a:bodyPr/>
          <a:lstStyle/>
          <a:p>
            <a:pPr>
              <a:defRPr/>
            </a:pPr>
            <a:r>
              <a:rPr lang="en-US" sz="1400" dirty="0">
                <a:gradFill>
                  <a:gsLst>
                    <a:gs pos="8367">
                      <a:schemeClr val="accent5"/>
                    </a:gs>
                    <a:gs pos="100000">
                      <a:schemeClr val="accent5"/>
                    </a:gs>
                  </a:gsLst>
                  <a:lin ang="5400000" scaled="0"/>
                </a:gradFill>
                <a:latin typeface="Segoe UI Black" panose="020B0A02040204020203" pitchFamily="34" charset="0"/>
                <a:ea typeface="Segoe UI Black" panose="020B0A02040204020203" pitchFamily="34" charset="0"/>
                <a:cs typeface="Segoe UI Black" panose="020B0A02040204020203" pitchFamily="34" charset="0"/>
              </a:rPr>
              <a:t>2</a:t>
            </a:r>
            <a:r>
              <a:rPr lang="en-US" sz="1400" dirty="0">
                <a:gradFill>
                  <a:gsLst>
                    <a:gs pos="8367">
                      <a:srgbClr val="000000"/>
                    </a:gs>
                    <a:gs pos="31000">
                      <a:srgbClr val="000000"/>
                    </a:gs>
                  </a:gsLst>
                  <a:lin ang="5400000" scaled="0"/>
                </a:gradFill>
              </a:rPr>
              <a:t> Generic Office.js APIs</a:t>
            </a:r>
          </a:p>
          <a:p>
            <a:endParaRPr lang="en-US" dirty="0"/>
          </a:p>
        </p:txBody>
      </p:sp>
    </p:spTree>
    <p:extLst>
      <p:ext uri="{BB962C8B-B14F-4D97-AF65-F5344CB8AC3E}">
        <p14:creationId xmlns:p14="http://schemas.microsoft.com/office/powerpoint/2010/main" val="22368292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274638" y="2125662"/>
            <a:ext cx="11887200" cy="2179058"/>
          </a:xfrm>
        </p:spPr>
        <p:txBody>
          <a:bodyPr/>
          <a:lstStyle/>
          <a:p>
            <a:r>
              <a:rPr lang="en-US" dirty="0" smtClean="0"/>
              <a:t>Building your first </a:t>
            </a:r>
            <a:br>
              <a:rPr lang="en-US" dirty="0" smtClean="0"/>
            </a:br>
            <a:r>
              <a:rPr lang="en-US" dirty="0" smtClean="0"/>
              <a:t>Office add-in</a:t>
            </a:r>
            <a:endParaRPr lang="en-US" dirty="0"/>
          </a:p>
        </p:txBody>
      </p:sp>
      <p:grpSp>
        <p:nvGrpSpPr>
          <p:cNvPr id="49" name="Group 48"/>
          <p:cNvGrpSpPr/>
          <p:nvPr/>
        </p:nvGrpSpPr>
        <p:grpSpPr>
          <a:xfrm>
            <a:off x="4992915" y="3066255"/>
            <a:ext cx="6986360" cy="3493179"/>
            <a:chOff x="4664075" y="3040063"/>
            <a:chExt cx="7315200" cy="3657600"/>
          </a:xfrm>
        </p:grpSpPr>
        <p:grpSp>
          <p:nvGrpSpPr>
            <p:cNvPr id="48" name="Group 47"/>
            <p:cNvGrpSpPr/>
            <p:nvPr/>
          </p:nvGrpSpPr>
          <p:grpSpPr>
            <a:xfrm>
              <a:off x="7318375" y="3040063"/>
              <a:ext cx="4660900" cy="3657600"/>
              <a:chOff x="7318375" y="3040063"/>
              <a:chExt cx="4660900" cy="3657600"/>
            </a:xfrm>
          </p:grpSpPr>
          <p:sp>
            <p:nvSpPr>
              <p:cNvPr id="9" name="AutoShape 3"/>
              <p:cNvSpPr>
                <a:spLocks noChangeAspect="1" noChangeArrowheads="1" noTextEdit="1"/>
              </p:cNvSpPr>
              <p:nvPr/>
            </p:nvSpPr>
            <p:spPr bwMode="auto">
              <a:xfrm flipH="1">
                <a:off x="10056812" y="3040063"/>
                <a:ext cx="1922463" cy="3657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a:solidFill>
                    <a:srgbClr val="FFFFFF"/>
                  </a:solidFill>
                </a:endParaRPr>
              </a:p>
            </p:txBody>
          </p:sp>
          <p:sp>
            <p:nvSpPr>
              <p:cNvPr id="10" name="Freeform 5"/>
              <p:cNvSpPr>
                <a:spLocks/>
              </p:cNvSpPr>
              <p:nvPr/>
            </p:nvSpPr>
            <p:spPr bwMode="auto">
              <a:xfrm flipH="1">
                <a:off x="11198224" y="3043238"/>
                <a:ext cx="468313" cy="314325"/>
              </a:xfrm>
              <a:custGeom>
                <a:avLst/>
                <a:gdLst>
                  <a:gd name="T0" fmla="*/ 141 w 141"/>
                  <a:gd name="T1" fmla="*/ 95 h 95"/>
                  <a:gd name="T2" fmla="*/ 141 w 141"/>
                  <a:gd name="T3" fmla="*/ 65 h 95"/>
                  <a:gd name="T4" fmla="*/ 76 w 141"/>
                  <a:gd name="T5" fmla="*/ 0 h 95"/>
                  <a:gd name="T6" fmla="*/ 64 w 141"/>
                  <a:gd name="T7" fmla="*/ 0 h 95"/>
                  <a:gd name="T8" fmla="*/ 0 w 141"/>
                  <a:gd name="T9" fmla="*/ 65 h 95"/>
                  <a:gd name="T10" fmla="*/ 0 w 141"/>
                  <a:gd name="T11" fmla="*/ 95 h 95"/>
                  <a:gd name="T12" fmla="*/ 141 w 141"/>
                  <a:gd name="T13" fmla="*/ 95 h 95"/>
                </a:gdLst>
                <a:ahLst/>
                <a:cxnLst>
                  <a:cxn ang="0">
                    <a:pos x="T0" y="T1"/>
                  </a:cxn>
                  <a:cxn ang="0">
                    <a:pos x="T2" y="T3"/>
                  </a:cxn>
                  <a:cxn ang="0">
                    <a:pos x="T4" y="T5"/>
                  </a:cxn>
                  <a:cxn ang="0">
                    <a:pos x="T6" y="T7"/>
                  </a:cxn>
                  <a:cxn ang="0">
                    <a:pos x="T8" y="T9"/>
                  </a:cxn>
                  <a:cxn ang="0">
                    <a:pos x="T10" y="T11"/>
                  </a:cxn>
                  <a:cxn ang="0">
                    <a:pos x="T12" y="T13"/>
                  </a:cxn>
                </a:cxnLst>
                <a:rect l="0" t="0" r="r" b="b"/>
                <a:pathLst>
                  <a:path w="141" h="95">
                    <a:moveTo>
                      <a:pt x="141" y="95"/>
                    </a:moveTo>
                    <a:cubicBezTo>
                      <a:pt x="141" y="65"/>
                      <a:pt x="141" y="65"/>
                      <a:pt x="141" y="65"/>
                    </a:cubicBezTo>
                    <a:cubicBezTo>
                      <a:pt x="141" y="29"/>
                      <a:pt x="112" y="0"/>
                      <a:pt x="76" y="0"/>
                    </a:cubicBezTo>
                    <a:cubicBezTo>
                      <a:pt x="64" y="0"/>
                      <a:pt x="64" y="0"/>
                      <a:pt x="64" y="0"/>
                    </a:cubicBezTo>
                    <a:cubicBezTo>
                      <a:pt x="29" y="0"/>
                      <a:pt x="0" y="29"/>
                      <a:pt x="0" y="65"/>
                    </a:cubicBezTo>
                    <a:cubicBezTo>
                      <a:pt x="0" y="95"/>
                      <a:pt x="0" y="95"/>
                      <a:pt x="0" y="95"/>
                    </a:cubicBezTo>
                    <a:lnTo>
                      <a:pt x="141" y="9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solidFill>
                    <a:srgbClr val="FFFFFF"/>
                  </a:solidFill>
                </a:endParaRPr>
              </a:p>
            </p:txBody>
          </p:sp>
          <p:sp>
            <p:nvSpPr>
              <p:cNvPr id="11" name="Freeform 6"/>
              <p:cNvSpPr>
                <a:spLocks/>
              </p:cNvSpPr>
              <p:nvPr/>
            </p:nvSpPr>
            <p:spPr bwMode="auto">
              <a:xfrm flipH="1">
                <a:off x="11149012" y="3427413"/>
                <a:ext cx="571500" cy="119063"/>
              </a:xfrm>
              <a:custGeom>
                <a:avLst/>
                <a:gdLst>
                  <a:gd name="T0" fmla="*/ 0 w 172"/>
                  <a:gd name="T1" fmla="*/ 27 h 36"/>
                  <a:gd name="T2" fmla="*/ 9 w 172"/>
                  <a:gd name="T3" fmla="*/ 36 h 36"/>
                  <a:gd name="T4" fmla="*/ 164 w 172"/>
                  <a:gd name="T5" fmla="*/ 36 h 36"/>
                  <a:gd name="T6" fmla="*/ 172 w 172"/>
                  <a:gd name="T7" fmla="*/ 27 h 36"/>
                  <a:gd name="T8" fmla="*/ 172 w 172"/>
                  <a:gd name="T9" fmla="*/ 8 h 36"/>
                  <a:gd name="T10" fmla="*/ 164 w 172"/>
                  <a:gd name="T11" fmla="*/ 0 h 36"/>
                  <a:gd name="T12" fmla="*/ 9 w 172"/>
                  <a:gd name="T13" fmla="*/ 0 h 36"/>
                  <a:gd name="T14" fmla="*/ 0 w 172"/>
                  <a:gd name="T15" fmla="*/ 8 h 36"/>
                  <a:gd name="T16" fmla="*/ 0 w 172"/>
                  <a:gd name="T17" fmla="*/ 27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72" h="36">
                    <a:moveTo>
                      <a:pt x="0" y="27"/>
                    </a:moveTo>
                    <a:cubicBezTo>
                      <a:pt x="0" y="32"/>
                      <a:pt x="4" y="36"/>
                      <a:pt x="9" y="36"/>
                    </a:cubicBezTo>
                    <a:cubicBezTo>
                      <a:pt x="164" y="36"/>
                      <a:pt x="164" y="36"/>
                      <a:pt x="164" y="36"/>
                    </a:cubicBezTo>
                    <a:cubicBezTo>
                      <a:pt x="169" y="36"/>
                      <a:pt x="172" y="32"/>
                      <a:pt x="172" y="27"/>
                    </a:cubicBezTo>
                    <a:cubicBezTo>
                      <a:pt x="172" y="8"/>
                      <a:pt x="172" y="8"/>
                      <a:pt x="172" y="8"/>
                    </a:cubicBezTo>
                    <a:cubicBezTo>
                      <a:pt x="172" y="3"/>
                      <a:pt x="169" y="0"/>
                      <a:pt x="164" y="0"/>
                    </a:cubicBezTo>
                    <a:cubicBezTo>
                      <a:pt x="9" y="0"/>
                      <a:pt x="9" y="0"/>
                      <a:pt x="9" y="0"/>
                    </a:cubicBezTo>
                    <a:cubicBezTo>
                      <a:pt x="4" y="0"/>
                      <a:pt x="0" y="3"/>
                      <a:pt x="0" y="8"/>
                    </a:cubicBezTo>
                    <a:lnTo>
                      <a:pt x="0" y="27"/>
                    </a:lnTo>
                    <a:close/>
                  </a:path>
                </a:pathLst>
              </a:custGeom>
              <a:solidFill>
                <a:srgbClr val="C3986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solidFill>
                    <a:srgbClr val="FFFFFF"/>
                  </a:solidFill>
                </a:endParaRPr>
              </a:p>
            </p:txBody>
          </p:sp>
          <p:sp>
            <p:nvSpPr>
              <p:cNvPr id="12" name="Rectangle 7"/>
              <p:cNvSpPr>
                <a:spLocks noChangeArrowheads="1"/>
              </p:cNvSpPr>
              <p:nvPr/>
            </p:nvSpPr>
            <p:spPr bwMode="auto">
              <a:xfrm flipH="1">
                <a:off x="11118850" y="4994276"/>
                <a:ext cx="628650" cy="206375"/>
              </a:xfrm>
              <a:prstGeom prst="rect">
                <a:avLst/>
              </a:prstGeom>
              <a:solidFill>
                <a:schemeClr val="accent3">
                  <a:lumMod val="50000"/>
                </a:schemeClr>
              </a:solidFill>
              <a:ln>
                <a:noFill/>
              </a:ln>
            </p:spPr>
            <p:txBody>
              <a:bodyPr vert="horz" wrap="square" lIns="91440" tIns="45720" rIns="91440" bIns="45720" numCol="1" anchor="t" anchorCtr="0" compatLnSpc="1">
                <a:prstTxWarp prst="textNoShape">
                  <a:avLst/>
                </a:prstTxWarp>
              </a:bodyPr>
              <a:lstStyle/>
              <a:p>
                <a:endParaRPr lang="en-US" sz="1800">
                  <a:solidFill>
                    <a:srgbClr val="FFFFFF"/>
                  </a:solidFill>
                </a:endParaRPr>
              </a:p>
            </p:txBody>
          </p:sp>
          <p:sp>
            <p:nvSpPr>
              <p:cNvPr id="13" name="Rectangle 8"/>
              <p:cNvSpPr>
                <a:spLocks noChangeArrowheads="1"/>
              </p:cNvSpPr>
              <p:nvPr/>
            </p:nvSpPr>
            <p:spPr bwMode="auto">
              <a:xfrm flipH="1">
                <a:off x="11118849" y="4994276"/>
                <a:ext cx="163513" cy="1527175"/>
              </a:xfrm>
              <a:prstGeom prst="rect">
                <a:avLst/>
              </a:prstGeom>
              <a:solidFill>
                <a:schemeClr val="accent3">
                  <a:lumMod val="50000"/>
                </a:schemeClr>
              </a:solidFill>
              <a:ln>
                <a:noFill/>
              </a:ln>
            </p:spPr>
            <p:txBody>
              <a:bodyPr vert="horz" wrap="square" lIns="91440" tIns="45720" rIns="91440" bIns="45720" numCol="1" anchor="t" anchorCtr="0" compatLnSpc="1">
                <a:prstTxWarp prst="textNoShape">
                  <a:avLst/>
                </a:prstTxWarp>
              </a:bodyPr>
              <a:lstStyle/>
              <a:p>
                <a:endParaRPr lang="en-US" sz="1800">
                  <a:solidFill>
                    <a:srgbClr val="FFFFFF"/>
                  </a:solidFill>
                </a:endParaRPr>
              </a:p>
            </p:txBody>
          </p:sp>
          <p:sp>
            <p:nvSpPr>
              <p:cNvPr id="14" name="Freeform 9"/>
              <p:cNvSpPr>
                <a:spLocks/>
              </p:cNvSpPr>
              <p:nvPr/>
            </p:nvSpPr>
            <p:spPr bwMode="auto">
              <a:xfrm flipH="1">
                <a:off x="10906123" y="6459745"/>
                <a:ext cx="376238" cy="195264"/>
              </a:xfrm>
              <a:custGeom>
                <a:avLst/>
                <a:gdLst>
                  <a:gd name="T0" fmla="*/ 49 w 113"/>
                  <a:gd name="T1" fmla="*/ 0 h 59"/>
                  <a:gd name="T2" fmla="*/ 113 w 113"/>
                  <a:gd name="T3" fmla="*/ 59 h 59"/>
                  <a:gd name="T4" fmla="*/ 49 w 113"/>
                  <a:gd name="T5" fmla="*/ 59 h 59"/>
                  <a:gd name="T6" fmla="*/ 0 w 113"/>
                  <a:gd name="T7" fmla="*/ 59 h 59"/>
                  <a:gd name="T8" fmla="*/ 0 w 113"/>
                  <a:gd name="T9" fmla="*/ 0 h 59"/>
                  <a:gd name="T10" fmla="*/ 49 w 113"/>
                  <a:gd name="T11" fmla="*/ 0 h 59"/>
                </a:gdLst>
                <a:ahLst/>
                <a:cxnLst>
                  <a:cxn ang="0">
                    <a:pos x="T0" y="T1"/>
                  </a:cxn>
                  <a:cxn ang="0">
                    <a:pos x="T2" y="T3"/>
                  </a:cxn>
                  <a:cxn ang="0">
                    <a:pos x="T4" y="T5"/>
                  </a:cxn>
                  <a:cxn ang="0">
                    <a:pos x="T6" y="T7"/>
                  </a:cxn>
                  <a:cxn ang="0">
                    <a:pos x="T8" y="T9"/>
                  </a:cxn>
                  <a:cxn ang="0">
                    <a:pos x="T10" y="T11"/>
                  </a:cxn>
                </a:cxnLst>
                <a:rect l="0" t="0" r="r" b="b"/>
                <a:pathLst>
                  <a:path w="113" h="59">
                    <a:moveTo>
                      <a:pt x="49" y="0"/>
                    </a:moveTo>
                    <a:cubicBezTo>
                      <a:pt x="83" y="0"/>
                      <a:pt x="110" y="26"/>
                      <a:pt x="113" y="59"/>
                    </a:cubicBezTo>
                    <a:cubicBezTo>
                      <a:pt x="49" y="59"/>
                      <a:pt x="49" y="59"/>
                      <a:pt x="49" y="59"/>
                    </a:cubicBezTo>
                    <a:cubicBezTo>
                      <a:pt x="0" y="59"/>
                      <a:pt x="0" y="59"/>
                      <a:pt x="0" y="59"/>
                    </a:cubicBezTo>
                    <a:cubicBezTo>
                      <a:pt x="0" y="0"/>
                      <a:pt x="0" y="0"/>
                      <a:pt x="0" y="0"/>
                    </a:cubicBezTo>
                    <a:lnTo>
                      <a:pt x="49" y="0"/>
                    </a:lnTo>
                    <a:close/>
                  </a:path>
                </a:pathLst>
              </a:custGeom>
              <a:solidFill>
                <a:srgbClr val="563F2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solidFill>
                    <a:srgbClr val="FFFFFF"/>
                  </a:solidFill>
                </a:endParaRPr>
              </a:p>
            </p:txBody>
          </p:sp>
          <p:sp>
            <p:nvSpPr>
              <p:cNvPr id="15" name="Rectangle 10"/>
              <p:cNvSpPr>
                <a:spLocks noChangeArrowheads="1"/>
              </p:cNvSpPr>
              <p:nvPr/>
            </p:nvSpPr>
            <p:spPr bwMode="auto">
              <a:xfrm flipH="1">
                <a:off x="11583987" y="4994276"/>
                <a:ext cx="163513" cy="1527175"/>
              </a:xfrm>
              <a:prstGeom prst="rect">
                <a:avLst/>
              </a:prstGeom>
              <a:solidFill>
                <a:schemeClr val="accent3">
                  <a:lumMod val="50000"/>
                </a:schemeClr>
              </a:solidFill>
              <a:ln>
                <a:noFill/>
              </a:ln>
            </p:spPr>
            <p:txBody>
              <a:bodyPr vert="horz" wrap="square" lIns="91440" tIns="45720" rIns="91440" bIns="45720" numCol="1" anchor="t" anchorCtr="0" compatLnSpc="1">
                <a:prstTxWarp prst="textNoShape">
                  <a:avLst/>
                </a:prstTxWarp>
              </a:bodyPr>
              <a:lstStyle/>
              <a:p>
                <a:endParaRPr lang="en-US" sz="1800">
                  <a:solidFill>
                    <a:srgbClr val="FFFFFF"/>
                  </a:solidFill>
                </a:endParaRPr>
              </a:p>
            </p:txBody>
          </p:sp>
          <p:sp>
            <p:nvSpPr>
              <p:cNvPr id="16" name="Freeform 11"/>
              <p:cNvSpPr>
                <a:spLocks/>
              </p:cNvSpPr>
              <p:nvPr/>
            </p:nvSpPr>
            <p:spPr bwMode="auto">
              <a:xfrm flipH="1">
                <a:off x="11371263" y="6459745"/>
                <a:ext cx="376238" cy="195264"/>
              </a:xfrm>
              <a:custGeom>
                <a:avLst/>
                <a:gdLst>
                  <a:gd name="T0" fmla="*/ 49 w 113"/>
                  <a:gd name="T1" fmla="*/ 0 h 59"/>
                  <a:gd name="T2" fmla="*/ 113 w 113"/>
                  <a:gd name="T3" fmla="*/ 59 h 59"/>
                  <a:gd name="T4" fmla="*/ 49 w 113"/>
                  <a:gd name="T5" fmla="*/ 59 h 59"/>
                  <a:gd name="T6" fmla="*/ 0 w 113"/>
                  <a:gd name="T7" fmla="*/ 59 h 59"/>
                  <a:gd name="T8" fmla="*/ 0 w 113"/>
                  <a:gd name="T9" fmla="*/ 0 h 59"/>
                  <a:gd name="T10" fmla="*/ 49 w 113"/>
                  <a:gd name="T11" fmla="*/ 0 h 59"/>
                </a:gdLst>
                <a:ahLst/>
                <a:cxnLst>
                  <a:cxn ang="0">
                    <a:pos x="T0" y="T1"/>
                  </a:cxn>
                  <a:cxn ang="0">
                    <a:pos x="T2" y="T3"/>
                  </a:cxn>
                  <a:cxn ang="0">
                    <a:pos x="T4" y="T5"/>
                  </a:cxn>
                  <a:cxn ang="0">
                    <a:pos x="T6" y="T7"/>
                  </a:cxn>
                  <a:cxn ang="0">
                    <a:pos x="T8" y="T9"/>
                  </a:cxn>
                  <a:cxn ang="0">
                    <a:pos x="T10" y="T11"/>
                  </a:cxn>
                </a:cxnLst>
                <a:rect l="0" t="0" r="r" b="b"/>
                <a:pathLst>
                  <a:path w="113" h="59">
                    <a:moveTo>
                      <a:pt x="49" y="0"/>
                    </a:moveTo>
                    <a:cubicBezTo>
                      <a:pt x="82" y="0"/>
                      <a:pt x="110" y="26"/>
                      <a:pt x="113" y="59"/>
                    </a:cubicBezTo>
                    <a:cubicBezTo>
                      <a:pt x="49" y="59"/>
                      <a:pt x="49" y="59"/>
                      <a:pt x="49" y="59"/>
                    </a:cubicBezTo>
                    <a:cubicBezTo>
                      <a:pt x="0" y="59"/>
                      <a:pt x="0" y="59"/>
                      <a:pt x="0" y="59"/>
                    </a:cubicBezTo>
                    <a:cubicBezTo>
                      <a:pt x="0" y="0"/>
                      <a:pt x="0" y="0"/>
                      <a:pt x="0" y="0"/>
                    </a:cubicBezTo>
                    <a:lnTo>
                      <a:pt x="49" y="0"/>
                    </a:lnTo>
                    <a:close/>
                  </a:path>
                </a:pathLst>
              </a:custGeom>
              <a:solidFill>
                <a:srgbClr val="563F2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solidFill>
                    <a:srgbClr val="FFFFFF"/>
                  </a:solidFill>
                </a:endParaRPr>
              </a:p>
            </p:txBody>
          </p:sp>
          <p:sp>
            <p:nvSpPr>
              <p:cNvPr id="17" name="Freeform 12"/>
              <p:cNvSpPr>
                <a:spLocks/>
              </p:cNvSpPr>
              <p:nvPr/>
            </p:nvSpPr>
            <p:spPr bwMode="auto">
              <a:xfrm flipH="1">
                <a:off x="10890250" y="3868738"/>
                <a:ext cx="1085850" cy="1125538"/>
              </a:xfrm>
              <a:custGeom>
                <a:avLst/>
                <a:gdLst>
                  <a:gd name="T0" fmla="*/ 69 w 327"/>
                  <a:gd name="T1" fmla="*/ 0 h 340"/>
                  <a:gd name="T2" fmla="*/ 258 w 327"/>
                  <a:gd name="T3" fmla="*/ 0 h 340"/>
                  <a:gd name="T4" fmla="*/ 327 w 327"/>
                  <a:gd name="T5" fmla="*/ 70 h 340"/>
                  <a:gd name="T6" fmla="*/ 327 w 327"/>
                  <a:gd name="T7" fmla="*/ 128 h 340"/>
                  <a:gd name="T8" fmla="*/ 258 w 327"/>
                  <a:gd name="T9" fmla="*/ 128 h 340"/>
                  <a:gd name="T10" fmla="*/ 258 w 327"/>
                  <a:gd name="T11" fmla="*/ 340 h 340"/>
                  <a:gd name="T12" fmla="*/ 69 w 327"/>
                  <a:gd name="T13" fmla="*/ 340 h 340"/>
                  <a:gd name="T14" fmla="*/ 69 w 327"/>
                  <a:gd name="T15" fmla="*/ 128 h 340"/>
                  <a:gd name="T16" fmla="*/ 0 w 327"/>
                  <a:gd name="T17" fmla="*/ 128 h 340"/>
                  <a:gd name="T18" fmla="*/ 0 w 327"/>
                  <a:gd name="T19" fmla="*/ 70 h 340"/>
                  <a:gd name="T20" fmla="*/ 69 w 327"/>
                  <a:gd name="T21" fmla="*/ 0 h 3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27" h="340">
                    <a:moveTo>
                      <a:pt x="69" y="0"/>
                    </a:moveTo>
                    <a:cubicBezTo>
                      <a:pt x="258" y="0"/>
                      <a:pt x="258" y="0"/>
                      <a:pt x="258" y="0"/>
                    </a:cubicBezTo>
                    <a:cubicBezTo>
                      <a:pt x="296" y="0"/>
                      <a:pt x="327" y="32"/>
                      <a:pt x="327" y="70"/>
                    </a:cubicBezTo>
                    <a:cubicBezTo>
                      <a:pt x="327" y="128"/>
                      <a:pt x="327" y="128"/>
                      <a:pt x="327" y="128"/>
                    </a:cubicBezTo>
                    <a:cubicBezTo>
                      <a:pt x="258" y="128"/>
                      <a:pt x="258" y="128"/>
                      <a:pt x="258" y="128"/>
                    </a:cubicBezTo>
                    <a:cubicBezTo>
                      <a:pt x="258" y="340"/>
                      <a:pt x="258" y="340"/>
                      <a:pt x="258" y="340"/>
                    </a:cubicBezTo>
                    <a:cubicBezTo>
                      <a:pt x="69" y="340"/>
                      <a:pt x="69" y="340"/>
                      <a:pt x="69" y="340"/>
                    </a:cubicBezTo>
                    <a:cubicBezTo>
                      <a:pt x="69" y="128"/>
                      <a:pt x="69" y="128"/>
                      <a:pt x="69" y="128"/>
                    </a:cubicBezTo>
                    <a:cubicBezTo>
                      <a:pt x="0" y="128"/>
                      <a:pt x="0" y="128"/>
                      <a:pt x="0" y="128"/>
                    </a:cubicBezTo>
                    <a:cubicBezTo>
                      <a:pt x="0" y="70"/>
                      <a:pt x="0" y="70"/>
                      <a:pt x="0" y="70"/>
                    </a:cubicBezTo>
                    <a:cubicBezTo>
                      <a:pt x="0" y="32"/>
                      <a:pt x="31" y="0"/>
                      <a:pt x="69" y="0"/>
                    </a:cubicBezTo>
                    <a:close/>
                  </a:path>
                </a:pathLst>
              </a:custGeom>
              <a:solidFill>
                <a:srgbClr val="50505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solidFill>
                    <a:srgbClr val="FFFFFF"/>
                  </a:solidFill>
                </a:endParaRPr>
              </a:p>
            </p:txBody>
          </p:sp>
          <p:sp>
            <p:nvSpPr>
              <p:cNvPr id="18" name="Freeform 13"/>
              <p:cNvSpPr>
                <a:spLocks/>
              </p:cNvSpPr>
              <p:nvPr/>
            </p:nvSpPr>
            <p:spPr bwMode="auto">
              <a:xfrm flipH="1">
                <a:off x="10701337" y="4292601"/>
                <a:ext cx="387350" cy="579438"/>
              </a:xfrm>
              <a:custGeom>
                <a:avLst/>
                <a:gdLst>
                  <a:gd name="T0" fmla="*/ 44 w 117"/>
                  <a:gd name="T1" fmla="*/ 175 h 175"/>
                  <a:gd name="T2" fmla="*/ 117 w 117"/>
                  <a:gd name="T3" fmla="*/ 175 h 175"/>
                  <a:gd name="T4" fmla="*/ 117 w 117"/>
                  <a:gd name="T5" fmla="*/ 119 h 175"/>
                  <a:gd name="T6" fmla="*/ 51 w 117"/>
                  <a:gd name="T7" fmla="*/ 119 h 175"/>
                  <a:gd name="T8" fmla="*/ 51 w 117"/>
                  <a:gd name="T9" fmla="*/ 0 h 175"/>
                  <a:gd name="T10" fmla="*/ 0 w 117"/>
                  <a:gd name="T11" fmla="*/ 0 h 175"/>
                  <a:gd name="T12" fmla="*/ 0 w 117"/>
                  <a:gd name="T13" fmla="*/ 131 h 175"/>
                  <a:gd name="T14" fmla="*/ 44 w 117"/>
                  <a:gd name="T15" fmla="*/ 175 h 17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7" h="175">
                    <a:moveTo>
                      <a:pt x="44" y="175"/>
                    </a:moveTo>
                    <a:cubicBezTo>
                      <a:pt x="117" y="175"/>
                      <a:pt x="117" y="175"/>
                      <a:pt x="117" y="175"/>
                    </a:cubicBezTo>
                    <a:cubicBezTo>
                      <a:pt x="117" y="119"/>
                      <a:pt x="117" y="119"/>
                      <a:pt x="117" y="119"/>
                    </a:cubicBezTo>
                    <a:cubicBezTo>
                      <a:pt x="51" y="119"/>
                      <a:pt x="51" y="119"/>
                      <a:pt x="51" y="119"/>
                    </a:cubicBezTo>
                    <a:cubicBezTo>
                      <a:pt x="51" y="0"/>
                      <a:pt x="51" y="0"/>
                      <a:pt x="51" y="0"/>
                    </a:cubicBezTo>
                    <a:cubicBezTo>
                      <a:pt x="0" y="0"/>
                      <a:pt x="0" y="0"/>
                      <a:pt x="0" y="0"/>
                    </a:cubicBezTo>
                    <a:cubicBezTo>
                      <a:pt x="0" y="131"/>
                      <a:pt x="0" y="131"/>
                      <a:pt x="0" y="131"/>
                    </a:cubicBezTo>
                    <a:cubicBezTo>
                      <a:pt x="0" y="155"/>
                      <a:pt x="20" y="175"/>
                      <a:pt x="44" y="175"/>
                    </a:cubicBezTo>
                    <a:close/>
                  </a:path>
                </a:pathLst>
              </a:custGeom>
              <a:solidFill>
                <a:srgbClr val="E0BB8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solidFill>
                    <a:srgbClr val="FFFFFF"/>
                  </a:solidFill>
                </a:endParaRPr>
              </a:p>
            </p:txBody>
          </p:sp>
          <p:sp>
            <p:nvSpPr>
              <p:cNvPr id="19" name="Rectangle 14"/>
              <p:cNvSpPr>
                <a:spLocks noChangeArrowheads="1"/>
              </p:cNvSpPr>
              <p:nvPr/>
            </p:nvSpPr>
            <p:spPr bwMode="auto">
              <a:xfrm flipH="1">
                <a:off x="11776074" y="4292601"/>
                <a:ext cx="169863" cy="1003300"/>
              </a:xfrm>
              <a:prstGeom prst="rect">
                <a:avLst/>
              </a:prstGeom>
              <a:solidFill>
                <a:srgbClr val="E0BB8D"/>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a:solidFill>
                    <a:srgbClr val="FFFFFF"/>
                  </a:solidFill>
                </a:endParaRPr>
              </a:p>
            </p:txBody>
          </p:sp>
          <p:sp>
            <p:nvSpPr>
              <p:cNvPr id="20" name="Freeform 15"/>
              <p:cNvSpPr>
                <a:spLocks/>
              </p:cNvSpPr>
              <p:nvPr/>
            </p:nvSpPr>
            <p:spPr bwMode="auto">
              <a:xfrm flipH="1">
                <a:off x="11776074" y="5124451"/>
                <a:ext cx="169863" cy="338138"/>
              </a:xfrm>
              <a:custGeom>
                <a:avLst/>
                <a:gdLst>
                  <a:gd name="T0" fmla="*/ 51 w 51"/>
                  <a:gd name="T1" fmla="*/ 0 h 102"/>
                  <a:gd name="T2" fmla="*/ 51 w 51"/>
                  <a:gd name="T3" fmla="*/ 102 h 102"/>
                  <a:gd name="T4" fmla="*/ 0 w 51"/>
                  <a:gd name="T5" fmla="*/ 51 h 102"/>
                  <a:gd name="T6" fmla="*/ 51 w 51"/>
                  <a:gd name="T7" fmla="*/ 0 h 102"/>
                </a:gdLst>
                <a:ahLst/>
                <a:cxnLst>
                  <a:cxn ang="0">
                    <a:pos x="T0" y="T1"/>
                  </a:cxn>
                  <a:cxn ang="0">
                    <a:pos x="T2" y="T3"/>
                  </a:cxn>
                  <a:cxn ang="0">
                    <a:pos x="T4" y="T5"/>
                  </a:cxn>
                  <a:cxn ang="0">
                    <a:pos x="T6" y="T7"/>
                  </a:cxn>
                </a:cxnLst>
                <a:rect l="0" t="0" r="r" b="b"/>
                <a:pathLst>
                  <a:path w="51" h="102">
                    <a:moveTo>
                      <a:pt x="51" y="0"/>
                    </a:moveTo>
                    <a:cubicBezTo>
                      <a:pt x="51" y="102"/>
                      <a:pt x="51" y="102"/>
                      <a:pt x="51" y="102"/>
                    </a:cubicBezTo>
                    <a:cubicBezTo>
                      <a:pt x="22" y="102"/>
                      <a:pt x="0" y="79"/>
                      <a:pt x="0" y="51"/>
                    </a:cubicBezTo>
                    <a:cubicBezTo>
                      <a:pt x="0" y="23"/>
                      <a:pt x="22" y="0"/>
                      <a:pt x="51" y="0"/>
                    </a:cubicBezTo>
                    <a:close/>
                  </a:path>
                </a:pathLst>
              </a:custGeom>
              <a:solidFill>
                <a:srgbClr val="E0BB8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solidFill>
                    <a:srgbClr val="FFFFFF"/>
                  </a:solidFill>
                </a:endParaRPr>
              </a:p>
            </p:txBody>
          </p:sp>
          <p:sp>
            <p:nvSpPr>
              <p:cNvPr id="21" name="Freeform 16"/>
              <p:cNvSpPr>
                <a:spLocks/>
              </p:cNvSpPr>
              <p:nvPr/>
            </p:nvSpPr>
            <p:spPr bwMode="auto">
              <a:xfrm flipH="1">
                <a:off x="10531474" y="4700588"/>
                <a:ext cx="341313" cy="171450"/>
              </a:xfrm>
              <a:custGeom>
                <a:avLst/>
                <a:gdLst>
                  <a:gd name="T0" fmla="*/ 0 w 103"/>
                  <a:gd name="T1" fmla="*/ 0 h 52"/>
                  <a:gd name="T2" fmla="*/ 103 w 103"/>
                  <a:gd name="T3" fmla="*/ 0 h 52"/>
                  <a:gd name="T4" fmla="*/ 52 w 103"/>
                  <a:gd name="T5" fmla="*/ 52 h 52"/>
                  <a:gd name="T6" fmla="*/ 0 w 103"/>
                  <a:gd name="T7" fmla="*/ 0 h 52"/>
                </a:gdLst>
                <a:ahLst/>
                <a:cxnLst>
                  <a:cxn ang="0">
                    <a:pos x="T0" y="T1"/>
                  </a:cxn>
                  <a:cxn ang="0">
                    <a:pos x="T2" y="T3"/>
                  </a:cxn>
                  <a:cxn ang="0">
                    <a:pos x="T4" y="T5"/>
                  </a:cxn>
                  <a:cxn ang="0">
                    <a:pos x="T6" y="T7"/>
                  </a:cxn>
                </a:cxnLst>
                <a:rect l="0" t="0" r="r" b="b"/>
                <a:pathLst>
                  <a:path w="103" h="52">
                    <a:moveTo>
                      <a:pt x="0" y="0"/>
                    </a:moveTo>
                    <a:cubicBezTo>
                      <a:pt x="103" y="0"/>
                      <a:pt x="103" y="0"/>
                      <a:pt x="103" y="0"/>
                    </a:cubicBezTo>
                    <a:cubicBezTo>
                      <a:pt x="103" y="29"/>
                      <a:pt x="80" y="52"/>
                      <a:pt x="52" y="52"/>
                    </a:cubicBezTo>
                    <a:cubicBezTo>
                      <a:pt x="23" y="52"/>
                      <a:pt x="0" y="29"/>
                      <a:pt x="0" y="0"/>
                    </a:cubicBezTo>
                    <a:close/>
                  </a:path>
                </a:pathLst>
              </a:custGeom>
              <a:solidFill>
                <a:srgbClr val="E0BB8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solidFill>
                    <a:srgbClr val="FFFFFF"/>
                  </a:solidFill>
                </a:endParaRPr>
              </a:p>
            </p:txBody>
          </p:sp>
          <p:sp>
            <p:nvSpPr>
              <p:cNvPr id="22" name="Rectangle 17"/>
              <p:cNvSpPr>
                <a:spLocks noChangeArrowheads="1"/>
              </p:cNvSpPr>
              <p:nvPr/>
            </p:nvSpPr>
            <p:spPr bwMode="auto">
              <a:xfrm flipH="1">
                <a:off x="11776074" y="5084763"/>
                <a:ext cx="173038" cy="88900"/>
              </a:xfrm>
              <a:prstGeom prst="rect">
                <a:avLst/>
              </a:prstGeom>
              <a:solidFill>
                <a:srgbClr val="E81123"/>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a:solidFill>
                    <a:srgbClr val="FFFFFF"/>
                  </a:solidFill>
                </a:endParaRPr>
              </a:p>
            </p:txBody>
          </p:sp>
          <p:sp>
            <p:nvSpPr>
              <p:cNvPr id="23" name="Rectangle 18"/>
              <p:cNvSpPr>
                <a:spLocks noChangeArrowheads="1"/>
              </p:cNvSpPr>
              <p:nvPr/>
            </p:nvSpPr>
            <p:spPr bwMode="auto">
              <a:xfrm flipH="1">
                <a:off x="10266362" y="4624388"/>
                <a:ext cx="746125" cy="76200"/>
              </a:xfrm>
              <a:prstGeom prst="rect">
                <a:avLst/>
              </a:prstGeom>
              <a:solidFill>
                <a:srgbClr val="50505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a:solidFill>
                    <a:srgbClr val="FFFFFF"/>
                  </a:solidFill>
                </a:endParaRPr>
              </a:p>
            </p:txBody>
          </p:sp>
          <p:sp>
            <p:nvSpPr>
              <p:cNvPr id="24" name="Freeform 19"/>
              <p:cNvSpPr>
                <a:spLocks/>
              </p:cNvSpPr>
              <p:nvPr/>
            </p:nvSpPr>
            <p:spPr bwMode="auto">
              <a:xfrm flipH="1">
                <a:off x="10059987" y="4246563"/>
                <a:ext cx="779463" cy="377825"/>
              </a:xfrm>
              <a:custGeom>
                <a:avLst/>
                <a:gdLst>
                  <a:gd name="T0" fmla="*/ 127 w 491"/>
                  <a:gd name="T1" fmla="*/ 0 h 238"/>
                  <a:gd name="T2" fmla="*/ 491 w 491"/>
                  <a:gd name="T3" fmla="*/ 0 h 238"/>
                  <a:gd name="T4" fmla="*/ 361 w 491"/>
                  <a:gd name="T5" fmla="*/ 238 h 238"/>
                  <a:gd name="T6" fmla="*/ 0 w 491"/>
                  <a:gd name="T7" fmla="*/ 238 h 238"/>
                  <a:gd name="T8" fmla="*/ 127 w 491"/>
                  <a:gd name="T9" fmla="*/ 0 h 238"/>
                </a:gdLst>
                <a:ahLst/>
                <a:cxnLst>
                  <a:cxn ang="0">
                    <a:pos x="T0" y="T1"/>
                  </a:cxn>
                  <a:cxn ang="0">
                    <a:pos x="T2" y="T3"/>
                  </a:cxn>
                  <a:cxn ang="0">
                    <a:pos x="T4" y="T5"/>
                  </a:cxn>
                  <a:cxn ang="0">
                    <a:pos x="T6" y="T7"/>
                  </a:cxn>
                  <a:cxn ang="0">
                    <a:pos x="T8" y="T9"/>
                  </a:cxn>
                </a:cxnLst>
                <a:rect l="0" t="0" r="r" b="b"/>
                <a:pathLst>
                  <a:path w="491" h="238">
                    <a:moveTo>
                      <a:pt x="127" y="0"/>
                    </a:moveTo>
                    <a:lnTo>
                      <a:pt x="491" y="0"/>
                    </a:lnTo>
                    <a:lnTo>
                      <a:pt x="361" y="238"/>
                    </a:lnTo>
                    <a:lnTo>
                      <a:pt x="0" y="238"/>
                    </a:lnTo>
                    <a:lnTo>
                      <a:pt x="127" y="0"/>
                    </a:lnTo>
                    <a:close/>
                  </a:path>
                </a:pathLst>
              </a:custGeom>
              <a:solidFill>
                <a:schemeClr val="tx1">
                  <a:lumMod val="50000"/>
                </a:schemeClr>
              </a:solidFill>
              <a:ln>
                <a:noFill/>
              </a:ln>
            </p:spPr>
            <p:txBody>
              <a:bodyPr vert="horz" wrap="square" lIns="91440" tIns="45720" rIns="91440" bIns="45720" numCol="1" anchor="t" anchorCtr="0" compatLnSpc="1">
                <a:prstTxWarp prst="textNoShape">
                  <a:avLst/>
                </a:prstTxWarp>
              </a:bodyPr>
              <a:lstStyle/>
              <a:p>
                <a:endParaRPr lang="en-US" sz="1800">
                  <a:solidFill>
                    <a:srgbClr val="FFFFFF"/>
                  </a:solidFill>
                </a:endParaRPr>
              </a:p>
            </p:txBody>
          </p:sp>
          <p:sp>
            <p:nvSpPr>
              <p:cNvPr id="25" name="Rectangle 20"/>
              <p:cNvSpPr>
                <a:spLocks noChangeArrowheads="1"/>
              </p:cNvSpPr>
              <p:nvPr/>
            </p:nvSpPr>
            <p:spPr bwMode="auto">
              <a:xfrm flipH="1">
                <a:off x="10839449" y="4624388"/>
                <a:ext cx="173038" cy="76200"/>
              </a:xfrm>
              <a:prstGeom prst="rect">
                <a:avLst/>
              </a:prstGeom>
              <a:solidFill>
                <a:srgbClr val="969696"/>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a:solidFill>
                    <a:srgbClr val="FFFFFF"/>
                  </a:solidFill>
                </a:endParaRPr>
              </a:p>
            </p:txBody>
          </p:sp>
          <p:sp>
            <p:nvSpPr>
              <p:cNvPr id="26" name="Freeform 21"/>
              <p:cNvSpPr>
                <a:spLocks/>
              </p:cNvSpPr>
              <p:nvPr/>
            </p:nvSpPr>
            <p:spPr bwMode="auto">
              <a:xfrm flipH="1">
                <a:off x="11334750" y="3640138"/>
                <a:ext cx="200025" cy="327025"/>
              </a:xfrm>
              <a:custGeom>
                <a:avLst/>
                <a:gdLst>
                  <a:gd name="T0" fmla="*/ 63 w 126"/>
                  <a:gd name="T1" fmla="*/ 206 h 206"/>
                  <a:gd name="T2" fmla="*/ 126 w 126"/>
                  <a:gd name="T3" fmla="*/ 144 h 206"/>
                  <a:gd name="T4" fmla="*/ 126 w 126"/>
                  <a:gd name="T5" fmla="*/ 0 h 206"/>
                  <a:gd name="T6" fmla="*/ 0 w 126"/>
                  <a:gd name="T7" fmla="*/ 0 h 206"/>
                  <a:gd name="T8" fmla="*/ 0 w 126"/>
                  <a:gd name="T9" fmla="*/ 144 h 206"/>
                  <a:gd name="T10" fmla="*/ 63 w 126"/>
                  <a:gd name="T11" fmla="*/ 206 h 206"/>
                </a:gdLst>
                <a:ahLst/>
                <a:cxnLst>
                  <a:cxn ang="0">
                    <a:pos x="T0" y="T1"/>
                  </a:cxn>
                  <a:cxn ang="0">
                    <a:pos x="T2" y="T3"/>
                  </a:cxn>
                  <a:cxn ang="0">
                    <a:pos x="T4" y="T5"/>
                  </a:cxn>
                  <a:cxn ang="0">
                    <a:pos x="T6" y="T7"/>
                  </a:cxn>
                  <a:cxn ang="0">
                    <a:pos x="T8" y="T9"/>
                  </a:cxn>
                  <a:cxn ang="0">
                    <a:pos x="T10" y="T11"/>
                  </a:cxn>
                </a:cxnLst>
                <a:rect l="0" t="0" r="r" b="b"/>
                <a:pathLst>
                  <a:path w="126" h="206">
                    <a:moveTo>
                      <a:pt x="63" y="206"/>
                    </a:moveTo>
                    <a:lnTo>
                      <a:pt x="126" y="144"/>
                    </a:lnTo>
                    <a:lnTo>
                      <a:pt x="126" y="0"/>
                    </a:lnTo>
                    <a:lnTo>
                      <a:pt x="0" y="0"/>
                    </a:lnTo>
                    <a:lnTo>
                      <a:pt x="0" y="144"/>
                    </a:lnTo>
                    <a:lnTo>
                      <a:pt x="63" y="206"/>
                    </a:lnTo>
                    <a:close/>
                  </a:path>
                </a:pathLst>
              </a:custGeom>
              <a:solidFill>
                <a:srgbClr val="E0BB8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solidFill>
                    <a:srgbClr val="FFFFFF"/>
                  </a:solidFill>
                </a:endParaRPr>
              </a:p>
            </p:txBody>
          </p:sp>
          <p:sp>
            <p:nvSpPr>
              <p:cNvPr id="27" name="Freeform 22"/>
              <p:cNvSpPr>
                <a:spLocks/>
              </p:cNvSpPr>
              <p:nvPr/>
            </p:nvSpPr>
            <p:spPr bwMode="auto">
              <a:xfrm flipH="1">
                <a:off x="11334750" y="3640138"/>
                <a:ext cx="200025" cy="171450"/>
              </a:xfrm>
              <a:custGeom>
                <a:avLst/>
                <a:gdLst>
                  <a:gd name="T0" fmla="*/ 60 w 60"/>
                  <a:gd name="T1" fmla="*/ 48 h 52"/>
                  <a:gd name="T2" fmla="*/ 31 w 60"/>
                  <a:gd name="T3" fmla="*/ 52 h 52"/>
                  <a:gd name="T4" fmla="*/ 0 w 60"/>
                  <a:gd name="T5" fmla="*/ 48 h 52"/>
                  <a:gd name="T6" fmla="*/ 0 w 60"/>
                  <a:gd name="T7" fmla="*/ 0 h 52"/>
                  <a:gd name="T8" fmla="*/ 60 w 60"/>
                  <a:gd name="T9" fmla="*/ 0 h 52"/>
                  <a:gd name="T10" fmla="*/ 60 w 60"/>
                  <a:gd name="T11" fmla="*/ 48 h 52"/>
                </a:gdLst>
                <a:ahLst/>
                <a:cxnLst>
                  <a:cxn ang="0">
                    <a:pos x="T0" y="T1"/>
                  </a:cxn>
                  <a:cxn ang="0">
                    <a:pos x="T2" y="T3"/>
                  </a:cxn>
                  <a:cxn ang="0">
                    <a:pos x="T4" y="T5"/>
                  </a:cxn>
                  <a:cxn ang="0">
                    <a:pos x="T6" y="T7"/>
                  </a:cxn>
                  <a:cxn ang="0">
                    <a:pos x="T8" y="T9"/>
                  </a:cxn>
                  <a:cxn ang="0">
                    <a:pos x="T10" y="T11"/>
                  </a:cxn>
                </a:cxnLst>
                <a:rect l="0" t="0" r="r" b="b"/>
                <a:pathLst>
                  <a:path w="60" h="52">
                    <a:moveTo>
                      <a:pt x="60" y="48"/>
                    </a:moveTo>
                    <a:cubicBezTo>
                      <a:pt x="51" y="51"/>
                      <a:pt x="41" y="52"/>
                      <a:pt x="31" y="52"/>
                    </a:cubicBezTo>
                    <a:cubicBezTo>
                      <a:pt x="20" y="52"/>
                      <a:pt x="10" y="51"/>
                      <a:pt x="0" y="48"/>
                    </a:cubicBezTo>
                    <a:cubicBezTo>
                      <a:pt x="0" y="0"/>
                      <a:pt x="0" y="0"/>
                      <a:pt x="0" y="0"/>
                    </a:cubicBezTo>
                    <a:cubicBezTo>
                      <a:pt x="60" y="0"/>
                      <a:pt x="60" y="0"/>
                      <a:pt x="60" y="0"/>
                    </a:cubicBezTo>
                    <a:lnTo>
                      <a:pt x="60" y="48"/>
                    </a:lnTo>
                    <a:close/>
                  </a:path>
                </a:pathLst>
              </a:custGeom>
              <a:solidFill>
                <a:srgbClr val="C3986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solidFill>
                    <a:srgbClr val="FFFFFF"/>
                  </a:solidFill>
                </a:endParaRPr>
              </a:p>
            </p:txBody>
          </p:sp>
          <p:sp>
            <p:nvSpPr>
              <p:cNvPr id="28" name="Freeform 23"/>
              <p:cNvSpPr>
                <a:spLocks/>
              </p:cNvSpPr>
              <p:nvPr/>
            </p:nvSpPr>
            <p:spPr bwMode="auto">
              <a:xfrm flipH="1">
                <a:off x="11198224" y="3332163"/>
                <a:ext cx="468313" cy="442913"/>
              </a:xfrm>
              <a:custGeom>
                <a:avLst/>
                <a:gdLst>
                  <a:gd name="T0" fmla="*/ 141 w 141"/>
                  <a:gd name="T1" fmla="*/ 0 h 134"/>
                  <a:gd name="T2" fmla="*/ 141 w 141"/>
                  <a:gd name="T3" fmla="*/ 110 h 134"/>
                  <a:gd name="T4" fmla="*/ 140 w 141"/>
                  <a:gd name="T5" fmla="*/ 110 h 134"/>
                  <a:gd name="T6" fmla="*/ 71 w 141"/>
                  <a:gd name="T7" fmla="*/ 134 h 134"/>
                  <a:gd name="T8" fmla="*/ 0 w 141"/>
                  <a:gd name="T9" fmla="*/ 110 h 134"/>
                  <a:gd name="T10" fmla="*/ 0 w 141"/>
                  <a:gd name="T11" fmla="*/ 0 h 134"/>
                  <a:gd name="T12" fmla="*/ 141 w 141"/>
                  <a:gd name="T13" fmla="*/ 0 h 134"/>
                </a:gdLst>
                <a:ahLst/>
                <a:cxnLst>
                  <a:cxn ang="0">
                    <a:pos x="T0" y="T1"/>
                  </a:cxn>
                  <a:cxn ang="0">
                    <a:pos x="T2" y="T3"/>
                  </a:cxn>
                  <a:cxn ang="0">
                    <a:pos x="T4" y="T5"/>
                  </a:cxn>
                  <a:cxn ang="0">
                    <a:pos x="T6" y="T7"/>
                  </a:cxn>
                  <a:cxn ang="0">
                    <a:pos x="T8" y="T9"/>
                  </a:cxn>
                  <a:cxn ang="0">
                    <a:pos x="T10" y="T11"/>
                  </a:cxn>
                  <a:cxn ang="0">
                    <a:pos x="T12" y="T13"/>
                  </a:cxn>
                </a:cxnLst>
                <a:rect l="0" t="0" r="r" b="b"/>
                <a:pathLst>
                  <a:path w="141" h="134">
                    <a:moveTo>
                      <a:pt x="141" y="0"/>
                    </a:moveTo>
                    <a:cubicBezTo>
                      <a:pt x="141" y="110"/>
                      <a:pt x="141" y="110"/>
                      <a:pt x="141" y="110"/>
                    </a:cubicBezTo>
                    <a:cubicBezTo>
                      <a:pt x="140" y="110"/>
                      <a:pt x="140" y="110"/>
                      <a:pt x="140" y="110"/>
                    </a:cubicBezTo>
                    <a:cubicBezTo>
                      <a:pt x="121" y="125"/>
                      <a:pt x="97" y="134"/>
                      <a:pt x="71" y="134"/>
                    </a:cubicBezTo>
                    <a:cubicBezTo>
                      <a:pt x="45" y="134"/>
                      <a:pt x="19" y="125"/>
                      <a:pt x="0" y="110"/>
                    </a:cubicBezTo>
                    <a:cubicBezTo>
                      <a:pt x="0" y="0"/>
                      <a:pt x="0" y="0"/>
                      <a:pt x="0" y="0"/>
                    </a:cubicBezTo>
                    <a:lnTo>
                      <a:pt x="141" y="0"/>
                    </a:lnTo>
                    <a:close/>
                  </a:path>
                </a:pathLst>
              </a:custGeom>
              <a:solidFill>
                <a:srgbClr val="E0BB8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solidFill>
                    <a:srgbClr val="FFFFFF"/>
                  </a:solidFill>
                </a:endParaRPr>
              </a:p>
            </p:txBody>
          </p:sp>
          <p:sp>
            <p:nvSpPr>
              <p:cNvPr id="29" name="Rectangle 24"/>
              <p:cNvSpPr>
                <a:spLocks noChangeArrowheads="1"/>
              </p:cNvSpPr>
              <p:nvPr/>
            </p:nvSpPr>
            <p:spPr bwMode="auto">
              <a:xfrm flipH="1">
                <a:off x="11776074" y="4292601"/>
                <a:ext cx="169863" cy="49213"/>
              </a:xfrm>
              <a:prstGeom prst="rect">
                <a:avLst/>
              </a:prstGeom>
              <a:solidFill>
                <a:srgbClr val="C3986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a:solidFill>
                    <a:srgbClr val="FFFFFF"/>
                  </a:solidFill>
                </a:endParaRPr>
              </a:p>
            </p:txBody>
          </p:sp>
          <p:sp>
            <p:nvSpPr>
              <p:cNvPr id="30" name="Rectangle 25"/>
              <p:cNvSpPr>
                <a:spLocks noChangeArrowheads="1"/>
              </p:cNvSpPr>
              <p:nvPr/>
            </p:nvSpPr>
            <p:spPr bwMode="auto">
              <a:xfrm flipH="1">
                <a:off x="10920412" y="4292601"/>
                <a:ext cx="168275" cy="49213"/>
              </a:xfrm>
              <a:prstGeom prst="rect">
                <a:avLst/>
              </a:prstGeom>
              <a:solidFill>
                <a:srgbClr val="C3986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a:solidFill>
                    <a:srgbClr val="FFFFFF"/>
                  </a:solidFill>
                </a:endParaRPr>
              </a:p>
            </p:txBody>
          </p:sp>
          <p:sp>
            <p:nvSpPr>
              <p:cNvPr id="31" name="Rectangle 26"/>
              <p:cNvSpPr>
                <a:spLocks noChangeArrowheads="1"/>
              </p:cNvSpPr>
              <p:nvPr/>
            </p:nvSpPr>
            <p:spPr bwMode="auto">
              <a:xfrm flipH="1">
                <a:off x="11198224" y="3302001"/>
                <a:ext cx="36513" cy="24447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a:solidFill>
                    <a:srgbClr val="FFFFFF"/>
                  </a:solidFill>
                </a:endParaRPr>
              </a:p>
            </p:txBody>
          </p:sp>
          <p:sp>
            <p:nvSpPr>
              <p:cNvPr id="32" name="Rectangle 27"/>
              <p:cNvSpPr>
                <a:spLocks noChangeArrowheads="1"/>
              </p:cNvSpPr>
              <p:nvPr/>
            </p:nvSpPr>
            <p:spPr bwMode="auto">
              <a:xfrm flipH="1">
                <a:off x="11630024" y="3302001"/>
                <a:ext cx="36513" cy="24447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a:solidFill>
                    <a:srgbClr val="FFFFFF"/>
                  </a:solidFill>
                </a:endParaRPr>
              </a:p>
            </p:txBody>
          </p:sp>
          <p:sp>
            <p:nvSpPr>
              <p:cNvPr id="33" name="Oval 28"/>
              <p:cNvSpPr>
                <a:spLocks noChangeArrowheads="1"/>
              </p:cNvSpPr>
              <p:nvPr/>
            </p:nvSpPr>
            <p:spPr bwMode="auto">
              <a:xfrm flipH="1">
                <a:off x="11541124" y="3467101"/>
                <a:ext cx="36513" cy="36513"/>
              </a:xfrm>
              <a:prstGeom prst="ellipse">
                <a:avLst/>
              </a:prstGeom>
              <a:solidFill>
                <a:srgbClr val="50505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solidFill>
                    <a:srgbClr val="FFFFFF"/>
                  </a:solidFill>
                </a:endParaRPr>
              </a:p>
            </p:txBody>
          </p:sp>
          <p:sp>
            <p:nvSpPr>
              <p:cNvPr id="34" name="Oval 29"/>
              <p:cNvSpPr>
                <a:spLocks noChangeArrowheads="1"/>
              </p:cNvSpPr>
              <p:nvPr/>
            </p:nvSpPr>
            <p:spPr bwMode="auto">
              <a:xfrm flipH="1">
                <a:off x="11288712" y="3467101"/>
                <a:ext cx="36513" cy="36513"/>
              </a:xfrm>
              <a:prstGeom prst="ellipse">
                <a:avLst/>
              </a:prstGeom>
              <a:solidFill>
                <a:srgbClr val="50505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solidFill>
                    <a:srgbClr val="FFFFFF"/>
                  </a:solidFill>
                </a:endParaRPr>
              </a:p>
            </p:txBody>
          </p:sp>
          <p:sp>
            <p:nvSpPr>
              <p:cNvPr id="35" name="Freeform 30"/>
              <p:cNvSpPr>
                <a:spLocks/>
              </p:cNvSpPr>
              <p:nvPr/>
            </p:nvSpPr>
            <p:spPr bwMode="auto">
              <a:xfrm flipH="1">
                <a:off x="11401425" y="3573463"/>
                <a:ext cx="63500" cy="30163"/>
              </a:xfrm>
              <a:custGeom>
                <a:avLst/>
                <a:gdLst>
                  <a:gd name="T0" fmla="*/ 9 w 19"/>
                  <a:gd name="T1" fmla="*/ 9 h 9"/>
                  <a:gd name="T2" fmla="*/ 19 w 19"/>
                  <a:gd name="T3" fmla="*/ 0 h 9"/>
                  <a:gd name="T4" fmla="*/ 0 w 19"/>
                  <a:gd name="T5" fmla="*/ 0 h 9"/>
                  <a:gd name="T6" fmla="*/ 9 w 19"/>
                  <a:gd name="T7" fmla="*/ 9 h 9"/>
                </a:gdLst>
                <a:ahLst/>
                <a:cxnLst>
                  <a:cxn ang="0">
                    <a:pos x="T0" y="T1"/>
                  </a:cxn>
                  <a:cxn ang="0">
                    <a:pos x="T2" y="T3"/>
                  </a:cxn>
                  <a:cxn ang="0">
                    <a:pos x="T4" y="T5"/>
                  </a:cxn>
                  <a:cxn ang="0">
                    <a:pos x="T6" y="T7"/>
                  </a:cxn>
                </a:cxnLst>
                <a:rect l="0" t="0" r="r" b="b"/>
                <a:pathLst>
                  <a:path w="19" h="9">
                    <a:moveTo>
                      <a:pt x="9" y="9"/>
                    </a:moveTo>
                    <a:cubicBezTo>
                      <a:pt x="15" y="9"/>
                      <a:pt x="19" y="5"/>
                      <a:pt x="19" y="0"/>
                    </a:cubicBezTo>
                    <a:cubicBezTo>
                      <a:pt x="0" y="0"/>
                      <a:pt x="0" y="0"/>
                      <a:pt x="0" y="0"/>
                    </a:cubicBezTo>
                    <a:cubicBezTo>
                      <a:pt x="0" y="5"/>
                      <a:pt x="4" y="9"/>
                      <a:pt x="9" y="9"/>
                    </a:cubicBezTo>
                    <a:close/>
                  </a:path>
                </a:pathLst>
              </a:custGeom>
              <a:solidFill>
                <a:srgbClr val="C3986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solidFill>
                    <a:srgbClr val="FFFFFF"/>
                  </a:solidFill>
                </a:endParaRPr>
              </a:p>
            </p:txBody>
          </p:sp>
          <p:sp>
            <p:nvSpPr>
              <p:cNvPr id="36" name="Freeform 31"/>
              <p:cNvSpPr>
                <a:spLocks/>
              </p:cNvSpPr>
              <p:nvPr/>
            </p:nvSpPr>
            <p:spPr bwMode="auto">
              <a:xfrm flipH="1">
                <a:off x="11364912" y="3679826"/>
                <a:ext cx="136525" cy="39688"/>
              </a:xfrm>
              <a:custGeom>
                <a:avLst/>
                <a:gdLst>
                  <a:gd name="T0" fmla="*/ 41 w 41"/>
                  <a:gd name="T1" fmla="*/ 6 h 12"/>
                  <a:gd name="T2" fmla="*/ 36 w 41"/>
                  <a:gd name="T3" fmla="*/ 12 h 12"/>
                  <a:gd name="T4" fmla="*/ 5 w 41"/>
                  <a:gd name="T5" fmla="*/ 12 h 12"/>
                  <a:gd name="T6" fmla="*/ 0 w 41"/>
                  <a:gd name="T7" fmla="*/ 6 h 12"/>
                  <a:gd name="T8" fmla="*/ 0 w 41"/>
                  <a:gd name="T9" fmla="*/ 6 h 12"/>
                  <a:gd name="T10" fmla="*/ 5 w 41"/>
                  <a:gd name="T11" fmla="*/ 0 h 12"/>
                  <a:gd name="T12" fmla="*/ 36 w 41"/>
                  <a:gd name="T13" fmla="*/ 0 h 12"/>
                  <a:gd name="T14" fmla="*/ 41 w 41"/>
                  <a:gd name="T15" fmla="*/ 6 h 1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 h="12">
                    <a:moveTo>
                      <a:pt x="41" y="6"/>
                    </a:moveTo>
                    <a:cubicBezTo>
                      <a:pt x="41" y="9"/>
                      <a:pt x="39" y="12"/>
                      <a:pt x="36" y="12"/>
                    </a:cubicBezTo>
                    <a:cubicBezTo>
                      <a:pt x="5" y="12"/>
                      <a:pt x="5" y="12"/>
                      <a:pt x="5" y="12"/>
                    </a:cubicBezTo>
                    <a:cubicBezTo>
                      <a:pt x="2" y="12"/>
                      <a:pt x="0" y="9"/>
                      <a:pt x="0" y="6"/>
                    </a:cubicBezTo>
                    <a:cubicBezTo>
                      <a:pt x="0" y="6"/>
                      <a:pt x="0" y="6"/>
                      <a:pt x="0" y="6"/>
                    </a:cubicBezTo>
                    <a:cubicBezTo>
                      <a:pt x="0" y="3"/>
                      <a:pt x="2" y="0"/>
                      <a:pt x="5" y="0"/>
                    </a:cubicBezTo>
                    <a:cubicBezTo>
                      <a:pt x="36" y="0"/>
                      <a:pt x="36" y="0"/>
                      <a:pt x="36" y="0"/>
                    </a:cubicBezTo>
                    <a:cubicBezTo>
                      <a:pt x="39" y="0"/>
                      <a:pt x="41" y="3"/>
                      <a:pt x="41" y="6"/>
                    </a:cubicBezTo>
                    <a:close/>
                  </a:path>
                </a:pathLst>
              </a:custGeom>
              <a:solidFill>
                <a:srgbClr val="C3986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solidFill>
                    <a:srgbClr val="FFFFFF"/>
                  </a:solidFill>
                </a:endParaRPr>
              </a:p>
            </p:txBody>
          </p:sp>
          <p:sp>
            <p:nvSpPr>
              <p:cNvPr id="37" name="Freeform 32"/>
              <p:cNvSpPr>
                <a:spLocks noEditPoints="1"/>
              </p:cNvSpPr>
              <p:nvPr/>
            </p:nvSpPr>
            <p:spPr bwMode="auto">
              <a:xfrm flipH="1">
                <a:off x="11304587" y="3603626"/>
                <a:ext cx="255588" cy="228600"/>
              </a:xfrm>
              <a:custGeom>
                <a:avLst/>
                <a:gdLst>
                  <a:gd name="T0" fmla="*/ 38 w 77"/>
                  <a:gd name="T1" fmla="*/ 0 h 69"/>
                  <a:gd name="T2" fmla="*/ 0 w 77"/>
                  <a:gd name="T3" fmla="*/ 39 h 69"/>
                  <a:gd name="T4" fmla="*/ 0 w 77"/>
                  <a:gd name="T5" fmla="*/ 60 h 69"/>
                  <a:gd name="T6" fmla="*/ 0 w 77"/>
                  <a:gd name="T7" fmla="*/ 63 h 69"/>
                  <a:gd name="T8" fmla="*/ 39 w 77"/>
                  <a:gd name="T9" fmla="*/ 69 h 69"/>
                  <a:gd name="T10" fmla="*/ 77 w 77"/>
                  <a:gd name="T11" fmla="*/ 63 h 69"/>
                  <a:gd name="T12" fmla="*/ 77 w 77"/>
                  <a:gd name="T13" fmla="*/ 60 h 69"/>
                  <a:gd name="T14" fmla="*/ 77 w 77"/>
                  <a:gd name="T15" fmla="*/ 39 h 69"/>
                  <a:gd name="T16" fmla="*/ 38 w 77"/>
                  <a:gd name="T17" fmla="*/ 0 h 69"/>
                  <a:gd name="T18" fmla="*/ 61 w 77"/>
                  <a:gd name="T19" fmla="*/ 45 h 69"/>
                  <a:gd name="T20" fmla="*/ 45 w 77"/>
                  <a:gd name="T21" fmla="*/ 48 h 69"/>
                  <a:gd name="T22" fmla="*/ 45 w 77"/>
                  <a:gd name="T23" fmla="*/ 35 h 69"/>
                  <a:gd name="T24" fmla="*/ 32 w 77"/>
                  <a:gd name="T25" fmla="*/ 35 h 69"/>
                  <a:gd name="T26" fmla="*/ 32 w 77"/>
                  <a:gd name="T27" fmla="*/ 48 h 69"/>
                  <a:gd name="T28" fmla="*/ 15 w 77"/>
                  <a:gd name="T29" fmla="*/ 45 h 69"/>
                  <a:gd name="T30" fmla="*/ 15 w 77"/>
                  <a:gd name="T31" fmla="*/ 37 h 69"/>
                  <a:gd name="T32" fmla="*/ 38 w 77"/>
                  <a:gd name="T33" fmla="*/ 24 h 69"/>
                  <a:gd name="T34" fmla="*/ 62 w 77"/>
                  <a:gd name="T35" fmla="*/ 37 h 69"/>
                  <a:gd name="T36" fmla="*/ 61 w 77"/>
                  <a:gd name="T37" fmla="*/ 45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77" h="69">
                    <a:moveTo>
                      <a:pt x="38" y="0"/>
                    </a:moveTo>
                    <a:cubicBezTo>
                      <a:pt x="17" y="0"/>
                      <a:pt x="0" y="18"/>
                      <a:pt x="0" y="39"/>
                    </a:cubicBezTo>
                    <a:cubicBezTo>
                      <a:pt x="0" y="60"/>
                      <a:pt x="0" y="60"/>
                      <a:pt x="0" y="60"/>
                    </a:cubicBezTo>
                    <a:cubicBezTo>
                      <a:pt x="0" y="61"/>
                      <a:pt x="0" y="62"/>
                      <a:pt x="0" y="63"/>
                    </a:cubicBezTo>
                    <a:cubicBezTo>
                      <a:pt x="13" y="67"/>
                      <a:pt x="25" y="69"/>
                      <a:pt x="39" y="69"/>
                    </a:cubicBezTo>
                    <a:cubicBezTo>
                      <a:pt x="52" y="69"/>
                      <a:pt x="65" y="67"/>
                      <a:pt x="77" y="63"/>
                    </a:cubicBezTo>
                    <a:cubicBezTo>
                      <a:pt x="77" y="62"/>
                      <a:pt x="77" y="61"/>
                      <a:pt x="77" y="60"/>
                    </a:cubicBezTo>
                    <a:cubicBezTo>
                      <a:pt x="77" y="39"/>
                      <a:pt x="77" y="39"/>
                      <a:pt x="77" y="39"/>
                    </a:cubicBezTo>
                    <a:cubicBezTo>
                      <a:pt x="77" y="18"/>
                      <a:pt x="60" y="0"/>
                      <a:pt x="38" y="0"/>
                    </a:cubicBezTo>
                    <a:close/>
                    <a:moveTo>
                      <a:pt x="61" y="45"/>
                    </a:moveTo>
                    <a:cubicBezTo>
                      <a:pt x="56" y="46"/>
                      <a:pt x="50" y="47"/>
                      <a:pt x="45" y="48"/>
                    </a:cubicBezTo>
                    <a:cubicBezTo>
                      <a:pt x="45" y="35"/>
                      <a:pt x="45" y="35"/>
                      <a:pt x="45" y="35"/>
                    </a:cubicBezTo>
                    <a:cubicBezTo>
                      <a:pt x="32" y="35"/>
                      <a:pt x="32" y="35"/>
                      <a:pt x="32" y="35"/>
                    </a:cubicBezTo>
                    <a:cubicBezTo>
                      <a:pt x="32" y="48"/>
                      <a:pt x="32" y="48"/>
                      <a:pt x="32" y="48"/>
                    </a:cubicBezTo>
                    <a:cubicBezTo>
                      <a:pt x="27" y="47"/>
                      <a:pt x="21" y="46"/>
                      <a:pt x="15" y="45"/>
                    </a:cubicBezTo>
                    <a:cubicBezTo>
                      <a:pt x="15" y="44"/>
                      <a:pt x="15" y="37"/>
                      <a:pt x="15" y="37"/>
                    </a:cubicBezTo>
                    <a:cubicBezTo>
                      <a:pt x="15" y="24"/>
                      <a:pt x="26" y="24"/>
                      <a:pt x="38" y="24"/>
                    </a:cubicBezTo>
                    <a:cubicBezTo>
                      <a:pt x="51" y="24"/>
                      <a:pt x="62" y="24"/>
                      <a:pt x="62" y="37"/>
                    </a:cubicBezTo>
                    <a:cubicBezTo>
                      <a:pt x="62" y="37"/>
                      <a:pt x="61" y="44"/>
                      <a:pt x="61" y="45"/>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solidFill>
                    <a:srgbClr val="FFFFFF"/>
                  </a:solidFill>
                </a:endParaRPr>
              </a:p>
            </p:txBody>
          </p:sp>
          <p:sp>
            <p:nvSpPr>
              <p:cNvPr id="42" name="Rectangle 41"/>
              <p:cNvSpPr/>
              <p:nvPr/>
            </p:nvSpPr>
            <p:spPr bwMode="auto">
              <a:xfrm flipH="1">
                <a:off x="7318375" y="4336256"/>
                <a:ext cx="502444" cy="138113"/>
              </a:xfrm>
              <a:prstGeom prst="rect">
                <a:avLst/>
              </a:prstGeom>
              <a:solidFill>
                <a:schemeClr val="tx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err="1" smtClean="0">
                  <a:gradFill>
                    <a:gsLst>
                      <a:gs pos="0">
                        <a:srgbClr val="FFFFFF"/>
                      </a:gs>
                      <a:gs pos="100000">
                        <a:srgbClr val="FFFFFF"/>
                      </a:gs>
                    </a:gsLst>
                    <a:lin ang="5400000" scaled="0"/>
                  </a:gradFill>
                  <a:ea typeface="Segoe UI" pitchFamily="34" charset="0"/>
                  <a:cs typeface="Segoe UI" pitchFamily="34" charset="0"/>
                </a:endParaRPr>
              </a:p>
            </p:txBody>
          </p:sp>
        </p:grpSp>
        <p:grpSp>
          <p:nvGrpSpPr>
            <p:cNvPr id="47" name="Group 46"/>
            <p:cNvGrpSpPr/>
            <p:nvPr/>
          </p:nvGrpSpPr>
          <p:grpSpPr>
            <a:xfrm>
              <a:off x="4664075" y="4286961"/>
              <a:ext cx="5793411" cy="2392930"/>
              <a:chOff x="4664075" y="4286961"/>
              <a:chExt cx="5793411" cy="2392930"/>
            </a:xfrm>
          </p:grpSpPr>
          <p:pic>
            <p:nvPicPr>
              <p:cNvPr id="39" name="Picture 38"/>
              <p:cNvPicPr>
                <a:picLocks noChangeAspect="1"/>
              </p:cNvPicPr>
              <p:nvPr/>
            </p:nvPicPr>
            <p:blipFill>
              <a:blip r:embed="rId3"/>
              <a:stretch>
                <a:fillRect/>
              </a:stretch>
            </p:blipFill>
            <p:spPr>
              <a:xfrm flipH="1">
                <a:off x="4664075" y="4286961"/>
                <a:ext cx="5793411" cy="2392930"/>
              </a:xfrm>
              <a:prstGeom prst="rect">
                <a:avLst/>
              </a:prstGeom>
            </p:spPr>
          </p:pic>
          <p:pic>
            <p:nvPicPr>
              <p:cNvPr id="44" name="Picture 43"/>
              <p:cNvPicPr>
                <a:picLocks noChangeAspect="1"/>
              </p:cNvPicPr>
              <p:nvPr/>
            </p:nvPicPr>
            <p:blipFill>
              <a:blip r:embed="rId4">
                <a:extLst>
                  <a:ext uri="{28A0092B-C50C-407E-A947-70E740481C1C}">
                    <a14:useLocalDpi xmlns:a14="http://schemas.microsoft.com/office/drawing/2010/main" val="0"/>
                  </a:ext>
                </a:extLst>
              </a:blip>
              <a:srcRect l="528" t="1822" r="1518" b="1873"/>
              <a:stretch>
                <a:fillRect/>
              </a:stretch>
            </p:blipFill>
            <p:spPr>
              <a:xfrm>
                <a:off x="6666858" y="4311651"/>
                <a:ext cx="1177925" cy="650875"/>
              </a:xfrm>
              <a:custGeom>
                <a:avLst/>
                <a:gdLst>
                  <a:gd name="connsiteX0" fmla="*/ 15608 w 1177925"/>
                  <a:gd name="connsiteY0" fmla="*/ 0 h 650875"/>
                  <a:gd name="connsiteX1" fmla="*/ 1162317 w 1177925"/>
                  <a:gd name="connsiteY1" fmla="*/ 0 h 650875"/>
                  <a:gd name="connsiteX2" fmla="*/ 1177925 w 1177925"/>
                  <a:gd name="connsiteY2" fmla="*/ 15608 h 650875"/>
                  <a:gd name="connsiteX3" fmla="*/ 1177925 w 1177925"/>
                  <a:gd name="connsiteY3" fmla="*/ 635267 h 650875"/>
                  <a:gd name="connsiteX4" fmla="*/ 1162317 w 1177925"/>
                  <a:gd name="connsiteY4" fmla="*/ 650875 h 650875"/>
                  <a:gd name="connsiteX5" fmla="*/ 15608 w 1177925"/>
                  <a:gd name="connsiteY5" fmla="*/ 650875 h 650875"/>
                  <a:gd name="connsiteX6" fmla="*/ 0 w 1177925"/>
                  <a:gd name="connsiteY6" fmla="*/ 635267 h 650875"/>
                  <a:gd name="connsiteX7" fmla="*/ 0 w 1177925"/>
                  <a:gd name="connsiteY7" fmla="*/ 15608 h 650875"/>
                  <a:gd name="connsiteX8" fmla="*/ 15608 w 1177925"/>
                  <a:gd name="connsiteY8" fmla="*/ 0 h 6508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77925" h="650875">
                    <a:moveTo>
                      <a:pt x="15608" y="0"/>
                    </a:moveTo>
                    <a:lnTo>
                      <a:pt x="1162317" y="0"/>
                    </a:lnTo>
                    <a:cubicBezTo>
                      <a:pt x="1170937" y="0"/>
                      <a:pt x="1177925" y="6988"/>
                      <a:pt x="1177925" y="15608"/>
                    </a:cubicBezTo>
                    <a:lnTo>
                      <a:pt x="1177925" y="635267"/>
                    </a:lnTo>
                    <a:cubicBezTo>
                      <a:pt x="1177925" y="643887"/>
                      <a:pt x="1170937" y="650875"/>
                      <a:pt x="1162317" y="650875"/>
                    </a:cubicBezTo>
                    <a:lnTo>
                      <a:pt x="15608" y="650875"/>
                    </a:lnTo>
                    <a:cubicBezTo>
                      <a:pt x="6988" y="650875"/>
                      <a:pt x="0" y="643887"/>
                      <a:pt x="0" y="635267"/>
                    </a:cubicBezTo>
                    <a:lnTo>
                      <a:pt x="0" y="15608"/>
                    </a:lnTo>
                    <a:cubicBezTo>
                      <a:pt x="0" y="6988"/>
                      <a:pt x="6988" y="0"/>
                      <a:pt x="15608" y="0"/>
                    </a:cubicBezTo>
                    <a:close/>
                  </a:path>
                </a:pathLst>
              </a:custGeom>
            </p:spPr>
          </p:pic>
          <p:sp>
            <p:nvSpPr>
              <p:cNvPr id="45" name="Rectangle 44"/>
              <p:cNvSpPr/>
              <p:nvPr/>
            </p:nvSpPr>
            <p:spPr bwMode="auto">
              <a:xfrm>
                <a:off x="5717381" y="4994276"/>
                <a:ext cx="226539" cy="106362"/>
              </a:xfrm>
              <a:prstGeom prst="rect">
                <a:avLst/>
              </a:prstGeom>
              <a:solidFill>
                <a:srgbClr val="505050"/>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grpSp>
      </p:grpSp>
    </p:spTree>
    <p:extLst>
      <p:ext uri="{BB962C8B-B14F-4D97-AF65-F5344CB8AC3E}">
        <p14:creationId xmlns:p14="http://schemas.microsoft.com/office/powerpoint/2010/main" val="7392091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sz="quarter" idx="11"/>
          </p:nvPr>
        </p:nvSpPr>
        <p:spPr/>
        <p:txBody>
          <a:bodyPr/>
          <a:lstStyle/>
          <a:p>
            <a:r>
              <a:rPr lang="en-US" dirty="0" smtClean="0"/>
              <a:t>Word/Excel Office.js APIs</a:t>
            </a:r>
            <a:endParaRPr lang="en-US" dirty="0"/>
          </a:p>
        </p:txBody>
      </p:sp>
      <p:sp>
        <p:nvSpPr>
          <p:cNvPr id="5" name="Text Placeholder 4"/>
          <p:cNvSpPr>
            <a:spLocks noGrp="1"/>
          </p:cNvSpPr>
          <p:nvPr>
            <p:ph type="body" sz="quarter" idx="12"/>
          </p:nvPr>
        </p:nvSpPr>
        <p:spPr/>
        <p:txBody>
          <a:bodyPr/>
          <a:lstStyle/>
          <a:p>
            <a:r>
              <a:rPr lang="en-US" dirty="0" smtClean="0"/>
              <a:t>3</a:t>
            </a:r>
            <a:endParaRPr lang="en-US" dirty="0"/>
          </a:p>
        </p:txBody>
      </p:sp>
    </p:spTree>
    <p:extLst>
      <p:ext uri="{BB962C8B-B14F-4D97-AF65-F5344CB8AC3E}">
        <p14:creationId xmlns:p14="http://schemas.microsoft.com/office/powerpoint/2010/main" val="5696839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smtClean="0"/>
              <a:t>New Office 2016 APIs</a:t>
            </a:r>
            <a:endParaRPr lang="en-US" dirty="0"/>
          </a:p>
        </p:txBody>
      </p:sp>
      <p:sp>
        <p:nvSpPr>
          <p:cNvPr id="2" name="Text Placeholder 1"/>
          <p:cNvSpPr>
            <a:spLocks noGrp="1"/>
          </p:cNvSpPr>
          <p:nvPr>
            <p:ph type="body" sz="quarter" idx="10"/>
          </p:nvPr>
        </p:nvSpPr>
        <p:spPr>
          <a:xfrm>
            <a:off x="249239" y="1212849"/>
            <a:ext cx="5694361" cy="4075924"/>
          </a:xfrm>
        </p:spPr>
        <p:txBody>
          <a:bodyPr/>
          <a:lstStyle/>
          <a:p>
            <a:pPr>
              <a:spcBef>
                <a:spcPts val="1200"/>
              </a:spcBef>
            </a:pPr>
            <a:r>
              <a:rPr lang="en-US" sz="3920" dirty="0">
                <a:gradFill>
                  <a:gsLst>
                    <a:gs pos="14159">
                      <a:schemeClr val="accent2"/>
                    </a:gs>
                    <a:gs pos="44000">
                      <a:schemeClr val="accent2"/>
                    </a:gs>
                  </a:gsLst>
                  <a:lin ang="5400000" scaled="0"/>
                </a:gradFill>
              </a:rPr>
              <a:t>Batching</a:t>
            </a:r>
          </a:p>
          <a:p>
            <a:pPr lvl="1">
              <a:spcBef>
                <a:spcPts val="0"/>
              </a:spcBef>
            </a:pPr>
            <a:r>
              <a:rPr lang="en-US" sz="2352" dirty="0"/>
              <a:t>Multiple API execution requests can be queued (batched) and executed at once</a:t>
            </a:r>
          </a:p>
          <a:p>
            <a:pPr>
              <a:spcBef>
                <a:spcPts val="1200"/>
              </a:spcBef>
            </a:pPr>
            <a:r>
              <a:rPr lang="en-US" sz="3920" dirty="0">
                <a:gradFill>
                  <a:gsLst>
                    <a:gs pos="14159">
                      <a:schemeClr val="accent2"/>
                    </a:gs>
                    <a:gs pos="44000">
                      <a:schemeClr val="accent2"/>
                    </a:gs>
                  </a:gsLst>
                  <a:lin ang="5400000" scaled="0"/>
                </a:gradFill>
              </a:rPr>
              <a:t>Promises Syntax</a:t>
            </a:r>
          </a:p>
          <a:p>
            <a:pPr lvl="1">
              <a:spcBef>
                <a:spcPts val="0"/>
              </a:spcBef>
            </a:pPr>
            <a:r>
              <a:rPr lang="en-US" sz="2352" dirty="0"/>
              <a:t>Helps manage complex and nested callback flows in a simple manner</a:t>
            </a:r>
          </a:p>
          <a:p>
            <a:pPr>
              <a:spcBef>
                <a:spcPts val="1200"/>
              </a:spcBef>
            </a:pPr>
            <a:r>
              <a:rPr lang="en-US" sz="3920" dirty="0">
                <a:gradFill>
                  <a:gsLst>
                    <a:gs pos="14159">
                      <a:schemeClr val="accent2"/>
                    </a:gs>
                    <a:gs pos="44000">
                      <a:schemeClr val="accent2"/>
                    </a:gs>
                  </a:gsLst>
                  <a:lin ang="5400000" scaled="0"/>
                </a:gradFill>
              </a:rPr>
              <a:t>Object oriented design</a:t>
            </a:r>
          </a:p>
          <a:p>
            <a:pPr lvl="1">
              <a:spcBef>
                <a:spcPts val="0"/>
              </a:spcBef>
            </a:pPr>
            <a:r>
              <a:rPr lang="en-US" sz="2352" dirty="0"/>
              <a:t>Enables a friendlier syntax for interacting with complex object hierarchies/graphs</a:t>
            </a:r>
          </a:p>
        </p:txBody>
      </p:sp>
      <p:sp>
        <p:nvSpPr>
          <p:cNvPr id="4" name="Text Placeholder 3"/>
          <p:cNvSpPr>
            <a:spLocks noGrp="1"/>
          </p:cNvSpPr>
          <p:nvPr>
            <p:ph type="body" sz="quarter" idx="11"/>
          </p:nvPr>
        </p:nvSpPr>
        <p:spPr>
          <a:xfrm>
            <a:off x="6489701" y="1212849"/>
            <a:ext cx="5672138" cy="3894912"/>
          </a:xfrm>
        </p:spPr>
        <p:txBody>
          <a:bodyPr/>
          <a:lstStyle/>
          <a:p>
            <a:pPr>
              <a:spcBef>
                <a:spcPts val="1200"/>
              </a:spcBef>
            </a:pPr>
            <a:r>
              <a:rPr lang="en-US" sz="3920" dirty="0">
                <a:gradFill>
                  <a:gsLst>
                    <a:gs pos="14159">
                      <a:schemeClr val="accent2"/>
                    </a:gs>
                    <a:gs pos="44000">
                      <a:schemeClr val="accent2"/>
                    </a:gs>
                  </a:gsLst>
                  <a:lin ang="5400000" scaled="0"/>
                </a:gradFill>
              </a:rPr>
              <a:t>Selective loading</a:t>
            </a:r>
          </a:p>
          <a:p>
            <a:pPr lvl="1">
              <a:spcBef>
                <a:spcPts val="0"/>
              </a:spcBef>
            </a:pPr>
            <a:r>
              <a:rPr lang="en-US" sz="2352" dirty="0"/>
              <a:t>Allows for efficient execution </a:t>
            </a:r>
            <a:r>
              <a:rPr lang="en-US" sz="2352" dirty="0" smtClean="0"/>
              <a:t/>
            </a:r>
            <a:br>
              <a:rPr lang="en-US" sz="2352" dirty="0" smtClean="0"/>
            </a:br>
            <a:r>
              <a:rPr lang="en-US" sz="2352" dirty="0" smtClean="0"/>
              <a:t>(</a:t>
            </a:r>
            <a:r>
              <a:rPr lang="en-US" sz="2352" dirty="0"/>
              <a:t>only necessary properties/objects </a:t>
            </a:r>
            <a:r>
              <a:rPr lang="en-US" sz="2352" dirty="0" smtClean="0"/>
              <a:t/>
            </a:r>
            <a:br>
              <a:rPr lang="en-US" sz="2352" dirty="0" smtClean="0"/>
            </a:br>
            <a:r>
              <a:rPr lang="en-US" sz="2352" dirty="0" smtClean="0"/>
              <a:t>are </a:t>
            </a:r>
            <a:r>
              <a:rPr lang="en-US" sz="2352" dirty="0"/>
              <a:t>marshalled)</a:t>
            </a:r>
          </a:p>
          <a:p>
            <a:pPr>
              <a:spcBef>
                <a:spcPts val="1200"/>
              </a:spcBef>
            </a:pPr>
            <a:r>
              <a:rPr lang="en-US" sz="3920" dirty="0">
                <a:gradFill>
                  <a:gsLst>
                    <a:gs pos="14159">
                      <a:schemeClr val="accent2"/>
                    </a:gs>
                    <a:gs pos="44000">
                      <a:schemeClr val="accent2"/>
                    </a:gs>
                  </a:gsLst>
                  <a:lin ang="5400000" scaled="0"/>
                </a:gradFill>
              </a:rPr>
              <a:t>Service-compatible</a:t>
            </a:r>
          </a:p>
          <a:p>
            <a:pPr lvl="1">
              <a:spcBef>
                <a:spcPts val="0"/>
              </a:spcBef>
            </a:pPr>
            <a:r>
              <a:rPr lang="en-US" sz="2352" dirty="0"/>
              <a:t>Allows for REST API equivalents with shared interface contracts </a:t>
            </a:r>
          </a:p>
          <a:p>
            <a:endParaRPr lang="en-US" sz="3920" dirty="0"/>
          </a:p>
        </p:txBody>
      </p:sp>
      <p:sp>
        <p:nvSpPr>
          <p:cNvPr id="7" name="Footer Placeholder 6"/>
          <p:cNvSpPr>
            <a:spLocks noGrp="1"/>
          </p:cNvSpPr>
          <p:nvPr>
            <p:ph type="ftr" sz="quarter" idx="12"/>
          </p:nvPr>
        </p:nvSpPr>
        <p:spPr/>
        <p:txBody>
          <a:bodyPr/>
          <a:lstStyle/>
          <a:p>
            <a:pPr>
              <a:defRPr/>
            </a:pPr>
            <a:r>
              <a:rPr lang="en-US" sz="1400" smtClean="0">
                <a:gradFill>
                  <a:gsLst>
                    <a:gs pos="8367">
                      <a:schemeClr val="accent2"/>
                    </a:gs>
                    <a:gs pos="100000">
                      <a:schemeClr val="accent2"/>
                    </a:gs>
                  </a:gsLst>
                  <a:lin ang="5400000" scaled="0"/>
                </a:gradFill>
                <a:latin typeface="Segoe UI Black" panose="020B0A02040204020203" pitchFamily="34" charset="0"/>
                <a:ea typeface="Segoe UI Black" panose="020B0A02040204020203" pitchFamily="34" charset="0"/>
                <a:cs typeface="Segoe UI Black" panose="020B0A02040204020203" pitchFamily="34" charset="0"/>
              </a:rPr>
              <a:t>3</a:t>
            </a:r>
            <a:r>
              <a:rPr lang="en-US" sz="1400" smtClean="0">
                <a:gradFill>
                  <a:gsLst>
                    <a:gs pos="8367">
                      <a:srgbClr val="000000"/>
                    </a:gs>
                    <a:gs pos="31000">
                      <a:srgbClr val="000000"/>
                    </a:gs>
                  </a:gsLst>
                  <a:lin ang="5400000" scaled="0"/>
                </a:gradFill>
              </a:rPr>
              <a:t> Getting started</a:t>
            </a:r>
          </a:p>
          <a:p>
            <a:endParaRPr lang="en-US" dirty="0"/>
          </a:p>
        </p:txBody>
      </p:sp>
    </p:spTree>
    <p:extLst>
      <p:ext uri="{BB962C8B-B14F-4D97-AF65-F5344CB8AC3E}">
        <p14:creationId xmlns:p14="http://schemas.microsoft.com/office/powerpoint/2010/main" val="33896989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6" name="Elbow Connector 25"/>
          <p:cNvCxnSpPr/>
          <p:nvPr/>
        </p:nvCxnSpPr>
        <p:spPr>
          <a:xfrm>
            <a:off x="3150490" y="1547868"/>
            <a:ext cx="4308968" cy="1947807"/>
          </a:xfrm>
          <a:prstGeom prst="bentConnector3">
            <a:avLst>
              <a:gd name="adj1" fmla="val 76749"/>
            </a:avLst>
          </a:prstGeom>
          <a:ln w="31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p:txBody>
          <a:bodyPr>
            <a:normAutofit/>
          </a:bodyPr>
          <a:lstStyle/>
          <a:p>
            <a:r>
              <a:rPr lang="en-US" dirty="0" smtClean="0"/>
              <a:t>Coding pattern</a:t>
            </a:r>
            <a:endParaRPr lang="en-US" dirty="0"/>
          </a:p>
        </p:txBody>
      </p:sp>
      <p:sp>
        <p:nvSpPr>
          <p:cNvPr id="24" name="Rectangle 23"/>
          <p:cNvSpPr/>
          <p:nvPr/>
        </p:nvSpPr>
        <p:spPr>
          <a:xfrm>
            <a:off x="5614220" y="1196521"/>
            <a:ext cx="1680235" cy="739531"/>
          </a:xfrm>
          <a:prstGeom prst="rect">
            <a:avLst/>
          </a:prstGeom>
          <a:solidFill>
            <a:schemeClr val="accent2"/>
          </a:solidFill>
          <a:ln cap="sq">
            <a:solidFill>
              <a:schemeClr val="tx1"/>
            </a:solidFill>
            <a:miter lim="800000"/>
          </a:ln>
        </p:spPr>
        <p:style>
          <a:lnRef idx="2">
            <a:schemeClr val="accent2">
              <a:shade val="50000"/>
            </a:schemeClr>
          </a:lnRef>
          <a:fillRef idx="1">
            <a:schemeClr val="accent2"/>
          </a:fillRef>
          <a:effectRef idx="0">
            <a:schemeClr val="accent2"/>
          </a:effectRef>
          <a:fontRef idx="minor">
            <a:schemeClr val="lt1"/>
          </a:fontRef>
        </p:style>
        <p:txBody>
          <a:bodyPr lIns="146304" tIns="91440" rIns="146304" bIns="91440" rtlCol="0" anchor="ctr"/>
          <a:lstStyle/>
          <a:p>
            <a:pPr algn="ctr">
              <a:lnSpc>
                <a:spcPct val="90000"/>
              </a:lnSpc>
              <a:spcBef>
                <a:spcPts val="600"/>
              </a:spcBef>
            </a:pPr>
            <a:r>
              <a:rPr lang="en-US" sz="1600" b="1" dirty="0">
                <a:gradFill>
                  <a:gsLst>
                    <a:gs pos="94000">
                      <a:schemeClr val="bg1"/>
                    </a:gs>
                    <a:gs pos="62000">
                      <a:schemeClr val="bg1"/>
                    </a:gs>
                  </a:gsLst>
                  <a:lin ang="5400000" scaled="0"/>
                </a:gradFill>
              </a:rPr>
              <a:t>1: </a:t>
            </a:r>
            <a:r>
              <a:rPr lang="en-US" sz="1600" b="1" dirty="0" smtClean="0">
                <a:gradFill>
                  <a:gsLst>
                    <a:gs pos="94000">
                      <a:schemeClr val="bg1"/>
                    </a:gs>
                    <a:gs pos="62000">
                      <a:schemeClr val="bg1"/>
                    </a:gs>
                  </a:gsLst>
                  <a:lin ang="5400000" scaled="0"/>
                </a:gradFill>
              </a:rPr>
              <a:t>Context </a:t>
            </a:r>
            <a:r>
              <a:rPr lang="en-US" sz="1600" b="1" dirty="0">
                <a:gradFill>
                  <a:gsLst>
                    <a:gs pos="94000">
                      <a:schemeClr val="bg1"/>
                    </a:gs>
                    <a:gs pos="62000">
                      <a:schemeClr val="bg1"/>
                    </a:gs>
                  </a:gsLst>
                  <a:lin ang="5400000" scaled="0"/>
                </a:gradFill>
              </a:rPr>
              <a:t>initialized </a:t>
            </a:r>
          </a:p>
        </p:txBody>
      </p:sp>
      <p:sp>
        <p:nvSpPr>
          <p:cNvPr id="4" name="TextBox 3"/>
          <p:cNvSpPr txBox="1"/>
          <p:nvPr/>
        </p:nvSpPr>
        <p:spPr>
          <a:xfrm>
            <a:off x="436563" y="1463231"/>
            <a:ext cx="4990782" cy="169277"/>
          </a:xfrm>
          <a:prstGeom prst="rect">
            <a:avLst/>
          </a:prstGeom>
          <a:noFill/>
        </p:spPr>
        <p:txBody>
          <a:bodyPr wrap="square" lIns="0" tIns="0" rIns="0" bIns="0" rtlCol="0">
            <a:spAutoFit/>
          </a:bodyPr>
          <a:lstStyle/>
          <a:p>
            <a:r>
              <a:rPr lang="en-US" sz="1100" dirty="0" err="1">
                <a:solidFill>
                  <a:srgbClr val="000000"/>
                </a:solidFill>
                <a:highlight>
                  <a:srgbClr val="FFFFFF"/>
                </a:highlight>
                <a:latin typeface="Consolas" panose="020B0609020204030204" pitchFamily="49" charset="0"/>
              </a:rPr>
              <a:t>Excel.run</a:t>
            </a:r>
            <a:r>
              <a:rPr lang="en-US" sz="1100" dirty="0">
                <a:solidFill>
                  <a:srgbClr val="000000"/>
                </a:solidFill>
                <a:highlight>
                  <a:srgbClr val="FFFFFF"/>
                </a:highlight>
                <a:latin typeface="Consolas" panose="020B0609020204030204" pitchFamily="49" charset="0"/>
              </a:rPr>
              <a:t>(</a:t>
            </a:r>
            <a:r>
              <a:rPr lang="en-US" sz="1100" dirty="0">
                <a:solidFill>
                  <a:srgbClr val="0000FF"/>
                </a:solidFill>
                <a:highlight>
                  <a:srgbClr val="FFFFFF"/>
                </a:highlight>
                <a:latin typeface="Consolas" panose="020B0609020204030204" pitchFamily="49" charset="0"/>
              </a:rPr>
              <a:t>function</a:t>
            </a:r>
            <a:r>
              <a:rPr lang="en-US" sz="1100" dirty="0">
                <a:solidFill>
                  <a:srgbClr val="000000"/>
                </a:solidFill>
                <a:highlight>
                  <a:srgbClr val="FFFFFF"/>
                </a:highlight>
                <a:latin typeface="Consolas" panose="020B0609020204030204" pitchFamily="49" charset="0"/>
              </a:rPr>
              <a:t> (</a:t>
            </a:r>
            <a:r>
              <a:rPr lang="en-US" sz="1100" dirty="0" err="1">
                <a:solidFill>
                  <a:srgbClr val="000000"/>
                </a:solidFill>
                <a:highlight>
                  <a:srgbClr val="FFFFFF"/>
                </a:highlight>
                <a:latin typeface="Consolas" panose="020B0609020204030204" pitchFamily="49" charset="0"/>
              </a:rPr>
              <a:t>ctx</a:t>
            </a:r>
            <a:r>
              <a:rPr lang="en-US" sz="1100" dirty="0">
                <a:solidFill>
                  <a:srgbClr val="000000"/>
                </a:solidFill>
                <a:highlight>
                  <a:srgbClr val="FFFFFF"/>
                </a:highlight>
                <a:latin typeface="Consolas" panose="020B0609020204030204" pitchFamily="49" charset="0"/>
              </a:rPr>
              <a:t>) { });</a:t>
            </a:r>
          </a:p>
        </p:txBody>
      </p:sp>
      <p:cxnSp>
        <p:nvCxnSpPr>
          <p:cNvPr id="34" name="Straight Arrow Connector 33"/>
          <p:cNvCxnSpPr/>
          <p:nvPr/>
        </p:nvCxnSpPr>
        <p:spPr>
          <a:xfrm>
            <a:off x="8504238" y="3875564"/>
            <a:ext cx="891195" cy="1"/>
          </a:xfrm>
          <a:prstGeom prst="straightConnector1">
            <a:avLst/>
          </a:prstGeom>
          <a:ln w="3175">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36" name="Group 35"/>
          <p:cNvGrpSpPr/>
          <p:nvPr/>
        </p:nvGrpSpPr>
        <p:grpSpPr>
          <a:xfrm>
            <a:off x="7532478" y="1248524"/>
            <a:ext cx="3706451" cy="5266576"/>
            <a:chOff x="7532478" y="1248524"/>
            <a:chExt cx="3706451" cy="5266576"/>
          </a:xfrm>
        </p:grpSpPr>
        <p:grpSp>
          <p:nvGrpSpPr>
            <p:cNvPr id="5" name="Group 4"/>
            <p:cNvGrpSpPr/>
            <p:nvPr/>
          </p:nvGrpSpPr>
          <p:grpSpPr>
            <a:xfrm>
              <a:off x="7532478" y="1248524"/>
              <a:ext cx="3706451" cy="5266576"/>
              <a:chOff x="7559180" y="1202835"/>
              <a:chExt cx="3781758" cy="5373581"/>
            </a:xfrm>
          </p:grpSpPr>
          <p:pic>
            <p:nvPicPr>
              <p:cNvPr id="9" name="Picture 8"/>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555801" y="1485514"/>
                <a:ext cx="1687249" cy="1280060"/>
              </a:xfrm>
              <a:prstGeom prst="rect">
                <a:avLst/>
              </a:prstGeom>
            </p:spPr>
          </p:pic>
          <p:pic>
            <p:nvPicPr>
              <p:cNvPr id="10" name="Picture 9"/>
              <p:cNvPicPr>
                <a:picLocks noChangeAspect="1"/>
              </p:cNvPicPr>
              <p:nvPr/>
            </p:nvPicPr>
            <p:blipFill rotWithShape="1">
              <a:blip r:embed="rId4"/>
              <a:srcRect l="2435" t="2229" r="2273" b="719"/>
              <a:stretch/>
            </p:blipFill>
            <p:spPr>
              <a:xfrm>
                <a:off x="9459986" y="3366823"/>
                <a:ext cx="1878880" cy="1193365"/>
              </a:xfrm>
              <a:prstGeom prst="rect">
                <a:avLst/>
              </a:prstGeom>
            </p:spPr>
          </p:pic>
          <p:pic>
            <p:nvPicPr>
              <p:cNvPr id="12" name="Picture 11"/>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9457914" y="5384387"/>
                <a:ext cx="1883024" cy="1192029"/>
              </a:xfrm>
              <a:prstGeom prst="rect">
                <a:avLst/>
              </a:prstGeom>
            </p:spPr>
          </p:pic>
          <p:sp>
            <p:nvSpPr>
              <p:cNvPr id="13" name="TextBox 12"/>
              <p:cNvSpPr txBox="1"/>
              <p:nvPr/>
            </p:nvSpPr>
            <p:spPr>
              <a:xfrm>
                <a:off x="10113037" y="1202835"/>
                <a:ext cx="572778" cy="408239"/>
              </a:xfrm>
              <a:prstGeom prst="rect">
                <a:avLst/>
              </a:prstGeom>
              <a:noFill/>
            </p:spPr>
            <p:txBody>
              <a:bodyPr wrap="none" rtlCol="0">
                <a:spAutoFit/>
              </a:bodyPr>
              <a:lstStyle/>
              <a:p>
                <a:r>
                  <a:rPr lang="en-US" sz="2000" dirty="0">
                    <a:gradFill>
                      <a:gsLst>
                        <a:gs pos="96460">
                          <a:schemeClr val="tx1"/>
                        </a:gs>
                        <a:gs pos="84000">
                          <a:schemeClr val="tx1"/>
                        </a:gs>
                      </a:gsLst>
                      <a:lin ang="5400000" scaled="0"/>
                    </a:gradFill>
                    <a:latin typeface="+mj-lt"/>
                  </a:rPr>
                  <a:t>iOS</a:t>
                </a:r>
              </a:p>
            </p:txBody>
          </p:sp>
          <p:sp>
            <p:nvSpPr>
              <p:cNvPr id="14" name="TextBox 13"/>
              <p:cNvSpPr txBox="1"/>
              <p:nvPr/>
            </p:nvSpPr>
            <p:spPr>
              <a:xfrm>
                <a:off x="9855434" y="2973895"/>
                <a:ext cx="1087983" cy="408239"/>
              </a:xfrm>
              <a:prstGeom prst="rect">
                <a:avLst/>
              </a:prstGeom>
              <a:noFill/>
            </p:spPr>
            <p:txBody>
              <a:bodyPr wrap="none" rtlCol="0">
                <a:spAutoFit/>
              </a:bodyPr>
              <a:lstStyle>
                <a:defPPr>
                  <a:defRPr lang="en-US"/>
                </a:defPPr>
                <a:lvl1pPr>
                  <a:defRPr sz="2000">
                    <a:gradFill>
                      <a:gsLst>
                        <a:gs pos="96460">
                          <a:schemeClr val="tx1"/>
                        </a:gs>
                        <a:gs pos="84000">
                          <a:schemeClr val="tx1"/>
                        </a:gs>
                      </a:gsLst>
                      <a:lin ang="5400000" scaled="0"/>
                    </a:gradFill>
                    <a:latin typeface="+mj-lt"/>
                  </a:defRPr>
                </a:lvl1pPr>
              </a:lstStyle>
              <a:p>
                <a:r>
                  <a:rPr lang="en-US" dirty="0"/>
                  <a:t>Desktop</a:t>
                </a:r>
              </a:p>
            </p:txBody>
          </p:sp>
          <p:sp>
            <p:nvSpPr>
              <p:cNvPr id="15" name="TextBox 14"/>
              <p:cNvSpPr txBox="1"/>
              <p:nvPr/>
            </p:nvSpPr>
            <p:spPr>
              <a:xfrm>
                <a:off x="10053174" y="4976148"/>
                <a:ext cx="692502" cy="408239"/>
              </a:xfrm>
              <a:prstGeom prst="rect">
                <a:avLst/>
              </a:prstGeom>
              <a:noFill/>
            </p:spPr>
            <p:txBody>
              <a:bodyPr wrap="none" rtlCol="0">
                <a:spAutoFit/>
              </a:bodyPr>
              <a:lstStyle>
                <a:defPPr>
                  <a:defRPr lang="en-US"/>
                </a:defPPr>
                <a:lvl1pPr>
                  <a:defRPr sz="2000">
                    <a:gradFill>
                      <a:gsLst>
                        <a:gs pos="96460">
                          <a:schemeClr val="tx1"/>
                        </a:gs>
                        <a:gs pos="84000">
                          <a:schemeClr val="tx1"/>
                        </a:gs>
                      </a:gsLst>
                      <a:lin ang="5400000" scaled="0"/>
                    </a:gradFill>
                    <a:latin typeface="+mj-lt"/>
                  </a:defRPr>
                </a:lvl1pPr>
              </a:lstStyle>
              <a:p>
                <a:r>
                  <a:rPr lang="en-US" dirty="0"/>
                  <a:t>Web</a:t>
                </a:r>
              </a:p>
            </p:txBody>
          </p:sp>
          <p:cxnSp>
            <p:nvCxnSpPr>
              <p:cNvPr id="17" name="Elbow Connector 16"/>
              <p:cNvCxnSpPr/>
              <p:nvPr/>
            </p:nvCxnSpPr>
            <p:spPr>
              <a:xfrm rot="5400000" flipH="1" flipV="1">
                <a:off x="8190107" y="1631087"/>
                <a:ext cx="1089900" cy="1692602"/>
              </a:xfrm>
              <a:prstGeom prst="bentConnector2">
                <a:avLst/>
              </a:prstGeom>
              <a:ln w="31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3" name="Elbow Connector 22"/>
              <p:cNvCxnSpPr/>
              <p:nvPr/>
            </p:nvCxnSpPr>
            <p:spPr>
              <a:xfrm rot="16200000" flipH="1">
                <a:off x="8038242" y="4717252"/>
                <a:ext cx="1201937" cy="1416704"/>
              </a:xfrm>
              <a:prstGeom prst="bentConnector2">
                <a:avLst/>
              </a:prstGeom>
              <a:ln w="3175">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18" name="Group 17"/>
              <p:cNvGrpSpPr/>
              <p:nvPr/>
            </p:nvGrpSpPr>
            <p:grpSpPr>
              <a:xfrm>
                <a:off x="7559180" y="3988877"/>
                <a:ext cx="741747" cy="717742"/>
                <a:chOff x="8561388" y="1192213"/>
                <a:chExt cx="490538" cy="474663"/>
              </a:xfrm>
            </p:grpSpPr>
            <p:sp>
              <p:nvSpPr>
                <p:cNvPr id="20" name="Freeform 18"/>
                <p:cNvSpPr>
                  <a:spLocks noEditPoints="1"/>
                </p:cNvSpPr>
                <p:nvPr/>
              </p:nvSpPr>
              <p:spPr bwMode="auto">
                <a:xfrm>
                  <a:off x="8561388" y="1192213"/>
                  <a:ext cx="490538" cy="474663"/>
                </a:xfrm>
                <a:custGeom>
                  <a:avLst/>
                  <a:gdLst>
                    <a:gd name="T0" fmla="*/ 62 w 105"/>
                    <a:gd name="T1" fmla="*/ 102 h 102"/>
                    <a:gd name="T2" fmla="*/ 62 w 105"/>
                    <a:gd name="T3" fmla="*/ 92 h 102"/>
                    <a:gd name="T4" fmla="*/ 99 w 105"/>
                    <a:gd name="T5" fmla="*/ 92 h 102"/>
                    <a:gd name="T6" fmla="*/ 104 w 105"/>
                    <a:gd name="T7" fmla="*/ 89 h 102"/>
                    <a:gd name="T8" fmla="*/ 105 w 105"/>
                    <a:gd name="T9" fmla="*/ 79 h 102"/>
                    <a:gd name="T10" fmla="*/ 105 w 105"/>
                    <a:gd name="T11" fmla="*/ 16 h 102"/>
                    <a:gd name="T12" fmla="*/ 104 w 105"/>
                    <a:gd name="T13" fmla="*/ 10 h 102"/>
                    <a:gd name="T14" fmla="*/ 98 w 105"/>
                    <a:gd name="T15" fmla="*/ 9 h 102"/>
                    <a:gd name="T16" fmla="*/ 62 w 105"/>
                    <a:gd name="T17" fmla="*/ 9 h 102"/>
                    <a:gd name="T18" fmla="*/ 62 w 105"/>
                    <a:gd name="T19" fmla="*/ 0 h 102"/>
                    <a:gd name="T20" fmla="*/ 55 w 105"/>
                    <a:gd name="T21" fmla="*/ 0 h 102"/>
                    <a:gd name="T22" fmla="*/ 0 w 105"/>
                    <a:gd name="T23" fmla="*/ 9 h 102"/>
                    <a:gd name="T24" fmla="*/ 0 w 105"/>
                    <a:gd name="T25" fmla="*/ 93 h 102"/>
                    <a:gd name="T26" fmla="*/ 54 w 105"/>
                    <a:gd name="T27" fmla="*/ 102 h 102"/>
                    <a:gd name="T28" fmla="*/ 62 w 105"/>
                    <a:gd name="T29" fmla="*/ 102 h 102"/>
                    <a:gd name="T30" fmla="*/ 62 w 105"/>
                    <a:gd name="T31" fmla="*/ 81 h 102"/>
                    <a:gd name="T32" fmla="*/ 71 w 105"/>
                    <a:gd name="T33" fmla="*/ 81 h 102"/>
                    <a:gd name="T34" fmla="*/ 71 w 105"/>
                    <a:gd name="T35" fmla="*/ 73 h 102"/>
                    <a:gd name="T36" fmla="*/ 62 w 105"/>
                    <a:gd name="T37" fmla="*/ 73 h 102"/>
                    <a:gd name="T38" fmla="*/ 62 w 105"/>
                    <a:gd name="T39" fmla="*/ 68 h 102"/>
                    <a:gd name="T40" fmla="*/ 71 w 105"/>
                    <a:gd name="T41" fmla="*/ 68 h 102"/>
                    <a:gd name="T42" fmla="*/ 71 w 105"/>
                    <a:gd name="T43" fmla="*/ 59 h 102"/>
                    <a:gd name="T44" fmla="*/ 62 w 105"/>
                    <a:gd name="T45" fmla="*/ 59 h 102"/>
                    <a:gd name="T46" fmla="*/ 62 w 105"/>
                    <a:gd name="T47" fmla="*/ 55 h 102"/>
                    <a:gd name="T48" fmla="*/ 71 w 105"/>
                    <a:gd name="T49" fmla="*/ 55 h 102"/>
                    <a:gd name="T50" fmla="*/ 71 w 105"/>
                    <a:gd name="T51" fmla="*/ 46 h 102"/>
                    <a:gd name="T52" fmla="*/ 62 w 105"/>
                    <a:gd name="T53" fmla="*/ 46 h 102"/>
                    <a:gd name="T54" fmla="*/ 62 w 105"/>
                    <a:gd name="T55" fmla="*/ 41 h 102"/>
                    <a:gd name="T56" fmla="*/ 71 w 105"/>
                    <a:gd name="T57" fmla="*/ 41 h 102"/>
                    <a:gd name="T58" fmla="*/ 71 w 105"/>
                    <a:gd name="T59" fmla="*/ 33 h 102"/>
                    <a:gd name="T60" fmla="*/ 62 w 105"/>
                    <a:gd name="T61" fmla="*/ 33 h 102"/>
                    <a:gd name="T62" fmla="*/ 62 w 105"/>
                    <a:gd name="T63" fmla="*/ 28 h 102"/>
                    <a:gd name="T64" fmla="*/ 71 w 105"/>
                    <a:gd name="T65" fmla="*/ 28 h 102"/>
                    <a:gd name="T66" fmla="*/ 71 w 105"/>
                    <a:gd name="T67" fmla="*/ 20 h 102"/>
                    <a:gd name="T68" fmla="*/ 62 w 105"/>
                    <a:gd name="T69" fmla="*/ 20 h 102"/>
                    <a:gd name="T70" fmla="*/ 62 w 105"/>
                    <a:gd name="T71" fmla="*/ 13 h 102"/>
                    <a:gd name="T72" fmla="*/ 101 w 105"/>
                    <a:gd name="T73" fmla="*/ 13 h 102"/>
                    <a:gd name="T74" fmla="*/ 101 w 105"/>
                    <a:gd name="T75" fmla="*/ 88 h 102"/>
                    <a:gd name="T76" fmla="*/ 62 w 105"/>
                    <a:gd name="T77" fmla="*/ 88 h 102"/>
                    <a:gd name="T78" fmla="*/ 62 w 105"/>
                    <a:gd name="T79" fmla="*/ 81 h 102"/>
                    <a:gd name="T80" fmla="*/ 35 w 105"/>
                    <a:gd name="T81" fmla="*/ 70 h 102"/>
                    <a:gd name="T82" fmla="*/ 29 w 105"/>
                    <a:gd name="T83" fmla="*/ 55 h 102"/>
                    <a:gd name="T84" fmla="*/ 23 w 105"/>
                    <a:gd name="T85" fmla="*/ 69 h 102"/>
                    <a:gd name="T86" fmla="*/ 15 w 105"/>
                    <a:gd name="T87" fmla="*/ 69 h 102"/>
                    <a:gd name="T88" fmla="*/ 24 w 105"/>
                    <a:gd name="T89" fmla="*/ 51 h 102"/>
                    <a:gd name="T90" fmla="*/ 16 w 105"/>
                    <a:gd name="T91" fmla="*/ 32 h 102"/>
                    <a:gd name="T92" fmla="*/ 24 w 105"/>
                    <a:gd name="T93" fmla="*/ 32 h 102"/>
                    <a:gd name="T94" fmla="*/ 29 w 105"/>
                    <a:gd name="T95" fmla="*/ 46 h 102"/>
                    <a:gd name="T96" fmla="*/ 35 w 105"/>
                    <a:gd name="T97" fmla="*/ 31 h 102"/>
                    <a:gd name="T98" fmla="*/ 43 w 105"/>
                    <a:gd name="T99" fmla="*/ 31 h 102"/>
                    <a:gd name="T100" fmla="*/ 33 w 105"/>
                    <a:gd name="T101" fmla="*/ 50 h 102"/>
                    <a:gd name="T102" fmla="*/ 43 w 105"/>
                    <a:gd name="T103" fmla="*/ 70 h 102"/>
                    <a:gd name="T104" fmla="*/ 35 w 105"/>
                    <a:gd name="T105" fmla="*/ 70 h 1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105" h="102">
                      <a:moveTo>
                        <a:pt x="62" y="102"/>
                      </a:moveTo>
                      <a:cubicBezTo>
                        <a:pt x="62" y="99"/>
                        <a:pt x="62" y="95"/>
                        <a:pt x="62" y="92"/>
                      </a:cubicBezTo>
                      <a:cubicBezTo>
                        <a:pt x="74" y="92"/>
                        <a:pt x="86" y="92"/>
                        <a:pt x="99" y="92"/>
                      </a:cubicBezTo>
                      <a:cubicBezTo>
                        <a:pt x="101" y="92"/>
                        <a:pt x="104" y="91"/>
                        <a:pt x="104" y="89"/>
                      </a:cubicBezTo>
                      <a:cubicBezTo>
                        <a:pt x="105" y="86"/>
                        <a:pt x="105" y="82"/>
                        <a:pt x="105" y="79"/>
                      </a:cubicBezTo>
                      <a:cubicBezTo>
                        <a:pt x="105" y="58"/>
                        <a:pt x="105" y="37"/>
                        <a:pt x="105" y="16"/>
                      </a:cubicBezTo>
                      <a:cubicBezTo>
                        <a:pt x="105" y="14"/>
                        <a:pt x="105" y="12"/>
                        <a:pt x="104" y="10"/>
                      </a:cubicBezTo>
                      <a:cubicBezTo>
                        <a:pt x="102" y="9"/>
                        <a:pt x="100" y="9"/>
                        <a:pt x="98" y="9"/>
                      </a:cubicBezTo>
                      <a:cubicBezTo>
                        <a:pt x="86" y="9"/>
                        <a:pt x="74" y="9"/>
                        <a:pt x="62" y="9"/>
                      </a:cubicBezTo>
                      <a:cubicBezTo>
                        <a:pt x="62" y="6"/>
                        <a:pt x="62" y="3"/>
                        <a:pt x="62" y="0"/>
                      </a:cubicBezTo>
                      <a:cubicBezTo>
                        <a:pt x="55" y="0"/>
                        <a:pt x="55" y="0"/>
                        <a:pt x="55" y="0"/>
                      </a:cubicBezTo>
                      <a:cubicBezTo>
                        <a:pt x="36" y="3"/>
                        <a:pt x="18" y="6"/>
                        <a:pt x="0" y="9"/>
                      </a:cubicBezTo>
                      <a:cubicBezTo>
                        <a:pt x="0" y="37"/>
                        <a:pt x="0" y="65"/>
                        <a:pt x="0" y="93"/>
                      </a:cubicBezTo>
                      <a:cubicBezTo>
                        <a:pt x="18" y="96"/>
                        <a:pt x="36" y="99"/>
                        <a:pt x="54" y="102"/>
                      </a:cubicBezTo>
                      <a:lnTo>
                        <a:pt x="62" y="102"/>
                      </a:lnTo>
                      <a:close/>
                      <a:moveTo>
                        <a:pt x="62" y="81"/>
                      </a:moveTo>
                      <a:cubicBezTo>
                        <a:pt x="65" y="81"/>
                        <a:pt x="68" y="81"/>
                        <a:pt x="71" y="81"/>
                      </a:cubicBezTo>
                      <a:cubicBezTo>
                        <a:pt x="71" y="78"/>
                        <a:pt x="71" y="75"/>
                        <a:pt x="71" y="73"/>
                      </a:cubicBezTo>
                      <a:cubicBezTo>
                        <a:pt x="68" y="73"/>
                        <a:pt x="65" y="73"/>
                        <a:pt x="62" y="73"/>
                      </a:cubicBezTo>
                      <a:cubicBezTo>
                        <a:pt x="62" y="71"/>
                        <a:pt x="62" y="69"/>
                        <a:pt x="62" y="68"/>
                      </a:cubicBezTo>
                      <a:cubicBezTo>
                        <a:pt x="65" y="68"/>
                        <a:pt x="68" y="68"/>
                        <a:pt x="71" y="68"/>
                      </a:cubicBezTo>
                      <a:cubicBezTo>
                        <a:pt x="71" y="65"/>
                        <a:pt x="71" y="62"/>
                        <a:pt x="71" y="59"/>
                      </a:cubicBezTo>
                      <a:cubicBezTo>
                        <a:pt x="68" y="59"/>
                        <a:pt x="65" y="59"/>
                        <a:pt x="62" y="59"/>
                      </a:cubicBezTo>
                      <a:cubicBezTo>
                        <a:pt x="62" y="58"/>
                        <a:pt x="62" y="56"/>
                        <a:pt x="62" y="55"/>
                      </a:cubicBezTo>
                      <a:cubicBezTo>
                        <a:pt x="65" y="55"/>
                        <a:pt x="68" y="55"/>
                        <a:pt x="71" y="55"/>
                      </a:cubicBezTo>
                      <a:cubicBezTo>
                        <a:pt x="71" y="52"/>
                        <a:pt x="71" y="49"/>
                        <a:pt x="71" y="46"/>
                      </a:cubicBezTo>
                      <a:cubicBezTo>
                        <a:pt x="68" y="46"/>
                        <a:pt x="65" y="46"/>
                        <a:pt x="62" y="46"/>
                      </a:cubicBezTo>
                      <a:cubicBezTo>
                        <a:pt x="62" y="45"/>
                        <a:pt x="62" y="43"/>
                        <a:pt x="62" y="41"/>
                      </a:cubicBezTo>
                      <a:cubicBezTo>
                        <a:pt x="65" y="41"/>
                        <a:pt x="68" y="41"/>
                        <a:pt x="71" y="41"/>
                      </a:cubicBezTo>
                      <a:cubicBezTo>
                        <a:pt x="71" y="39"/>
                        <a:pt x="71" y="36"/>
                        <a:pt x="71" y="33"/>
                      </a:cubicBezTo>
                      <a:cubicBezTo>
                        <a:pt x="68" y="33"/>
                        <a:pt x="65" y="33"/>
                        <a:pt x="62" y="33"/>
                      </a:cubicBezTo>
                      <a:cubicBezTo>
                        <a:pt x="62" y="31"/>
                        <a:pt x="62" y="30"/>
                        <a:pt x="62" y="28"/>
                      </a:cubicBezTo>
                      <a:cubicBezTo>
                        <a:pt x="65" y="28"/>
                        <a:pt x="68" y="28"/>
                        <a:pt x="71" y="28"/>
                      </a:cubicBezTo>
                      <a:cubicBezTo>
                        <a:pt x="71" y="26"/>
                        <a:pt x="71" y="23"/>
                        <a:pt x="71" y="20"/>
                      </a:cubicBezTo>
                      <a:cubicBezTo>
                        <a:pt x="68" y="20"/>
                        <a:pt x="65" y="20"/>
                        <a:pt x="62" y="20"/>
                      </a:cubicBezTo>
                      <a:cubicBezTo>
                        <a:pt x="62" y="18"/>
                        <a:pt x="62" y="15"/>
                        <a:pt x="62" y="13"/>
                      </a:cubicBezTo>
                      <a:cubicBezTo>
                        <a:pt x="75" y="13"/>
                        <a:pt x="88" y="13"/>
                        <a:pt x="101" y="13"/>
                      </a:cubicBezTo>
                      <a:cubicBezTo>
                        <a:pt x="101" y="38"/>
                        <a:pt x="101" y="63"/>
                        <a:pt x="101" y="88"/>
                      </a:cubicBezTo>
                      <a:cubicBezTo>
                        <a:pt x="88" y="88"/>
                        <a:pt x="75" y="88"/>
                        <a:pt x="62" y="88"/>
                      </a:cubicBezTo>
                      <a:cubicBezTo>
                        <a:pt x="62" y="86"/>
                        <a:pt x="62" y="83"/>
                        <a:pt x="62" y="81"/>
                      </a:cubicBezTo>
                      <a:close/>
                      <a:moveTo>
                        <a:pt x="35" y="70"/>
                      </a:moveTo>
                      <a:cubicBezTo>
                        <a:pt x="33" y="65"/>
                        <a:pt x="30" y="60"/>
                        <a:pt x="29" y="55"/>
                      </a:cubicBezTo>
                      <a:cubicBezTo>
                        <a:pt x="27" y="60"/>
                        <a:pt x="25" y="64"/>
                        <a:pt x="23" y="69"/>
                      </a:cubicBezTo>
                      <a:cubicBezTo>
                        <a:pt x="20" y="69"/>
                        <a:pt x="18" y="69"/>
                        <a:pt x="15" y="69"/>
                      </a:cubicBezTo>
                      <a:cubicBezTo>
                        <a:pt x="18" y="63"/>
                        <a:pt x="21" y="57"/>
                        <a:pt x="24" y="51"/>
                      </a:cubicBezTo>
                      <a:cubicBezTo>
                        <a:pt x="22" y="44"/>
                        <a:pt x="19" y="38"/>
                        <a:pt x="16" y="32"/>
                      </a:cubicBezTo>
                      <a:cubicBezTo>
                        <a:pt x="19" y="32"/>
                        <a:pt x="21" y="32"/>
                        <a:pt x="24" y="32"/>
                      </a:cubicBezTo>
                      <a:cubicBezTo>
                        <a:pt x="26" y="36"/>
                        <a:pt x="28" y="41"/>
                        <a:pt x="29" y="46"/>
                      </a:cubicBezTo>
                      <a:cubicBezTo>
                        <a:pt x="31" y="41"/>
                        <a:pt x="33" y="36"/>
                        <a:pt x="35" y="31"/>
                      </a:cubicBezTo>
                      <a:cubicBezTo>
                        <a:pt x="38" y="31"/>
                        <a:pt x="40" y="31"/>
                        <a:pt x="43" y="31"/>
                      </a:cubicBezTo>
                      <a:cubicBezTo>
                        <a:pt x="40" y="37"/>
                        <a:pt x="37" y="44"/>
                        <a:pt x="33" y="50"/>
                      </a:cubicBezTo>
                      <a:cubicBezTo>
                        <a:pt x="37" y="57"/>
                        <a:pt x="40" y="64"/>
                        <a:pt x="43" y="70"/>
                      </a:cubicBezTo>
                      <a:cubicBezTo>
                        <a:pt x="40" y="70"/>
                        <a:pt x="38" y="70"/>
                        <a:pt x="35" y="70"/>
                      </a:cubicBezTo>
                      <a:close/>
                    </a:path>
                  </a:pathLst>
                </a:custGeom>
                <a:solidFill>
                  <a:schemeClr val="accent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9619" tIns="44810" rIns="89619" bIns="44810" numCol="1" anchor="t" anchorCtr="0" compatLnSpc="1">
                  <a:prstTxWarp prst="textNoShape">
                    <a:avLst/>
                  </a:prstTxWarp>
                </a:bodyPr>
                <a:lstStyle/>
                <a:p>
                  <a:endParaRPr lang="en-US" sz="1764"/>
                </a:p>
              </p:txBody>
            </p:sp>
            <p:sp>
              <p:nvSpPr>
                <p:cNvPr id="21" name="Freeform 19"/>
                <p:cNvSpPr>
                  <a:spLocks noEditPoints="1"/>
                </p:cNvSpPr>
                <p:nvPr/>
              </p:nvSpPr>
              <p:spPr bwMode="auto">
                <a:xfrm>
                  <a:off x="8915400" y="1285876"/>
                  <a:ext cx="79375" cy="284163"/>
                </a:xfrm>
                <a:custGeom>
                  <a:avLst/>
                  <a:gdLst>
                    <a:gd name="T0" fmla="*/ 17 w 17"/>
                    <a:gd name="T1" fmla="*/ 61 h 61"/>
                    <a:gd name="T2" fmla="*/ 0 w 17"/>
                    <a:gd name="T3" fmla="*/ 61 h 61"/>
                    <a:gd name="T4" fmla="*/ 0 w 17"/>
                    <a:gd name="T5" fmla="*/ 53 h 61"/>
                    <a:gd name="T6" fmla="*/ 17 w 17"/>
                    <a:gd name="T7" fmla="*/ 53 h 61"/>
                    <a:gd name="T8" fmla="*/ 17 w 17"/>
                    <a:gd name="T9" fmla="*/ 61 h 61"/>
                    <a:gd name="T10" fmla="*/ 17 w 17"/>
                    <a:gd name="T11" fmla="*/ 48 h 61"/>
                    <a:gd name="T12" fmla="*/ 0 w 17"/>
                    <a:gd name="T13" fmla="*/ 48 h 61"/>
                    <a:gd name="T14" fmla="*/ 0 w 17"/>
                    <a:gd name="T15" fmla="*/ 39 h 61"/>
                    <a:gd name="T16" fmla="*/ 17 w 17"/>
                    <a:gd name="T17" fmla="*/ 39 h 61"/>
                    <a:gd name="T18" fmla="*/ 17 w 17"/>
                    <a:gd name="T19" fmla="*/ 48 h 61"/>
                    <a:gd name="T20" fmla="*/ 17 w 17"/>
                    <a:gd name="T21" fmla="*/ 35 h 61"/>
                    <a:gd name="T22" fmla="*/ 0 w 17"/>
                    <a:gd name="T23" fmla="*/ 35 h 61"/>
                    <a:gd name="T24" fmla="*/ 0 w 17"/>
                    <a:gd name="T25" fmla="*/ 26 h 61"/>
                    <a:gd name="T26" fmla="*/ 17 w 17"/>
                    <a:gd name="T27" fmla="*/ 26 h 61"/>
                    <a:gd name="T28" fmla="*/ 17 w 17"/>
                    <a:gd name="T29" fmla="*/ 35 h 61"/>
                    <a:gd name="T30" fmla="*/ 17 w 17"/>
                    <a:gd name="T31" fmla="*/ 21 h 61"/>
                    <a:gd name="T32" fmla="*/ 0 w 17"/>
                    <a:gd name="T33" fmla="*/ 21 h 61"/>
                    <a:gd name="T34" fmla="*/ 0 w 17"/>
                    <a:gd name="T35" fmla="*/ 13 h 61"/>
                    <a:gd name="T36" fmla="*/ 17 w 17"/>
                    <a:gd name="T37" fmla="*/ 13 h 61"/>
                    <a:gd name="T38" fmla="*/ 17 w 17"/>
                    <a:gd name="T39" fmla="*/ 21 h 61"/>
                    <a:gd name="T40" fmla="*/ 17 w 17"/>
                    <a:gd name="T41" fmla="*/ 8 h 61"/>
                    <a:gd name="T42" fmla="*/ 0 w 17"/>
                    <a:gd name="T43" fmla="*/ 8 h 61"/>
                    <a:gd name="T44" fmla="*/ 0 w 17"/>
                    <a:gd name="T45" fmla="*/ 0 h 61"/>
                    <a:gd name="T46" fmla="*/ 17 w 17"/>
                    <a:gd name="T47" fmla="*/ 0 h 61"/>
                    <a:gd name="T48" fmla="*/ 17 w 17"/>
                    <a:gd name="T49" fmla="*/ 8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7" h="61">
                      <a:moveTo>
                        <a:pt x="17" y="61"/>
                      </a:moveTo>
                      <a:cubicBezTo>
                        <a:pt x="11" y="61"/>
                        <a:pt x="6" y="61"/>
                        <a:pt x="0" y="61"/>
                      </a:cubicBezTo>
                      <a:cubicBezTo>
                        <a:pt x="0" y="58"/>
                        <a:pt x="0" y="55"/>
                        <a:pt x="0" y="53"/>
                      </a:cubicBezTo>
                      <a:cubicBezTo>
                        <a:pt x="6" y="53"/>
                        <a:pt x="11" y="53"/>
                        <a:pt x="17" y="53"/>
                      </a:cubicBezTo>
                      <a:cubicBezTo>
                        <a:pt x="17" y="55"/>
                        <a:pt x="17" y="58"/>
                        <a:pt x="17" y="61"/>
                      </a:cubicBezTo>
                      <a:close/>
                      <a:moveTo>
                        <a:pt x="17" y="48"/>
                      </a:moveTo>
                      <a:cubicBezTo>
                        <a:pt x="11" y="48"/>
                        <a:pt x="6" y="48"/>
                        <a:pt x="0" y="48"/>
                      </a:cubicBezTo>
                      <a:cubicBezTo>
                        <a:pt x="0" y="45"/>
                        <a:pt x="0" y="42"/>
                        <a:pt x="0" y="39"/>
                      </a:cubicBezTo>
                      <a:cubicBezTo>
                        <a:pt x="6" y="39"/>
                        <a:pt x="11" y="39"/>
                        <a:pt x="17" y="39"/>
                      </a:cubicBezTo>
                      <a:cubicBezTo>
                        <a:pt x="17" y="42"/>
                        <a:pt x="17" y="45"/>
                        <a:pt x="17" y="48"/>
                      </a:cubicBezTo>
                      <a:close/>
                      <a:moveTo>
                        <a:pt x="17" y="35"/>
                      </a:moveTo>
                      <a:cubicBezTo>
                        <a:pt x="11" y="35"/>
                        <a:pt x="6" y="35"/>
                        <a:pt x="0" y="35"/>
                      </a:cubicBezTo>
                      <a:cubicBezTo>
                        <a:pt x="0" y="32"/>
                        <a:pt x="0" y="29"/>
                        <a:pt x="0" y="26"/>
                      </a:cubicBezTo>
                      <a:cubicBezTo>
                        <a:pt x="6" y="26"/>
                        <a:pt x="11" y="26"/>
                        <a:pt x="17" y="26"/>
                      </a:cubicBezTo>
                      <a:cubicBezTo>
                        <a:pt x="17" y="29"/>
                        <a:pt x="17" y="32"/>
                        <a:pt x="17" y="35"/>
                      </a:cubicBezTo>
                      <a:close/>
                      <a:moveTo>
                        <a:pt x="17" y="21"/>
                      </a:moveTo>
                      <a:cubicBezTo>
                        <a:pt x="11" y="21"/>
                        <a:pt x="6" y="21"/>
                        <a:pt x="0" y="21"/>
                      </a:cubicBezTo>
                      <a:cubicBezTo>
                        <a:pt x="0" y="19"/>
                        <a:pt x="0" y="16"/>
                        <a:pt x="0" y="13"/>
                      </a:cubicBezTo>
                      <a:cubicBezTo>
                        <a:pt x="6" y="13"/>
                        <a:pt x="11" y="13"/>
                        <a:pt x="17" y="13"/>
                      </a:cubicBezTo>
                      <a:cubicBezTo>
                        <a:pt x="17" y="16"/>
                        <a:pt x="17" y="19"/>
                        <a:pt x="17" y="21"/>
                      </a:cubicBezTo>
                      <a:close/>
                      <a:moveTo>
                        <a:pt x="17" y="8"/>
                      </a:moveTo>
                      <a:cubicBezTo>
                        <a:pt x="11" y="8"/>
                        <a:pt x="6" y="8"/>
                        <a:pt x="0" y="8"/>
                      </a:cubicBezTo>
                      <a:cubicBezTo>
                        <a:pt x="0" y="6"/>
                        <a:pt x="0" y="3"/>
                        <a:pt x="0" y="0"/>
                      </a:cubicBezTo>
                      <a:cubicBezTo>
                        <a:pt x="6" y="0"/>
                        <a:pt x="11" y="0"/>
                        <a:pt x="17" y="0"/>
                      </a:cubicBezTo>
                      <a:cubicBezTo>
                        <a:pt x="17" y="3"/>
                        <a:pt x="17" y="6"/>
                        <a:pt x="17" y="8"/>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9619" tIns="44810" rIns="89619" bIns="44810" numCol="1" anchor="t" anchorCtr="0" compatLnSpc="1">
                  <a:prstTxWarp prst="textNoShape">
                    <a:avLst/>
                  </a:prstTxWarp>
                </a:bodyPr>
                <a:lstStyle/>
                <a:p>
                  <a:endParaRPr lang="en-US" sz="1764"/>
                </a:p>
              </p:txBody>
            </p:sp>
            <p:sp>
              <p:nvSpPr>
                <p:cNvPr id="22" name="Freeform 20"/>
                <p:cNvSpPr>
                  <a:spLocks/>
                </p:cNvSpPr>
                <p:nvPr/>
              </p:nvSpPr>
              <p:spPr bwMode="auto">
                <a:xfrm>
                  <a:off x="8915400" y="1285876"/>
                  <a:ext cx="79375" cy="36513"/>
                </a:xfrm>
                <a:custGeom>
                  <a:avLst/>
                  <a:gdLst>
                    <a:gd name="T0" fmla="*/ 0 w 17"/>
                    <a:gd name="T1" fmla="*/ 8 h 8"/>
                    <a:gd name="T2" fmla="*/ 17 w 17"/>
                    <a:gd name="T3" fmla="*/ 8 h 8"/>
                    <a:gd name="T4" fmla="*/ 17 w 17"/>
                    <a:gd name="T5" fmla="*/ 0 h 8"/>
                    <a:gd name="T6" fmla="*/ 0 w 17"/>
                    <a:gd name="T7" fmla="*/ 0 h 8"/>
                    <a:gd name="T8" fmla="*/ 0 w 17"/>
                    <a:gd name="T9" fmla="*/ 8 h 8"/>
                  </a:gdLst>
                  <a:ahLst/>
                  <a:cxnLst>
                    <a:cxn ang="0">
                      <a:pos x="T0" y="T1"/>
                    </a:cxn>
                    <a:cxn ang="0">
                      <a:pos x="T2" y="T3"/>
                    </a:cxn>
                    <a:cxn ang="0">
                      <a:pos x="T4" y="T5"/>
                    </a:cxn>
                    <a:cxn ang="0">
                      <a:pos x="T6" y="T7"/>
                    </a:cxn>
                    <a:cxn ang="0">
                      <a:pos x="T8" y="T9"/>
                    </a:cxn>
                  </a:cxnLst>
                  <a:rect l="0" t="0" r="r" b="b"/>
                  <a:pathLst>
                    <a:path w="17" h="8">
                      <a:moveTo>
                        <a:pt x="0" y="8"/>
                      </a:moveTo>
                      <a:cubicBezTo>
                        <a:pt x="6" y="8"/>
                        <a:pt x="11" y="8"/>
                        <a:pt x="17" y="8"/>
                      </a:cubicBezTo>
                      <a:cubicBezTo>
                        <a:pt x="17" y="6"/>
                        <a:pt x="17" y="3"/>
                        <a:pt x="17" y="0"/>
                      </a:cubicBezTo>
                      <a:cubicBezTo>
                        <a:pt x="11" y="0"/>
                        <a:pt x="6" y="0"/>
                        <a:pt x="0" y="0"/>
                      </a:cubicBezTo>
                      <a:cubicBezTo>
                        <a:pt x="0" y="3"/>
                        <a:pt x="0" y="6"/>
                        <a:pt x="0" y="8"/>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9619" tIns="44810" rIns="89619" bIns="44810" numCol="1" anchor="t" anchorCtr="0" compatLnSpc="1">
                  <a:prstTxWarp prst="textNoShape">
                    <a:avLst/>
                  </a:prstTxWarp>
                </a:bodyPr>
                <a:lstStyle/>
                <a:p>
                  <a:endParaRPr lang="en-US" sz="1764"/>
                </a:p>
              </p:txBody>
            </p:sp>
            <p:sp>
              <p:nvSpPr>
                <p:cNvPr id="25" name="Freeform 21"/>
                <p:cNvSpPr>
                  <a:spLocks/>
                </p:cNvSpPr>
                <p:nvPr/>
              </p:nvSpPr>
              <p:spPr bwMode="auto">
                <a:xfrm>
                  <a:off x="8915400" y="1346201"/>
                  <a:ext cx="79375" cy="36513"/>
                </a:xfrm>
                <a:custGeom>
                  <a:avLst/>
                  <a:gdLst>
                    <a:gd name="T0" fmla="*/ 0 w 17"/>
                    <a:gd name="T1" fmla="*/ 8 h 8"/>
                    <a:gd name="T2" fmla="*/ 17 w 17"/>
                    <a:gd name="T3" fmla="*/ 8 h 8"/>
                    <a:gd name="T4" fmla="*/ 17 w 17"/>
                    <a:gd name="T5" fmla="*/ 0 h 8"/>
                    <a:gd name="T6" fmla="*/ 0 w 17"/>
                    <a:gd name="T7" fmla="*/ 0 h 8"/>
                    <a:gd name="T8" fmla="*/ 0 w 17"/>
                    <a:gd name="T9" fmla="*/ 8 h 8"/>
                  </a:gdLst>
                  <a:ahLst/>
                  <a:cxnLst>
                    <a:cxn ang="0">
                      <a:pos x="T0" y="T1"/>
                    </a:cxn>
                    <a:cxn ang="0">
                      <a:pos x="T2" y="T3"/>
                    </a:cxn>
                    <a:cxn ang="0">
                      <a:pos x="T4" y="T5"/>
                    </a:cxn>
                    <a:cxn ang="0">
                      <a:pos x="T6" y="T7"/>
                    </a:cxn>
                    <a:cxn ang="0">
                      <a:pos x="T8" y="T9"/>
                    </a:cxn>
                  </a:cxnLst>
                  <a:rect l="0" t="0" r="r" b="b"/>
                  <a:pathLst>
                    <a:path w="17" h="8">
                      <a:moveTo>
                        <a:pt x="0" y="8"/>
                      </a:moveTo>
                      <a:cubicBezTo>
                        <a:pt x="6" y="8"/>
                        <a:pt x="11" y="8"/>
                        <a:pt x="17" y="8"/>
                      </a:cubicBezTo>
                      <a:cubicBezTo>
                        <a:pt x="17" y="6"/>
                        <a:pt x="17" y="3"/>
                        <a:pt x="17" y="0"/>
                      </a:cubicBezTo>
                      <a:cubicBezTo>
                        <a:pt x="11" y="0"/>
                        <a:pt x="6" y="0"/>
                        <a:pt x="0" y="0"/>
                      </a:cubicBezTo>
                      <a:cubicBezTo>
                        <a:pt x="0" y="3"/>
                        <a:pt x="0" y="6"/>
                        <a:pt x="0" y="8"/>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9619" tIns="44810" rIns="89619" bIns="44810" numCol="1" anchor="t" anchorCtr="0" compatLnSpc="1">
                  <a:prstTxWarp prst="textNoShape">
                    <a:avLst/>
                  </a:prstTxWarp>
                </a:bodyPr>
                <a:lstStyle/>
                <a:p>
                  <a:endParaRPr lang="en-US" sz="1764"/>
                </a:p>
              </p:txBody>
            </p:sp>
            <p:sp>
              <p:nvSpPr>
                <p:cNvPr id="27" name="Freeform 22"/>
                <p:cNvSpPr>
                  <a:spLocks/>
                </p:cNvSpPr>
                <p:nvPr/>
              </p:nvSpPr>
              <p:spPr bwMode="auto">
                <a:xfrm>
                  <a:off x="8915400" y="1406526"/>
                  <a:ext cx="79375" cy="41275"/>
                </a:xfrm>
                <a:custGeom>
                  <a:avLst/>
                  <a:gdLst>
                    <a:gd name="T0" fmla="*/ 0 w 17"/>
                    <a:gd name="T1" fmla="*/ 9 h 9"/>
                    <a:gd name="T2" fmla="*/ 17 w 17"/>
                    <a:gd name="T3" fmla="*/ 9 h 9"/>
                    <a:gd name="T4" fmla="*/ 17 w 17"/>
                    <a:gd name="T5" fmla="*/ 0 h 9"/>
                    <a:gd name="T6" fmla="*/ 0 w 17"/>
                    <a:gd name="T7" fmla="*/ 0 h 9"/>
                    <a:gd name="T8" fmla="*/ 0 w 17"/>
                    <a:gd name="T9" fmla="*/ 9 h 9"/>
                  </a:gdLst>
                  <a:ahLst/>
                  <a:cxnLst>
                    <a:cxn ang="0">
                      <a:pos x="T0" y="T1"/>
                    </a:cxn>
                    <a:cxn ang="0">
                      <a:pos x="T2" y="T3"/>
                    </a:cxn>
                    <a:cxn ang="0">
                      <a:pos x="T4" y="T5"/>
                    </a:cxn>
                    <a:cxn ang="0">
                      <a:pos x="T6" y="T7"/>
                    </a:cxn>
                    <a:cxn ang="0">
                      <a:pos x="T8" y="T9"/>
                    </a:cxn>
                  </a:cxnLst>
                  <a:rect l="0" t="0" r="r" b="b"/>
                  <a:pathLst>
                    <a:path w="17" h="9">
                      <a:moveTo>
                        <a:pt x="0" y="9"/>
                      </a:moveTo>
                      <a:cubicBezTo>
                        <a:pt x="6" y="9"/>
                        <a:pt x="11" y="9"/>
                        <a:pt x="17" y="9"/>
                      </a:cubicBezTo>
                      <a:cubicBezTo>
                        <a:pt x="17" y="6"/>
                        <a:pt x="17" y="3"/>
                        <a:pt x="17" y="0"/>
                      </a:cubicBezTo>
                      <a:cubicBezTo>
                        <a:pt x="11" y="0"/>
                        <a:pt x="6" y="0"/>
                        <a:pt x="0" y="0"/>
                      </a:cubicBezTo>
                      <a:cubicBezTo>
                        <a:pt x="0" y="3"/>
                        <a:pt x="0" y="6"/>
                        <a:pt x="0" y="9"/>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9619" tIns="44810" rIns="89619" bIns="44810" numCol="1" anchor="t" anchorCtr="0" compatLnSpc="1">
                  <a:prstTxWarp prst="textNoShape">
                    <a:avLst/>
                  </a:prstTxWarp>
                </a:bodyPr>
                <a:lstStyle/>
                <a:p>
                  <a:endParaRPr lang="en-US" sz="1764"/>
                </a:p>
              </p:txBody>
            </p:sp>
            <p:sp>
              <p:nvSpPr>
                <p:cNvPr id="28" name="Freeform 23"/>
                <p:cNvSpPr>
                  <a:spLocks/>
                </p:cNvSpPr>
                <p:nvPr/>
              </p:nvSpPr>
              <p:spPr bwMode="auto">
                <a:xfrm>
                  <a:off x="8915400" y="1466851"/>
                  <a:ext cx="79375" cy="42863"/>
                </a:xfrm>
                <a:custGeom>
                  <a:avLst/>
                  <a:gdLst>
                    <a:gd name="T0" fmla="*/ 0 w 17"/>
                    <a:gd name="T1" fmla="*/ 9 h 9"/>
                    <a:gd name="T2" fmla="*/ 17 w 17"/>
                    <a:gd name="T3" fmla="*/ 9 h 9"/>
                    <a:gd name="T4" fmla="*/ 17 w 17"/>
                    <a:gd name="T5" fmla="*/ 0 h 9"/>
                    <a:gd name="T6" fmla="*/ 0 w 17"/>
                    <a:gd name="T7" fmla="*/ 0 h 9"/>
                    <a:gd name="T8" fmla="*/ 0 w 17"/>
                    <a:gd name="T9" fmla="*/ 9 h 9"/>
                  </a:gdLst>
                  <a:ahLst/>
                  <a:cxnLst>
                    <a:cxn ang="0">
                      <a:pos x="T0" y="T1"/>
                    </a:cxn>
                    <a:cxn ang="0">
                      <a:pos x="T2" y="T3"/>
                    </a:cxn>
                    <a:cxn ang="0">
                      <a:pos x="T4" y="T5"/>
                    </a:cxn>
                    <a:cxn ang="0">
                      <a:pos x="T6" y="T7"/>
                    </a:cxn>
                    <a:cxn ang="0">
                      <a:pos x="T8" y="T9"/>
                    </a:cxn>
                  </a:cxnLst>
                  <a:rect l="0" t="0" r="r" b="b"/>
                  <a:pathLst>
                    <a:path w="17" h="9">
                      <a:moveTo>
                        <a:pt x="0" y="9"/>
                      </a:moveTo>
                      <a:cubicBezTo>
                        <a:pt x="6" y="9"/>
                        <a:pt x="11" y="9"/>
                        <a:pt x="17" y="9"/>
                      </a:cubicBezTo>
                      <a:cubicBezTo>
                        <a:pt x="17" y="6"/>
                        <a:pt x="17" y="3"/>
                        <a:pt x="17" y="0"/>
                      </a:cubicBezTo>
                      <a:cubicBezTo>
                        <a:pt x="11" y="0"/>
                        <a:pt x="6" y="0"/>
                        <a:pt x="0" y="0"/>
                      </a:cubicBezTo>
                      <a:cubicBezTo>
                        <a:pt x="0" y="3"/>
                        <a:pt x="0" y="6"/>
                        <a:pt x="0" y="9"/>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9619" tIns="44810" rIns="89619" bIns="44810" numCol="1" anchor="t" anchorCtr="0" compatLnSpc="1">
                  <a:prstTxWarp prst="textNoShape">
                    <a:avLst/>
                  </a:prstTxWarp>
                </a:bodyPr>
                <a:lstStyle/>
                <a:p>
                  <a:endParaRPr lang="en-US" sz="1764"/>
                </a:p>
              </p:txBody>
            </p:sp>
            <p:sp>
              <p:nvSpPr>
                <p:cNvPr id="29" name="Freeform 24"/>
                <p:cNvSpPr>
                  <a:spLocks/>
                </p:cNvSpPr>
                <p:nvPr/>
              </p:nvSpPr>
              <p:spPr bwMode="auto">
                <a:xfrm>
                  <a:off x="8915400" y="1531938"/>
                  <a:ext cx="79375" cy="38100"/>
                </a:xfrm>
                <a:custGeom>
                  <a:avLst/>
                  <a:gdLst>
                    <a:gd name="T0" fmla="*/ 0 w 17"/>
                    <a:gd name="T1" fmla="*/ 8 h 8"/>
                    <a:gd name="T2" fmla="*/ 17 w 17"/>
                    <a:gd name="T3" fmla="*/ 8 h 8"/>
                    <a:gd name="T4" fmla="*/ 17 w 17"/>
                    <a:gd name="T5" fmla="*/ 0 h 8"/>
                    <a:gd name="T6" fmla="*/ 0 w 17"/>
                    <a:gd name="T7" fmla="*/ 0 h 8"/>
                    <a:gd name="T8" fmla="*/ 0 w 17"/>
                    <a:gd name="T9" fmla="*/ 8 h 8"/>
                  </a:gdLst>
                  <a:ahLst/>
                  <a:cxnLst>
                    <a:cxn ang="0">
                      <a:pos x="T0" y="T1"/>
                    </a:cxn>
                    <a:cxn ang="0">
                      <a:pos x="T2" y="T3"/>
                    </a:cxn>
                    <a:cxn ang="0">
                      <a:pos x="T4" y="T5"/>
                    </a:cxn>
                    <a:cxn ang="0">
                      <a:pos x="T6" y="T7"/>
                    </a:cxn>
                    <a:cxn ang="0">
                      <a:pos x="T8" y="T9"/>
                    </a:cxn>
                  </a:cxnLst>
                  <a:rect l="0" t="0" r="r" b="b"/>
                  <a:pathLst>
                    <a:path w="17" h="8">
                      <a:moveTo>
                        <a:pt x="0" y="8"/>
                      </a:moveTo>
                      <a:cubicBezTo>
                        <a:pt x="6" y="8"/>
                        <a:pt x="11" y="8"/>
                        <a:pt x="17" y="8"/>
                      </a:cubicBezTo>
                      <a:cubicBezTo>
                        <a:pt x="17" y="5"/>
                        <a:pt x="17" y="2"/>
                        <a:pt x="17" y="0"/>
                      </a:cubicBezTo>
                      <a:cubicBezTo>
                        <a:pt x="11" y="0"/>
                        <a:pt x="6" y="0"/>
                        <a:pt x="0" y="0"/>
                      </a:cubicBezTo>
                      <a:cubicBezTo>
                        <a:pt x="0" y="2"/>
                        <a:pt x="0" y="5"/>
                        <a:pt x="0" y="8"/>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9619" tIns="44810" rIns="89619" bIns="44810" numCol="1" anchor="t" anchorCtr="0" compatLnSpc="1">
                  <a:prstTxWarp prst="textNoShape">
                    <a:avLst/>
                  </a:prstTxWarp>
                </a:bodyPr>
                <a:lstStyle/>
                <a:p>
                  <a:endParaRPr lang="en-US" sz="1764"/>
                </a:p>
              </p:txBody>
            </p:sp>
          </p:grpSp>
        </p:grpSp>
        <p:sp>
          <p:nvSpPr>
            <p:cNvPr id="35" name="Freeform 25"/>
            <p:cNvSpPr>
              <a:spLocks noEditPoints="1"/>
            </p:cNvSpPr>
            <p:nvPr/>
          </p:nvSpPr>
          <p:spPr bwMode="auto">
            <a:xfrm>
              <a:off x="7532478" y="3130597"/>
              <a:ext cx="725122" cy="702344"/>
            </a:xfrm>
            <a:custGeom>
              <a:avLst/>
              <a:gdLst>
                <a:gd name="T0" fmla="*/ 65 w 65"/>
                <a:gd name="T1" fmla="*/ 8 h 63"/>
                <a:gd name="T2" fmla="*/ 62 w 65"/>
                <a:gd name="T3" fmla="*/ 6 h 63"/>
                <a:gd name="T4" fmla="*/ 38 w 65"/>
                <a:gd name="T5" fmla="*/ 6 h 63"/>
                <a:gd name="T6" fmla="*/ 38 w 65"/>
                <a:gd name="T7" fmla="*/ 0 h 63"/>
                <a:gd name="T8" fmla="*/ 34 w 65"/>
                <a:gd name="T9" fmla="*/ 0 h 63"/>
                <a:gd name="T10" fmla="*/ 0 w 65"/>
                <a:gd name="T11" fmla="*/ 6 h 63"/>
                <a:gd name="T12" fmla="*/ 0 w 65"/>
                <a:gd name="T13" fmla="*/ 57 h 63"/>
                <a:gd name="T14" fmla="*/ 34 w 65"/>
                <a:gd name="T15" fmla="*/ 63 h 63"/>
                <a:gd name="T16" fmla="*/ 38 w 65"/>
                <a:gd name="T17" fmla="*/ 63 h 63"/>
                <a:gd name="T18" fmla="*/ 38 w 65"/>
                <a:gd name="T19" fmla="*/ 57 h 63"/>
                <a:gd name="T20" fmla="*/ 60 w 65"/>
                <a:gd name="T21" fmla="*/ 57 h 63"/>
                <a:gd name="T22" fmla="*/ 64 w 65"/>
                <a:gd name="T23" fmla="*/ 56 h 63"/>
                <a:gd name="T24" fmla="*/ 65 w 65"/>
                <a:gd name="T25" fmla="*/ 52 h 63"/>
                <a:gd name="T26" fmla="*/ 65 w 65"/>
                <a:gd name="T27" fmla="*/ 8 h 63"/>
                <a:gd name="T28" fmla="*/ 25 w 65"/>
                <a:gd name="T29" fmla="*/ 41 h 63"/>
                <a:gd name="T30" fmla="*/ 20 w 65"/>
                <a:gd name="T31" fmla="*/ 41 h 63"/>
                <a:gd name="T32" fmla="*/ 17 w 65"/>
                <a:gd name="T33" fmla="*/ 27 h 63"/>
                <a:gd name="T34" fmla="*/ 14 w 65"/>
                <a:gd name="T35" fmla="*/ 41 h 63"/>
                <a:gd name="T36" fmla="*/ 10 w 65"/>
                <a:gd name="T37" fmla="*/ 40 h 63"/>
                <a:gd name="T38" fmla="*/ 6 w 65"/>
                <a:gd name="T39" fmla="*/ 21 h 63"/>
                <a:gd name="T40" fmla="*/ 10 w 65"/>
                <a:gd name="T41" fmla="*/ 21 h 63"/>
                <a:gd name="T42" fmla="*/ 12 w 65"/>
                <a:gd name="T43" fmla="*/ 35 h 63"/>
                <a:gd name="T44" fmla="*/ 16 w 65"/>
                <a:gd name="T45" fmla="*/ 21 h 63"/>
                <a:gd name="T46" fmla="*/ 20 w 65"/>
                <a:gd name="T47" fmla="*/ 20 h 63"/>
                <a:gd name="T48" fmla="*/ 23 w 65"/>
                <a:gd name="T49" fmla="*/ 35 h 63"/>
                <a:gd name="T50" fmla="*/ 25 w 65"/>
                <a:gd name="T51" fmla="*/ 20 h 63"/>
                <a:gd name="T52" fmla="*/ 30 w 65"/>
                <a:gd name="T53" fmla="*/ 20 h 63"/>
                <a:gd name="T54" fmla="*/ 25 w 65"/>
                <a:gd name="T55" fmla="*/ 41 h 63"/>
                <a:gd name="T56" fmla="*/ 63 w 65"/>
                <a:gd name="T57" fmla="*/ 55 h 63"/>
                <a:gd name="T58" fmla="*/ 38 w 65"/>
                <a:gd name="T59" fmla="*/ 55 h 63"/>
                <a:gd name="T60" fmla="*/ 38 w 65"/>
                <a:gd name="T61" fmla="*/ 49 h 63"/>
                <a:gd name="T62" fmla="*/ 57 w 65"/>
                <a:gd name="T63" fmla="*/ 49 h 63"/>
                <a:gd name="T64" fmla="*/ 57 w 65"/>
                <a:gd name="T65" fmla="*/ 46 h 63"/>
                <a:gd name="T66" fmla="*/ 38 w 65"/>
                <a:gd name="T67" fmla="*/ 46 h 63"/>
                <a:gd name="T68" fmla="*/ 38 w 65"/>
                <a:gd name="T69" fmla="*/ 42 h 63"/>
                <a:gd name="T70" fmla="*/ 57 w 65"/>
                <a:gd name="T71" fmla="*/ 42 h 63"/>
                <a:gd name="T72" fmla="*/ 57 w 65"/>
                <a:gd name="T73" fmla="*/ 39 h 63"/>
                <a:gd name="T74" fmla="*/ 38 w 65"/>
                <a:gd name="T75" fmla="*/ 39 h 63"/>
                <a:gd name="T76" fmla="*/ 38 w 65"/>
                <a:gd name="T77" fmla="*/ 36 h 63"/>
                <a:gd name="T78" fmla="*/ 57 w 65"/>
                <a:gd name="T79" fmla="*/ 36 h 63"/>
                <a:gd name="T80" fmla="*/ 57 w 65"/>
                <a:gd name="T81" fmla="*/ 33 h 63"/>
                <a:gd name="T82" fmla="*/ 38 w 65"/>
                <a:gd name="T83" fmla="*/ 33 h 63"/>
                <a:gd name="T84" fmla="*/ 38 w 65"/>
                <a:gd name="T85" fmla="*/ 29 h 63"/>
                <a:gd name="T86" fmla="*/ 57 w 65"/>
                <a:gd name="T87" fmla="*/ 29 h 63"/>
                <a:gd name="T88" fmla="*/ 57 w 65"/>
                <a:gd name="T89" fmla="*/ 26 h 63"/>
                <a:gd name="T90" fmla="*/ 38 w 65"/>
                <a:gd name="T91" fmla="*/ 26 h 63"/>
                <a:gd name="T92" fmla="*/ 38 w 65"/>
                <a:gd name="T93" fmla="*/ 22 h 63"/>
                <a:gd name="T94" fmla="*/ 57 w 65"/>
                <a:gd name="T95" fmla="*/ 22 h 63"/>
                <a:gd name="T96" fmla="*/ 57 w 65"/>
                <a:gd name="T97" fmla="*/ 19 h 63"/>
                <a:gd name="T98" fmla="*/ 38 w 65"/>
                <a:gd name="T99" fmla="*/ 19 h 63"/>
                <a:gd name="T100" fmla="*/ 38 w 65"/>
                <a:gd name="T101" fmla="*/ 16 h 63"/>
                <a:gd name="T102" fmla="*/ 57 w 65"/>
                <a:gd name="T103" fmla="*/ 16 h 63"/>
                <a:gd name="T104" fmla="*/ 57 w 65"/>
                <a:gd name="T105" fmla="*/ 13 h 63"/>
                <a:gd name="T106" fmla="*/ 38 w 65"/>
                <a:gd name="T107" fmla="*/ 13 h 63"/>
                <a:gd name="T108" fmla="*/ 38 w 65"/>
                <a:gd name="T109" fmla="*/ 8 h 63"/>
                <a:gd name="T110" fmla="*/ 63 w 65"/>
                <a:gd name="T111" fmla="*/ 8 h 63"/>
                <a:gd name="T112" fmla="*/ 63 w 65"/>
                <a:gd name="T113" fmla="*/ 55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65" h="63">
                  <a:moveTo>
                    <a:pt x="65" y="8"/>
                  </a:moveTo>
                  <a:cubicBezTo>
                    <a:pt x="65" y="7"/>
                    <a:pt x="64" y="5"/>
                    <a:pt x="62" y="6"/>
                  </a:cubicBezTo>
                  <a:cubicBezTo>
                    <a:pt x="54" y="5"/>
                    <a:pt x="46" y="6"/>
                    <a:pt x="38" y="6"/>
                  </a:cubicBezTo>
                  <a:cubicBezTo>
                    <a:pt x="38" y="4"/>
                    <a:pt x="38" y="2"/>
                    <a:pt x="38" y="0"/>
                  </a:cubicBezTo>
                  <a:cubicBezTo>
                    <a:pt x="34" y="0"/>
                    <a:pt x="34" y="0"/>
                    <a:pt x="34" y="0"/>
                  </a:cubicBezTo>
                  <a:cubicBezTo>
                    <a:pt x="23" y="2"/>
                    <a:pt x="12" y="4"/>
                    <a:pt x="0" y="6"/>
                  </a:cubicBezTo>
                  <a:cubicBezTo>
                    <a:pt x="0" y="23"/>
                    <a:pt x="0" y="40"/>
                    <a:pt x="0" y="57"/>
                  </a:cubicBezTo>
                  <a:cubicBezTo>
                    <a:pt x="12" y="59"/>
                    <a:pt x="23" y="61"/>
                    <a:pt x="34" y="63"/>
                  </a:cubicBezTo>
                  <a:cubicBezTo>
                    <a:pt x="38" y="63"/>
                    <a:pt x="38" y="63"/>
                    <a:pt x="38" y="63"/>
                  </a:cubicBezTo>
                  <a:cubicBezTo>
                    <a:pt x="38" y="61"/>
                    <a:pt x="38" y="59"/>
                    <a:pt x="38" y="57"/>
                  </a:cubicBezTo>
                  <a:cubicBezTo>
                    <a:pt x="46" y="57"/>
                    <a:pt x="53" y="57"/>
                    <a:pt x="60" y="57"/>
                  </a:cubicBezTo>
                  <a:cubicBezTo>
                    <a:pt x="62" y="57"/>
                    <a:pt x="63" y="57"/>
                    <a:pt x="64" y="56"/>
                  </a:cubicBezTo>
                  <a:cubicBezTo>
                    <a:pt x="65" y="55"/>
                    <a:pt x="65" y="53"/>
                    <a:pt x="65" y="52"/>
                  </a:cubicBezTo>
                  <a:cubicBezTo>
                    <a:pt x="65" y="37"/>
                    <a:pt x="65" y="23"/>
                    <a:pt x="65" y="8"/>
                  </a:cubicBezTo>
                  <a:close/>
                  <a:moveTo>
                    <a:pt x="25" y="41"/>
                  </a:moveTo>
                  <a:cubicBezTo>
                    <a:pt x="24" y="42"/>
                    <a:pt x="22" y="41"/>
                    <a:pt x="20" y="41"/>
                  </a:cubicBezTo>
                  <a:cubicBezTo>
                    <a:pt x="19" y="36"/>
                    <a:pt x="18" y="31"/>
                    <a:pt x="17" y="27"/>
                  </a:cubicBezTo>
                  <a:cubicBezTo>
                    <a:pt x="16" y="31"/>
                    <a:pt x="15" y="36"/>
                    <a:pt x="14" y="41"/>
                  </a:cubicBezTo>
                  <a:cubicBezTo>
                    <a:pt x="13" y="41"/>
                    <a:pt x="12" y="41"/>
                    <a:pt x="10" y="40"/>
                  </a:cubicBezTo>
                  <a:cubicBezTo>
                    <a:pt x="9" y="34"/>
                    <a:pt x="8" y="28"/>
                    <a:pt x="6" y="21"/>
                  </a:cubicBezTo>
                  <a:cubicBezTo>
                    <a:pt x="8" y="21"/>
                    <a:pt x="9" y="21"/>
                    <a:pt x="10" y="21"/>
                  </a:cubicBezTo>
                  <a:cubicBezTo>
                    <a:pt x="11" y="26"/>
                    <a:pt x="12" y="30"/>
                    <a:pt x="12" y="35"/>
                  </a:cubicBezTo>
                  <a:cubicBezTo>
                    <a:pt x="13" y="30"/>
                    <a:pt x="14" y="25"/>
                    <a:pt x="16" y="21"/>
                  </a:cubicBezTo>
                  <a:cubicBezTo>
                    <a:pt x="17" y="21"/>
                    <a:pt x="18" y="21"/>
                    <a:pt x="20" y="20"/>
                  </a:cubicBezTo>
                  <a:cubicBezTo>
                    <a:pt x="21" y="25"/>
                    <a:pt x="22" y="30"/>
                    <a:pt x="23" y="35"/>
                  </a:cubicBezTo>
                  <a:cubicBezTo>
                    <a:pt x="24" y="30"/>
                    <a:pt x="24" y="25"/>
                    <a:pt x="25" y="20"/>
                  </a:cubicBezTo>
                  <a:cubicBezTo>
                    <a:pt x="27" y="20"/>
                    <a:pt x="28" y="20"/>
                    <a:pt x="30" y="20"/>
                  </a:cubicBezTo>
                  <a:cubicBezTo>
                    <a:pt x="28" y="27"/>
                    <a:pt x="27" y="34"/>
                    <a:pt x="25" y="41"/>
                  </a:cubicBezTo>
                  <a:close/>
                  <a:moveTo>
                    <a:pt x="63" y="55"/>
                  </a:moveTo>
                  <a:cubicBezTo>
                    <a:pt x="55" y="55"/>
                    <a:pt x="46" y="55"/>
                    <a:pt x="38" y="55"/>
                  </a:cubicBezTo>
                  <a:cubicBezTo>
                    <a:pt x="38" y="53"/>
                    <a:pt x="38" y="51"/>
                    <a:pt x="38" y="49"/>
                  </a:cubicBezTo>
                  <a:cubicBezTo>
                    <a:pt x="45" y="49"/>
                    <a:pt x="51" y="49"/>
                    <a:pt x="57" y="49"/>
                  </a:cubicBezTo>
                  <a:cubicBezTo>
                    <a:pt x="57" y="48"/>
                    <a:pt x="57" y="47"/>
                    <a:pt x="57" y="46"/>
                  </a:cubicBezTo>
                  <a:cubicBezTo>
                    <a:pt x="51" y="46"/>
                    <a:pt x="45" y="46"/>
                    <a:pt x="38" y="46"/>
                  </a:cubicBezTo>
                  <a:cubicBezTo>
                    <a:pt x="38" y="45"/>
                    <a:pt x="38" y="43"/>
                    <a:pt x="38" y="42"/>
                  </a:cubicBezTo>
                  <a:cubicBezTo>
                    <a:pt x="45" y="42"/>
                    <a:pt x="51" y="42"/>
                    <a:pt x="57" y="42"/>
                  </a:cubicBezTo>
                  <a:cubicBezTo>
                    <a:pt x="57" y="41"/>
                    <a:pt x="57" y="40"/>
                    <a:pt x="57" y="39"/>
                  </a:cubicBezTo>
                  <a:cubicBezTo>
                    <a:pt x="51" y="39"/>
                    <a:pt x="45" y="39"/>
                    <a:pt x="38" y="39"/>
                  </a:cubicBezTo>
                  <a:cubicBezTo>
                    <a:pt x="38" y="38"/>
                    <a:pt x="38" y="37"/>
                    <a:pt x="38" y="36"/>
                  </a:cubicBezTo>
                  <a:cubicBezTo>
                    <a:pt x="45" y="36"/>
                    <a:pt x="51" y="36"/>
                    <a:pt x="57" y="36"/>
                  </a:cubicBezTo>
                  <a:cubicBezTo>
                    <a:pt x="57" y="35"/>
                    <a:pt x="57" y="34"/>
                    <a:pt x="57" y="33"/>
                  </a:cubicBezTo>
                  <a:cubicBezTo>
                    <a:pt x="51" y="33"/>
                    <a:pt x="45" y="33"/>
                    <a:pt x="38" y="33"/>
                  </a:cubicBezTo>
                  <a:cubicBezTo>
                    <a:pt x="38" y="31"/>
                    <a:pt x="38" y="30"/>
                    <a:pt x="38" y="29"/>
                  </a:cubicBezTo>
                  <a:cubicBezTo>
                    <a:pt x="45" y="29"/>
                    <a:pt x="51" y="29"/>
                    <a:pt x="57" y="29"/>
                  </a:cubicBezTo>
                  <a:cubicBezTo>
                    <a:pt x="57" y="28"/>
                    <a:pt x="57" y="27"/>
                    <a:pt x="57" y="26"/>
                  </a:cubicBezTo>
                  <a:cubicBezTo>
                    <a:pt x="51" y="26"/>
                    <a:pt x="45" y="26"/>
                    <a:pt x="38" y="26"/>
                  </a:cubicBezTo>
                  <a:cubicBezTo>
                    <a:pt x="38" y="25"/>
                    <a:pt x="38" y="24"/>
                    <a:pt x="38" y="22"/>
                  </a:cubicBezTo>
                  <a:cubicBezTo>
                    <a:pt x="45" y="22"/>
                    <a:pt x="51" y="22"/>
                    <a:pt x="57" y="22"/>
                  </a:cubicBezTo>
                  <a:cubicBezTo>
                    <a:pt x="57" y="21"/>
                    <a:pt x="57" y="20"/>
                    <a:pt x="57" y="19"/>
                  </a:cubicBezTo>
                  <a:cubicBezTo>
                    <a:pt x="51" y="19"/>
                    <a:pt x="45" y="19"/>
                    <a:pt x="38" y="19"/>
                  </a:cubicBezTo>
                  <a:cubicBezTo>
                    <a:pt x="38" y="18"/>
                    <a:pt x="38" y="17"/>
                    <a:pt x="38" y="16"/>
                  </a:cubicBezTo>
                  <a:cubicBezTo>
                    <a:pt x="45" y="16"/>
                    <a:pt x="51" y="16"/>
                    <a:pt x="57" y="16"/>
                  </a:cubicBezTo>
                  <a:cubicBezTo>
                    <a:pt x="57" y="15"/>
                    <a:pt x="57" y="14"/>
                    <a:pt x="57" y="13"/>
                  </a:cubicBezTo>
                  <a:cubicBezTo>
                    <a:pt x="51" y="13"/>
                    <a:pt x="45" y="13"/>
                    <a:pt x="38" y="13"/>
                  </a:cubicBezTo>
                  <a:cubicBezTo>
                    <a:pt x="38" y="11"/>
                    <a:pt x="38" y="9"/>
                    <a:pt x="38" y="8"/>
                  </a:cubicBezTo>
                  <a:cubicBezTo>
                    <a:pt x="46" y="8"/>
                    <a:pt x="55" y="8"/>
                    <a:pt x="63" y="8"/>
                  </a:cubicBezTo>
                  <a:cubicBezTo>
                    <a:pt x="63" y="23"/>
                    <a:pt x="63" y="39"/>
                    <a:pt x="63" y="55"/>
                  </a:cubicBez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9619" tIns="44810" rIns="89619" bIns="44810" numCol="1" anchor="t" anchorCtr="0" compatLnSpc="1">
              <a:prstTxWarp prst="textNoShape">
                <a:avLst/>
              </a:prstTxWarp>
            </a:bodyPr>
            <a:lstStyle/>
            <a:p>
              <a:endParaRPr lang="en-US" sz="1764"/>
            </a:p>
          </p:txBody>
        </p:sp>
      </p:grpSp>
      <p:sp>
        <p:nvSpPr>
          <p:cNvPr id="6" name="Footer Placeholder 5"/>
          <p:cNvSpPr>
            <a:spLocks noGrp="1"/>
          </p:cNvSpPr>
          <p:nvPr>
            <p:ph type="ftr" sz="quarter" idx="10"/>
          </p:nvPr>
        </p:nvSpPr>
        <p:spPr/>
        <p:txBody>
          <a:bodyPr/>
          <a:lstStyle/>
          <a:p>
            <a:pPr>
              <a:defRPr/>
            </a:pPr>
            <a:r>
              <a:rPr lang="en-US" sz="1400" smtClean="0">
                <a:gradFill>
                  <a:gsLst>
                    <a:gs pos="8367">
                      <a:schemeClr val="accent2"/>
                    </a:gs>
                    <a:gs pos="100000">
                      <a:schemeClr val="accent2"/>
                    </a:gs>
                  </a:gsLst>
                  <a:lin ang="5400000" scaled="0"/>
                </a:gradFill>
                <a:latin typeface="Segoe UI Black" panose="020B0A02040204020203" pitchFamily="34" charset="0"/>
                <a:ea typeface="Segoe UI Black" panose="020B0A02040204020203" pitchFamily="34" charset="0"/>
                <a:cs typeface="Segoe UI Black" panose="020B0A02040204020203" pitchFamily="34" charset="0"/>
              </a:rPr>
              <a:t>3</a:t>
            </a:r>
            <a:r>
              <a:rPr lang="en-US" sz="1400" smtClean="0">
                <a:gradFill>
                  <a:gsLst>
                    <a:gs pos="8367">
                      <a:srgbClr val="000000"/>
                    </a:gs>
                    <a:gs pos="31000">
                      <a:srgbClr val="000000"/>
                    </a:gs>
                  </a:gsLst>
                  <a:lin ang="5400000" scaled="0"/>
                </a:gradFill>
              </a:rPr>
              <a:t> Getting started</a:t>
            </a:r>
          </a:p>
          <a:p>
            <a:endParaRPr lang="en-US" dirty="0"/>
          </a:p>
        </p:txBody>
      </p:sp>
    </p:spTree>
    <p:extLst>
      <p:ext uri="{BB962C8B-B14F-4D97-AF65-F5344CB8AC3E}">
        <p14:creationId xmlns:p14="http://schemas.microsoft.com/office/powerpoint/2010/main" val="8330309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Coding pattern</a:t>
            </a:r>
            <a:endParaRPr lang="en-US" dirty="0"/>
          </a:p>
        </p:txBody>
      </p:sp>
      <p:sp>
        <p:nvSpPr>
          <p:cNvPr id="31" name="Rectangle 30"/>
          <p:cNvSpPr/>
          <p:nvPr/>
        </p:nvSpPr>
        <p:spPr>
          <a:xfrm>
            <a:off x="5614220" y="1196521"/>
            <a:ext cx="1680236" cy="739531"/>
          </a:xfrm>
          <a:prstGeom prst="rect">
            <a:avLst/>
          </a:prstGeom>
          <a:solidFill>
            <a:schemeClr val="accent2"/>
          </a:solidFill>
          <a:ln cap="sq">
            <a:solidFill>
              <a:schemeClr val="tx1"/>
            </a:solidFill>
            <a:miter lim="800000"/>
          </a:ln>
        </p:spPr>
        <p:style>
          <a:lnRef idx="2">
            <a:schemeClr val="accent2">
              <a:shade val="50000"/>
            </a:schemeClr>
          </a:lnRef>
          <a:fillRef idx="1">
            <a:schemeClr val="accent2"/>
          </a:fillRef>
          <a:effectRef idx="0">
            <a:schemeClr val="accent2"/>
          </a:effectRef>
          <a:fontRef idx="minor">
            <a:schemeClr val="lt1"/>
          </a:fontRef>
        </p:style>
        <p:txBody>
          <a:bodyPr lIns="146304" tIns="91440" rIns="146304" bIns="91440" rtlCol="0" anchor="ctr"/>
          <a:lstStyle/>
          <a:p>
            <a:pPr marL="225425" indent="-225425">
              <a:lnSpc>
                <a:spcPct val="90000"/>
              </a:lnSpc>
              <a:spcBef>
                <a:spcPts val="600"/>
              </a:spcBef>
            </a:pPr>
            <a:r>
              <a:rPr lang="en-US" sz="1600" b="1" dirty="0" smtClean="0">
                <a:gradFill>
                  <a:gsLst>
                    <a:gs pos="94000">
                      <a:schemeClr val="bg1"/>
                    </a:gs>
                    <a:gs pos="62000">
                      <a:schemeClr val="bg1"/>
                    </a:gs>
                  </a:gsLst>
                  <a:lin ang="5400000" scaled="0"/>
                </a:gradFill>
              </a:rPr>
              <a:t>2: Instructions batched</a:t>
            </a:r>
            <a:endParaRPr lang="en-US" sz="1600" b="1" dirty="0">
              <a:gradFill>
                <a:gsLst>
                  <a:gs pos="94000">
                    <a:schemeClr val="bg1"/>
                  </a:gs>
                  <a:gs pos="62000">
                    <a:schemeClr val="bg1"/>
                  </a:gs>
                </a:gsLst>
                <a:lin ang="5400000" scaled="0"/>
              </a:gradFill>
            </a:endParaRPr>
          </a:p>
        </p:txBody>
      </p:sp>
      <p:sp>
        <p:nvSpPr>
          <p:cNvPr id="32" name="TextBox 31"/>
          <p:cNvSpPr txBox="1"/>
          <p:nvPr/>
        </p:nvSpPr>
        <p:spPr>
          <a:xfrm>
            <a:off x="436563" y="1463231"/>
            <a:ext cx="4855464" cy="1692771"/>
          </a:xfrm>
          <a:prstGeom prst="rect">
            <a:avLst/>
          </a:prstGeom>
          <a:noFill/>
        </p:spPr>
        <p:txBody>
          <a:bodyPr wrap="square" lIns="0" tIns="0" rIns="0" bIns="0" rtlCol="0">
            <a:spAutoFit/>
          </a:bodyPr>
          <a:lstStyle/>
          <a:p>
            <a:r>
              <a:rPr lang="en-US" sz="1100" dirty="0" err="1">
                <a:solidFill>
                  <a:srgbClr val="000000"/>
                </a:solidFill>
                <a:highlight>
                  <a:srgbClr val="FFFFFF"/>
                </a:highlight>
                <a:latin typeface="Consolas" panose="020B0609020204030204" pitchFamily="49" charset="0"/>
              </a:rPr>
              <a:t>Excel.run</a:t>
            </a:r>
            <a:r>
              <a:rPr lang="en-US" sz="1100" dirty="0">
                <a:solidFill>
                  <a:srgbClr val="000000"/>
                </a:solidFill>
                <a:highlight>
                  <a:srgbClr val="FFFFFF"/>
                </a:highlight>
                <a:latin typeface="Consolas" panose="020B0609020204030204" pitchFamily="49" charset="0"/>
              </a:rPr>
              <a:t>(</a:t>
            </a:r>
            <a:r>
              <a:rPr lang="en-US" sz="1100" dirty="0">
                <a:solidFill>
                  <a:srgbClr val="0000FF"/>
                </a:solidFill>
                <a:highlight>
                  <a:srgbClr val="FFFFFF"/>
                </a:highlight>
                <a:latin typeface="Consolas" panose="020B0609020204030204" pitchFamily="49" charset="0"/>
              </a:rPr>
              <a:t>function</a:t>
            </a:r>
            <a:r>
              <a:rPr lang="en-US" sz="1100" dirty="0">
                <a:solidFill>
                  <a:srgbClr val="000000"/>
                </a:solidFill>
                <a:highlight>
                  <a:srgbClr val="FFFFFF"/>
                </a:highlight>
                <a:latin typeface="Consolas" panose="020B0609020204030204" pitchFamily="49" charset="0"/>
              </a:rPr>
              <a:t> (</a:t>
            </a:r>
            <a:r>
              <a:rPr lang="en-US" sz="1100" dirty="0" err="1">
                <a:solidFill>
                  <a:srgbClr val="000000"/>
                </a:solidFill>
                <a:highlight>
                  <a:srgbClr val="FFFFFF"/>
                </a:highlight>
                <a:latin typeface="Consolas" panose="020B0609020204030204" pitchFamily="49" charset="0"/>
              </a:rPr>
              <a:t>ctx</a:t>
            </a:r>
            <a:r>
              <a:rPr lang="en-US" sz="1100" dirty="0">
                <a:solidFill>
                  <a:srgbClr val="000000"/>
                </a:solidFill>
                <a:highlight>
                  <a:srgbClr val="FFFFFF"/>
                </a:highlight>
                <a:latin typeface="Consolas" panose="020B0609020204030204" pitchFamily="49" charset="0"/>
              </a:rPr>
              <a:t>) {</a:t>
            </a:r>
          </a:p>
          <a:p>
            <a:r>
              <a:rPr lang="en-US" sz="1100" smtClean="0">
                <a:solidFill>
                  <a:srgbClr val="008000"/>
                </a:solidFill>
                <a:highlight>
                  <a:srgbClr val="FFFFFF"/>
                </a:highlight>
                <a:latin typeface="Consolas" panose="020B0609020204030204" pitchFamily="49" charset="0"/>
              </a:rPr>
              <a:t>    // </a:t>
            </a:r>
            <a:r>
              <a:rPr lang="en-US" sz="1100" dirty="0">
                <a:solidFill>
                  <a:srgbClr val="008000"/>
                </a:solidFill>
                <a:highlight>
                  <a:srgbClr val="FFFFFF"/>
                </a:highlight>
                <a:latin typeface="Consolas" panose="020B0609020204030204" pitchFamily="49" charset="0"/>
              </a:rPr>
              <a:t>Create a proxy object for the active worksheet</a:t>
            </a:r>
            <a:endParaRPr lang="en-US" sz="1100" dirty="0">
              <a:solidFill>
                <a:srgbClr val="000000"/>
              </a:solidFill>
              <a:highlight>
                <a:srgbClr val="FFFFFF"/>
              </a:highlight>
              <a:latin typeface="Consolas" panose="020B0609020204030204" pitchFamily="49" charset="0"/>
            </a:endParaRPr>
          </a:p>
          <a:p>
            <a:r>
              <a:rPr lang="en-US" sz="1100" smtClean="0">
                <a:solidFill>
                  <a:srgbClr val="008000"/>
                </a:solidFill>
                <a:highlight>
                  <a:srgbClr val="FFFFFF"/>
                </a:highlight>
                <a:latin typeface="Consolas" panose="020B0609020204030204" pitchFamily="49" charset="0"/>
              </a:rPr>
              <a:t>    </a:t>
            </a:r>
            <a:r>
              <a:rPr lang="en-US" sz="1100" smtClean="0">
                <a:solidFill>
                  <a:srgbClr val="0000FF"/>
                </a:solidFill>
                <a:highlight>
                  <a:srgbClr val="FFFFFF"/>
                </a:highlight>
                <a:latin typeface="Consolas" panose="020B0609020204030204" pitchFamily="49" charset="0"/>
              </a:rPr>
              <a:t>var</a:t>
            </a:r>
            <a:r>
              <a:rPr lang="en-US" sz="1100" smtClean="0">
                <a:solidFill>
                  <a:srgbClr val="000000"/>
                </a:solidFill>
                <a:highlight>
                  <a:srgbClr val="FFFFFF"/>
                </a:highlight>
                <a:latin typeface="Consolas" panose="020B0609020204030204" pitchFamily="49" charset="0"/>
              </a:rPr>
              <a:t> </a:t>
            </a:r>
            <a:r>
              <a:rPr lang="en-US" sz="1100" dirty="0">
                <a:solidFill>
                  <a:srgbClr val="000000"/>
                </a:solidFill>
                <a:highlight>
                  <a:srgbClr val="FFFFFF"/>
                </a:highlight>
                <a:latin typeface="Consolas" panose="020B0609020204030204" pitchFamily="49" charset="0"/>
              </a:rPr>
              <a:t>sheet = </a:t>
            </a:r>
            <a:r>
              <a:rPr lang="en-US" sz="1100" dirty="0" err="1">
                <a:solidFill>
                  <a:srgbClr val="000000"/>
                </a:solidFill>
                <a:highlight>
                  <a:srgbClr val="FFFFFF"/>
                </a:highlight>
                <a:latin typeface="Consolas" panose="020B0609020204030204" pitchFamily="49" charset="0"/>
              </a:rPr>
              <a:t>ctx.workbook.worksheets.getActiveWorksheet</a:t>
            </a:r>
            <a:r>
              <a:rPr lang="en-US" sz="1100" dirty="0">
                <a:solidFill>
                  <a:srgbClr val="000000"/>
                </a:solidFill>
                <a:highlight>
                  <a:srgbClr val="FFFFFF"/>
                </a:highlight>
                <a:latin typeface="Consolas" panose="020B0609020204030204" pitchFamily="49" charset="0"/>
              </a:rPr>
              <a:t>();</a:t>
            </a:r>
          </a:p>
          <a:p>
            <a:r>
              <a:rPr lang="en-US" sz="1100" smtClean="0">
                <a:solidFill>
                  <a:srgbClr val="000000"/>
                </a:solidFill>
                <a:highlight>
                  <a:srgbClr val="FFFFFF"/>
                </a:highlight>
                <a:latin typeface="Consolas" panose="020B0609020204030204" pitchFamily="49" charset="0"/>
              </a:rPr>
              <a:t>    sheet.getRange</a:t>
            </a:r>
            <a:r>
              <a:rPr lang="en-US" sz="1100" dirty="0">
                <a:solidFill>
                  <a:srgbClr val="000000"/>
                </a:solidFill>
                <a:highlight>
                  <a:srgbClr val="FFFFFF"/>
                </a:highlight>
                <a:latin typeface="Consolas" panose="020B0609020204030204" pitchFamily="49" charset="0"/>
              </a:rPr>
              <a:t>(</a:t>
            </a:r>
            <a:r>
              <a:rPr lang="en-US" sz="1100" dirty="0">
                <a:solidFill>
                  <a:srgbClr val="A31515"/>
                </a:solidFill>
                <a:highlight>
                  <a:srgbClr val="FFFFFF"/>
                </a:highlight>
                <a:latin typeface="Consolas" panose="020B0609020204030204" pitchFamily="49" charset="0"/>
              </a:rPr>
              <a:t>"A1"</a:t>
            </a:r>
            <a:r>
              <a:rPr lang="en-US" sz="1100" dirty="0">
                <a:solidFill>
                  <a:srgbClr val="000000"/>
                </a:solidFill>
                <a:highlight>
                  <a:srgbClr val="FFFFFF"/>
                </a:highlight>
                <a:latin typeface="Consolas" panose="020B0609020204030204" pitchFamily="49" charset="0"/>
              </a:rPr>
              <a:t>).values = </a:t>
            </a:r>
            <a:r>
              <a:rPr lang="en-US" sz="1100" dirty="0">
                <a:solidFill>
                  <a:srgbClr val="A31515"/>
                </a:solidFill>
                <a:highlight>
                  <a:srgbClr val="FFFFFF"/>
                </a:highlight>
                <a:latin typeface="Consolas" panose="020B0609020204030204" pitchFamily="49" charset="0"/>
              </a:rPr>
              <a:t>"Quarterly Sales Report"</a:t>
            </a:r>
            <a:r>
              <a:rPr lang="en-US" sz="1100" dirty="0">
                <a:solidFill>
                  <a:srgbClr val="000000"/>
                </a:solidFill>
                <a:highlight>
                  <a:srgbClr val="FFFFFF"/>
                </a:highlight>
                <a:latin typeface="Consolas" panose="020B0609020204030204" pitchFamily="49" charset="0"/>
              </a:rPr>
              <a:t>;</a:t>
            </a:r>
          </a:p>
          <a:p>
            <a:r>
              <a:rPr lang="en-US" sz="1100" smtClean="0">
                <a:solidFill>
                  <a:srgbClr val="000000"/>
                </a:solidFill>
                <a:highlight>
                  <a:srgbClr val="FFFFFF"/>
                </a:highlight>
                <a:latin typeface="Consolas" panose="020B0609020204030204" pitchFamily="49" charset="0"/>
              </a:rPr>
              <a:t>    sheet.getRange</a:t>
            </a:r>
            <a:r>
              <a:rPr lang="en-US" sz="1100" dirty="0">
                <a:solidFill>
                  <a:srgbClr val="000000"/>
                </a:solidFill>
                <a:highlight>
                  <a:srgbClr val="FFFFFF"/>
                </a:highlight>
                <a:latin typeface="Consolas" panose="020B0609020204030204" pitchFamily="49" charset="0"/>
              </a:rPr>
              <a:t>(</a:t>
            </a:r>
            <a:r>
              <a:rPr lang="en-US" sz="1100" dirty="0">
                <a:solidFill>
                  <a:srgbClr val="A31515"/>
                </a:solidFill>
                <a:highlight>
                  <a:srgbClr val="FFFFFF"/>
                </a:highlight>
                <a:latin typeface="Consolas" panose="020B0609020204030204" pitchFamily="49" charset="0"/>
              </a:rPr>
              <a:t>"A1"</a:t>
            </a:r>
            <a:r>
              <a:rPr lang="en-US" sz="1100" dirty="0">
                <a:solidFill>
                  <a:srgbClr val="000000"/>
                </a:solidFill>
                <a:highlight>
                  <a:srgbClr val="FFFFFF"/>
                </a:highlight>
                <a:latin typeface="Consolas" panose="020B0609020204030204" pitchFamily="49" charset="0"/>
              </a:rPr>
              <a:t>).format.font.name = </a:t>
            </a:r>
            <a:r>
              <a:rPr lang="en-US" sz="1100" dirty="0">
                <a:solidFill>
                  <a:srgbClr val="A31515"/>
                </a:solidFill>
                <a:highlight>
                  <a:srgbClr val="FFFFFF"/>
                </a:highlight>
                <a:latin typeface="Consolas" panose="020B0609020204030204" pitchFamily="49" charset="0"/>
              </a:rPr>
              <a:t>"Century"</a:t>
            </a:r>
            <a:r>
              <a:rPr lang="en-US" sz="1100" dirty="0">
                <a:solidFill>
                  <a:srgbClr val="000000"/>
                </a:solidFill>
                <a:highlight>
                  <a:srgbClr val="FFFFFF"/>
                </a:highlight>
                <a:latin typeface="Consolas" panose="020B0609020204030204" pitchFamily="49" charset="0"/>
              </a:rPr>
              <a:t>;</a:t>
            </a:r>
          </a:p>
          <a:p>
            <a:r>
              <a:rPr lang="en-US" sz="1100" smtClean="0">
                <a:solidFill>
                  <a:srgbClr val="000000"/>
                </a:solidFill>
                <a:highlight>
                  <a:srgbClr val="FFFFFF"/>
                </a:highlight>
                <a:latin typeface="Consolas" panose="020B0609020204030204" pitchFamily="49" charset="0"/>
              </a:rPr>
              <a:t>    sheet.getRange</a:t>
            </a:r>
            <a:r>
              <a:rPr lang="en-US" sz="1100" dirty="0">
                <a:solidFill>
                  <a:srgbClr val="000000"/>
                </a:solidFill>
                <a:highlight>
                  <a:srgbClr val="FFFFFF"/>
                </a:highlight>
                <a:latin typeface="Consolas" panose="020B0609020204030204" pitchFamily="49" charset="0"/>
              </a:rPr>
              <a:t>(</a:t>
            </a:r>
            <a:r>
              <a:rPr lang="en-US" sz="1100" dirty="0">
                <a:solidFill>
                  <a:srgbClr val="A31515"/>
                </a:solidFill>
                <a:highlight>
                  <a:srgbClr val="FFFFFF"/>
                </a:highlight>
                <a:latin typeface="Consolas" panose="020B0609020204030204" pitchFamily="49" charset="0"/>
              </a:rPr>
              <a:t>"A1"</a:t>
            </a:r>
            <a:r>
              <a:rPr lang="en-US" sz="1100" dirty="0">
                <a:solidFill>
                  <a:srgbClr val="000000"/>
                </a:solidFill>
                <a:highlight>
                  <a:srgbClr val="FFFFFF"/>
                </a:highlight>
                <a:latin typeface="Consolas" panose="020B0609020204030204" pitchFamily="49" charset="0"/>
              </a:rPr>
              <a:t>).</a:t>
            </a:r>
            <a:r>
              <a:rPr lang="en-US" sz="1100" dirty="0" err="1">
                <a:solidFill>
                  <a:srgbClr val="000000"/>
                </a:solidFill>
                <a:highlight>
                  <a:srgbClr val="FFFFFF"/>
                </a:highlight>
                <a:latin typeface="Consolas" panose="020B0609020204030204" pitchFamily="49" charset="0"/>
              </a:rPr>
              <a:t>format.font.size</a:t>
            </a:r>
            <a:r>
              <a:rPr lang="en-US" sz="1100" dirty="0">
                <a:solidFill>
                  <a:srgbClr val="000000"/>
                </a:solidFill>
                <a:highlight>
                  <a:srgbClr val="FFFFFF"/>
                </a:highlight>
                <a:latin typeface="Consolas" panose="020B0609020204030204" pitchFamily="49" charset="0"/>
              </a:rPr>
              <a:t> = 26;</a:t>
            </a:r>
          </a:p>
          <a:p>
            <a:r>
              <a:rPr lang="en-US" sz="1100" smtClean="0">
                <a:solidFill>
                  <a:srgbClr val="0000FF"/>
                </a:solidFill>
                <a:highlight>
                  <a:srgbClr val="FFFFFF"/>
                </a:highlight>
                <a:latin typeface="Consolas" panose="020B0609020204030204" pitchFamily="49" charset="0"/>
              </a:rPr>
              <a:t>    var</a:t>
            </a:r>
            <a:r>
              <a:rPr lang="en-US" sz="1100" smtClean="0">
                <a:solidFill>
                  <a:srgbClr val="000000"/>
                </a:solidFill>
                <a:highlight>
                  <a:srgbClr val="FFFFFF"/>
                </a:highlight>
                <a:latin typeface="Consolas" panose="020B0609020204030204" pitchFamily="49" charset="0"/>
              </a:rPr>
              <a:t> </a:t>
            </a:r>
            <a:r>
              <a:rPr lang="en-US" sz="1100" dirty="0">
                <a:solidFill>
                  <a:srgbClr val="000000"/>
                </a:solidFill>
                <a:highlight>
                  <a:srgbClr val="FFFFFF"/>
                </a:highlight>
                <a:latin typeface="Consolas" panose="020B0609020204030204" pitchFamily="49" charset="0"/>
              </a:rPr>
              <a:t>range = </a:t>
            </a:r>
            <a:r>
              <a:rPr lang="en-US" sz="1100" dirty="0" err="1">
                <a:solidFill>
                  <a:srgbClr val="000000"/>
                </a:solidFill>
                <a:highlight>
                  <a:srgbClr val="FFFFFF"/>
                </a:highlight>
                <a:latin typeface="Consolas" panose="020B0609020204030204" pitchFamily="49" charset="0"/>
              </a:rPr>
              <a:t>sheet.getRange</a:t>
            </a:r>
            <a:r>
              <a:rPr lang="en-US" sz="1100" dirty="0">
                <a:solidFill>
                  <a:srgbClr val="000000"/>
                </a:solidFill>
                <a:highlight>
                  <a:srgbClr val="FFFFFF"/>
                </a:highlight>
                <a:latin typeface="Consolas" panose="020B0609020204030204" pitchFamily="49" charset="0"/>
              </a:rPr>
              <a:t>(</a:t>
            </a:r>
            <a:r>
              <a:rPr lang="en-US" sz="1100" dirty="0">
                <a:solidFill>
                  <a:srgbClr val="A31515"/>
                </a:solidFill>
                <a:highlight>
                  <a:srgbClr val="FFFFFF"/>
                </a:highlight>
                <a:latin typeface="Consolas" panose="020B0609020204030204" pitchFamily="49" charset="0"/>
              </a:rPr>
              <a:t>"A2:E8"</a:t>
            </a:r>
            <a:r>
              <a:rPr lang="en-US" sz="1100" dirty="0">
                <a:solidFill>
                  <a:srgbClr val="000000"/>
                </a:solidFill>
                <a:highlight>
                  <a:srgbClr val="FFFFFF"/>
                </a:highlight>
                <a:latin typeface="Consolas" panose="020B0609020204030204" pitchFamily="49" charset="0"/>
              </a:rPr>
              <a:t>);</a:t>
            </a:r>
          </a:p>
          <a:p>
            <a:r>
              <a:rPr lang="en-US" sz="1100" smtClean="0">
                <a:solidFill>
                  <a:srgbClr val="000000"/>
                </a:solidFill>
                <a:highlight>
                  <a:srgbClr val="FFFFFF"/>
                </a:highlight>
                <a:latin typeface="Consolas" panose="020B0609020204030204" pitchFamily="49" charset="0"/>
              </a:rPr>
              <a:t>    range.values </a:t>
            </a:r>
            <a:r>
              <a:rPr lang="en-US" sz="1100" dirty="0">
                <a:solidFill>
                  <a:srgbClr val="000000"/>
                </a:solidFill>
                <a:highlight>
                  <a:srgbClr val="FFFFFF"/>
                </a:highlight>
                <a:latin typeface="Consolas" panose="020B0609020204030204" pitchFamily="49" charset="0"/>
              </a:rPr>
              <a:t>= values;</a:t>
            </a:r>
          </a:p>
          <a:p>
            <a:r>
              <a:rPr lang="en-US" sz="1100" smtClean="0">
                <a:solidFill>
                  <a:srgbClr val="000000"/>
                </a:solidFill>
                <a:highlight>
                  <a:srgbClr val="FFFFFF"/>
                </a:highlight>
                <a:latin typeface="Consolas" panose="020B0609020204030204" pitchFamily="49" charset="0"/>
              </a:rPr>
              <a:t>    sheet.getRange</a:t>
            </a:r>
            <a:r>
              <a:rPr lang="en-US" sz="1100" dirty="0">
                <a:solidFill>
                  <a:srgbClr val="000000"/>
                </a:solidFill>
                <a:highlight>
                  <a:srgbClr val="FFFFFF"/>
                </a:highlight>
                <a:latin typeface="Consolas" panose="020B0609020204030204" pitchFamily="49" charset="0"/>
              </a:rPr>
              <a:t>(</a:t>
            </a:r>
            <a:r>
              <a:rPr lang="en-US" sz="1100" dirty="0">
                <a:solidFill>
                  <a:srgbClr val="A31515"/>
                </a:solidFill>
                <a:highlight>
                  <a:srgbClr val="FFFFFF"/>
                </a:highlight>
                <a:latin typeface="Consolas" panose="020B0609020204030204" pitchFamily="49" charset="0"/>
              </a:rPr>
              <a:t>"A2:E2"</a:t>
            </a:r>
            <a:r>
              <a:rPr lang="en-US" sz="1100" dirty="0">
                <a:solidFill>
                  <a:srgbClr val="000000"/>
                </a:solidFill>
                <a:highlight>
                  <a:srgbClr val="FFFFFF"/>
                </a:highlight>
                <a:latin typeface="Consolas" panose="020B0609020204030204" pitchFamily="49" charset="0"/>
              </a:rPr>
              <a:t>).</a:t>
            </a:r>
            <a:r>
              <a:rPr lang="en-US" sz="1100" dirty="0" err="1">
                <a:solidFill>
                  <a:srgbClr val="000000"/>
                </a:solidFill>
                <a:highlight>
                  <a:srgbClr val="FFFFFF"/>
                </a:highlight>
                <a:latin typeface="Consolas" panose="020B0609020204030204" pitchFamily="49" charset="0"/>
              </a:rPr>
              <a:t>format.font.bold</a:t>
            </a:r>
            <a:r>
              <a:rPr lang="en-US" sz="1100" dirty="0">
                <a:solidFill>
                  <a:srgbClr val="000000"/>
                </a:solidFill>
                <a:highlight>
                  <a:srgbClr val="FFFFFF"/>
                </a:highlight>
                <a:latin typeface="Consolas" panose="020B0609020204030204" pitchFamily="49" charset="0"/>
              </a:rPr>
              <a:t> = </a:t>
            </a:r>
            <a:r>
              <a:rPr lang="en-US" sz="1100" dirty="0">
                <a:solidFill>
                  <a:srgbClr val="0000FF"/>
                </a:solidFill>
                <a:highlight>
                  <a:srgbClr val="FFFFFF"/>
                </a:highlight>
                <a:latin typeface="Consolas" panose="020B0609020204030204" pitchFamily="49" charset="0"/>
              </a:rPr>
              <a:t>true</a:t>
            </a:r>
            <a:r>
              <a:rPr lang="en-US" sz="1100" dirty="0">
                <a:solidFill>
                  <a:srgbClr val="000000"/>
                </a:solidFill>
                <a:highlight>
                  <a:srgbClr val="FFFFFF"/>
                </a:highlight>
                <a:latin typeface="Consolas" panose="020B0609020204030204" pitchFamily="49" charset="0"/>
              </a:rPr>
              <a:t>;</a:t>
            </a:r>
          </a:p>
          <a:p>
            <a:r>
              <a:rPr lang="en-US" sz="1100" dirty="0">
                <a:solidFill>
                  <a:srgbClr val="000000"/>
                </a:solidFill>
                <a:highlight>
                  <a:srgbClr val="FFFFFF"/>
                </a:highlight>
                <a:latin typeface="Consolas" panose="020B0609020204030204" pitchFamily="49" charset="0"/>
              </a:rPr>
              <a:t>});</a:t>
            </a:r>
          </a:p>
        </p:txBody>
      </p:sp>
      <p:grpSp>
        <p:nvGrpSpPr>
          <p:cNvPr id="7" name="Group 6"/>
          <p:cNvGrpSpPr/>
          <p:nvPr/>
        </p:nvGrpSpPr>
        <p:grpSpPr>
          <a:xfrm>
            <a:off x="7532478" y="1248524"/>
            <a:ext cx="3706451" cy="5266576"/>
            <a:chOff x="7532478" y="1248524"/>
            <a:chExt cx="3706451" cy="5266576"/>
          </a:xfrm>
        </p:grpSpPr>
        <p:grpSp>
          <p:nvGrpSpPr>
            <p:cNvPr id="5" name="Group 4"/>
            <p:cNvGrpSpPr/>
            <p:nvPr/>
          </p:nvGrpSpPr>
          <p:grpSpPr>
            <a:xfrm>
              <a:off x="7532478" y="1248524"/>
              <a:ext cx="3706451" cy="5266576"/>
              <a:chOff x="7559180" y="1202835"/>
              <a:chExt cx="3781758" cy="5373581"/>
            </a:xfrm>
          </p:grpSpPr>
          <p:pic>
            <p:nvPicPr>
              <p:cNvPr id="9" name="Picture 8"/>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555801" y="1485514"/>
                <a:ext cx="1687249" cy="1280060"/>
              </a:xfrm>
              <a:prstGeom prst="rect">
                <a:avLst/>
              </a:prstGeom>
            </p:spPr>
          </p:pic>
          <p:pic>
            <p:nvPicPr>
              <p:cNvPr id="10" name="Picture 9"/>
              <p:cNvPicPr>
                <a:picLocks noChangeAspect="1"/>
              </p:cNvPicPr>
              <p:nvPr/>
            </p:nvPicPr>
            <p:blipFill rotWithShape="1">
              <a:blip r:embed="rId4"/>
              <a:srcRect l="2435" t="2229" r="2273" b="719"/>
              <a:stretch/>
            </p:blipFill>
            <p:spPr>
              <a:xfrm>
                <a:off x="9459986" y="3366823"/>
                <a:ext cx="1878880" cy="1193365"/>
              </a:xfrm>
              <a:prstGeom prst="rect">
                <a:avLst/>
              </a:prstGeom>
            </p:spPr>
          </p:pic>
          <p:pic>
            <p:nvPicPr>
              <p:cNvPr id="12" name="Picture 11"/>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9457914" y="5384387"/>
                <a:ext cx="1883024" cy="1192029"/>
              </a:xfrm>
              <a:prstGeom prst="rect">
                <a:avLst/>
              </a:prstGeom>
            </p:spPr>
          </p:pic>
          <p:sp>
            <p:nvSpPr>
              <p:cNvPr id="13" name="TextBox 12"/>
              <p:cNvSpPr txBox="1"/>
              <p:nvPr/>
            </p:nvSpPr>
            <p:spPr>
              <a:xfrm>
                <a:off x="10113037" y="1202835"/>
                <a:ext cx="572778" cy="408239"/>
              </a:xfrm>
              <a:prstGeom prst="rect">
                <a:avLst/>
              </a:prstGeom>
              <a:noFill/>
            </p:spPr>
            <p:txBody>
              <a:bodyPr wrap="none" rtlCol="0">
                <a:spAutoFit/>
              </a:bodyPr>
              <a:lstStyle/>
              <a:p>
                <a:r>
                  <a:rPr lang="en-US" sz="2000" dirty="0">
                    <a:gradFill>
                      <a:gsLst>
                        <a:gs pos="96460">
                          <a:schemeClr val="tx1"/>
                        </a:gs>
                        <a:gs pos="84000">
                          <a:schemeClr val="tx1"/>
                        </a:gs>
                      </a:gsLst>
                      <a:lin ang="5400000" scaled="0"/>
                    </a:gradFill>
                    <a:latin typeface="+mj-lt"/>
                  </a:rPr>
                  <a:t>iOS</a:t>
                </a:r>
              </a:p>
            </p:txBody>
          </p:sp>
          <p:sp>
            <p:nvSpPr>
              <p:cNvPr id="14" name="TextBox 13"/>
              <p:cNvSpPr txBox="1"/>
              <p:nvPr/>
            </p:nvSpPr>
            <p:spPr>
              <a:xfrm>
                <a:off x="9855434" y="2973895"/>
                <a:ext cx="1087983" cy="408239"/>
              </a:xfrm>
              <a:prstGeom prst="rect">
                <a:avLst/>
              </a:prstGeom>
              <a:noFill/>
            </p:spPr>
            <p:txBody>
              <a:bodyPr wrap="none" rtlCol="0">
                <a:spAutoFit/>
              </a:bodyPr>
              <a:lstStyle>
                <a:defPPr>
                  <a:defRPr lang="en-US"/>
                </a:defPPr>
                <a:lvl1pPr>
                  <a:defRPr sz="2000">
                    <a:gradFill>
                      <a:gsLst>
                        <a:gs pos="96460">
                          <a:schemeClr val="tx1"/>
                        </a:gs>
                        <a:gs pos="84000">
                          <a:schemeClr val="tx1"/>
                        </a:gs>
                      </a:gsLst>
                      <a:lin ang="5400000" scaled="0"/>
                    </a:gradFill>
                    <a:latin typeface="+mj-lt"/>
                  </a:defRPr>
                </a:lvl1pPr>
              </a:lstStyle>
              <a:p>
                <a:r>
                  <a:rPr lang="en-US" dirty="0"/>
                  <a:t>Desktop</a:t>
                </a:r>
              </a:p>
            </p:txBody>
          </p:sp>
          <p:sp>
            <p:nvSpPr>
              <p:cNvPr id="15" name="TextBox 14"/>
              <p:cNvSpPr txBox="1"/>
              <p:nvPr/>
            </p:nvSpPr>
            <p:spPr>
              <a:xfrm>
                <a:off x="10053174" y="4976148"/>
                <a:ext cx="692502" cy="408239"/>
              </a:xfrm>
              <a:prstGeom prst="rect">
                <a:avLst/>
              </a:prstGeom>
              <a:noFill/>
            </p:spPr>
            <p:txBody>
              <a:bodyPr wrap="none" rtlCol="0">
                <a:spAutoFit/>
              </a:bodyPr>
              <a:lstStyle>
                <a:defPPr>
                  <a:defRPr lang="en-US"/>
                </a:defPPr>
                <a:lvl1pPr>
                  <a:defRPr sz="2000">
                    <a:gradFill>
                      <a:gsLst>
                        <a:gs pos="96460">
                          <a:schemeClr val="tx1"/>
                        </a:gs>
                        <a:gs pos="84000">
                          <a:schemeClr val="tx1"/>
                        </a:gs>
                      </a:gsLst>
                      <a:lin ang="5400000" scaled="0"/>
                    </a:gradFill>
                    <a:latin typeface="+mj-lt"/>
                  </a:defRPr>
                </a:lvl1pPr>
              </a:lstStyle>
              <a:p>
                <a:r>
                  <a:rPr lang="en-US" dirty="0"/>
                  <a:t>Web</a:t>
                </a:r>
              </a:p>
            </p:txBody>
          </p:sp>
          <p:cxnSp>
            <p:nvCxnSpPr>
              <p:cNvPr id="17" name="Elbow Connector 16"/>
              <p:cNvCxnSpPr/>
              <p:nvPr/>
            </p:nvCxnSpPr>
            <p:spPr>
              <a:xfrm rot="5400000" flipH="1" flipV="1">
                <a:off x="8190107" y="1631087"/>
                <a:ext cx="1089900" cy="1692602"/>
              </a:xfrm>
              <a:prstGeom prst="bentConnector2">
                <a:avLst/>
              </a:prstGeom>
              <a:ln w="31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p:cNvCxnSpPr/>
              <p:nvPr/>
            </p:nvCxnSpPr>
            <p:spPr>
              <a:xfrm>
                <a:off x="8550684" y="3883251"/>
                <a:ext cx="909302" cy="1"/>
              </a:xfrm>
              <a:prstGeom prst="straightConnector1">
                <a:avLst/>
              </a:prstGeom>
              <a:ln w="31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3" name="Elbow Connector 22"/>
              <p:cNvCxnSpPr/>
              <p:nvPr/>
            </p:nvCxnSpPr>
            <p:spPr>
              <a:xfrm rot="16200000" flipH="1">
                <a:off x="8038242" y="4717252"/>
                <a:ext cx="1201937" cy="1416704"/>
              </a:xfrm>
              <a:prstGeom prst="bentConnector2">
                <a:avLst/>
              </a:prstGeom>
              <a:ln w="3175">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18" name="Group 17"/>
              <p:cNvGrpSpPr/>
              <p:nvPr/>
            </p:nvGrpSpPr>
            <p:grpSpPr>
              <a:xfrm>
                <a:off x="7559180" y="3988877"/>
                <a:ext cx="741747" cy="717742"/>
                <a:chOff x="8561388" y="1192213"/>
                <a:chExt cx="490538" cy="474663"/>
              </a:xfrm>
            </p:grpSpPr>
            <p:sp>
              <p:nvSpPr>
                <p:cNvPr id="20" name="Freeform 18"/>
                <p:cNvSpPr>
                  <a:spLocks noEditPoints="1"/>
                </p:cNvSpPr>
                <p:nvPr/>
              </p:nvSpPr>
              <p:spPr bwMode="auto">
                <a:xfrm>
                  <a:off x="8561388" y="1192213"/>
                  <a:ext cx="490538" cy="474663"/>
                </a:xfrm>
                <a:custGeom>
                  <a:avLst/>
                  <a:gdLst>
                    <a:gd name="T0" fmla="*/ 62 w 105"/>
                    <a:gd name="T1" fmla="*/ 102 h 102"/>
                    <a:gd name="T2" fmla="*/ 62 w 105"/>
                    <a:gd name="T3" fmla="*/ 92 h 102"/>
                    <a:gd name="T4" fmla="*/ 99 w 105"/>
                    <a:gd name="T5" fmla="*/ 92 h 102"/>
                    <a:gd name="T6" fmla="*/ 104 w 105"/>
                    <a:gd name="T7" fmla="*/ 89 h 102"/>
                    <a:gd name="T8" fmla="*/ 105 w 105"/>
                    <a:gd name="T9" fmla="*/ 79 h 102"/>
                    <a:gd name="T10" fmla="*/ 105 w 105"/>
                    <a:gd name="T11" fmla="*/ 16 h 102"/>
                    <a:gd name="T12" fmla="*/ 104 w 105"/>
                    <a:gd name="T13" fmla="*/ 10 h 102"/>
                    <a:gd name="T14" fmla="*/ 98 w 105"/>
                    <a:gd name="T15" fmla="*/ 9 h 102"/>
                    <a:gd name="T16" fmla="*/ 62 w 105"/>
                    <a:gd name="T17" fmla="*/ 9 h 102"/>
                    <a:gd name="T18" fmla="*/ 62 w 105"/>
                    <a:gd name="T19" fmla="*/ 0 h 102"/>
                    <a:gd name="T20" fmla="*/ 55 w 105"/>
                    <a:gd name="T21" fmla="*/ 0 h 102"/>
                    <a:gd name="T22" fmla="*/ 0 w 105"/>
                    <a:gd name="T23" fmla="*/ 9 h 102"/>
                    <a:gd name="T24" fmla="*/ 0 w 105"/>
                    <a:gd name="T25" fmla="*/ 93 h 102"/>
                    <a:gd name="T26" fmla="*/ 54 w 105"/>
                    <a:gd name="T27" fmla="*/ 102 h 102"/>
                    <a:gd name="T28" fmla="*/ 62 w 105"/>
                    <a:gd name="T29" fmla="*/ 102 h 102"/>
                    <a:gd name="T30" fmla="*/ 62 w 105"/>
                    <a:gd name="T31" fmla="*/ 81 h 102"/>
                    <a:gd name="T32" fmla="*/ 71 w 105"/>
                    <a:gd name="T33" fmla="*/ 81 h 102"/>
                    <a:gd name="T34" fmla="*/ 71 w 105"/>
                    <a:gd name="T35" fmla="*/ 73 h 102"/>
                    <a:gd name="T36" fmla="*/ 62 w 105"/>
                    <a:gd name="T37" fmla="*/ 73 h 102"/>
                    <a:gd name="T38" fmla="*/ 62 w 105"/>
                    <a:gd name="T39" fmla="*/ 68 h 102"/>
                    <a:gd name="T40" fmla="*/ 71 w 105"/>
                    <a:gd name="T41" fmla="*/ 68 h 102"/>
                    <a:gd name="T42" fmla="*/ 71 w 105"/>
                    <a:gd name="T43" fmla="*/ 59 h 102"/>
                    <a:gd name="T44" fmla="*/ 62 w 105"/>
                    <a:gd name="T45" fmla="*/ 59 h 102"/>
                    <a:gd name="T46" fmla="*/ 62 w 105"/>
                    <a:gd name="T47" fmla="*/ 55 h 102"/>
                    <a:gd name="T48" fmla="*/ 71 w 105"/>
                    <a:gd name="T49" fmla="*/ 55 h 102"/>
                    <a:gd name="T50" fmla="*/ 71 w 105"/>
                    <a:gd name="T51" fmla="*/ 46 h 102"/>
                    <a:gd name="T52" fmla="*/ 62 w 105"/>
                    <a:gd name="T53" fmla="*/ 46 h 102"/>
                    <a:gd name="T54" fmla="*/ 62 w 105"/>
                    <a:gd name="T55" fmla="*/ 41 h 102"/>
                    <a:gd name="T56" fmla="*/ 71 w 105"/>
                    <a:gd name="T57" fmla="*/ 41 h 102"/>
                    <a:gd name="T58" fmla="*/ 71 w 105"/>
                    <a:gd name="T59" fmla="*/ 33 h 102"/>
                    <a:gd name="T60" fmla="*/ 62 w 105"/>
                    <a:gd name="T61" fmla="*/ 33 h 102"/>
                    <a:gd name="T62" fmla="*/ 62 w 105"/>
                    <a:gd name="T63" fmla="*/ 28 h 102"/>
                    <a:gd name="T64" fmla="*/ 71 w 105"/>
                    <a:gd name="T65" fmla="*/ 28 h 102"/>
                    <a:gd name="T66" fmla="*/ 71 w 105"/>
                    <a:gd name="T67" fmla="*/ 20 h 102"/>
                    <a:gd name="T68" fmla="*/ 62 w 105"/>
                    <a:gd name="T69" fmla="*/ 20 h 102"/>
                    <a:gd name="T70" fmla="*/ 62 w 105"/>
                    <a:gd name="T71" fmla="*/ 13 h 102"/>
                    <a:gd name="T72" fmla="*/ 101 w 105"/>
                    <a:gd name="T73" fmla="*/ 13 h 102"/>
                    <a:gd name="T74" fmla="*/ 101 w 105"/>
                    <a:gd name="T75" fmla="*/ 88 h 102"/>
                    <a:gd name="T76" fmla="*/ 62 w 105"/>
                    <a:gd name="T77" fmla="*/ 88 h 102"/>
                    <a:gd name="T78" fmla="*/ 62 w 105"/>
                    <a:gd name="T79" fmla="*/ 81 h 102"/>
                    <a:gd name="T80" fmla="*/ 35 w 105"/>
                    <a:gd name="T81" fmla="*/ 70 h 102"/>
                    <a:gd name="T82" fmla="*/ 29 w 105"/>
                    <a:gd name="T83" fmla="*/ 55 h 102"/>
                    <a:gd name="T84" fmla="*/ 23 w 105"/>
                    <a:gd name="T85" fmla="*/ 69 h 102"/>
                    <a:gd name="T86" fmla="*/ 15 w 105"/>
                    <a:gd name="T87" fmla="*/ 69 h 102"/>
                    <a:gd name="T88" fmla="*/ 24 w 105"/>
                    <a:gd name="T89" fmla="*/ 51 h 102"/>
                    <a:gd name="T90" fmla="*/ 16 w 105"/>
                    <a:gd name="T91" fmla="*/ 32 h 102"/>
                    <a:gd name="T92" fmla="*/ 24 w 105"/>
                    <a:gd name="T93" fmla="*/ 32 h 102"/>
                    <a:gd name="T94" fmla="*/ 29 w 105"/>
                    <a:gd name="T95" fmla="*/ 46 h 102"/>
                    <a:gd name="T96" fmla="*/ 35 w 105"/>
                    <a:gd name="T97" fmla="*/ 31 h 102"/>
                    <a:gd name="T98" fmla="*/ 43 w 105"/>
                    <a:gd name="T99" fmla="*/ 31 h 102"/>
                    <a:gd name="T100" fmla="*/ 33 w 105"/>
                    <a:gd name="T101" fmla="*/ 50 h 102"/>
                    <a:gd name="T102" fmla="*/ 43 w 105"/>
                    <a:gd name="T103" fmla="*/ 70 h 102"/>
                    <a:gd name="T104" fmla="*/ 35 w 105"/>
                    <a:gd name="T105" fmla="*/ 70 h 1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105" h="102">
                      <a:moveTo>
                        <a:pt x="62" y="102"/>
                      </a:moveTo>
                      <a:cubicBezTo>
                        <a:pt x="62" y="99"/>
                        <a:pt x="62" y="95"/>
                        <a:pt x="62" y="92"/>
                      </a:cubicBezTo>
                      <a:cubicBezTo>
                        <a:pt x="74" y="92"/>
                        <a:pt x="86" y="92"/>
                        <a:pt x="99" y="92"/>
                      </a:cubicBezTo>
                      <a:cubicBezTo>
                        <a:pt x="101" y="92"/>
                        <a:pt x="104" y="91"/>
                        <a:pt x="104" y="89"/>
                      </a:cubicBezTo>
                      <a:cubicBezTo>
                        <a:pt x="105" y="86"/>
                        <a:pt x="105" y="82"/>
                        <a:pt x="105" y="79"/>
                      </a:cubicBezTo>
                      <a:cubicBezTo>
                        <a:pt x="105" y="58"/>
                        <a:pt x="105" y="37"/>
                        <a:pt x="105" y="16"/>
                      </a:cubicBezTo>
                      <a:cubicBezTo>
                        <a:pt x="105" y="14"/>
                        <a:pt x="105" y="12"/>
                        <a:pt x="104" y="10"/>
                      </a:cubicBezTo>
                      <a:cubicBezTo>
                        <a:pt x="102" y="9"/>
                        <a:pt x="100" y="9"/>
                        <a:pt x="98" y="9"/>
                      </a:cubicBezTo>
                      <a:cubicBezTo>
                        <a:pt x="86" y="9"/>
                        <a:pt x="74" y="9"/>
                        <a:pt x="62" y="9"/>
                      </a:cubicBezTo>
                      <a:cubicBezTo>
                        <a:pt x="62" y="6"/>
                        <a:pt x="62" y="3"/>
                        <a:pt x="62" y="0"/>
                      </a:cubicBezTo>
                      <a:cubicBezTo>
                        <a:pt x="55" y="0"/>
                        <a:pt x="55" y="0"/>
                        <a:pt x="55" y="0"/>
                      </a:cubicBezTo>
                      <a:cubicBezTo>
                        <a:pt x="36" y="3"/>
                        <a:pt x="18" y="6"/>
                        <a:pt x="0" y="9"/>
                      </a:cubicBezTo>
                      <a:cubicBezTo>
                        <a:pt x="0" y="37"/>
                        <a:pt x="0" y="65"/>
                        <a:pt x="0" y="93"/>
                      </a:cubicBezTo>
                      <a:cubicBezTo>
                        <a:pt x="18" y="96"/>
                        <a:pt x="36" y="99"/>
                        <a:pt x="54" y="102"/>
                      </a:cubicBezTo>
                      <a:lnTo>
                        <a:pt x="62" y="102"/>
                      </a:lnTo>
                      <a:close/>
                      <a:moveTo>
                        <a:pt x="62" y="81"/>
                      </a:moveTo>
                      <a:cubicBezTo>
                        <a:pt x="65" y="81"/>
                        <a:pt x="68" y="81"/>
                        <a:pt x="71" y="81"/>
                      </a:cubicBezTo>
                      <a:cubicBezTo>
                        <a:pt x="71" y="78"/>
                        <a:pt x="71" y="75"/>
                        <a:pt x="71" y="73"/>
                      </a:cubicBezTo>
                      <a:cubicBezTo>
                        <a:pt x="68" y="73"/>
                        <a:pt x="65" y="73"/>
                        <a:pt x="62" y="73"/>
                      </a:cubicBezTo>
                      <a:cubicBezTo>
                        <a:pt x="62" y="71"/>
                        <a:pt x="62" y="69"/>
                        <a:pt x="62" y="68"/>
                      </a:cubicBezTo>
                      <a:cubicBezTo>
                        <a:pt x="65" y="68"/>
                        <a:pt x="68" y="68"/>
                        <a:pt x="71" y="68"/>
                      </a:cubicBezTo>
                      <a:cubicBezTo>
                        <a:pt x="71" y="65"/>
                        <a:pt x="71" y="62"/>
                        <a:pt x="71" y="59"/>
                      </a:cubicBezTo>
                      <a:cubicBezTo>
                        <a:pt x="68" y="59"/>
                        <a:pt x="65" y="59"/>
                        <a:pt x="62" y="59"/>
                      </a:cubicBezTo>
                      <a:cubicBezTo>
                        <a:pt x="62" y="58"/>
                        <a:pt x="62" y="56"/>
                        <a:pt x="62" y="55"/>
                      </a:cubicBezTo>
                      <a:cubicBezTo>
                        <a:pt x="65" y="55"/>
                        <a:pt x="68" y="55"/>
                        <a:pt x="71" y="55"/>
                      </a:cubicBezTo>
                      <a:cubicBezTo>
                        <a:pt x="71" y="52"/>
                        <a:pt x="71" y="49"/>
                        <a:pt x="71" y="46"/>
                      </a:cubicBezTo>
                      <a:cubicBezTo>
                        <a:pt x="68" y="46"/>
                        <a:pt x="65" y="46"/>
                        <a:pt x="62" y="46"/>
                      </a:cubicBezTo>
                      <a:cubicBezTo>
                        <a:pt x="62" y="45"/>
                        <a:pt x="62" y="43"/>
                        <a:pt x="62" y="41"/>
                      </a:cubicBezTo>
                      <a:cubicBezTo>
                        <a:pt x="65" y="41"/>
                        <a:pt x="68" y="41"/>
                        <a:pt x="71" y="41"/>
                      </a:cubicBezTo>
                      <a:cubicBezTo>
                        <a:pt x="71" y="39"/>
                        <a:pt x="71" y="36"/>
                        <a:pt x="71" y="33"/>
                      </a:cubicBezTo>
                      <a:cubicBezTo>
                        <a:pt x="68" y="33"/>
                        <a:pt x="65" y="33"/>
                        <a:pt x="62" y="33"/>
                      </a:cubicBezTo>
                      <a:cubicBezTo>
                        <a:pt x="62" y="31"/>
                        <a:pt x="62" y="30"/>
                        <a:pt x="62" y="28"/>
                      </a:cubicBezTo>
                      <a:cubicBezTo>
                        <a:pt x="65" y="28"/>
                        <a:pt x="68" y="28"/>
                        <a:pt x="71" y="28"/>
                      </a:cubicBezTo>
                      <a:cubicBezTo>
                        <a:pt x="71" y="26"/>
                        <a:pt x="71" y="23"/>
                        <a:pt x="71" y="20"/>
                      </a:cubicBezTo>
                      <a:cubicBezTo>
                        <a:pt x="68" y="20"/>
                        <a:pt x="65" y="20"/>
                        <a:pt x="62" y="20"/>
                      </a:cubicBezTo>
                      <a:cubicBezTo>
                        <a:pt x="62" y="18"/>
                        <a:pt x="62" y="15"/>
                        <a:pt x="62" y="13"/>
                      </a:cubicBezTo>
                      <a:cubicBezTo>
                        <a:pt x="75" y="13"/>
                        <a:pt x="88" y="13"/>
                        <a:pt x="101" y="13"/>
                      </a:cubicBezTo>
                      <a:cubicBezTo>
                        <a:pt x="101" y="38"/>
                        <a:pt x="101" y="63"/>
                        <a:pt x="101" y="88"/>
                      </a:cubicBezTo>
                      <a:cubicBezTo>
                        <a:pt x="88" y="88"/>
                        <a:pt x="75" y="88"/>
                        <a:pt x="62" y="88"/>
                      </a:cubicBezTo>
                      <a:cubicBezTo>
                        <a:pt x="62" y="86"/>
                        <a:pt x="62" y="83"/>
                        <a:pt x="62" y="81"/>
                      </a:cubicBezTo>
                      <a:close/>
                      <a:moveTo>
                        <a:pt x="35" y="70"/>
                      </a:moveTo>
                      <a:cubicBezTo>
                        <a:pt x="33" y="65"/>
                        <a:pt x="30" y="60"/>
                        <a:pt x="29" y="55"/>
                      </a:cubicBezTo>
                      <a:cubicBezTo>
                        <a:pt x="27" y="60"/>
                        <a:pt x="25" y="64"/>
                        <a:pt x="23" y="69"/>
                      </a:cubicBezTo>
                      <a:cubicBezTo>
                        <a:pt x="20" y="69"/>
                        <a:pt x="18" y="69"/>
                        <a:pt x="15" y="69"/>
                      </a:cubicBezTo>
                      <a:cubicBezTo>
                        <a:pt x="18" y="63"/>
                        <a:pt x="21" y="57"/>
                        <a:pt x="24" y="51"/>
                      </a:cubicBezTo>
                      <a:cubicBezTo>
                        <a:pt x="22" y="44"/>
                        <a:pt x="19" y="38"/>
                        <a:pt x="16" y="32"/>
                      </a:cubicBezTo>
                      <a:cubicBezTo>
                        <a:pt x="19" y="32"/>
                        <a:pt x="21" y="32"/>
                        <a:pt x="24" y="32"/>
                      </a:cubicBezTo>
                      <a:cubicBezTo>
                        <a:pt x="26" y="36"/>
                        <a:pt x="28" y="41"/>
                        <a:pt x="29" y="46"/>
                      </a:cubicBezTo>
                      <a:cubicBezTo>
                        <a:pt x="31" y="41"/>
                        <a:pt x="33" y="36"/>
                        <a:pt x="35" y="31"/>
                      </a:cubicBezTo>
                      <a:cubicBezTo>
                        <a:pt x="38" y="31"/>
                        <a:pt x="40" y="31"/>
                        <a:pt x="43" y="31"/>
                      </a:cubicBezTo>
                      <a:cubicBezTo>
                        <a:pt x="40" y="37"/>
                        <a:pt x="37" y="44"/>
                        <a:pt x="33" y="50"/>
                      </a:cubicBezTo>
                      <a:cubicBezTo>
                        <a:pt x="37" y="57"/>
                        <a:pt x="40" y="64"/>
                        <a:pt x="43" y="70"/>
                      </a:cubicBezTo>
                      <a:cubicBezTo>
                        <a:pt x="40" y="70"/>
                        <a:pt x="38" y="70"/>
                        <a:pt x="35" y="70"/>
                      </a:cubicBezTo>
                      <a:close/>
                    </a:path>
                  </a:pathLst>
                </a:custGeom>
                <a:solidFill>
                  <a:schemeClr val="accent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9619" tIns="44810" rIns="89619" bIns="44810" numCol="1" anchor="t" anchorCtr="0" compatLnSpc="1">
                  <a:prstTxWarp prst="textNoShape">
                    <a:avLst/>
                  </a:prstTxWarp>
                </a:bodyPr>
                <a:lstStyle/>
                <a:p>
                  <a:endParaRPr lang="en-US" sz="1764"/>
                </a:p>
              </p:txBody>
            </p:sp>
            <p:sp>
              <p:nvSpPr>
                <p:cNvPr id="21" name="Freeform 19"/>
                <p:cNvSpPr>
                  <a:spLocks noEditPoints="1"/>
                </p:cNvSpPr>
                <p:nvPr/>
              </p:nvSpPr>
              <p:spPr bwMode="auto">
                <a:xfrm>
                  <a:off x="8915400" y="1285876"/>
                  <a:ext cx="79375" cy="284163"/>
                </a:xfrm>
                <a:custGeom>
                  <a:avLst/>
                  <a:gdLst>
                    <a:gd name="T0" fmla="*/ 17 w 17"/>
                    <a:gd name="T1" fmla="*/ 61 h 61"/>
                    <a:gd name="T2" fmla="*/ 0 w 17"/>
                    <a:gd name="T3" fmla="*/ 61 h 61"/>
                    <a:gd name="T4" fmla="*/ 0 w 17"/>
                    <a:gd name="T5" fmla="*/ 53 h 61"/>
                    <a:gd name="T6" fmla="*/ 17 w 17"/>
                    <a:gd name="T7" fmla="*/ 53 h 61"/>
                    <a:gd name="T8" fmla="*/ 17 w 17"/>
                    <a:gd name="T9" fmla="*/ 61 h 61"/>
                    <a:gd name="T10" fmla="*/ 17 w 17"/>
                    <a:gd name="T11" fmla="*/ 48 h 61"/>
                    <a:gd name="T12" fmla="*/ 0 w 17"/>
                    <a:gd name="T13" fmla="*/ 48 h 61"/>
                    <a:gd name="T14" fmla="*/ 0 w 17"/>
                    <a:gd name="T15" fmla="*/ 39 h 61"/>
                    <a:gd name="T16" fmla="*/ 17 w 17"/>
                    <a:gd name="T17" fmla="*/ 39 h 61"/>
                    <a:gd name="T18" fmla="*/ 17 w 17"/>
                    <a:gd name="T19" fmla="*/ 48 h 61"/>
                    <a:gd name="T20" fmla="*/ 17 w 17"/>
                    <a:gd name="T21" fmla="*/ 35 h 61"/>
                    <a:gd name="T22" fmla="*/ 0 w 17"/>
                    <a:gd name="T23" fmla="*/ 35 h 61"/>
                    <a:gd name="T24" fmla="*/ 0 w 17"/>
                    <a:gd name="T25" fmla="*/ 26 h 61"/>
                    <a:gd name="T26" fmla="*/ 17 w 17"/>
                    <a:gd name="T27" fmla="*/ 26 h 61"/>
                    <a:gd name="T28" fmla="*/ 17 w 17"/>
                    <a:gd name="T29" fmla="*/ 35 h 61"/>
                    <a:gd name="T30" fmla="*/ 17 w 17"/>
                    <a:gd name="T31" fmla="*/ 21 h 61"/>
                    <a:gd name="T32" fmla="*/ 0 w 17"/>
                    <a:gd name="T33" fmla="*/ 21 h 61"/>
                    <a:gd name="T34" fmla="*/ 0 w 17"/>
                    <a:gd name="T35" fmla="*/ 13 h 61"/>
                    <a:gd name="T36" fmla="*/ 17 w 17"/>
                    <a:gd name="T37" fmla="*/ 13 h 61"/>
                    <a:gd name="T38" fmla="*/ 17 w 17"/>
                    <a:gd name="T39" fmla="*/ 21 h 61"/>
                    <a:gd name="T40" fmla="*/ 17 w 17"/>
                    <a:gd name="T41" fmla="*/ 8 h 61"/>
                    <a:gd name="T42" fmla="*/ 0 w 17"/>
                    <a:gd name="T43" fmla="*/ 8 h 61"/>
                    <a:gd name="T44" fmla="*/ 0 w 17"/>
                    <a:gd name="T45" fmla="*/ 0 h 61"/>
                    <a:gd name="T46" fmla="*/ 17 w 17"/>
                    <a:gd name="T47" fmla="*/ 0 h 61"/>
                    <a:gd name="T48" fmla="*/ 17 w 17"/>
                    <a:gd name="T49" fmla="*/ 8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7" h="61">
                      <a:moveTo>
                        <a:pt x="17" y="61"/>
                      </a:moveTo>
                      <a:cubicBezTo>
                        <a:pt x="11" y="61"/>
                        <a:pt x="6" y="61"/>
                        <a:pt x="0" y="61"/>
                      </a:cubicBezTo>
                      <a:cubicBezTo>
                        <a:pt x="0" y="58"/>
                        <a:pt x="0" y="55"/>
                        <a:pt x="0" y="53"/>
                      </a:cubicBezTo>
                      <a:cubicBezTo>
                        <a:pt x="6" y="53"/>
                        <a:pt x="11" y="53"/>
                        <a:pt x="17" y="53"/>
                      </a:cubicBezTo>
                      <a:cubicBezTo>
                        <a:pt x="17" y="55"/>
                        <a:pt x="17" y="58"/>
                        <a:pt x="17" y="61"/>
                      </a:cubicBezTo>
                      <a:close/>
                      <a:moveTo>
                        <a:pt x="17" y="48"/>
                      </a:moveTo>
                      <a:cubicBezTo>
                        <a:pt x="11" y="48"/>
                        <a:pt x="6" y="48"/>
                        <a:pt x="0" y="48"/>
                      </a:cubicBezTo>
                      <a:cubicBezTo>
                        <a:pt x="0" y="45"/>
                        <a:pt x="0" y="42"/>
                        <a:pt x="0" y="39"/>
                      </a:cubicBezTo>
                      <a:cubicBezTo>
                        <a:pt x="6" y="39"/>
                        <a:pt x="11" y="39"/>
                        <a:pt x="17" y="39"/>
                      </a:cubicBezTo>
                      <a:cubicBezTo>
                        <a:pt x="17" y="42"/>
                        <a:pt x="17" y="45"/>
                        <a:pt x="17" y="48"/>
                      </a:cubicBezTo>
                      <a:close/>
                      <a:moveTo>
                        <a:pt x="17" y="35"/>
                      </a:moveTo>
                      <a:cubicBezTo>
                        <a:pt x="11" y="35"/>
                        <a:pt x="6" y="35"/>
                        <a:pt x="0" y="35"/>
                      </a:cubicBezTo>
                      <a:cubicBezTo>
                        <a:pt x="0" y="32"/>
                        <a:pt x="0" y="29"/>
                        <a:pt x="0" y="26"/>
                      </a:cubicBezTo>
                      <a:cubicBezTo>
                        <a:pt x="6" y="26"/>
                        <a:pt x="11" y="26"/>
                        <a:pt x="17" y="26"/>
                      </a:cubicBezTo>
                      <a:cubicBezTo>
                        <a:pt x="17" y="29"/>
                        <a:pt x="17" y="32"/>
                        <a:pt x="17" y="35"/>
                      </a:cubicBezTo>
                      <a:close/>
                      <a:moveTo>
                        <a:pt x="17" y="21"/>
                      </a:moveTo>
                      <a:cubicBezTo>
                        <a:pt x="11" y="21"/>
                        <a:pt x="6" y="21"/>
                        <a:pt x="0" y="21"/>
                      </a:cubicBezTo>
                      <a:cubicBezTo>
                        <a:pt x="0" y="19"/>
                        <a:pt x="0" y="16"/>
                        <a:pt x="0" y="13"/>
                      </a:cubicBezTo>
                      <a:cubicBezTo>
                        <a:pt x="6" y="13"/>
                        <a:pt x="11" y="13"/>
                        <a:pt x="17" y="13"/>
                      </a:cubicBezTo>
                      <a:cubicBezTo>
                        <a:pt x="17" y="16"/>
                        <a:pt x="17" y="19"/>
                        <a:pt x="17" y="21"/>
                      </a:cubicBezTo>
                      <a:close/>
                      <a:moveTo>
                        <a:pt x="17" y="8"/>
                      </a:moveTo>
                      <a:cubicBezTo>
                        <a:pt x="11" y="8"/>
                        <a:pt x="6" y="8"/>
                        <a:pt x="0" y="8"/>
                      </a:cubicBezTo>
                      <a:cubicBezTo>
                        <a:pt x="0" y="6"/>
                        <a:pt x="0" y="3"/>
                        <a:pt x="0" y="0"/>
                      </a:cubicBezTo>
                      <a:cubicBezTo>
                        <a:pt x="6" y="0"/>
                        <a:pt x="11" y="0"/>
                        <a:pt x="17" y="0"/>
                      </a:cubicBezTo>
                      <a:cubicBezTo>
                        <a:pt x="17" y="3"/>
                        <a:pt x="17" y="6"/>
                        <a:pt x="17" y="8"/>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9619" tIns="44810" rIns="89619" bIns="44810" numCol="1" anchor="t" anchorCtr="0" compatLnSpc="1">
                  <a:prstTxWarp prst="textNoShape">
                    <a:avLst/>
                  </a:prstTxWarp>
                </a:bodyPr>
                <a:lstStyle/>
                <a:p>
                  <a:endParaRPr lang="en-US" sz="1764"/>
                </a:p>
              </p:txBody>
            </p:sp>
            <p:sp>
              <p:nvSpPr>
                <p:cNvPr id="22" name="Freeform 20"/>
                <p:cNvSpPr>
                  <a:spLocks/>
                </p:cNvSpPr>
                <p:nvPr/>
              </p:nvSpPr>
              <p:spPr bwMode="auto">
                <a:xfrm>
                  <a:off x="8915400" y="1285876"/>
                  <a:ext cx="79375" cy="36513"/>
                </a:xfrm>
                <a:custGeom>
                  <a:avLst/>
                  <a:gdLst>
                    <a:gd name="T0" fmla="*/ 0 w 17"/>
                    <a:gd name="T1" fmla="*/ 8 h 8"/>
                    <a:gd name="T2" fmla="*/ 17 w 17"/>
                    <a:gd name="T3" fmla="*/ 8 h 8"/>
                    <a:gd name="T4" fmla="*/ 17 w 17"/>
                    <a:gd name="T5" fmla="*/ 0 h 8"/>
                    <a:gd name="T6" fmla="*/ 0 w 17"/>
                    <a:gd name="T7" fmla="*/ 0 h 8"/>
                    <a:gd name="T8" fmla="*/ 0 w 17"/>
                    <a:gd name="T9" fmla="*/ 8 h 8"/>
                  </a:gdLst>
                  <a:ahLst/>
                  <a:cxnLst>
                    <a:cxn ang="0">
                      <a:pos x="T0" y="T1"/>
                    </a:cxn>
                    <a:cxn ang="0">
                      <a:pos x="T2" y="T3"/>
                    </a:cxn>
                    <a:cxn ang="0">
                      <a:pos x="T4" y="T5"/>
                    </a:cxn>
                    <a:cxn ang="0">
                      <a:pos x="T6" y="T7"/>
                    </a:cxn>
                    <a:cxn ang="0">
                      <a:pos x="T8" y="T9"/>
                    </a:cxn>
                  </a:cxnLst>
                  <a:rect l="0" t="0" r="r" b="b"/>
                  <a:pathLst>
                    <a:path w="17" h="8">
                      <a:moveTo>
                        <a:pt x="0" y="8"/>
                      </a:moveTo>
                      <a:cubicBezTo>
                        <a:pt x="6" y="8"/>
                        <a:pt x="11" y="8"/>
                        <a:pt x="17" y="8"/>
                      </a:cubicBezTo>
                      <a:cubicBezTo>
                        <a:pt x="17" y="6"/>
                        <a:pt x="17" y="3"/>
                        <a:pt x="17" y="0"/>
                      </a:cubicBezTo>
                      <a:cubicBezTo>
                        <a:pt x="11" y="0"/>
                        <a:pt x="6" y="0"/>
                        <a:pt x="0" y="0"/>
                      </a:cubicBezTo>
                      <a:cubicBezTo>
                        <a:pt x="0" y="3"/>
                        <a:pt x="0" y="6"/>
                        <a:pt x="0" y="8"/>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9619" tIns="44810" rIns="89619" bIns="44810" numCol="1" anchor="t" anchorCtr="0" compatLnSpc="1">
                  <a:prstTxWarp prst="textNoShape">
                    <a:avLst/>
                  </a:prstTxWarp>
                </a:bodyPr>
                <a:lstStyle/>
                <a:p>
                  <a:endParaRPr lang="en-US" sz="1764"/>
                </a:p>
              </p:txBody>
            </p:sp>
            <p:sp>
              <p:nvSpPr>
                <p:cNvPr id="25" name="Freeform 21"/>
                <p:cNvSpPr>
                  <a:spLocks/>
                </p:cNvSpPr>
                <p:nvPr/>
              </p:nvSpPr>
              <p:spPr bwMode="auto">
                <a:xfrm>
                  <a:off x="8915400" y="1346201"/>
                  <a:ext cx="79375" cy="36513"/>
                </a:xfrm>
                <a:custGeom>
                  <a:avLst/>
                  <a:gdLst>
                    <a:gd name="T0" fmla="*/ 0 w 17"/>
                    <a:gd name="T1" fmla="*/ 8 h 8"/>
                    <a:gd name="T2" fmla="*/ 17 w 17"/>
                    <a:gd name="T3" fmla="*/ 8 h 8"/>
                    <a:gd name="T4" fmla="*/ 17 w 17"/>
                    <a:gd name="T5" fmla="*/ 0 h 8"/>
                    <a:gd name="T6" fmla="*/ 0 w 17"/>
                    <a:gd name="T7" fmla="*/ 0 h 8"/>
                    <a:gd name="T8" fmla="*/ 0 w 17"/>
                    <a:gd name="T9" fmla="*/ 8 h 8"/>
                  </a:gdLst>
                  <a:ahLst/>
                  <a:cxnLst>
                    <a:cxn ang="0">
                      <a:pos x="T0" y="T1"/>
                    </a:cxn>
                    <a:cxn ang="0">
                      <a:pos x="T2" y="T3"/>
                    </a:cxn>
                    <a:cxn ang="0">
                      <a:pos x="T4" y="T5"/>
                    </a:cxn>
                    <a:cxn ang="0">
                      <a:pos x="T6" y="T7"/>
                    </a:cxn>
                    <a:cxn ang="0">
                      <a:pos x="T8" y="T9"/>
                    </a:cxn>
                  </a:cxnLst>
                  <a:rect l="0" t="0" r="r" b="b"/>
                  <a:pathLst>
                    <a:path w="17" h="8">
                      <a:moveTo>
                        <a:pt x="0" y="8"/>
                      </a:moveTo>
                      <a:cubicBezTo>
                        <a:pt x="6" y="8"/>
                        <a:pt x="11" y="8"/>
                        <a:pt x="17" y="8"/>
                      </a:cubicBezTo>
                      <a:cubicBezTo>
                        <a:pt x="17" y="6"/>
                        <a:pt x="17" y="3"/>
                        <a:pt x="17" y="0"/>
                      </a:cubicBezTo>
                      <a:cubicBezTo>
                        <a:pt x="11" y="0"/>
                        <a:pt x="6" y="0"/>
                        <a:pt x="0" y="0"/>
                      </a:cubicBezTo>
                      <a:cubicBezTo>
                        <a:pt x="0" y="3"/>
                        <a:pt x="0" y="6"/>
                        <a:pt x="0" y="8"/>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9619" tIns="44810" rIns="89619" bIns="44810" numCol="1" anchor="t" anchorCtr="0" compatLnSpc="1">
                  <a:prstTxWarp prst="textNoShape">
                    <a:avLst/>
                  </a:prstTxWarp>
                </a:bodyPr>
                <a:lstStyle/>
                <a:p>
                  <a:endParaRPr lang="en-US" sz="1764"/>
                </a:p>
              </p:txBody>
            </p:sp>
            <p:sp>
              <p:nvSpPr>
                <p:cNvPr id="27" name="Freeform 22"/>
                <p:cNvSpPr>
                  <a:spLocks/>
                </p:cNvSpPr>
                <p:nvPr/>
              </p:nvSpPr>
              <p:spPr bwMode="auto">
                <a:xfrm>
                  <a:off x="8915400" y="1406526"/>
                  <a:ext cx="79375" cy="41275"/>
                </a:xfrm>
                <a:custGeom>
                  <a:avLst/>
                  <a:gdLst>
                    <a:gd name="T0" fmla="*/ 0 w 17"/>
                    <a:gd name="T1" fmla="*/ 9 h 9"/>
                    <a:gd name="T2" fmla="*/ 17 w 17"/>
                    <a:gd name="T3" fmla="*/ 9 h 9"/>
                    <a:gd name="T4" fmla="*/ 17 w 17"/>
                    <a:gd name="T5" fmla="*/ 0 h 9"/>
                    <a:gd name="T6" fmla="*/ 0 w 17"/>
                    <a:gd name="T7" fmla="*/ 0 h 9"/>
                    <a:gd name="T8" fmla="*/ 0 w 17"/>
                    <a:gd name="T9" fmla="*/ 9 h 9"/>
                  </a:gdLst>
                  <a:ahLst/>
                  <a:cxnLst>
                    <a:cxn ang="0">
                      <a:pos x="T0" y="T1"/>
                    </a:cxn>
                    <a:cxn ang="0">
                      <a:pos x="T2" y="T3"/>
                    </a:cxn>
                    <a:cxn ang="0">
                      <a:pos x="T4" y="T5"/>
                    </a:cxn>
                    <a:cxn ang="0">
                      <a:pos x="T6" y="T7"/>
                    </a:cxn>
                    <a:cxn ang="0">
                      <a:pos x="T8" y="T9"/>
                    </a:cxn>
                  </a:cxnLst>
                  <a:rect l="0" t="0" r="r" b="b"/>
                  <a:pathLst>
                    <a:path w="17" h="9">
                      <a:moveTo>
                        <a:pt x="0" y="9"/>
                      </a:moveTo>
                      <a:cubicBezTo>
                        <a:pt x="6" y="9"/>
                        <a:pt x="11" y="9"/>
                        <a:pt x="17" y="9"/>
                      </a:cubicBezTo>
                      <a:cubicBezTo>
                        <a:pt x="17" y="6"/>
                        <a:pt x="17" y="3"/>
                        <a:pt x="17" y="0"/>
                      </a:cubicBezTo>
                      <a:cubicBezTo>
                        <a:pt x="11" y="0"/>
                        <a:pt x="6" y="0"/>
                        <a:pt x="0" y="0"/>
                      </a:cubicBezTo>
                      <a:cubicBezTo>
                        <a:pt x="0" y="3"/>
                        <a:pt x="0" y="6"/>
                        <a:pt x="0" y="9"/>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9619" tIns="44810" rIns="89619" bIns="44810" numCol="1" anchor="t" anchorCtr="0" compatLnSpc="1">
                  <a:prstTxWarp prst="textNoShape">
                    <a:avLst/>
                  </a:prstTxWarp>
                </a:bodyPr>
                <a:lstStyle/>
                <a:p>
                  <a:endParaRPr lang="en-US" sz="1764"/>
                </a:p>
              </p:txBody>
            </p:sp>
            <p:sp>
              <p:nvSpPr>
                <p:cNvPr id="28" name="Freeform 23"/>
                <p:cNvSpPr>
                  <a:spLocks/>
                </p:cNvSpPr>
                <p:nvPr/>
              </p:nvSpPr>
              <p:spPr bwMode="auto">
                <a:xfrm>
                  <a:off x="8915400" y="1466851"/>
                  <a:ext cx="79375" cy="42863"/>
                </a:xfrm>
                <a:custGeom>
                  <a:avLst/>
                  <a:gdLst>
                    <a:gd name="T0" fmla="*/ 0 w 17"/>
                    <a:gd name="T1" fmla="*/ 9 h 9"/>
                    <a:gd name="T2" fmla="*/ 17 w 17"/>
                    <a:gd name="T3" fmla="*/ 9 h 9"/>
                    <a:gd name="T4" fmla="*/ 17 w 17"/>
                    <a:gd name="T5" fmla="*/ 0 h 9"/>
                    <a:gd name="T6" fmla="*/ 0 w 17"/>
                    <a:gd name="T7" fmla="*/ 0 h 9"/>
                    <a:gd name="T8" fmla="*/ 0 w 17"/>
                    <a:gd name="T9" fmla="*/ 9 h 9"/>
                  </a:gdLst>
                  <a:ahLst/>
                  <a:cxnLst>
                    <a:cxn ang="0">
                      <a:pos x="T0" y="T1"/>
                    </a:cxn>
                    <a:cxn ang="0">
                      <a:pos x="T2" y="T3"/>
                    </a:cxn>
                    <a:cxn ang="0">
                      <a:pos x="T4" y="T5"/>
                    </a:cxn>
                    <a:cxn ang="0">
                      <a:pos x="T6" y="T7"/>
                    </a:cxn>
                    <a:cxn ang="0">
                      <a:pos x="T8" y="T9"/>
                    </a:cxn>
                  </a:cxnLst>
                  <a:rect l="0" t="0" r="r" b="b"/>
                  <a:pathLst>
                    <a:path w="17" h="9">
                      <a:moveTo>
                        <a:pt x="0" y="9"/>
                      </a:moveTo>
                      <a:cubicBezTo>
                        <a:pt x="6" y="9"/>
                        <a:pt x="11" y="9"/>
                        <a:pt x="17" y="9"/>
                      </a:cubicBezTo>
                      <a:cubicBezTo>
                        <a:pt x="17" y="6"/>
                        <a:pt x="17" y="3"/>
                        <a:pt x="17" y="0"/>
                      </a:cubicBezTo>
                      <a:cubicBezTo>
                        <a:pt x="11" y="0"/>
                        <a:pt x="6" y="0"/>
                        <a:pt x="0" y="0"/>
                      </a:cubicBezTo>
                      <a:cubicBezTo>
                        <a:pt x="0" y="3"/>
                        <a:pt x="0" y="6"/>
                        <a:pt x="0" y="9"/>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9619" tIns="44810" rIns="89619" bIns="44810" numCol="1" anchor="t" anchorCtr="0" compatLnSpc="1">
                  <a:prstTxWarp prst="textNoShape">
                    <a:avLst/>
                  </a:prstTxWarp>
                </a:bodyPr>
                <a:lstStyle/>
                <a:p>
                  <a:endParaRPr lang="en-US" sz="1764"/>
                </a:p>
              </p:txBody>
            </p:sp>
            <p:sp>
              <p:nvSpPr>
                <p:cNvPr id="29" name="Freeform 24"/>
                <p:cNvSpPr>
                  <a:spLocks/>
                </p:cNvSpPr>
                <p:nvPr/>
              </p:nvSpPr>
              <p:spPr bwMode="auto">
                <a:xfrm>
                  <a:off x="8915400" y="1531938"/>
                  <a:ext cx="79375" cy="38100"/>
                </a:xfrm>
                <a:custGeom>
                  <a:avLst/>
                  <a:gdLst>
                    <a:gd name="T0" fmla="*/ 0 w 17"/>
                    <a:gd name="T1" fmla="*/ 8 h 8"/>
                    <a:gd name="T2" fmla="*/ 17 w 17"/>
                    <a:gd name="T3" fmla="*/ 8 h 8"/>
                    <a:gd name="T4" fmla="*/ 17 w 17"/>
                    <a:gd name="T5" fmla="*/ 0 h 8"/>
                    <a:gd name="T6" fmla="*/ 0 w 17"/>
                    <a:gd name="T7" fmla="*/ 0 h 8"/>
                    <a:gd name="T8" fmla="*/ 0 w 17"/>
                    <a:gd name="T9" fmla="*/ 8 h 8"/>
                  </a:gdLst>
                  <a:ahLst/>
                  <a:cxnLst>
                    <a:cxn ang="0">
                      <a:pos x="T0" y="T1"/>
                    </a:cxn>
                    <a:cxn ang="0">
                      <a:pos x="T2" y="T3"/>
                    </a:cxn>
                    <a:cxn ang="0">
                      <a:pos x="T4" y="T5"/>
                    </a:cxn>
                    <a:cxn ang="0">
                      <a:pos x="T6" y="T7"/>
                    </a:cxn>
                    <a:cxn ang="0">
                      <a:pos x="T8" y="T9"/>
                    </a:cxn>
                  </a:cxnLst>
                  <a:rect l="0" t="0" r="r" b="b"/>
                  <a:pathLst>
                    <a:path w="17" h="8">
                      <a:moveTo>
                        <a:pt x="0" y="8"/>
                      </a:moveTo>
                      <a:cubicBezTo>
                        <a:pt x="6" y="8"/>
                        <a:pt x="11" y="8"/>
                        <a:pt x="17" y="8"/>
                      </a:cubicBezTo>
                      <a:cubicBezTo>
                        <a:pt x="17" y="5"/>
                        <a:pt x="17" y="2"/>
                        <a:pt x="17" y="0"/>
                      </a:cubicBezTo>
                      <a:cubicBezTo>
                        <a:pt x="11" y="0"/>
                        <a:pt x="6" y="0"/>
                        <a:pt x="0" y="0"/>
                      </a:cubicBezTo>
                      <a:cubicBezTo>
                        <a:pt x="0" y="2"/>
                        <a:pt x="0" y="5"/>
                        <a:pt x="0" y="8"/>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9619" tIns="44810" rIns="89619" bIns="44810" numCol="1" anchor="t" anchorCtr="0" compatLnSpc="1">
                  <a:prstTxWarp prst="textNoShape">
                    <a:avLst/>
                  </a:prstTxWarp>
                </a:bodyPr>
                <a:lstStyle/>
                <a:p>
                  <a:endParaRPr lang="en-US" sz="1764"/>
                </a:p>
              </p:txBody>
            </p:sp>
          </p:grpSp>
        </p:grpSp>
        <p:sp>
          <p:nvSpPr>
            <p:cNvPr id="33" name="Freeform 25"/>
            <p:cNvSpPr>
              <a:spLocks noEditPoints="1"/>
            </p:cNvSpPr>
            <p:nvPr/>
          </p:nvSpPr>
          <p:spPr bwMode="auto">
            <a:xfrm>
              <a:off x="7532478" y="3130597"/>
              <a:ext cx="725122" cy="702344"/>
            </a:xfrm>
            <a:custGeom>
              <a:avLst/>
              <a:gdLst>
                <a:gd name="T0" fmla="*/ 65 w 65"/>
                <a:gd name="T1" fmla="*/ 8 h 63"/>
                <a:gd name="T2" fmla="*/ 62 w 65"/>
                <a:gd name="T3" fmla="*/ 6 h 63"/>
                <a:gd name="T4" fmla="*/ 38 w 65"/>
                <a:gd name="T5" fmla="*/ 6 h 63"/>
                <a:gd name="T6" fmla="*/ 38 w 65"/>
                <a:gd name="T7" fmla="*/ 0 h 63"/>
                <a:gd name="T8" fmla="*/ 34 w 65"/>
                <a:gd name="T9" fmla="*/ 0 h 63"/>
                <a:gd name="T10" fmla="*/ 0 w 65"/>
                <a:gd name="T11" fmla="*/ 6 h 63"/>
                <a:gd name="T12" fmla="*/ 0 w 65"/>
                <a:gd name="T13" fmla="*/ 57 h 63"/>
                <a:gd name="T14" fmla="*/ 34 w 65"/>
                <a:gd name="T15" fmla="*/ 63 h 63"/>
                <a:gd name="T16" fmla="*/ 38 w 65"/>
                <a:gd name="T17" fmla="*/ 63 h 63"/>
                <a:gd name="T18" fmla="*/ 38 w 65"/>
                <a:gd name="T19" fmla="*/ 57 h 63"/>
                <a:gd name="T20" fmla="*/ 60 w 65"/>
                <a:gd name="T21" fmla="*/ 57 h 63"/>
                <a:gd name="T22" fmla="*/ 64 w 65"/>
                <a:gd name="T23" fmla="*/ 56 h 63"/>
                <a:gd name="T24" fmla="*/ 65 w 65"/>
                <a:gd name="T25" fmla="*/ 52 h 63"/>
                <a:gd name="T26" fmla="*/ 65 w 65"/>
                <a:gd name="T27" fmla="*/ 8 h 63"/>
                <a:gd name="T28" fmla="*/ 25 w 65"/>
                <a:gd name="T29" fmla="*/ 41 h 63"/>
                <a:gd name="T30" fmla="*/ 20 w 65"/>
                <a:gd name="T31" fmla="*/ 41 h 63"/>
                <a:gd name="T32" fmla="*/ 17 w 65"/>
                <a:gd name="T33" fmla="*/ 27 h 63"/>
                <a:gd name="T34" fmla="*/ 14 w 65"/>
                <a:gd name="T35" fmla="*/ 41 h 63"/>
                <a:gd name="T36" fmla="*/ 10 w 65"/>
                <a:gd name="T37" fmla="*/ 40 h 63"/>
                <a:gd name="T38" fmla="*/ 6 w 65"/>
                <a:gd name="T39" fmla="*/ 21 h 63"/>
                <a:gd name="T40" fmla="*/ 10 w 65"/>
                <a:gd name="T41" fmla="*/ 21 h 63"/>
                <a:gd name="T42" fmla="*/ 12 w 65"/>
                <a:gd name="T43" fmla="*/ 35 h 63"/>
                <a:gd name="T44" fmla="*/ 16 w 65"/>
                <a:gd name="T45" fmla="*/ 21 h 63"/>
                <a:gd name="T46" fmla="*/ 20 w 65"/>
                <a:gd name="T47" fmla="*/ 20 h 63"/>
                <a:gd name="T48" fmla="*/ 23 w 65"/>
                <a:gd name="T49" fmla="*/ 35 h 63"/>
                <a:gd name="T50" fmla="*/ 25 w 65"/>
                <a:gd name="T51" fmla="*/ 20 h 63"/>
                <a:gd name="T52" fmla="*/ 30 w 65"/>
                <a:gd name="T53" fmla="*/ 20 h 63"/>
                <a:gd name="T54" fmla="*/ 25 w 65"/>
                <a:gd name="T55" fmla="*/ 41 h 63"/>
                <a:gd name="T56" fmla="*/ 63 w 65"/>
                <a:gd name="T57" fmla="*/ 55 h 63"/>
                <a:gd name="T58" fmla="*/ 38 w 65"/>
                <a:gd name="T59" fmla="*/ 55 h 63"/>
                <a:gd name="T60" fmla="*/ 38 w 65"/>
                <a:gd name="T61" fmla="*/ 49 h 63"/>
                <a:gd name="T62" fmla="*/ 57 w 65"/>
                <a:gd name="T63" fmla="*/ 49 h 63"/>
                <a:gd name="T64" fmla="*/ 57 w 65"/>
                <a:gd name="T65" fmla="*/ 46 h 63"/>
                <a:gd name="T66" fmla="*/ 38 w 65"/>
                <a:gd name="T67" fmla="*/ 46 h 63"/>
                <a:gd name="T68" fmla="*/ 38 w 65"/>
                <a:gd name="T69" fmla="*/ 42 h 63"/>
                <a:gd name="T70" fmla="*/ 57 w 65"/>
                <a:gd name="T71" fmla="*/ 42 h 63"/>
                <a:gd name="T72" fmla="*/ 57 w 65"/>
                <a:gd name="T73" fmla="*/ 39 h 63"/>
                <a:gd name="T74" fmla="*/ 38 w 65"/>
                <a:gd name="T75" fmla="*/ 39 h 63"/>
                <a:gd name="T76" fmla="*/ 38 w 65"/>
                <a:gd name="T77" fmla="*/ 36 h 63"/>
                <a:gd name="T78" fmla="*/ 57 w 65"/>
                <a:gd name="T79" fmla="*/ 36 h 63"/>
                <a:gd name="T80" fmla="*/ 57 w 65"/>
                <a:gd name="T81" fmla="*/ 33 h 63"/>
                <a:gd name="T82" fmla="*/ 38 w 65"/>
                <a:gd name="T83" fmla="*/ 33 h 63"/>
                <a:gd name="T84" fmla="*/ 38 w 65"/>
                <a:gd name="T85" fmla="*/ 29 h 63"/>
                <a:gd name="T86" fmla="*/ 57 w 65"/>
                <a:gd name="T87" fmla="*/ 29 h 63"/>
                <a:gd name="T88" fmla="*/ 57 w 65"/>
                <a:gd name="T89" fmla="*/ 26 h 63"/>
                <a:gd name="T90" fmla="*/ 38 w 65"/>
                <a:gd name="T91" fmla="*/ 26 h 63"/>
                <a:gd name="T92" fmla="*/ 38 w 65"/>
                <a:gd name="T93" fmla="*/ 22 h 63"/>
                <a:gd name="T94" fmla="*/ 57 w 65"/>
                <a:gd name="T95" fmla="*/ 22 h 63"/>
                <a:gd name="T96" fmla="*/ 57 w 65"/>
                <a:gd name="T97" fmla="*/ 19 h 63"/>
                <a:gd name="T98" fmla="*/ 38 w 65"/>
                <a:gd name="T99" fmla="*/ 19 h 63"/>
                <a:gd name="T100" fmla="*/ 38 w 65"/>
                <a:gd name="T101" fmla="*/ 16 h 63"/>
                <a:gd name="T102" fmla="*/ 57 w 65"/>
                <a:gd name="T103" fmla="*/ 16 h 63"/>
                <a:gd name="T104" fmla="*/ 57 w 65"/>
                <a:gd name="T105" fmla="*/ 13 h 63"/>
                <a:gd name="T106" fmla="*/ 38 w 65"/>
                <a:gd name="T107" fmla="*/ 13 h 63"/>
                <a:gd name="T108" fmla="*/ 38 w 65"/>
                <a:gd name="T109" fmla="*/ 8 h 63"/>
                <a:gd name="T110" fmla="*/ 63 w 65"/>
                <a:gd name="T111" fmla="*/ 8 h 63"/>
                <a:gd name="T112" fmla="*/ 63 w 65"/>
                <a:gd name="T113" fmla="*/ 55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65" h="63">
                  <a:moveTo>
                    <a:pt x="65" y="8"/>
                  </a:moveTo>
                  <a:cubicBezTo>
                    <a:pt x="65" y="7"/>
                    <a:pt x="64" y="5"/>
                    <a:pt x="62" y="6"/>
                  </a:cubicBezTo>
                  <a:cubicBezTo>
                    <a:pt x="54" y="5"/>
                    <a:pt x="46" y="6"/>
                    <a:pt x="38" y="6"/>
                  </a:cubicBezTo>
                  <a:cubicBezTo>
                    <a:pt x="38" y="4"/>
                    <a:pt x="38" y="2"/>
                    <a:pt x="38" y="0"/>
                  </a:cubicBezTo>
                  <a:cubicBezTo>
                    <a:pt x="34" y="0"/>
                    <a:pt x="34" y="0"/>
                    <a:pt x="34" y="0"/>
                  </a:cubicBezTo>
                  <a:cubicBezTo>
                    <a:pt x="23" y="2"/>
                    <a:pt x="12" y="4"/>
                    <a:pt x="0" y="6"/>
                  </a:cubicBezTo>
                  <a:cubicBezTo>
                    <a:pt x="0" y="23"/>
                    <a:pt x="0" y="40"/>
                    <a:pt x="0" y="57"/>
                  </a:cubicBezTo>
                  <a:cubicBezTo>
                    <a:pt x="12" y="59"/>
                    <a:pt x="23" y="61"/>
                    <a:pt x="34" y="63"/>
                  </a:cubicBezTo>
                  <a:cubicBezTo>
                    <a:pt x="38" y="63"/>
                    <a:pt x="38" y="63"/>
                    <a:pt x="38" y="63"/>
                  </a:cubicBezTo>
                  <a:cubicBezTo>
                    <a:pt x="38" y="61"/>
                    <a:pt x="38" y="59"/>
                    <a:pt x="38" y="57"/>
                  </a:cubicBezTo>
                  <a:cubicBezTo>
                    <a:pt x="46" y="57"/>
                    <a:pt x="53" y="57"/>
                    <a:pt x="60" y="57"/>
                  </a:cubicBezTo>
                  <a:cubicBezTo>
                    <a:pt x="62" y="57"/>
                    <a:pt x="63" y="57"/>
                    <a:pt x="64" y="56"/>
                  </a:cubicBezTo>
                  <a:cubicBezTo>
                    <a:pt x="65" y="55"/>
                    <a:pt x="65" y="53"/>
                    <a:pt x="65" y="52"/>
                  </a:cubicBezTo>
                  <a:cubicBezTo>
                    <a:pt x="65" y="37"/>
                    <a:pt x="65" y="23"/>
                    <a:pt x="65" y="8"/>
                  </a:cubicBezTo>
                  <a:close/>
                  <a:moveTo>
                    <a:pt x="25" y="41"/>
                  </a:moveTo>
                  <a:cubicBezTo>
                    <a:pt x="24" y="42"/>
                    <a:pt x="22" y="41"/>
                    <a:pt x="20" y="41"/>
                  </a:cubicBezTo>
                  <a:cubicBezTo>
                    <a:pt x="19" y="36"/>
                    <a:pt x="18" y="31"/>
                    <a:pt x="17" y="27"/>
                  </a:cubicBezTo>
                  <a:cubicBezTo>
                    <a:pt x="16" y="31"/>
                    <a:pt x="15" y="36"/>
                    <a:pt x="14" y="41"/>
                  </a:cubicBezTo>
                  <a:cubicBezTo>
                    <a:pt x="13" y="41"/>
                    <a:pt x="12" y="41"/>
                    <a:pt x="10" y="40"/>
                  </a:cubicBezTo>
                  <a:cubicBezTo>
                    <a:pt x="9" y="34"/>
                    <a:pt x="8" y="28"/>
                    <a:pt x="6" y="21"/>
                  </a:cubicBezTo>
                  <a:cubicBezTo>
                    <a:pt x="8" y="21"/>
                    <a:pt x="9" y="21"/>
                    <a:pt x="10" y="21"/>
                  </a:cubicBezTo>
                  <a:cubicBezTo>
                    <a:pt x="11" y="26"/>
                    <a:pt x="12" y="30"/>
                    <a:pt x="12" y="35"/>
                  </a:cubicBezTo>
                  <a:cubicBezTo>
                    <a:pt x="13" y="30"/>
                    <a:pt x="14" y="25"/>
                    <a:pt x="16" y="21"/>
                  </a:cubicBezTo>
                  <a:cubicBezTo>
                    <a:pt x="17" y="21"/>
                    <a:pt x="18" y="21"/>
                    <a:pt x="20" y="20"/>
                  </a:cubicBezTo>
                  <a:cubicBezTo>
                    <a:pt x="21" y="25"/>
                    <a:pt x="22" y="30"/>
                    <a:pt x="23" y="35"/>
                  </a:cubicBezTo>
                  <a:cubicBezTo>
                    <a:pt x="24" y="30"/>
                    <a:pt x="24" y="25"/>
                    <a:pt x="25" y="20"/>
                  </a:cubicBezTo>
                  <a:cubicBezTo>
                    <a:pt x="27" y="20"/>
                    <a:pt x="28" y="20"/>
                    <a:pt x="30" y="20"/>
                  </a:cubicBezTo>
                  <a:cubicBezTo>
                    <a:pt x="28" y="27"/>
                    <a:pt x="27" y="34"/>
                    <a:pt x="25" y="41"/>
                  </a:cubicBezTo>
                  <a:close/>
                  <a:moveTo>
                    <a:pt x="63" y="55"/>
                  </a:moveTo>
                  <a:cubicBezTo>
                    <a:pt x="55" y="55"/>
                    <a:pt x="46" y="55"/>
                    <a:pt x="38" y="55"/>
                  </a:cubicBezTo>
                  <a:cubicBezTo>
                    <a:pt x="38" y="53"/>
                    <a:pt x="38" y="51"/>
                    <a:pt x="38" y="49"/>
                  </a:cubicBezTo>
                  <a:cubicBezTo>
                    <a:pt x="45" y="49"/>
                    <a:pt x="51" y="49"/>
                    <a:pt x="57" y="49"/>
                  </a:cubicBezTo>
                  <a:cubicBezTo>
                    <a:pt x="57" y="48"/>
                    <a:pt x="57" y="47"/>
                    <a:pt x="57" y="46"/>
                  </a:cubicBezTo>
                  <a:cubicBezTo>
                    <a:pt x="51" y="46"/>
                    <a:pt x="45" y="46"/>
                    <a:pt x="38" y="46"/>
                  </a:cubicBezTo>
                  <a:cubicBezTo>
                    <a:pt x="38" y="45"/>
                    <a:pt x="38" y="43"/>
                    <a:pt x="38" y="42"/>
                  </a:cubicBezTo>
                  <a:cubicBezTo>
                    <a:pt x="45" y="42"/>
                    <a:pt x="51" y="42"/>
                    <a:pt x="57" y="42"/>
                  </a:cubicBezTo>
                  <a:cubicBezTo>
                    <a:pt x="57" y="41"/>
                    <a:pt x="57" y="40"/>
                    <a:pt x="57" y="39"/>
                  </a:cubicBezTo>
                  <a:cubicBezTo>
                    <a:pt x="51" y="39"/>
                    <a:pt x="45" y="39"/>
                    <a:pt x="38" y="39"/>
                  </a:cubicBezTo>
                  <a:cubicBezTo>
                    <a:pt x="38" y="38"/>
                    <a:pt x="38" y="37"/>
                    <a:pt x="38" y="36"/>
                  </a:cubicBezTo>
                  <a:cubicBezTo>
                    <a:pt x="45" y="36"/>
                    <a:pt x="51" y="36"/>
                    <a:pt x="57" y="36"/>
                  </a:cubicBezTo>
                  <a:cubicBezTo>
                    <a:pt x="57" y="35"/>
                    <a:pt x="57" y="34"/>
                    <a:pt x="57" y="33"/>
                  </a:cubicBezTo>
                  <a:cubicBezTo>
                    <a:pt x="51" y="33"/>
                    <a:pt x="45" y="33"/>
                    <a:pt x="38" y="33"/>
                  </a:cubicBezTo>
                  <a:cubicBezTo>
                    <a:pt x="38" y="31"/>
                    <a:pt x="38" y="30"/>
                    <a:pt x="38" y="29"/>
                  </a:cubicBezTo>
                  <a:cubicBezTo>
                    <a:pt x="45" y="29"/>
                    <a:pt x="51" y="29"/>
                    <a:pt x="57" y="29"/>
                  </a:cubicBezTo>
                  <a:cubicBezTo>
                    <a:pt x="57" y="28"/>
                    <a:pt x="57" y="27"/>
                    <a:pt x="57" y="26"/>
                  </a:cubicBezTo>
                  <a:cubicBezTo>
                    <a:pt x="51" y="26"/>
                    <a:pt x="45" y="26"/>
                    <a:pt x="38" y="26"/>
                  </a:cubicBezTo>
                  <a:cubicBezTo>
                    <a:pt x="38" y="25"/>
                    <a:pt x="38" y="24"/>
                    <a:pt x="38" y="22"/>
                  </a:cubicBezTo>
                  <a:cubicBezTo>
                    <a:pt x="45" y="22"/>
                    <a:pt x="51" y="22"/>
                    <a:pt x="57" y="22"/>
                  </a:cubicBezTo>
                  <a:cubicBezTo>
                    <a:pt x="57" y="21"/>
                    <a:pt x="57" y="20"/>
                    <a:pt x="57" y="19"/>
                  </a:cubicBezTo>
                  <a:cubicBezTo>
                    <a:pt x="51" y="19"/>
                    <a:pt x="45" y="19"/>
                    <a:pt x="38" y="19"/>
                  </a:cubicBezTo>
                  <a:cubicBezTo>
                    <a:pt x="38" y="18"/>
                    <a:pt x="38" y="17"/>
                    <a:pt x="38" y="16"/>
                  </a:cubicBezTo>
                  <a:cubicBezTo>
                    <a:pt x="45" y="16"/>
                    <a:pt x="51" y="16"/>
                    <a:pt x="57" y="16"/>
                  </a:cubicBezTo>
                  <a:cubicBezTo>
                    <a:pt x="57" y="15"/>
                    <a:pt x="57" y="14"/>
                    <a:pt x="57" y="13"/>
                  </a:cubicBezTo>
                  <a:cubicBezTo>
                    <a:pt x="51" y="13"/>
                    <a:pt x="45" y="13"/>
                    <a:pt x="38" y="13"/>
                  </a:cubicBezTo>
                  <a:cubicBezTo>
                    <a:pt x="38" y="11"/>
                    <a:pt x="38" y="9"/>
                    <a:pt x="38" y="8"/>
                  </a:cubicBezTo>
                  <a:cubicBezTo>
                    <a:pt x="46" y="8"/>
                    <a:pt x="55" y="8"/>
                    <a:pt x="63" y="8"/>
                  </a:cubicBezTo>
                  <a:cubicBezTo>
                    <a:pt x="63" y="23"/>
                    <a:pt x="63" y="39"/>
                    <a:pt x="63" y="55"/>
                  </a:cubicBez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9619" tIns="44810" rIns="89619" bIns="44810" numCol="1" anchor="t" anchorCtr="0" compatLnSpc="1">
              <a:prstTxWarp prst="textNoShape">
                <a:avLst/>
              </a:prstTxWarp>
            </a:bodyPr>
            <a:lstStyle/>
            <a:p>
              <a:endParaRPr lang="en-US" sz="1764"/>
            </a:p>
          </p:txBody>
        </p:sp>
      </p:grpSp>
      <p:sp>
        <p:nvSpPr>
          <p:cNvPr id="4" name="Footer Placeholder 3"/>
          <p:cNvSpPr>
            <a:spLocks noGrp="1"/>
          </p:cNvSpPr>
          <p:nvPr>
            <p:ph type="ftr" sz="quarter" idx="10"/>
          </p:nvPr>
        </p:nvSpPr>
        <p:spPr/>
        <p:txBody>
          <a:bodyPr/>
          <a:lstStyle/>
          <a:p>
            <a:pPr>
              <a:defRPr/>
            </a:pPr>
            <a:r>
              <a:rPr lang="en-US" sz="1400" smtClean="0">
                <a:gradFill>
                  <a:gsLst>
                    <a:gs pos="8367">
                      <a:schemeClr val="accent2"/>
                    </a:gs>
                    <a:gs pos="100000">
                      <a:schemeClr val="accent2"/>
                    </a:gs>
                  </a:gsLst>
                  <a:lin ang="5400000" scaled="0"/>
                </a:gradFill>
                <a:latin typeface="Segoe UI Black" panose="020B0A02040204020203" pitchFamily="34" charset="0"/>
                <a:ea typeface="Segoe UI Black" panose="020B0A02040204020203" pitchFamily="34" charset="0"/>
                <a:cs typeface="Segoe UI Black" panose="020B0A02040204020203" pitchFamily="34" charset="0"/>
              </a:rPr>
              <a:t>3</a:t>
            </a:r>
            <a:r>
              <a:rPr lang="en-US" sz="1400" smtClean="0">
                <a:gradFill>
                  <a:gsLst>
                    <a:gs pos="8367">
                      <a:srgbClr val="000000"/>
                    </a:gs>
                    <a:gs pos="31000">
                      <a:srgbClr val="000000"/>
                    </a:gs>
                  </a:gsLst>
                  <a:lin ang="5400000" scaled="0"/>
                </a:gradFill>
              </a:rPr>
              <a:t> Getting started</a:t>
            </a:r>
          </a:p>
          <a:p>
            <a:endParaRPr lang="en-US" dirty="0"/>
          </a:p>
        </p:txBody>
      </p:sp>
    </p:spTree>
    <p:extLst>
      <p:ext uri="{BB962C8B-B14F-4D97-AF65-F5344CB8AC3E}">
        <p14:creationId xmlns:p14="http://schemas.microsoft.com/office/powerpoint/2010/main" val="20220919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Elbow Connector 32"/>
          <p:cNvCxnSpPr>
            <a:stCxn id="37" idx="3"/>
          </p:cNvCxnSpPr>
          <p:nvPr/>
        </p:nvCxnSpPr>
        <p:spPr>
          <a:xfrm>
            <a:off x="6662773" y="3552409"/>
            <a:ext cx="843304" cy="311010"/>
          </a:xfrm>
          <a:prstGeom prst="bentConnector3">
            <a:avLst>
              <a:gd name="adj1" fmla="val 50000"/>
            </a:avLst>
          </a:prstGeom>
          <a:ln w="31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5" name="Elbow Connector 34"/>
          <p:cNvCxnSpPr>
            <a:stCxn id="37" idx="1"/>
          </p:cNvCxnSpPr>
          <p:nvPr/>
        </p:nvCxnSpPr>
        <p:spPr>
          <a:xfrm rot="10800000">
            <a:off x="2136529" y="3076263"/>
            <a:ext cx="2474800" cy="476147"/>
          </a:xfrm>
          <a:prstGeom prst="bentConnector3">
            <a:avLst>
              <a:gd name="adj1" fmla="val 50000"/>
            </a:avLst>
          </a:prstGeom>
          <a:ln w="31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7" name="Rectangle 36"/>
          <p:cNvSpPr/>
          <p:nvPr/>
        </p:nvSpPr>
        <p:spPr>
          <a:xfrm>
            <a:off x="4611329" y="3182643"/>
            <a:ext cx="2051444" cy="739531"/>
          </a:xfrm>
          <a:prstGeom prst="rect">
            <a:avLst/>
          </a:prstGeom>
          <a:solidFill>
            <a:schemeClr val="accent2"/>
          </a:solidFill>
          <a:ln cap="sq">
            <a:solidFill>
              <a:schemeClr val="tx1"/>
            </a:solidFill>
            <a:miter lim="800000"/>
          </a:ln>
        </p:spPr>
        <p:style>
          <a:lnRef idx="2">
            <a:schemeClr val="accent2">
              <a:shade val="50000"/>
            </a:schemeClr>
          </a:lnRef>
          <a:fillRef idx="1">
            <a:schemeClr val="accent2"/>
          </a:fillRef>
          <a:effectRef idx="0">
            <a:schemeClr val="accent2"/>
          </a:effectRef>
          <a:fontRef idx="minor">
            <a:schemeClr val="lt1"/>
          </a:fontRef>
        </p:style>
        <p:txBody>
          <a:bodyPr lIns="146304" tIns="91440" rIns="146304" bIns="91440" rtlCol="0" anchor="ctr"/>
          <a:lstStyle/>
          <a:p>
            <a:pPr marL="344488" indent="-255588">
              <a:lnSpc>
                <a:spcPct val="90000"/>
              </a:lnSpc>
              <a:spcBef>
                <a:spcPts val="600"/>
              </a:spcBef>
            </a:pPr>
            <a:r>
              <a:rPr lang="en-US" sz="1600" b="1" dirty="0" smtClean="0">
                <a:gradFill>
                  <a:gsLst>
                    <a:gs pos="94000">
                      <a:schemeClr val="bg1"/>
                    </a:gs>
                    <a:gs pos="62000">
                      <a:schemeClr val="bg1"/>
                    </a:gs>
                  </a:gsLst>
                  <a:lin ang="5400000" scaled="0"/>
                </a:gradFill>
              </a:rPr>
              <a:t>3:</a:t>
            </a:r>
            <a:r>
              <a:rPr lang="en-US" sz="1600" b="1" dirty="0">
                <a:gradFill>
                  <a:gsLst>
                    <a:gs pos="94000">
                      <a:schemeClr val="bg1"/>
                    </a:gs>
                    <a:gs pos="62000">
                      <a:schemeClr val="bg1"/>
                    </a:gs>
                  </a:gsLst>
                  <a:lin ang="5400000" scaled="0"/>
                </a:gradFill>
              </a:rPr>
              <a:t>	</a:t>
            </a:r>
            <a:r>
              <a:rPr lang="en-US" sz="1600" b="1" dirty="0" smtClean="0">
                <a:gradFill>
                  <a:gsLst>
                    <a:gs pos="94000">
                      <a:schemeClr val="bg1"/>
                    </a:gs>
                    <a:gs pos="62000">
                      <a:schemeClr val="bg1"/>
                    </a:gs>
                  </a:gsLst>
                  <a:lin ang="5400000" scaled="0"/>
                </a:gradFill>
              </a:rPr>
              <a:t>Instructions</a:t>
            </a:r>
            <a:br>
              <a:rPr lang="en-US" sz="1600" b="1" dirty="0" smtClean="0">
                <a:gradFill>
                  <a:gsLst>
                    <a:gs pos="94000">
                      <a:schemeClr val="bg1"/>
                    </a:gs>
                    <a:gs pos="62000">
                      <a:schemeClr val="bg1"/>
                    </a:gs>
                  </a:gsLst>
                  <a:lin ang="5400000" scaled="0"/>
                </a:gradFill>
              </a:rPr>
            </a:br>
            <a:r>
              <a:rPr lang="en-US" sz="1600" b="1" dirty="0" smtClean="0">
                <a:gradFill>
                  <a:gsLst>
                    <a:gs pos="94000">
                      <a:schemeClr val="bg1"/>
                    </a:gs>
                    <a:gs pos="62000">
                      <a:schemeClr val="bg1"/>
                    </a:gs>
                  </a:gsLst>
                  <a:lin ang="5400000" scaled="0"/>
                </a:gradFill>
              </a:rPr>
              <a:t>sent to host</a:t>
            </a:r>
            <a:endParaRPr lang="en-US" sz="1600" b="1" dirty="0">
              <a:gradFill>
                <a:gsLst>
                  <a:gs pos="94000">
                    <a:schemeClr val="bg1"/>
                  </a:gs>
                  <a:gs pos="62000">
                    <a:schemeClr val="bg1"/>
                  </a:gs>
                </a:gsLst>
                <a:lin ang="5400000" scaled="0"/>
              </a:gradFill>
            </a:endParaRPr>
          </a:p>
        </p:txBody>
      </p:sp>
      <p:sp>
        <p:nvSpPr>
          <p:cNvPr id="2" name="Title 1"/>
          <p:cNvSpPr>
            <a:spLocks noGrp="1"/>
          </p:cNvSpPr>
          <p:nvPr>
            <p:ph type="title"/>
          </p:nvPr>
        </p:nvSpPr>
        <p:spPr/>
        <p:txBody>
          <a:bodyPr>
            <a:normAutofit/>
          </a:bodyPr>
          <a:lstStyle/>
          <a:p>
            <a:r>
              <a:rPr lang="en-US" dirty="0" smtClean="0"/>
              <a:t>Coding </a:t>
            </a:r>
            <a:r>
              <a:rPr lang="en-US" dirty="0"/>
              <a:t>p</a:t>
            </a:r>
            <a:r>
              <a:rPr lang="en-US" dirty="0" smtClean="0"/>
              <a:t>attern</a:t>
            </a:r>
            <a:endParaRPr lang="en-US" dirty="0"/>
          </a:p>
        </p:txBody>
      </p:sp>
      <p:grpSp>
        <p:nvGrpSpPr>
          <p:cNvPr id="5" name="Group 4"/>
          <p:cNvGrpSpPr/>
          <p:nvPr/>
        </p:nvGrpSpPr>
        <p:grpSpPr>
          <a:xfrm>
            <a:off x="7532478" y="1248524"/>
            <a:ext cx="3706451" cy="5266576"/>
            <a:chOff x="7559180" y="1202835"/>
            <a:chExt cx="3781758" cy="5373581"/>
          </a:xfrm>
        </p:grpSpPr>
        <p:pic>
          <p:nvPicPr>
            <p:cNvPr id="9" name="Picture 8"/>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555801" y="1485514"/>
              <a:ext cx="1687249" cy="1280060"/>
            </a:xfrm>
            <a:prstGeom prst="rect">
              <a:avLst/>
            </a:prstGeom>
          </p:spPr>
        </p:pic>
        <p:pic>
          <p:nvPicPr>
            <p:cNvPr id="10" name="Picture 9"/>
            <p:cNvPicPr>
              <a:picLocks noChangeAspect="1"/>
            </p:cNvPicPr>
            <p:nvPr/>
          </p:nvPicPr>
          <p:blipFill rotWithShape="1">
            <a:blip r:embed="rId4"/>
            <a:srcRect l="2435" t="2229" r="2273" b="719"/>
            <a:stretch/>
          </p:blipFill>
          <p:spPr>
            <a:xfrm>
              <a:off x="9459986" y="3366823"/>
              <a:ext cx="1878880" cy="1193365"/>
            </a:xfrm>
            <a:prstGeom prst="rect">
              <a:avLst/>
            </a:prstGeom>
          </p:spPr>
        </p:pic>
        <p:pic>
          <p:nvPicPr>
            <p:cNvPr id="12" name="Picture 11"/>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9457914" y="5384387"/>
              <a:ext cx="1883024" cy="1192029"/>
            </a:xfrm>
            <a:prstGeom prst="rect">
              <a:avLst/>
            </a:prstGeom>
          </p:spPr>
        </p:pic>
        <p:sp>
          <p:nvSpPr>
            <p:cNvPr id="13" name="TextBox 12"/>
            <p:cNvSpPr txBox="1"/>
            <p:nvPr/>
          </p:nvSpPr>
          <p:spPr>
            <a:xfrm>
              <a:off x="10113037" y="1202835"/>
              <a:ext cx="572778" cy="408239"/>
            </a:xfrm>
            <a:prstGeom prst="rect">
              <a:avLst/>
            </a:prstGeom>
            <a:noFill/>
          </p:spPr>
          <p:txBody>
            <a:bodyPr wrap="none" rtlCol="0">
              <a:spAutoFit/>
            </a:bodyPr>
            <a:lstStyle/>
            <a:p>
              <a:r>
                <a:rPr lang="en-US" sz="2000" dirty="0">
                  <a:gradFill>
                    <a:gsLst>
                      <a:gs pos="96460">
                        <a:schemeClr val="tx1"/>
                      </a:gs>
                      <a:gs pos="84000">
                        <a:schemeClr val="tx1"/>
                      </a:gs>
                    </a:gsLst>
                    <a:lin ang="5400000" scaled="0"/>
                  </a:gradFill>
                  <a:latin typeface="+mj-lt"/>
                </a:rPr>
                <a:t>iOS</a:t>
              </a:r>
            </a:p>
          </p:txBody>
        </p:sp>
        <p:sp>
          <p:nvSpPr>
            <p:cNvPr id="14" name="TextBox 13"/>
            <p:cNvSpPr txBox="1"/>
            <p:nvPr/>
          </p:nvSpPr>
          <p:spPr>
            <a:xfrm>
              <a:off x="9855434" y="2973895"/>
              <a:ext cx="1087983" cy="408239"/>
            </a:xfrm>
            <a:prstGeom prst="rect">
              <a:avLst/>
            </a:prstGeom>
            <a:noFill/>
          </p:spPr>
          <p:txBody>
            <a:bodyPr wrap="none" rtlCol="0">
              <a:spAutoFit/>
            </a:bodyPr>
            <a:lstStyle>
              <a:defPPr>
                <a:defRPr lang="en-US"/>
              </a:defPPr>
              <a:lvl1pPr>
                <a:defRPr sz="2000">
                  <a:gradFill>
                    <a:gsLst>
                      <a:gs pos="96460">
                        <a:schemeClr val="tx1"/>
                      </a:gs>
                      <a:gs pos="84000">
                        <a:schemeClr val="tx1"/>
                      </a:gs>
                    </a:gsLst>
                    <a:lin ang="5400000" scaled="0"/>
                  </a:gradFill>
                  <a:latin typeface="+mj-lt"/>
                </a:defRPr>
              </a:lvl1pPr>
            </a:lstStyle>
            <a:p>
              <a:r>
                <a:rPr lang="en-US" dirty="0"/>
                <a:t>Desktop</a:t>
              </a:r>
            </a:p>
          </p:txBody>
        </p:sp>
        <p:sp>
          <p:nvSpPr>
            <p:cNvPr id="15" name="TextBox 14"/>
            <p:cNvSpPr txBox="1"/>
            <p:nvPr/>
          </p:nvSpPr>
          <p:spPr>
            <a:xfrm>
              <a:off x="10053174" y="4976148"/>
              <a:ext cx="692502" cy="408239"/>
            </a:xfrm>
            <a:prstGeom prst="rect">
              <a:avLst/>
            </a:prstGeom>
            <a:noFill/>
          </p:spPr>
          <p:txBody>
            <a:bodyPr wrap="none" rtlCol="0">
              <a:spAutoFit/>
            </a:bodyPr>
            <a:lstStyle>
              <a:defPPr>
                <a:defRPr lang="en-US"/>
              </a:defPPr>
              <a:lvl1pPr>
                <a:defRPr sz="2000">
                  <a:gradFill>
                    <a:gsLst>
                      <a:gs pos="96460">
                        <a:schemeClr val="tx1"/>
                      </a:gs>
                      <a:gs pos="84000">
                        <a:schemeClr val="tx1"/>
                      </a:gs>
                    </a:gsLst>
                    <a:lin ang="5400000" scaled="0"/>
                  </a:gradFill>
                  <a:latin typeface="+mj-lt"/>
                </a:defRPr>
              </a:lvl1pPr>
            </a:lstStyle>
            <a:p>
              <a:r>
                <a:rPr lang="en-US" dirty="0"/>
                <a:t>Web</a:t>
              </a:r>
            </a:p>
          </p:txBody>
        </p:sp>
        <p:cxnSp>
          <p:nvCxnSpPr>
            <p:cNvPr id="17" name="Elbow Connector 16"/>
            <p:cNvCxnSpPr/>
            <p:nvPr/>
          </p:nvCxnSpPr>
          <p:spPr>
            <a:xfrm rot="5400000" flipH="1" flipV="1">
              <a:off x="8190107" y="1631087"/>
              <a:ext cx="1089900" cy="1692602"/>
            </a:xfrm>
            <a:prstGeom prst="bentConnector2">
              <a:avLst/>
            </a:prstGeom>
            <a:ln w="31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p:cNvCxnSpPr/>
            <p:nvPr/>
          </p:nvCxnSpPr>
          <p:spPr>
            <a:xfrm>
              <a:off x="8550684" y="3870861"/>
              <a:ext cx="909302" cy="1"/>
            </a:xfrm>
            <a:prstGeom prst="straightConnector1">
              <a:avLst/>
            </a:prstGeom>
            <a:ln w="31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3" name="Elbow Connector 22"/>
            <p:cNvCxnSpPr/>
            <p:nvPr/>
          </p:nvCxnSpPr>
          <p:spPr>
            <a:xfrm rot="16200000" flipH="1">
              <a:off x="8038242" y="4717252"/>
              <a:ext cx="1201937" cy="1416704"/>
            </a:xfrm>
            <a:prstGeom prst="bentConnector2">
              <a:avLst/>
            </a:prstGeom>
            <a:ln w="3175">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3" name="Group 2"/>
            <p:cNvGrpSpPr/>
            <p:nvPr/>
          </p:nvGrpSpPr>
          <p:grpSpPr>
            <a:xfrm>
              <a:off x="7559180" y="3123147"/>
              <a:ext cx="741747" cy="1583472"/>
              <a:chOff x="6734540" y="2057985"/>
              <a:chExt cx="1604292" cy="3424820"/>
            </a:xfrm>
          </p:grpSpPr>
          <p:grpSp>
            <p:nvGrpSpPr>
              <p:cNvPr id="18" name="Group 17"/>
              <p:cNvGrpSpPr/>
              <p:nvPr/>
            </p:nvGrpSpPr>
            <p:grpSpPr>
              <a:xfrm>
                <a:off x="6734540" y="3930433"/>
                <a:ext cx="1604292" cy="1552372"/>
                <a:chOff x="8561388" y="1192213"/>
                <a:chExt cx="490538" cy="474663"/>
              </a:xfrm>
            </p:grpSpPr>
            <p:sp>
              <p:nvSpPr>
                <p:cNvPr id="20" name="Freeform 18"/>
                <p:cNvSpPr>
                  <a:spLocks noEditPoints="1"/>
                </p:cNvSpPr>
                <p:nvPr/>
              </p:nvSpPr>
              <p:spPr bwMode="auto">
                <a:xfrm>
                  <a:off x="8561388" y="1192213"/>
                  <a:ext cx="490538" cy="474663"/>
                </a:xfrm>
                <a:custGeom>
                  <a:avLst/>
                  <a:gdLst>
                    <a:gd name="T0" fmla="*/ 62 w 105"/>
                    <a:gd name="T1" fmla="*/ 102 h 102"/>
                    <a:gd name="T2" fmla="*/ 62 w 105"/>
                    <a:gd name="T3" fmla="*/ 92 h 102"/>
                    <a:gd name="T4" fmla="*/ 99 w 105"/>
                    <a:gd name="T5" fmla="*/ 92 h 102"/>
                    <a:gd name="T6" fmla="*/ 104 w 105"/>
                    <a:gd name="T7" fmla="*/ 89 h 102"/>
                    <a:gd name="T8" fmla="*/ 105 w 105"/>
                    <a:gd name="T9" fmla="*/ 79 h 102"/>
                    <a:gd name="T10" fmla="*/ 105 w 105"/>
                    <a:gd name="T11" fmla="*/ 16 h 102"/>
                    <a:gd name="T12" fmla="*/ 104 w 105"/>
                    <a:gd name="T13" fmla="*/ 10 h 102"/>
                    <a:gd name="T14" fmla="*/ 98 w 105"/>
                    <a:gd name="T15" fmla="*/ 9 h 102"/>
                    <a:gd name="T16" fmla="*/ 62 w 105"/>
                    <a:gd name="T17" fmla="*/ 9 h 102"/>
                    <a:gd name="T18" fmla="*/ 62 w 105"/>
                    <a:gd name="T19" fmla="*/ 0 h 102"/>
                    <a:gd name="T20" fmla="*/ 55 w 105"/>
                    <a:gd name="T21" fmla="*/ 0 h 102"/>
                    <a:gd name="T22" fmla="*/ 0 w 105"/>
                    <a:gd name="T23" fmla="*/ 9 h 102"/>
                    <a:gd name="T24" fmla="*/ 0 w 105"/>
                    <a:gd name="T25" fmla="*/ 93 h 102"/>
                    <a:gd name="T26" fmla="*/ 54 w 105"/>
                    <a:gd name="T27" fmla="*/ 102 h 102"/>
                    <a:gd name="T28" fmla="*/ 62 w 105"/>
                    <a:gd name="T29" fmla="*/ 102 h 102"/>
                    <a:gd name="T30" fmla="*/ 62 w 105"/>
                    <a:gd name="T31" fmla="*/ 81 h 102"/>
                    <a:gd name="T32" fmla="*/ 71 w 105"/>
                    <a:gd name="T33" fmla="*/ 81 h 102"/>
                    <a:gd name="T34" fmla="*/ 71 w 105"/>
                    <a:gd name="T35" fmla="*/ 73 h 102"/>
                    <a:gd name="T36" fmla="*/ 62 w 105"/>
                    <a:gd name="T37" fmla="*/ 73 h 102"/>
                    <a:gd name="T38" fmla="*/ 62 w 105"/>
                    <a:gd name="T39" fmla="*/ 68 h 102"/>
                    <a:gd name="T40" fmla="*/ 71 w 105"/>
                    <a:gd name="T41" fmla="*/ 68 h 102"/>
                    <a:gd name="T42" fmla="*/ 71 w 105"/>
                    <a:gd name="T43" fmla="*/ 59 h 102"/>
                    <a:gd name="T44" fmla="*/ 62 w 105"/>
                    <a:gd name="T45" fmla="*/ 59 h 102"/>
                    <a:gd name="T46" fmla="*/ 62 w 105"/>
                    <a:gd name="T47" fmla="*/ 55 h 102"/>
                    <a:gd name="T48" fmla="*/ 71 w 105"/>
                    <a:gd name="T49" fmla="*/ 55 h 102"/>
                    <a:gd name="T50" fmla="*/ 71 w 105"/>
                    <a:gd name="T51" fmla="*/ 46 h 102"/>
                    <a:gd name="T52" fmla="*/ 62 w 105"/>
                    <a:gd name="T53" fmla="*/ 46 h 102"/>
                    <a:gd name="T54" fmla="*/ 62 w 105"/>
                    <a:gd name="T55" fmla="*/ 41 h 102"/>
                    <a:gd name="T56" fmla="*/ 71 w 105"/>
                    <a:gd name="T57" fmla="*/ 41 h 102"/>
                    <a:gd name="T58" fmla="*/ 71 w 105"/>
                    <a:gd name="T59" fmla="*/ 33 h 102"/>
                    <a:gd name="T60" fmla="*/ 62 w 105"/>
                    <a:gd name="T61" fmla="*/ 33 h 102"/>
                    <a:gd name="T62" fmla="*/ 62 w 105"/>
                    <a:gd name="T63" fmla="*/ 28 h 102"/>
                    <a:gd name="T64" fmla="*/ 71 w 105"/>
                    <a:gd name="T65" fmla="*/ 28 h 102"/>
                    <a:gd name="T66" fmla="*/ 71 w 105"/>
                    <a:gd name="T67" fmla="*/ 20 h 102"/>
                    <a:gd name="T68" fmla="*/ 62 w 105"/>
                    <a:gd name="T69" fmla="*/ 20 h 102"/>
                    <a:gd name="T70" fmla="*/ 62 w 105"/>
                    <a:gd name="T71" fmla="*/ 13 h 102"/>
                    <a:gd name="T72" fmla="*/ 101 w 105"/>
                    <a:gd name="T73" fmla="*/ 13 h 102"/>
                    <a:gd name="T74" fmla="*/ 101 w 105"/>
                    <a:gd name="T75" fmla="*/ 88 h 102"/>
                    <a:gd name="T76" fmla="*/ 62 w 105"/>
                    <a:gd name="T77" fmla="*/ 88 h 102"/>
                    <a:gd name="T78" fmla="*/ 62 w 105"/>
                    <a:gd name="T79" fmla="*/ 81 h 102"/>
                    <a:gd name="T80" fmla="*/ 35 w 105"/>
                    <a:gd name="T81" fmla="*/ 70 h 102"/>
                    <a:gd name="T82" fmla="*/ 29 w 105"/>
                    <a:gd name="T83" fmla="*/ 55 h 102"/>
                    <a:gd name="T84" fmla="*/ 23 w 105"/>
                    <a:gd name="T85" fmla="*/ 69 h 102"/>
                    <a:gd name="T86" fmla="*/ 15 w 105"/>
                    <a:gd name="T87" fmla="*/ 69 h 102"/>
                    <a:gd name="T88" fmla="*/ 24 w 105"/>
                    <a:gd name="T89" fmla="*/ 51 h 102"/>
                    <a:gd name="T90" fmla="*/ 16 w 105"/>
                    <a:gd name="T91" fmla="*/ 32 h 102"/>
                    <a:gd name="T92" fmla="*/ 24 w 105"/>
                    <a:gd name="T93" fmla="*/ 32 h 102"/>
                    <a:gd name="T94" fmla="*/ 29 w 105"/>
                    <a:gd name="T95" fmla="*/ 46 h 102"/>
                    <a:gd name="T96" fmla="*/ 35 w 105"/>
                    <a:gd name="T97" fmla="*/ 31 h 102"/>
                    <a:gd name="T98" fmla="*/ 43 w 105"/>
                    <a:gd name="T99" fmla="*/ 31 h 102"/>
                    <a:gd name="T100" fmla="*/ 33 w 105"/>
                    <a:gd name="T101" fmla="*/ 50 h 102"/>
                    <a:gd name="T102" fmla="*/ 43 w 105"/>
                    <a:gd name="T103" fmla="*/ 70 h 102"/>
                    <a:gd name="T104" fmla="*/ 35 w 105"/>
                    <a:gd name="T105" fmla="*/ 70 h 1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105" h="102">
                      <a:moveTo>
                        <a:pt x="62" y="102"/>
                      </a:moveTo>
                      <a:cubicBezTo>
                        <a:pt x="62" y="99"/>
                        <a:pt x="62" y="95"/>
                        <a:pt x="62" y="92"/>
                      </a:cubicBezTo>
                      <a:cubicBezTo>
                        <a:pt x="74" y="92"/>
                        <a:pt x="86" y="92"/>
                        <a:pt x="99" y="92"/>
                      </a:cubicBezTo>
                      <a:cubicBezTo>
                        <a:pt x="101" y="92"/>
                        <a:pt x="104" y="91"/>
                        <a:pt x="104" y="89"/>
                      </a:cubicBezTo>
                      <a:cubicBezTo>
                        <a:pt x="105" y="86"/>
                        <a:pt x="105" y="82"/>
                        <a:pt x="105" y="79"/>
                      </a:cubicBezTo>
                      <a:cubicBezTo>
                        <a:pt x="105" y="58"/>
                        <a:pt x="105" y="37"/>
                        <a:pt x="105" y="16"/>
                      </a:cubicBezTo>
                      <a:cubicBezTo>
                        <a:pt x="105" y="14"/>
                        <a:pt x="105" y="12"/>
                        <a:pt x="104" y="10"/>
                      </a:cubicBezTo>
                      <a:cubicBezTo>
                        <a:pt x="102" y="9"/>
                        <a:pt x="100" y="9"/>
                        <a:pt x="98" y="9"/>
                      </a:cubicBezTo>
                      <a:cubicBezTo>
                        <a:pt x="86" y="9"/>
                        <a:pt x="74" y="9"/>
                        <a:pt x="62" y="9"/>
                      </a:cubicBezTo>
                      <a:cubicBezTo>
                        <a:pt x="62" y="6"/>
                        <a:pt x="62" y="3"/>
                        <a:pt x="62" y="0"/>
                      </a:cubicBezTo>
                      <a:cubicBezTo>
                        <a:pt x="55" y="0"/>
                        <a:pt x="55" y="0"/>
                        <a:pt x="55" y="0"/>
                      </a:cubicBezTo>
                      <a:cubicBezTo>
                        <a:pt x="36" y="3"/>
                        <a:pt x="18" y="6"/>
                        <a:pt x="0" y="9"/>
                      </a:cubicBezTo>
                      <a:cubicBezTo>
                        <a:pt x="0" y="37"/>
                        <a:pt x="0" y="65"/>
                        <a:pt x="0" y="93"/>
                      </a:cubicBezTo>
                      <a:cubicBezTo>
                        <a:pt x="18" y="96"/>
                        <a:pt x="36" y="99"/>
                        <a:pt x="54" y="102"/>
                      </a:cubicBezTo>
                      <a:lnTo>
                        <a:pt x="62" y="102"/>
                      </a:lnTo>
                      <a:close/>
                      <a:moveTo>
                        <a:pt x="62" y="81"/>
                      </a:moveTo>
                      <a:cubicBezTo>
                        <a:pt x="65" y="81"/>
                        <a:pt x="68" y="81"/>
                        <a:pt x="71" y="81"/>
                      </a:cubicBezTo>
                      <a:cubicBezTo>
                        <a:pt x="71" y="78"/>
                        <a:pt x="71" y="75"/>
                        <a:pt x="71" y="73"/>
                      </a:cubicBezTo>
                      <a:cubicBezTo>
                        <a:pt x="68" y="73"/>
                        <a:pt x="65" y="73"/>
                        <a:pt x="62" y="73"/>
                      </a:cubicBezTo>
                      <a:cubicBezTo>
                        <a:pt x="62" y="71"/>
                        <a:pt x="62" y="69"/>
                        <a:pt x="62" y="68"/>
                      </a:cubicBezTo>
                      <a:cubicBezTo>
                        <a:pt x="65" y="68"/>
                        <a:pt x="68" y="68"/>
                        <a:pt x="71" y="68"/>
                      </a:cubicBezTo>
                      <a:cubicBezTo>
                        <a:pt x="71" y="65"/>
                        <a:pt x="71" y="62"/>
                        <a:pt x="71" y="59"/>
                      </a:cubicBezTo>
                      <a:cubicBezTo>
                        <a:pt x="68" y="59"/>
                        <a:pt x="65" y="59"/>
                        <a:pt x="62" y="59"/>
                      </a:cubicBezTo>
                      <a:cubicBezTo>
                        <a:pt x="62" y="58"/>
                        <a:pt x="62" y="56"/>
                        <a:pt x="62" y="55"/>
                      </a:cubicBezTo>
                      <a:cubicBezTo>
                        <a:pt x="65" y="55"/>
                        <a:pt x="68" y="55"/>
                        <a:pt x="71" y="55"/>
                      </a:cubicBezTo>
                      <a:cubicBezTo>
                        <a:pt x="71" y="52"/>
                        <a:pt x="71" y="49"/>
                        <a:pt x="71" y="46"/>
                      </a:cubicBezTo>
                      <a:cubicBezTo>
                        <a:pt x="68" y="46"/>
                        <a:pt x="65" y="46"/>
                        <a:pt x="62" y="46"/>
                      </a:cubicBezTo>
                      <a:cubicBezTo>
                        <a:pt x="62" y="45"/>
                        <a:pt x="62" y="43"/>
                        <a:pt x="62" y="41"/>
                      </a:cubicBezTo>
                      <a:cubicBezTo>
                        <a:pt x="65" y="41"/>
                        <a:pt x="68" y="41"/>
                        <a:pt x="71" y="41"/>
                      </a:cubicBezTo>
                      <a:cubicBezTo>
                        <a:pt x="71" y="39"/>
                        <a:pt x="71" y="36"/>
                        <a:pt x="71" y="33"/>
                      </a:cubicBezTo>
                      <a:cubicBezTo>
                        <a:pt x="68" y="33"/>
                        <a:pt x="65" y="33"/>
                        <a:pt x="62" y="33"/>
                      </a:cubicBezTo>
                      <a:cubicBezTo>
                        <a:pt x="62" y="31"/>
                        <a:pt x="62" y="30"/>
                        <a:pt x="62" y="28"/>
                      </a:cubicBezTo>
                      <a:cubicBezTo>
                        <a:pt x="65" y="28"/>
                        <a:pt x="68" y="28"/>
                        <a:pt x="71" y="28"/>
                      </a:cubicBezTo>
                      <a:cubicBezTo>
                        <a:pt x="71" y="26"/>
                        <a:pt x="71" y="23"/>
                        <a:pt x="71" y="20"/>
                      </a:cubicBezTo>
                      <a:cubicBezTo>
                        <a:pt x="68" y="20"/>
                        <a:pt x="65" y="20"/>
                        <a:pt x="62" y="20"/>
                      </a:cubicBezTo>
                      <a:cubicBezTo>
                        <a:pt x="62" y="18"/>
                        <a:pt x="62" y="15"/>
                        <a:pt x="62" y="13"/>
                      </a:cubicBezTo>
                      <a:cubicBezTo>
                        <a:pt x="75" y="13"/>
                        <a:pt x="88" y="13"/>
                        <a:pt x="101" y="13"/>
                      </a:cubicBezTo>
                      <a:cubicBezTo>
                        <a:pt x="101" y="38"/>
                        <a:pt x="101" y="63"/>
                        <a:pt x="101" y="88"/>
                      </a:cubicBezTo>
                      <a:cubicBezTo>
                        <a:pt x="88" y="88"/>
                        <a:pt x="75" y="88"/>
                        <a:pt x="62" y="88"/>
                      </a:cubicBezTo>
                      <a:cubicBezTo>
                        <a:pt x="62" y="86"/>
                        <a:pt x="62" y="83"/>
                        <a:pt x="62" y="81"/>
                      </a:cubicBezTo>
                      <a:close/>
                      <a:moveTo>
                        <a:pt x="35" y="70"/>
                      </a:moveTo>
                      <a:cubicBezTo>
                        <a:pt x="33" y="65"/>
                        <a:pt x="30" y="60"/>
                        <a:pt x="29" y="55"/>
                      </a:cubicBezTo>
                      <a:cubicBezTo>
                        <a:pt x="27" y="60"/>
                        <a:pt x="25" y="64"/>
                        <a:pt x="23" y="69"/>
                      </a:cubicBezTo>
                      <a:cubicBezTo>
                        <a:pt x="20" y="69"/>
                        <a:pt x="18" y="69"/>
                        <a:pt x="15" y="69"/>
                      </a:cubicBezTo>
                      <a:cubicBezTo>
                        <a:pt x="18" y="63"/>
                        <a:pt x="21" y="57"/>
                        <a:pt x="24" y="51"/>
                      </a:cubicBezTo>
                      <a:cubicBezTo>
                        <a:pt x="22" y="44"/>
                        <a:pt x="19" y="38"/>
                        <a:pt x="16" y="32"/>
                      </a:cubicBezTo>
                      <a:cubicBezTo>
                        <a:pt x="19" y="32"/>
                        <a:pt x="21" y="32"/>
                        <a:pt x="24" y="32"/>
                      </a:cubicBezTo>
                      <a:cubicBezTo>
                        <a:pt x="26" y="36"/>
                        <a:pt x="28" y="41"/>
                        <a:pt x="29" y="46"/>
                      </a:cubicBezTo>
                      <a:cubicBezTo>
                        <a:pt x="31" y="41"/>
                        <a:pt x="33" y="36"/>
                        <a:pt x="35" y="31"/>
                      </a:cubicBezTo>
                      <a:cubicBezTo>
                        <a:pt x="38" y="31"/>
                        <a:pt x="40" y="31"/>
                        <a:pt x="43" y="31"/>
                      </a:cubicBezTo>
                      <a:cubicBezTo>
                        <a:pt x="40" y="37"/>
                        <a:pt x="37" y="44"/>
                        <a:pt x="33" y="50"/>
                      </a:cubicBezTo>
                      <a:cubicBezTo>
                        <a:pt x="37" y="57"/>
                        <a:pt x="40" y="64"/>
                        <a:pt x="43" y="70"/>
                      </a:cubicBezTo>
                      <a:cubicBezTo>
                        <a:pt x="40" y="70"/>
                        <a:pt x="38" y="70"/>
                        <a:pt x="35" y="70"/>
                      </a:cubicBezTo>
                      <a:close/>
                    </a:path>
                  </a:pathLst>
                </a:custGeom>
                <a:solidFill>
                  <a:schemeClr val="accent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9619" tIns="44810" rIns="89619" bIns="44810" numCol="1" anchor="t" anchorCtr="0" compatLnSpc="1">
                  <a:prstTxWarp prst="textNoShape">
                    <a:avLst/>
                  </a:prstTxWarp>
                </a:bodyPr>
                <a:lstStyle/>
                <a:p>
                  <a:endParaRPr lang="en-US" sz="1764"/>
                </a:p>
              </p:txBody>
            </p:sp>
            <p:sp>
              <p:nvSpPr>
                <p:cNvPr id="21" name="Freeform 19"/>
                <p:cNvSpPr>
                  <a:spLocks noEditPoints="1"/>
                </p:cNvSpPr>
                <p:nvPr/>
              </p:nvSpPr>
              <p:spPr bwMode="auto">
                <a:xfrm>
                  <a:off x="8915400" y="1285876"/>
                  <a:ext cx="79375" cy="284163"/>
                </a:xfrm>
                <a:custGeom>
                  <a:avLst/>
                  <a:gdLst>
                    <a:gd name="T0" fmla="*/ 17 w 17"/>
                    <a:gd name="T1" fmla="*/ 61 h 61"/>
                    <a:gd name="T2" fmla="*/ 0 w 17"/>
                    <a:gd name="T3" fmla="*/ 61 h 61"/>
                    <a:gd name="T4" fmla="*/ 0 w 17"/>
                    <a:gd name="T5" fmla="*/ 53 h 61"/>
                    <a:gd name="T6" fmla="*/ 17 w 17"/>
                    <a:gd name="T7" fmla="*/ 53 h 61"/>
                    <a:gd name="T8" fmla="*/ 17 w 17"/>
                    <a:gd name="T9" fmla="*/ 61 h 61"/>
                    <a:gd name="T10" fmla="*/ 17 w 17"/>
                    <a:gd name="T11" fmla="*/ 48 h 61"/>
                    <a:gd name="T12" fmla="*/ 0 w 17"/>
                    <a:gd name="T13" fmla="*/ 48 h 61"/>
                    <a:gd name="T14" fmla="*/ 0 w 17"/>
                    <a:gd name="T15" fmla="*/ 39 h 61"/>
                    <a:gd name="T16" fmla="*/ 17 w 17"/>
                    <a:gd name="T17" fmla="*/ 39 h 61"/>
                    <a:gd name="T18" fmla="*/ 17 w 17"/>
                    <a:gd name="T19" fmla="*/ 48 h 61"/>
                    <a:gd name="T20" fmla="*/ 17 w 17"/>
                    <a:gd name="T21" fmla="*/ 35 h 61"/>
                    <a:gd name="T22" fmla="*/ 0 w 17"/>
                    <a:gd name="T23" fmla="*/ 35 h 61"/>
                    <a:gd name="T24" fmla="*/ 0 w 17"/>
                    <a:gd name="T25" fmla="*/ 26 h 61"/>
                    <a:gd name="T26" fmla="*/ 17 w 17"/>
                    <a:gd name="T27" fmla="*/ 26 h 61"/>
                    <a:gd name="T28" fmla="*/ 17 w 17"/>
                    <a:gd name="T29" fmla="*/ 35 h 61"/>
                    <a:gd name="T30" fmla="*/ 17 w 17"/>
                    <a:gd name="T31" fmla="*/ 21 h 61"/>
                    <a:gd name="T32" fmla="*/ 0 w 17"/>
                    <a:gd name="T33" fmla="*/ 21 h 61"/>
                    <a:gd name="T34" fmla="*/ 0 w 17"/>
                    <a:gd name="T35" fmla="*/ 13 h 61"/>
                    <a:gd name="T36" fmla="*/ 17 w 17"/>
                    <a:gd name="T37" fmla="*/ 13 h 61"/>
                    <a:gd name="T38" fmla="*/ 17 w 17"/>
                    <a:gd name="T39" fmla="*/ 21 h 61"/>
                    <a:gd name="T40" fmla="*/ 17 w 17"/>
                    <a:gd name="T41" fmla="*/ 8 h 61"/>
                    <a:gd name="T42" fmla="*/ 0 w 17"/>
                    <a:gd name="T43" fmla="*/ 8 h 61"/>
                    <a:gd name="T44" fmla="*/ 0 w 17"/>
                    <a:gd name="T45" fmla="*/ 0 h 61"/>
                    <a:gd name="T46" fmla="*/ 17 w 17"/>
                    <a:gd name="T47" fmla="*/ 0 h 61"/>
                    <a:gd name="T48" fmla="*/ 17 w 17"/>
                    <a:gd name="T49" fmla="*/ 8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7" h="61">
                      <a:moveTo>
                        <a:pt x="17" y="61"/>
                      </a:moveTo>
                      <a:cubicBezTo>
                        <a:pt x="11" y="61"/>
                        <a:pt x="6" y="61"/>
                        <a:pt x="0" y="61"/>
                      </a:cubicBezTo>
                      <a:cubicBezTo>
                        <a:pt x="0" y="58"/>
                        <a:pt x="0" y="55"/>
                        <a:pt x="0" y="53"/>
                      </a:cubicBezTo>
                      <a:cubicBezTo>
                        <a:pt x="6" y="53"/>
                        <a:pt x="11" y="53"/>
                        <a:pt x="17" y="53"/>
                      </a:cubicBezTo>
                      <a:cubicBezTo>
                        <a:pt x="17" y="55"/>
                        <a:pt x="17" y="58"/>
                        <a:pt x="17" y="61"/>
                      </a:cubicBezTo>
                      <a:close/>
                      <a:moveTo>
                        <a:pt x="17" y="48"/>
                      </a:moveTo>
                      <a:cubicBezTo>
                        <a:pt x="11" y="48"/>
                        <a:pt x="6" y="48"/>
                        <a:pt x="0" y="48"/>
                      </a:cubicBezTo>
                      <a:cubicBezTo>
                        <a:pt x="0" y="45"/>
                        <a:pt x="0" y="42"/>
                        <a:pt x="0" y="39"/>
                      </a:cubicBezTo>
                      <a:cubicBezTo>
                        <a:pt x="6" y="39"/>
                        <a:pt x="11" y="39"/>
                        <a:pt x="17" y="39"/>
                      </a:cubicBezTo>
                      <a:cubicBezTo>
                        <a:pt x="17" y="42"/>
                        <a:pt x="17" y="45"/>
                        <a:pt x="17" y="48"/>
                      </a:cubicBezTo>
                      <a:close/>
                      <a:moveTo>
                        <a:pt x="17" y="35"/>
                      </a:moveTo>
                      <a:cubicBezTo>
                        <a:pt x="11" y="35"/>
                        <a:pt x="6" y="35"/>
                        <a:pt x="0" y="35"/>
                      </a:cubicBezTo>
                      <a:cubicBezTo>
                        <a:pt x="0" y="32"/>
                        <a:pt x="0" y="29"/>
                        <a:pt x="0" y="26"/>
                      </a:cubicBezTo>
                      <a:cubicBezTo>
                        <a:pt x="6" y="26"/>
                        <a:pt x="11" y="26"/>
                        <a:pt x="17" y="26"/>
                      </a:cubicBezTo>
                      <a:cubicBezTo>
                        <a:pt x="17" y="29"/>
                        <a:pt x="17" y="32"/>
                        <a:pt x="17" y="35"/>
                      </a:cubicBezTo>
                      <a:close/>
                      <a:moveTo>
                        <a:pt x="17" y="21"/>
                      </a:moveTo>
                      <a:cubicBezTo>
                        <a:pt x="11" y="21"/>
                        <a:pt x="6" y="21"/>
                        <a:pt x="0" y="21"/>
                      </a:cubicBezTo>
                      <a:cubicBezTo>
                        <a:pt x="0" y="19"/>
                        <a:pt x="0" y="16"/>
                        <a:pt x="0" y="13"/>
                      </a:cubicBezTo>
                      <a:cubicBezTo>
                        <a:pt x="6" y="13"/>
                        <a:pt x="11" y="13"/>
                        <a:pt x="17" y="13"/>
                      </a:cubicBezTo>
                      <a:cubicBezTo>
                        <a:pt x="17" y="16"/>
                        <a:pt x="17" y="19"/>
                        <a:pt x="17" y="21"/>
                      </a:cubicBezTo>
                      <a:close/>
                      <a:moveTo>
                        <a:pt x="17" y="8"/>
                      </a:moveTo>
                      <a:cubicBezTo>
                        <a:pt x="11" y="8"/>
                        <a:pt x="6" y="8"/>
                        <a:pt x="0" y="8"/>
                      </a:cubicBezTo>
                      <a:cubicBezTo>
                        <a:pt x="0" y="6"/>
                        <a:pt x="0" y="3"/>
                        <a:pt x="0" y="0"/>
                      </a:cubicBezTo>
                      <a:cubicBezTo>
                        <a:pt x="6" y="0"/>
                        <a:pt x="11" y="0"/>
                        <a:pt x="17" y="0"/>
                      </a:cubicBezTo>
                      <a:cubicBezTo>
                        <a:pt x="17" y="3"/>
                        <a:pt x="17" y="6"/>
                        <a:pt x="17" y="8"/>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9619" tIns="44810" rIns="89619" bIns="44810" numCol="1" anchor="t" anchorCtr="0" compatLnSpc="1">
                  <a:prstTxWarp prst="textNoShape">
                    <a:avLst/>
                  </a:prstTxWarp>
                </a:bodyPr>
                <a:lstStyle/>
                <a:p>
                  <a:endParaRPr lang="en-US" sz="1764"/>
                </a:p>
              </p:txBody>
            </p:sp>
            <p:sp>
              <p:nvSpPr>
                <p:cNvPr id="22" name="Freeform 20"/>
                <p:cNvSpPr>
                  <a:spLocks/>
                </p:cNvSpPr>
                <p:nvPr/>
              </p:nvSpPr>
              <p:spPr bwMode="auto">
                <a:xfrm>
                  <a:off x="8915400" y="1285876"/>
                  <a:ext cx="79375" cy="36513"/>
                </a:xfrm>
                <a:custGeom>
                  <a:avLst/>
                  <a:gdLst>
                    <a:gd name="T0" fmla="*/ 0 w 17"/>
                    <a:gd name="T1" fmla="*/ 8 h 8"/>
                    <a:gd name="T2" fmla="*/ 17 w 17"/>
                    <a:gd name="T3" fmla="*/ 8 h 8"/>
                    <a:gd name="T4" fmla="*/ 17 w 17"/>
                    <a:gd name="T5" fmla="*/ 0 h 8"/>
                    <a:gd name="T6" fmla="*/ 0 w 17"/>
                    <a:gd name="T7" fmla="*/ 0 h 8"/>
                    <a:gd name="T8" fmla="*/ 0 w 17"/>
                    <a:gd name="T9" fmla="*/ 8 h 8"/>
                  </a:gdLst>
                  <a:ahLst/>
                  <a:cxnLst>
                    <a:cxn ang="0">
                      <a:pos x="T0" y="T1"/>
                    </a:cxn>
                    <a:cxn ang="0">
                      <a:pos x="T2" y="T3"/>
                    </a:cxn>
                    <a:cxn ang="0">
                      <a:pos x="T4" y="T5"/>
                    </a:cxn>
                    <a:cxn ang="0">
                      <a:pos x="T6" y="T7"/>
                    </a:cxn>
                    <a:cxn ang="0">
                      <a:pos x="T8" y="T9"/>
                    </a:cxn>
                  </a:cxnLst>
                  <a:rect l="0" t="0" r="r" b="b"/>
                  <a:pathLst>
                    <a:path w="17" h="8">
                      <a:moveTo>
                        <a:pt x="0" y="8"/>
                      </a:moveTo>
                      <a:cubicBezTo>
                        <a:pt x="6" y="8"/>
                        <a:pt x="11" y="8"/>
                        <a:pt x="17" y="8"/>
                      </a:cubicBezTo>
                      <a:cubicBezTo>
                        <a:pt x="17" y="6"/>
                        <a:pt x="17" y="3"/>
                        <a:pt x="17" y="0"/>
                      </a:cubicBezTo>
                      <a:cubicBezTo>
                        <a:pt x="11" y="0"/>
                        <a:pt x="6" y="0"/>
                        <a:pt x="0" y="0"/>
                      </a:cubicBezTo>
                      <a:cubicBezTo>
                        <a:pt x="0" y="3"/>
                        <a:pt x="0" y="6"/>
                        <a:pt x="0" y="8"/>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9619" tIns="44810" rIns="89619" bIns="44810" numCol="1" anchor="t" anchorCtr="0" compatLnSpc="1">
                  <a:prstTxWarp prst="textNoShape">
                    <a:avLst/>
                  </a:prstTxWarp>
                </a:bodyPr>
                <a:lstStyle/>
                <a:p>
                  <a:endParaRPr lang="en-US" sz="1764"/>
                </a:p>
              </p:txBody>
            </p:sp>
            <p:sp>
              <p:nvSpPr>
                <p:cNvPr id="25" name="Freeform 21"/>
                <p:cNvSpPr>
                  <a:spLocks/>
                </p:cNvSpPr>
                <p:nvPr/>
              </p:nvSpPr>
              <p:spPr bwMode="auto">
                <a:xfrm>
                  <a:off x="8915400" y="1346201"/>
                  <a:ext cx="79375" cy="36513"/>
                </a:xfrm>
                <a:custGeom>
                  <a:avLst/>
                  <a:gdLst>
                    <a:gd name="T0" fmla="*/ 0 w 17"/>
                    <a:gd name="T1" fmla="*/ 8 h 8"/>
                    <a:gd name="T2" fmla="*/ 17 w 17"/>
                    <a:gd name="T3" fmla="*/ 8 h 8"/>
                    <a:gd name="T4" fmla="*/ 17 w 17"/>
                    <a:gd name="T5" fmla="*/ 0 h 8"/>
                    <a:gd name="T6" fmla="*/ 0 w 17"/>
                    <a:gd name="T7" fmla="*/ 0 h 8"/>
                    <a:gd name="T8" fmla="*/ 0 w 17"/>
                    <a:gd name="T9" fmla="*/ 8 h 8"/>
                  </a:gdLst>
                  <a:ahLst/>
                  <a:cxnLst>
                    <a:cxn ang="0">
                      <a:pos x="T0" y="T1"/>
                    </a:cxn>
                    <a:cxn ang="0">
                      <a:pos x="T2" y="T3"/>
                    </a:cxn>
                    <a:cxn ang="0">
                      <a:pos x="T4" y="T5"/>
                    </a:cxn>
                    <a:cxn ang="0">
                      <a:pos x="T6" y="T7"/>
                    </a:cxn>
                    <a:cxn ang="0">
                      <a:pos x="T8" y="T9"/>
                    </a:cxn>
                  </a:cxnLst>
                  <a:rect l="0" t="0" r="r" b="b"/>
                  <a:pathLst>
                    <a:path w="17" h="8">
                      <a:moveTo>
                        <a:pt x="0" y="8"/>
                      </a:moveTo>
                      <a:cubicBezTo>
                        <a:pt x="6" y="8"/>
                        <a:pt x="11" y="8"/>
                        <a:pt x="17" y="8"/>
                      </a:cubicBezTo>
                      <a:cubicBezTo>
                        <a:pt x="17" y="6"/>
                        <a:pt x="17" y="3"/>
                        <a:pt x="17" y="0"/>
                      </a:cubicBezTo>
                      <a:cubicBezTo>
                        <a:pt x="11" y="0"/>
                        <a:pt x="6" y="0"/>
                        <a:pt x="0" y="0"/>
                      </a:cubicBezTo>
                      <a:cubicBezTo>
                        <a:pt x="0" y="3"/>
                        <a:pt x="0" y="6"/>
                        <a:pt x="0" y="8"/>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9619" tIns="44810" rIns="89619" bIns="44810" numCol="1" anchor="t" anchorCtr="0" compatLnSpc="1">
                  <a:prstTxWarp prst="textNoShape">
                    <a:avLst/>
                  </a:prstTxWarp>
                </a:bodyPr>
                <a:lstStyle/>
                <a:p>
                  <a:endParaRPr lang="en-US" sz="1764"/>
                </a:p>
              </p:txBody>
            </p:sp>
            <p:sp>
              <p:nvSpPr>
                <p:cNvPr id="27" name="Freeform 22"/>
                <p:cNvSpPr>
                  <a:spLocks/>
                </p:cNvSpPr>
                <p:nvPr/>
              </p:nvSpPr>
              <p:spPr bwMode="auto">
                <a:xfrm>
                  <a:off x="8915400" y="1406526"/>
                  <a:ext cx="79375" cy="41275"/>
                </a:xfrm>
                <a:custGeom>
                  <a:avLst/>
                  <a:gdLst>
                    <a:gd name="T0" fmla="*/ 0 w 17"/>
                    <a:gd name="T1" fmla="*/ 9 h 9"/>
                    <a:gd name="T2" fmla="*/ 17 w 17"/>
                    <a:gd name="T3" fmla="*/ 9 h 9"/>
                    <a:gd name="T4" fmla="*/ 17 w 17"/>
                    <a:gd name="T5" fmla="*/ 0 h 9"/>
                    <a:gd name="T6" fmla="*/ 0 w 17"/>
                    <a:gd name="T7" fmla="*/ 0 h 9"/>
                    <a:gd name="T8" fmla="*/ 0 w 17"/>
                    <a:gd name="T9" fmla="*/ 9 h 9"/>
                  </a:gdLst>
                  <a:ahLst/>
                  <a:cxnLst>
                    <a:cxn ang="0">
                      <a:pos x="T0" y="T1"/>
                    </a:cxn>
                    <a:cxn ang="0">
                      <a:pos x="T2" y="T3"/>
                    </a:cxn>
                    <a:cxn ang="0">
                      <a:pos x="T4" y="T5"/>
                    </a:cxn>
                    <a:cxn ang="0">
                      <a:pos x="T6" y="T7"/>
                    </a:cxn>
                    <a:cxn ang="0">
                      <a:pos x="T8" y="T9"/>
                    </a:cxn>
                  </a:cxnLst>
                  <a:rect l="0" t="0" r="r" b="b"/>
                  <a:pathLst>
                    <a:path w="17" h="9">
                      <a:moveTo>
                        <a:pt x="0" y="9"/>
                      </a:moveTo>
                      <a:cubicBezTo>
                        <a:pt x="6" y="9"/>
                        <a:pt x="11" y="9"/>
                        <a:pt x="17" y="9"/>
                      </a:cubicBezTo>
                      <a:cubicBezTo>
                        <a:pt x="17" y="6"/>
                        <a:pt x="17" y="3"/>
                        <a:pt x="17" y="0"/>
                      </a:cubicBezTo>
                      <a:cubicBezTo>
                        <a:pt x="11" y="0"/>
                        <a:pt x="6" y="0"/>
                        <a:pt x="0" y="0"/>
                      </a:cubicBezTo>
                      <a:cubicBezTo>
                        <a:pt x="0" y="3"/>
                        <a:pt x="0" y="6"/>
                        <a:pt x="0" y="9"/>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9619" tIns="44810" rIns="89619" bIns="44810" numCol="1" anchor="t" anchorCtr="0" compatLnSpc="1">
                  <a:prstTxWarp prst="textNoShape">
                    <a:avLst/>
                  </a:prstTxWarp>
                </a:bodyPr>
                <a:lstStyle/>
                <a:p>
                  <a:endParaRPr lang="en-US" sz="1764"/>
                </a:p>
              </p:txBody>
            </p:sp>
            <p:sp>
              <p:nvSpPr>
                <p:cNvPr id="28" name="Freeform 23"/>
                <p:cNvSpPr>
                  <a:spLocks/>
                </p:cNvSpPr>
                <p:nvPr/>
              </p:nvSpPr>
              <p:spPr bwMode="auto">
                <a:xfrm>
                  <a:off x="8915400" y="1466851"/>
                  <a:ext cx="79375" cy="42863"/>
                </a:xfrm>
                <a:custGeom>
                  <a:avLst/>
                  <a:gdLst>
                    <a:gd name="T0" fmla="*/ 0 w 17"/>
                    <a:gd name="T1" fmla="*/ 9 h 9"/>
                    <a:gd name="T2" fmla="*/ 17 w 17"/>
                    <a:gd name="T3" fmla="*/ 9 h 9"/>
                    <a:gd name="T4" fmla="*/ 17 w 17"/>
                    <a:gd name="T5" fmla="*/ 0 h 9"/>
                    <a:gd name="T6" fmla="*/ 0 w 17"/>
                    <a:gd name="T7" fmla="*/ 0 h 9"/>
                    <a:gd name="T8" fmla="*/ 0 w 17"/>
                    <a:gd name="T9" fmla="*/ 9 h 9"/>
                  </a:gdLst>
                  <a:ahLst/>
                  <a:cxnLst>
                    <a:cxn ang="0">
                      <a:pos x="T0" y="T1"/>
                    </a:cxn>
                    <a:cxn ang="0">
                      <a:pos x="T2" y="T3"/>
                    </a:cxn>
                    <a:cxn ang="0">
                      <a:pos x="T4" y="T5"/>
                    </a:cxn>
                    <a:cxn ang="0">
                      <a:pos x="T6" y="T7"/>
                    </a:cxn>
                    <a:cxn ang="0">
                      <a:pos x="T8" y="T9"/>
                    </a:cxn>
                  </a:cxnLst>
                  <a:rect l="0" t="0" r="r" b="b"/>
                  <a:pathLst>
                    <a:path w="17" h="9">
                      <a:moveTo>
                        <a:pt x="0" y="9"/>
                      </a:moveTo>
                      <a:cubicBezTo>
                        <a:pt x="6" y="9"/>
                        <a:pt x="11" y="9"/>
                        <a:pt x="17" y="9"/>
                      </a:cubicBezTo>
                      <a:cubicBezTo>
                        <a:pt x="17" y="6"/>
                        <a:pt x="17" y="3"/>
                        <a:pt x="17" y="0"/>
                      </a:cubicBezTo>
                      <a:cubicBezTo>
                        <a:pt x="11" y="0"/>
                        <a:pt x="6" y="0"/>
                        <a:pt x="0" y="0"/>
                      </a:cubicBezTo>
                      <a:cubicBezTo>
                        <a:pt x="0" y="3"/>
                        <a:pt x="0" y="6"/>
                        <a:pt x="0" y="9"/>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9619" tIns="44810" rIns="89619" bIns="44810" numCol="1" anchor="t" anchorCtr="0" compatLnSpc="1">
                  <a:prstTxWarp prst="textNoShape">
                    <a:avLst/>
                  </a:prstTxWarp>
                </a:bodyPr>
                <a:lstStyle/>
                <a:p>
                  <a:endParaRPr lang="en-US" sz="1764"/>
                </a:p>
              </p:txBody>
            </p:sp>
            <p:sp>
              <p:nvSpPr>
                <p:cNvPr id="29" name="Freeform 24"/>
                <p:cNvSpPr>
                  <a:spLocks/>
                </p:cNvSpPr>
                <p:nvPr/>
              </p:nvSpPr>
              <p:spPr bwMode="auto">
                <a:xfrm>
                  <a:off x="8915400" y="1531938"/>
                  <a:ext cx="79375" cy="38100"/>
                </a:xfrm>
                <a:custGeom>
                  <a:avLst/>
                  <a:gdLst>
                    <a:gd name="T0" fmla="*/ 0 w 17"/>
                    <a:gd name="T1" fmla="*/ 8 h 8"/>
                    <a:gd name="T2" fmla="*/ 17 w 17"/>
                    <a:gd name="T3" fmla="*/ 8 h 8"/>
                    <a:gd name="T4" fmla="*/ 17 w 17"/>
                    <a:gd name="T5" fmla="*/ 0 h 8"/>
                    <a:gd name="T6" fmla="*/ 0 w 17"/>
                    <a:gd name="T7" fmla="*/ 0 h 8"/>
                    <a:gd name="T8" fmla="*/ 0 w 17"/>
                    <a:gd name="T9" fmla="*/ 8 h 8"/>
                  </a:gdLst>
                  <a:ahLst/>
                  <a:cxnLst>
                    <a:cxn ang="0">
                      <a:pos x="T0" y="T1"/>
                    </a:cxn>
                    <a:cxn ang="0">
                      <a:pos x="T2" y="T3"/>
                    </a:cxn>
                    <a:cxn ang="0">
                      <a:pos x="T4" y="T5"/>
                    </a:cxn>
                    <a:cxn ang="0">
                      <a:pos x="T6" y="T7"/>
                    </a:cxn>
                    <a:cxn ang="0">
                      <a:pos x="T8" y="T9"/>
                    </a:cxn>
                  </a:cxnLst>
                  <a:rect l="0" t="0" r="r" b="b"/>
                  <a:pathLst>
                    <a:path w="17" h="8">
                      <a:moveTo>
                        <a:pt x="0" y="8"/>
                      </a:moveTo>
                      <a:cubicBezTo>
                        <a:pt x="6" y="8"/>
                        <a:pt x="11" y="8"/>
                        <a:pt x="17" y="8"/>
                      </a:cubicBezTo>
                      <a:cubicBezTo>
                        <a:pt x="17" y="5"/>
                        <a:pt x="17" y="2"/>
                        <a:pt x="17" y="0"/>
                      </a:cubicBezTo>
                      <a:cubicBezTo>
                        <a:pt x="11" y="0"/>
                        <a:pt x="6" y="0"/>
                        <a:pt x="0" y="0"/>
                      </a:cubicBezTo>
                      <a:cubicBezTo>
                        <a:pt x="0" y="2"/>
                        <a:pt x="0" y="5"/>
                        <a:pt x="0" y="8"/>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9619" tIns="44810" rIns="89619" bIns="44810" numCol="1" anchor="t" anchorCtr="0" compatLnSpc="1">
                  <a:prstTxWarp prst="textNoShape">
                    <a:avLst/>
                  </a:prstTxWarp>
                </a:bodyPr>
                <a:lstStyle/>
                <a:p>
                  <a:endParaRPr lang="en-US" sz="1764"/>
                </a:p>
              </p:txBody>
            </p:sp>
          </p:grpSp>
          <p:sp>
            <p:nvSpPr>
              <p:cNvPr id="30" name="Freeform 25"/>
              <p:cNvSpPr>
                <a:spLocks noEditPoints="1"/>
              </p:cNvSpPr>
              <p:nvPr/>
            </p:nvSpPr>
            <p:spPr bwMode="auto">
              <a:xfrm>
                <a:off x="6734540" y="2057985"/>
                <a:ext cx="1600201" cy="1549932"/>
              </a:xfrm>
              <a:custGeom>
                <a:avLst/>
                <a:gdLst>
                  <a:gd name="T0" fmla="*/ 65 w 65"/>
                  <a:gd name="T1" fmla="*/ 8 h 63"/>
                  <a:gd name="T2" fmla="*/ 62 w 65"/>
                  <a:gd name="T3" fmla="*/ 6 h 63"/>
                  <a:gd name="T4" fmla="*/ 38 w 65"/>
                  <a:gd name="T5" fmla="*/ 6 h 63"/>
                  <a:gd name="T6" fmla="*/ 38 w 65"/>
                  <a:gd name="T7" fmla="*/ 0 h 63"/>
                  <a:gd name="T8" fmla="*/ 34 w 65"/>
                  <a:gd name="T9" fmla="*/ 0 h 63"/>
                  <a:gd name="T10" fmla="*/ 0 w 65"/>
                  <a:gd name="T11" fmla="*/ 6 h 63"/>
                  <a:gd name="T12" fmla="*/ 0 w 65"/>
                  <a:gd name="T13" fmla="*/ 57 h 63"/>
                  <a:gd name="T14" fmla="*/ 34 w 65"/>
                  <a:gd name="T15" fmla="*/ 63 h 63"/>
                  <a:gd name="T16" fmla="*/ 38 w 65"/>
                  <a:gd name="T17" fmla="*/ 63 h 63"/>
                  <a:gd name="T18" fmla="*/ 38 w 65"/>
                  <a:gd name="T19" fmla="*/ 57 h 63"/>
                  <a:gd name="T20" fmla="*/ 60 w 65"/>
                  <a:gd name="T21" fmla="*/ 57 h 63"/>
                  <a:gd name="T22" fmla="*/ 64 w 65"/>
                  <a:gd name="T23" fmla="*/ 56 h 63"/>
                  <a:gd name="T24" fmla="*/ 65 w 65"/>
                  <a:gd name="T25" fmla="*/ 52 h 63"/>
                  <a:gd name="T26" fmla="*/ 65 w 65"/>
                  <a:gd name="T27" fmla="*/ 8 h 63"/>
                  <a:gd name="T28" fmla="*/ 25 w 65"/>
                  <a:gd name="T29" fmla="*/ 41 h 63"/>
                  <a:gd name="T30" fmla="*/ 20 w 65"/>
                  <a:gd name="T31" fmla="*/ 41 h 63"/>
                  <a:gd name="T32" fmla="*/ 17 w 65"/>
                  <a:gd name="T33" fmla="*/ 27 h 63"/>
                  <a:gd name="T34" fmla="*/ 14 w 65"/>
                  <a:gd name="T35" fmla="*/ 41 h 63"/>
                  <a:gd name="T36" fmla="*/ 10 w 65"/>
                  <a:gd name="T37" fmla="*/ 40 h 63"/>
                  <a:gd name="T38" fmla="*/ 6 w 65"/>
                  <a:gd name="T39" fmla="*/ 21 h 63"/>
                  <a:gd name="T40" fmla="*/ 10 w 65"/>
                  <a:gd name="T41" fmla="*/ 21 h 63"/>
                  <a:gd name="T42" fmla="*/ 12 w 65"/>
                  <a:gd name="T43" fmla="*/ 35 h 63"/>
                  <a:gd name="T44" fmla="*/ 16 w 65"/>
                  <a:gd name="T45" fmla="*/ 21 h 63"/>
                  <a:gd name="T46" fmla="*/ 20 w 65"/>
                  <a:gd name="T47" fmla="*/ 20 h 63"/>
                  <a:gd name="T48" fmla="*/ 23 w 65"/>
                  <a:gd name="T49" fmla="*/ 35 h 63"/>
                  <a:gd name="T50" fmla="*/ 25 w 65"/>
                  <a:gd name="T51" fmla="*/ 20 h 63"/>
                  <a:gd name="T52" fmla="*/ 30 w 65"/>
                  <a:gd name="T53" fmla="*/ 20 h 63"/>
                  <a:gd name="T54" fmla="*/ 25 w 65"/>
                  <a:gd name="T55" fmla="*/ 41 h 63"/>
                  <a:gd name="T56" fmla="*/ 63 w 65"/>
                  <a:gd name="T57" fmla="*/ 55 h 63"/>
                  <a:gd name="T58" fmla="*/ 38 w 65"/>
                  <a:gd name="T59" fmla="*/ 55 h 63"/>
                  <a:gd name="T60" fmla="*/ 38 w 65"/>
                  <a:gd name="T61" fmla="*/ 49 h 63"/>
                  <a:gd name="T62" fmla="*/ 57 w 65"/>
                  <a:gd name="T63" fmla="*/ 49 h 63"/>
                  <a:gd name="T64" fmla="*/ 57 w 65"/>
                  <a:gd name="T65" fmla="*/ 46 h 63"/>
                  <a:gd name="T66" fmla="*/ 38 w 65"/>
                  <a:gd name="T67" fmla="*/ 46 h 63"/>
                  <a:gd name="T68" fmla="*/ 38 w 65"/>
                  <a:gd name="T69" fmla="*/ 42 h 63"/>
                  <a:gd name="T70" fmla="*/ 57 w 65"/>
                  <a:gd name="T71" fmla="*/ 42 h 63"/>
                  <a:gd name="T72" fmla="*/ 57 w 65"/>
                  <a:gd name="T73" fmla="*/ 39 h 63"/>
                  <a:gd name="T74" fmla="*/ 38 w 65"/>
                  <a:gd name="T75" fmla="*/ 39 h 63"/>
                  <a:gd name="T76" fmla="*/ 38 w 65"/>
                  <a:gd name="T77" fmla="*/ 36 h 63"/>
                  <a:gd name="T78" fmla="*/ 57 w 65"/>
                  <a:gd name="T79" fmla="*/ 36 h 63"/>
                  <a:gd name="T80" fmla="*/ 57 w 65"/>
                  <a:gd name="T81" fmla="*/ 33 h 63"/>
                  <a:gd name="T82" fmla="*/ 38 w 65"/>
                  <a:gd name="T83" fmla="*/ 33 h 63"/>
                  <a:gd name="T84" fmla="*/ 38 w 65"/>
                  <a:gd name="T85" fmla="*/ 29 h 63"/>
                  <a:gd name="T86" fmla="*/ 57 w 65"/>
                  <a:gd name="T87" fmla="*/ 29 h 63"/>
                  <a:gd name="T88" fmla="*/ 57 w 65"/>
                  <a:gd name="T89" fmla="*/ 26 h 63"/>
                  <a:gd name="T90" fmla="*/ 38 w 65"/>
                  <a:gd name="T91" fmla="*/ 26 h 63"/>
                  <a:gd name="T92" fmla="*/ 38 w 65"/>
                  <a:gd name="T93" fmla="*/ 22 h 63"/>
                  <a:gd name="T94" fmla="*/ 57 w 65"/>
                  <a:gd name="T95" fmla="*/ 22 h 63"/>
                  <a:gd name="T96" fmla="*/ 57 w 65"/>
                  <a:gd name="T97" fmla="*/ 19 h 63"/>
                  <a:gd name="T98" fmla="*/ 38 w 65"/>
                  <a:gd name="T99" fmla="*/ 19 h 63"/>
                  <a:gd name="T100" fmla="*/ 38 w 65"/>
                  <a:gd name="T101" fmla="*/ 16 h 63"/>
                  <a:gd name="T102" fmla="*/ 57 w 65"/>
                  <a:gd name="T103" fmla="*/ 16 h 63"/>
                  <a:gd name="T104" fmla="*/ 57 w 65"/>
                  <a:gd name="T105" fmla="*/ 13 h 63"/>
                  <a:gd name="T106" fmla="*/ 38 w 65"/>
                  <a:gd name="T107" fmla="*/ 13 h 63"/>
                  <a:gd name="T108" fmla="*/ 38 w 65"/>
                  <a:gd name="T109" fmla="*/ 8 h 63"/>
                  <a:gd name="T110" fmla="*/ 63 w 65"/>
                  <a:gd name="T111" fmla="*/ 8 h 63"/>
                  <a:gd name="T112" fmla="*/ 63 w 65"/>
                  <a:gd name="T113" fmla="*/ 55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65" h="63">
                    <a:moveTo>
                      <a:pt x="65" y="8"/>
                    </a:moveTo>
                    <a:cubicBezTo>
                      <a:pt x="65" y="7"/>
                      <a:pt x="64" y="5"/>
                      <a:pt x="62" y="6"/>
                    </a:cubicBezTo>
                    <a:cubicBezTo>
                      <a:pt x="54" y="5"/>
                      <a:pt x="46" y="6"/>
                      <a:pt x="38" y="6"/>
                    </a:cubicBezTo>
                    <a:cubicBezTo>
                      <a:pt x="38" y="4"/>
                      <a:pt x="38" y="2"/>
                      <a:pt x="38" y="0"/>
                    </a:cubicBezTo>
                    <a:cubicBezTo>
                      <a:pt x="34" y="0"/>
                      <a:pt x="34" y="0"/>
                      <a:pt x="34" y="0"/>
                    </a:cubicBezTo>
                    <a:cubicBezTo>
                      <a:pt x="23" y="2"/>
                      <a:pt x="12" y="4"/>
                      <a:pt x="0" y="6"/>
                    </a:cubicBezTo>
                    <a:cubicBezTo>
                      <a:pt x="0" y="23"/>
                      <a:pt x="0" y="40"/>
                      <a:pt x="0" y="57"/>
                    </a:cubicBezTo>
                    <a:cubicBezTo>
                      <a:pt x="12" y="59"/>
                      <a:pt x="23" y="61"/>
                      <a:pt x="34" y="63"/>
                    </a:cubicBezTo>
                    <a:cubicBezTo>
                      <a:pt x="38" y="63"/>
                      <a:pt x="38" y="63"/>
                      <a:pt x="38" y="63"/>
                    </a:cubicBezTo>
                    <a:cubicBezTo>
                      <a:pt x="38" y="61"/>
                      <a:pt x="38" y="59"/>
                      <a:pt x="38" y="57"/>
                    </a:cubicBezTo>
                    <a:cubicBezTo>
                      <a:pt x="46" y="57"/>
                      <a:pt x="53" y="57"/>
                      <a:pt x="60" y="57"/>
                    </a:cubicBezTo>
                    <a:cubicBezTo>
                      <a:pt x="62" y="57"/>
                      <a:pt x="63" y="57"/>
                      <a:pt x="64" y="56"/>
                    </a:cubicBezTo>
                    <a:cubicBezTo>
                      <a:pt x="65" y="55"/>
                      <a:pt x="65" y="53"/>
                      <a:pt x="65" y="52"/>
                    </a:cubicBezTo>
                    <a:cubicBezTo>
                      <a:pt x="65" y="37"/>
                      <a:pt x="65" y="23"/>
                      <a:pt x="65" y="8"/>
                    </a:cubicBezTo>
                    <a:close/>
                    <a:moveTo>
                      <a:pt x="25" y="41"/>
                    </a:moveTo>
                    <a:cubicBezTo>
                      <a:pt x="24" y="42"/>
                      <a:pt x="22" y="41"/>
                      <a:pt x="20" y="41"/>
                    </a:cubicBezTo>
                    <a:cubicBezTo>
                      <a:pt x="19" y="36"/>
                      <a:pt x="18" y="31"/>
                      <a:pt x="17" y="27"/>
                    </a:cubicBezTo>
                    <a:cubicBezTo>
                      <a:pt x="16" y="31"/>
                      <a:pt x="15" y="36"/>
                      <a:pt x="14" y="41"/>
                    </a:cubicBezTo>
                    <a:cubicBezTo>
                      <a:pt x="13" y="41"/>
                      <a:pt x="12" y="41"/>
                      <a:pt x="10" y="40"/>
                    </a:cubicBezTo>
                    <a:cubicBezTo>
                      <a:pt x="9" y="34"/>
                      <a:pt x="8" y="28"/>
                      <a:pt x="6" y="21"/>
                    </a:cubicBezTo>
                    <a:cubicBezTo>
                      <a:pt x="8" y="21"/>
                      <a:pt x="9" y="21"/>
                      <a:pt x="10" y="21"/>
                    </a:cubicBezTo>
                    <a:cubicBezTo>
                      <a:pt x="11" y="26"/>
                      <a:pt x="12" y="30"/>
                      <a:pt x="12" y="35"/>
                    </a:cubicBezTo>
                    <a:cubicBezTo>
                      <a:pt x="13" y="30"/>
                      <a:pt x="14" y="25"/>
                      <a:pt x="16" y="21"/>
                    </a:cubicBezTo>
                    <a:cubicBezTo>
                      <a:pt x="17" y="21"/>
                      <a:pt x="18" y="21"/>
                      <a:pt x="20" y="20"/>
                    </a:cubicBezTo>
                    <a:cubicBezTo>
                      <a:pt x="21" y="25"/>
                      <a:pt x="22" y="30"/>
                      <a:pt x="23" y="35"/>
                    </a:cubicBezTo>
                    <a:cubicBezTo>
                      <a:pt x="24" y="30"/>
                      <a:pt x="24" y="25"/>
                      <a:pt x="25" y="20"/>
                    </a:cubicBezTo>
                    <a:cubicBezTo>
                      <a:pt x="27" y="20"/>
                      <a:pt x="28" y="20"/>
                      <a:pt x="30" y="20"/>
                    </a:cubicBezTo>
                    <a:cubicBezTo>
                      <a:pt x="28" y="27"/>
                      <a:pt x="27" y="34"/>
                      <a:pt x="25" y="41"/>
                    </a:cubicBezTo>
                    <a:close/>
                    <a:moveTo>
                      <a:pt x="63" y="55"/>
                    </a:moveTo>
                    <a:cubicBezTo>
                      <a:pt x="55" y="55"/>
                      <a:pt x="46" y="55"/>
                      <a:pt x="38" y="55"/>
                    </a:cubicBezTo>
                    <a:cubicBezTo>
                      <a:pt x="38" y="53"/>
                      <a:pt x="38" y="51"/>
                      <a:pt x="38" y="49"/>
                    </a:cubicBezTo>
                    <a:cubicBezTo>
                      <a:pt x="45" y="49"/>
                      <a:pt x="51" y="49"/>
                      <a:pt x="57" y="49"/>
                    </a:cubicBezTo>
                    <a:cubicBezTo>
                      <a:pt x="57" y="48"/>
                      <a:pt x="57" y="47"/>
                      <a:pt x="57" y="46"/>
                    </a:cubicBezTo>
                    <a:cubicBezTo>
                      <a:pt x="51" y="46"/>
                      <a:pt x="45" y="46"/>
                      <a:pt x="38" y="46"/>
                    </a:cubicBezTo>
                    <a:cubicBezTo>
                      <a:pt x="38" y="45"/>
                      <a:pt x="38" y="43"/>
                      <a:pt x="38" y="42"/>
                    </a:cubicBezTo>
                    <a:cubicBezTo>
                      <a:pt x="45" y="42"/>
                      <a:pt x="51" y="42"/>
                      <a:pt x="57" y="42"/>
                    </a:cubicBezTo>
                    <a:cubicBezTo>
                      <a:pt x="57" y="41"/>
                      <a:pt x="57" y="40"/>
                      <a:pt x="57" y="39"/>
                    </a:cubicBezTo>
                    <a:cubicBezTo>
                      <a:pt x="51" y="39"/>
                      <a:pt x="45" y="39"/>
                      <a:pt x="38" y="39"/>
                    </a:cubicBezTo>
                    <a:cubicBezTo>
                      <a:pt x="38" y="38"/>
                      <a:pt x="38" y="37"/>
                      <a:pt x="38" y="36"/>
                    </a:cubicBezTo>
                    <a:cubicBezTo>
                      <a:pt x="45" y="36"/>
                      <a:pt x="51" y="36"/>
                      <a:pt x="57" y="36"/>
                    </a:cubicBezTo>
                    <a:cubicBezTo>
                      <a:pt x="57" y="35"/>
                      <a:pt x="57" y="34"/>
                      <a:pt x="57" y="33"/>
                    </a:cubicBezTo>
                    <a:cubicBezTo>
                      <a:pt x="51" y="33"/>
                      <a:pt x="45" y="33"/>
                      <a:pt x="38" y="33"/>
                    </a:cubicBezTo>
                    <a:cubicBezTo>
                      <a:pt x="38" y="31"/>
                      <a:pt x="38" y="30"/>
                      <a:pt x="38" y="29"/>
                    </a:cubicBezTo>
                    <a:cubicBezTo>
                      <a:pt x="45" y="29"/>
                      <a:pt x="51" y="29"/>
                      <a:pt x="57" y="29"/>
                    </a:cubicBezTo>
                    <a:cubicBezTo>
                      <a:pt x="57" y="28"/>
                      <a:pt x="57" y="27"/>
                      <a:pt x="57" y="26"/>
                    </a:cubicBezTo>
                    <a:cubicBezTo>
                      <a:pt x="51" y="26"/>
                      <a:pt x="45" y="26"/>
                      <a:pt x="38" y="26"/>
                    </a:cubicBezTo>
                    <a:cubicBezTo>
                      <a:pt x="38" y="25"/>
                      <a:pt x="38" y="24"/>
                      <a:pt x="38" y="22"/>
                    </a:cubicBezTo>
                    <a:cubicBezTo>
                      <a:pt x="45" y="22"/>
                      <a:pt x="51" y="22"/>
                      <a:pt x="57" y="22"/>
                    </a:cubicBezTo>
                    <a:cubicBezTo>
                      <a:pt x="57" y="21"/>
                      <a:pt x="57" y="20"/>
                      <a:pt x="57" y="19"/>
                    </a:cubicBezTo>
                    <a:cubicBezTo>
                      <a:pt x="51" y="19"/>
                      <a:pt x="45" y="19"/>
                      <a:pt x="38" y="19"/>
                    </a:cubicBezTo>
                    <a:cubicBezTo>
                      <a:pt x="38" y="18"/>
                      <a:pt x="38" y="17"/>
                      <a:pt x="38" y="16"/>
                    </a:cubicBezTo>
                    <a:cubicBezTo>
                      <a:pt x="45" y="16"/>
                      <a:pt x="51" y="16"/>
                      <a:pt x="57" y="16"/>
                    </a:cubicBezTo>
                    <a:cubicBezTo>
                      <a:pt x="57" y="15"/>
                      <a:pt x="57" y="14"/>
                      <a:pt x="57" y="13"/>
                    </a:cubicBezTo>
                    <a:cubicBezTo>
                      <a:pt x="51" y="13"/>
                      <a:pt x="45" y="13"/>
                      <a:pt x="38" y="13"/>
                    </a:cubicBezTo>
                    <a:cubicBezTo>
                      <a:pt x="38" y="11"/>
                      <a:pt x="38" y="9"/>
                      <a:pt x="38" y="8"/>
                    </a:cubicBezTo>
                    <a:cubicBezTo>
                      <a:pt x="46" y="8"/>
                      <a:pt x="55" y="8"/>
                      <a:pt x="63" y="8"/>
                    </a:cubicBezTo>
                    <a:cubicBezTo>
                      <a:pt x="63" y="23"/>
                      <a:pt x="63" y="39"/>
                      <a:pt x="63" y="55"/>
                    </a:cubicBez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9619" tIns="44810" rIns="89619" bIns="44810" numCol="1" anchor="t" anchorCtr="0" compatLnSpc="1">
                <a:prstTxWarp prst="textNoShape">
                  <a:avLst/>
                </a:prstTxWarp>
              </a:bodyPr>
              <a:lstStyle/>
              <a:p>
                <a:endParaRPr lang="en-US" sz="1764"/>
              </a:p>
            </p:txBody>
          </p:sp>
        </p:grpSp>
      </p:grpSp>
      <p:sp>
        <p:nvSpPr>
          <p:cNvPr id="26" name="TextBox 25"/>
          <p:cNvSpPr txBox="1"/>
          <p:nvPr/>
        </p:nvSpPr>
        <p:spPr>
          <a:xfrm>
            <a:off x="436563" y="1463231"/>
            <a:ext cx="4855464" cy="1862048"/>
          </a:xfrm>
          <a:prstGeom prst="rect">
            <a:avLst/>
          </a:prstGeom>
          <a:noFill/>
        </p:spPr>
        <p:txBody>
          <a:bodyPr wrap="square" lIns="0" tIns="0" rIns="0" bIns="0" rtlCol="0">
            <a:spAutoFit/>
          </a:bodyPr>
          <a:lstStyle/>
          <a:p>
            <a:r>
              <a:rPr lang="en-US" sz="1100" dirty="0" err="1">
                <a:solidFill>
                  <a:srgbClr val="000000"/>
                </a:solidFill>
                <a:highlight>
                  <a:srgbClr val="FFFFFF"/>
                </a:highlight>
                <a:latin typeface="Consolas" panose="020B0609020204030204" pitchFamily="49" charset="0"/>
              </a:rPr>
              <a:t>Excel.run</a:t>
            </a:r>
            <a:r>
              <a:rPr lang="en-US" sz="1100" dirty="0">
                <a:solidFill>
                  <a:srgbClr val="000000"/>
                </a:solidFill>
                <a:highlight>
                  <a:srgbClr val="FFFFFF"/>
                </a:highlight>
                <a:latin typeface="Consolas" panose="020B0609020204030204" pitchFamily="49" charset="0"/>
              </a:rPr>
              <a:t>(</a:t>
            </a:r>
            <a:r>
              <a:rPr lang="en-US" sz="1100" dirty="0">
                <a:solidFill>
                  <a:srgbClr val="0000FF"/>
                </a:solidFill>
                <a:highlight>
                  <a:srgbClr val="FFFFFF"/>
                </a:highlight>
                <a:latin typeface="Consolas" panose="020B0609020204030204" pitchFamily="49" charset="0"/>
              </a:rPr>
              <a:t>function</a:t>
            </a:r>
            <a:r>
              <a:rPr lang="en-US" sz="1100" dirty="0">
                <a:solidFill>
                  <a:srgbClr val="000000"/>
                </a:solidFill>
                <a:highlight>
                  <a:srgbClr val="FFFFFF"/>
                </a:highlight>
                <a:latin typeface="Consolas" panose="020B0609020204030204" pitchFamily="49" charset="0"/>
              </a:rPr>
              <a:t> (</a:t>
            </a:r>
            <a:r>
              <a:rPr lang="en-US" sz="1100" dirty="0" err="1">
                <a:solidFill>
                  <a:srgbClr val="000000"/>
                </a:solidFill>
                <a:highlight>
                  <a:srgbClr val="FFFFFF"/>
                </a:highlight>
                <a:latin typeface="Consolas" panose="020B0609020204030204" pitchFamily="49" charset="0"/>
              </a:rPr>
              <a:t>ctx</a:t>
            </a:r>
            <a:r>
              <a:rPr lang="en-US" sz="1100" dirty="0">
                <a:solidFill>
                  <a:srgbClr val="000000"/>
                </a:solidFill>
                <a:highlight>
                  <a:srgbClr val="FFFFFF"/>
                </a:highlight>
                <a:latin typeface="Consolas" panose="020B0609020204030204" pitchFamily="49" charset="0"/>
              </a:rPr>
              <a:t>) {</a:t>
            </a:r>
          </a:p>
          <a:p>
            <a:r>
              <a:rPr lang="en-US" sz="1100" smtClean="0">
                <a:solidFill>
                  <a:srgbClr val="008000"/>
                </a:solidFill>
                <a:highlight>
                  <a:srgbClr val="FFFFFF"/>
                </a:highlight>
                <a:latin typeface="Consolas" panose="020B0609020204030204" pitchFamily="49" charset="0"/>
              </a:rPr>
              <a:t>    // </a:t>
            </a:r>
            <a:r>
              <a:rPr lang="en-US" sz="1100" dirty="0">
                <a:solidFill>
                  <a:srgbClr val="008000"/>
                </a:solidFill>
                <a:highlight>
                  <a:srgbClr val="FFFFFF"/>
                </a:highlight>
                <a:latin typeface="Consolas" panose="020B0609020204030204" pitchFamily="49" charset="0"/>
              </a:rPr>
              <a:t>Create a proxy object for the active worksheet</a:t>
            </a:r>
            <a:endParaRPr lang="en-US" sz="1100" dirty="0">
              <a:solidFill>
                <a:srgbClr val="000000"/>
              </a:solidFill>
              <a:highlight>
                <a:srgbClr val="FFFFFF"/>
              </a:highlight>
              <a:latin typeface="Consolas" panose="020B0609020204030204" pitchFamily="49" charset="0"/>
            </a:endParaRPr>
          </a:p>
          <a:p>
            <a:r>
              <a:rPr lang="en-US" sz="1100" smtClean="0">
                <a:solidFill>
                  <a:srgbClr val="008000"/>
                </a:solidFill>
                <a:highlight>
                  <a:srgbClr val="FFFFFF"/>
                </a:highlight>
                <a:latin typeface="Consolas" panose="020B0609020204030204" pitchFamily="49" charset="0"/>
              </a:rPr>
              <a:t>    </a:t>
            </a:r>
            <a:r>
              <a:rPr lang="en-US" sz="1100" smtClean="0">
                <a:solidFill>
                  <a:srgbClr val="0000FF"/>
                </a:solidFill>
                <a:highlight>
                  <a:srgbClr val="FFFFFF"/>
                </a:highlight>
                <a:latin typeface="Consolas" panose="020B0609020204030204" pitchFamily="49" charset="0"/>
              </a:rPr>
              <a:t>var</a:t>
            </a:r>
            <a:r>
              <a:rPr lang="en-US" sz="1100" smtClean="0">
                <a:solidFill>
                  <a:srgbClr val="000000"/>
                </a:solidFill>
                <a:highlight>
                  <a:srgbClr val="FFFFFF"/>
                </a:highlight>
                <a:latin typeface="Consolas" panose="020B0609020204030204" pitchFamily="49" charset="0"/>
              </a:rPr>
              <a:t> </a:t>
            </a:r>
            <a:r>
              <a:rPr lang="en-US" sz="1100" dirty="0">
                <a:solidFill>
                  <a:srgbClr val="000000"/>
                </a:solidFill>
                <a:highlight>
                  <a:srgbClr val="FFFFFF"/>
                </a:highlight>
                <a:latin typeface="Consolas" panose="020B0609020204030204" pitchFamily="49" charset="0"/>
              </a:rPr>
              <a:t>sheet = </a:t>
            </a:r>
            <a:r>
              <a:rPr lang="en-US" sz="1100" dirty="0" err="1">
                <a:solidFill>
                  <a:srgbClr val="000000"/>
                </a:solidFill>
                <a:highlight>
                  <a:srgbClr val="FFFFFF"/>
                </a:highlight>
                <a:latin typeface="Consolas" panose="020B0609020204030204" pitchFamily="49" charset="0"/>
              </a:rPr>
              <a:t>ctx.workbook.worksheets.getActiveWorksheet</a:t>
            </a:r>
            <a:r>
              <a:rPr lang="en-US" sz="1100" dirty="0">
                <a:solidFill>
                  <a:srgbClr val="000000"/>
                </a:solidFill>
                <a:highlight>
                  <a:srgbClr val="FFFFFF"/>
                </a:highlight>
                <a:latin typeface="Consolas" panose="020B0609020204030204" pitchFamily="49" charset="0"/>
              </a:rPr>
              <a:t>();</a:t>
            </a:r>
          </a:p>
          <a:p>
            <a:r>
              <a:rPr lang="en-US" sz="1100" smtClean="0">
                <a:solidFill>
                  <a:srgbClr val="000000"/>
                </a:solidFill>
                <a:highlight>
                  <a:srgbClr val="FFFFFF"/>
                </a:highlight>
                <a:latin typeface="Consolas" panose="020B0609020204030204" pitchFamily="49" charset="0"/>
              </a:rPr>
              <a:t>    sheet.getRange</a:t>
            </a:r>
            <a:r>
              <a:rPr lang="en-US" sz="1100" dirty="0">
                <a:solidFill>
                  <a:srgbClr val="000000"/>
                </a:solidFill>
                <a:highlight>
                  <a:srgbClr val="FFFFFF"/>
                </a:highlight>
                <a:latin typeface="Consolas" panose="020B0609020204030204" pitchFamily="49" charset="0"/>
              </a:rPr>
              <a:t>(</a:t>
            </a:r>
            <a:r>
              <a:rPr lang="en-US" sz="1100" dirty="0">
                <a:solidFill>
                  <a:srgbClr val="A31515"/>
                </a:solidFill>
                <a:highlight>
                  <a:srgbClr val="FFFFFF"/>
                </a:highlight>
                <a:latin typeface="Consolas" panose="020B0609020204030204" pitchFamily="49" charset="0"/>
              </a:rPr>
              <a:t>"A1"</a:t>
            </a:r>
            <a:r>
              <a:rPr lang="en-US" sz="1100" dirty="0">
                <a:solidFill>
                  <a:srgbClr val="000000"/>
                </a:solidFill>
                <a:highlight>
                  <a:srgbClr val="FFFFFF"/>
                </a:highlight>
                <a:latin typeface="Consolas" panose="020B0609020204030204" pitchFamily="49" charset="0"/>
              </a:rPr>
              <a:t>).values = </a:t>
            </a:r>
            <a:r>
              <a:rPr lang="en-US" sz="1100" dirty="0">
                <a:solidFill>
                  <a:srgbClr val="A31515"/>
                </a:solidFill>
                <a:highlight>
                  <a:srgbClr val="FFFFFF"/>
                </a:highlight>
                <a:latin typeface="Consolas" panose="020B0609020204030204" pitchFamily="49" charset="0"/>
              </a:rPr>
              <a:t>"Quarterly Sales Report"</a:t>
            </a:r>
            <a:r>
              <a:rPr lang="en-US" sz="1100" dirty="0">
                <a:solidFill>
                  <a:srgbClr val="000000"/>
                </a:solidFill>
                <a:highlight>
                  <a:srgbClr val="FFFFFF"/>
                </a:highlight>
                <a:latin typeface="Consolas" panose="020B0609020204030204" pitchFamily="49" charset="0"/>
              </a:rPr>
              <a:t>;</a:t>
            </a:r>
          </a:p>
          <a:p>
            <a:r>
              <a:rPr lang="en-US" sz="1100" smtClean="0">
                <a:solidFill>
                  <a:srgbClr val="000000"/>
                </a:solidFill>
                <a:highlight>
                  <a:srgbClr val="FFFFFF"/>
                </a:highlight>
                <a:latin typeface="Consolas" panose="020B0609020204030204" pitchFamily="49" charset="0"/>
              </a:rPr>
              <a:t>    sheet.getRange</a:t>
            </a:r>
            <a:r>
              <a:rPr lang="en-US" sz="1100" dirty="0">
                <a:solidFill>
                  <a:srgbClr val="000000"/>
                </a:solidFill>
                <a:highlight>
                  <a:srgbClr val="FFFFFF"/>
                </a:highlight>
                <a:latin typeface="Consolas" panose="020B0609020204030204" pitchFamily="49" charset="0"/>
              </a:rPr>
              <a:t>(</a:t>
            </a:r>
            <a:r>
              <a:rPr lang="en-US" sz="1100" dirty="0">
                <a:solidFill>
                  <a:srgbClr val="A31515"/>
                </a:solidFill>
                <a:highlight>
                  <a:srgbClr val="FFFFFF"/>
                </a:highlight>
                <a:latin typeface="Consolas" panose="020B0609020204030204" pitchFamily="49" charset="0"/>
              </a:rPr>
              <a:t>"A1"</a:t>
            </a:r>
            <a:r>
              <a:rPr lang="en-US" sz="1100" dirty="0">
                <a:solidFill>
                  <a:srgbClr val="000000"/>
                </a:solidFill>
                <a:highlight>
                  <a:srgbClr val="FFFFFF"/>
                </a:highlight>
                <a:latin typeface="Consolas" panose="020B0609020204030204" pitchFamily="49" charset="0"/>
              </a:rPr>
              <a:t>).format.font.name = </a:t>
            </a:r>
            <a:r>
              <a:rPr lang="en-US" sz="1100" dirty="0">
                <a:solidFill>
                  <a:srgbClr val="A31515"/>
                </a:solidFill>
                <a:highlight>
                  <a:srgbClr val="FFFFFF"/>
                </a:highlight>
                <a:latin typeface="Consolas" panose="020B0609020204030204" pitchFamily="49" charset="0"/>
              </a:rPr>
              <a:t>"Century"</a:t>
            </a:r>
            <a:r>
              <a:rPr lang="en-US" sz="1100" dirty="0">
                <a:solidFill>
                  <a:srgbClr val="000000"/>
                </a:solidFill>
                <a:highlight>
                  <a:srgbClr val="FFFFFF"/>
                </a:highlight>
                <a:latin typeface="Consolas" panose="020B0609020204030204" pitchFamily="49" charset="0"/>
              </a:rPr>
              <a:t>;</a:t>
            </a:r>
          </a:p>
          <a:p>
            <a:r>
              <a:rPr lang="en-US" sz="1100" smtClean="0">
                <a:solidFill>
                  <a:srgbClr val="000000"/>
                </a:solidFill>
                <a:highlight>
                  <a:srgbClr val="FFFFFF"/>
                </a:highlight>
                <a:latin typeface="Consolas" panose="020B0609020204030204" pitchFamily="49" charset="0"/>
              </a:rPr>
              <a:t>    sheet.getRange</a:t>
            </a:r>
            <a:r>
              <a:rPr lang="en-US" sz="1100" dirty="0">
                <a:solidFill>
                  <a:srgbClr val="000000"/>
                </a:solidFill>
                <a:highlight>
                  <a:srgbClr val="FFFFFF"/>
                </a:highlight>
                <a:latin typeface="Consolas" panose="020B0609020204030204" pitchFamily="49" charset="0"/>
              </a:rPr>
              <a:t>(</a:t>
            </a:r>
            <a:r>
              <a:rPr lang="en-US" sz="1100" dirty="0">
                <a:solidFill>
                  <a:srgbClr val="A31515"/>
                </a:solidFill>
                <a:highlight>
                  <a:srgbClr val="FFFFFF"/>
                </a:highlight>
                <a:latin typeface="Consolas" panose="020B0609020204030204" pitchFamily="49" charset="0"/>
              </a:rPr>
              <a:t>"A1"</a:t>
            </a:r>
            <a:r>
              <a:rPr lang="en-US" sz="1100" dirty="0">
                <a:solidFill>
                  <a:srgbClr val="000000"/>
                </a:solidFill>
                <a:highlight>
                  <a:srgbClr val="FFFFFF"/>
                </a:highlight>
                <a:latin typeface="Consolas" panose="020B0609020204030204" pitchFamily="49" charset="0"/>
              </a:rPr>
              <a:t>).</a:t>
            </a:r>
            <a:r>
              <a:rPr lang="en-US" sz="1100" dirty="0" err="1">
                <a:solidFill>
                  <a:srgbClr val="000000"/>
                </a:solidFill>
                <a:highlight>
                  <a:srgbClr val="FFFFFF"/>
                </a:highlight>
                <a:latin typeface="Consolas" panose="020B0609020204030204" pitchFamily="49" charset="0"/>
              </a:rPr>
              <a:t>format.font.size</a:t>
            </a:r>
            <a:r>
              <a:rPr lang="en-US" sz="1100" dirty="0">
                <a:solidFill>
                  <a:srgbClr val="000000"/>
                </a:solidFill>
                <a:highlight>
                  <a:srgbClr val="FFFFFF"/>
                </a:highlight>
                <a:latin typeface="Consolas" panose="020B0609020204030204" pitchFamily="49" charset="0"/>
              </a:rPr>
              <a:t> = 26;</a:t>
            </a:r>
          </a:p>
          <a:p>
            <a:r>
              <a:rPr lang="en-US" sz="1100" smtClean="0">
                <a:solidFill>
                  <a:srgbClr val="0000FF"/>
                </a:solidFill>
                <a:highlight>
                  <a:srgbClr val="FFFFFF"/>
                </a:highlight>
                <a:latin typeface="Consolas" panose="020B0609020204030204" pitchFamily="49" charset="0"/>
              </a:rPr>
              <a:t>    var</a:t>
            </a:r>
            <a:r>
              <a:rPr lang="en-US" sz="1100" smtClean="0">
                <a:solidFill>
                  <a:srgbClr val="000000"/>
                </a:solidFill>
                <a:highlight>
                  <a:srgbClr val="FFFFFF"/>
                </a:highlight>
                <a:latin typeface="Consolas" panose="020B0609020204030204" pitchFamily="49" charset="0"/>
              </a:rPr>
              <a:t> </a:t>
            </a:r>
            <a:r>
              <a:rPr lang="en-US" sz="1100" dirty="0">
                <a:solidFill>
                  <a:srgbClr val="000000"/>
                </a:solidFill>
                <a:highlight>
                  <a:srgbClr val="FFFFFF"/>
                </a:highlight>
                <a:latin typeface="Consolas" panose="020B0609020204030204" pitchFamily="49" charset="0"/>
              </a:rPr>
              <a:t>range = </a:t>
            </a:r>
            <a:r>
              <a:rPr lang="en-US" sz="1100" dirty="0" err="1">
                <a:solidFill>
                  <a:srgbClr val="000000"/>
                </a:solidFill>
                <a:highlight>
                  <a:srgbClr val="FFFFFF"/>
                </a:highlight>
                <a:latin typeface="Consolas" panose="020B0609020204030204" pitchFamily="49" charset="0"/>
              </a:rPr>
              <a:t>sheet.getRange</a:t>
            </a:r>
            <a:r>
              <a:rPr lang="en-US" sz="1100" dirty="0">
                <a:solidFill>
                  <a:srgbClr val="000000"/>
                </a:solidFill>
                <a:highlight>
                  <a:srgbClr val="FFFFFF"/>
                </a:highlight>
                <a:latin typeface="Consolas" panose="020B0609020204030204" pitchFamily="49" charset="0"/>
              </a:rPr>
              <a:t>(</a:t>
            </a:r>
            <a:r>
              <a:rPr lang="en-US" sz="1100" dirty="0">
                <a:solidFill>
                  <a:srgbClr val="A31515"/>
                </a:solidFill>
                <a:highlight>
                  <a:srgbClr val="FFFFFF"/>
                </a:highlight>
                <a:latin typeface="Consolas" panose="020B0609020204030204" pitchFamily="49" charset="0"/>
              </a:rPr>
              <a:t>"A2:E8"</a:t>
            </a:r>
            <a:r>
              <a:rPr lang="en-US" sz="1100" dirty="0">
                <a:solidFill>
                  <a:srgbClr val="000000"/>
                </a:solidFill>
                <a:highlight>
                  <a:srgbClr val="FFFFFF"/>
                </a:highlight>
                <a:latin typeface="Consolas" panose="020B0609020204030204" pitchFamily="49" charset="0"/>
              </a:rPr>
              <a:t>);</a:t>
            </a:r>
          </a:p>
          <a:p>
            <a:r>
              <a:rPr lang="en-US" sz="1100" smtClean="0">
                <a:solidFill>
                  <a:srgbClr val="000000"/>
                </a:solidFill>
                <a:highlight>
                  <a:srgbClr val="FFFFFF"/>
                </a:highlight>
                <a:latin typeface="Consolas" panose="020B0609020204030204" pitchFamily="49" charset="0"/>
              </a:rPr>
              <a:t>    range.values </a:t>
            </a:r>
            <a:r>
              <a:rPr lang="en-US" sz="1100" dirty="0">
                <a:solidFill>
                  <a:srgbClr val="000000"/>
                </a:solidFill>
                <a:highlight>
                  <a:srgbClr val="FFFFFF"/>
                </a:highlight>
                <a:latin typeface="Consolas" panose="020B0609020204030204" pitchFamily="49" charset="0"/>
              </a:rPr>
              <a:t>= values;</a:t>
            </a:r>
          </a:p>
          <a:p>
            <a:r>
              <a:rPr lang="en-US" sz="1100" smtClean="0">
                <a:solidFill>
                  <a:srgbClr val="000000"/>
                </a:solidFill>
                <a:highlight>
                  <a:srgbClr val="FFFFFF"/>
                </a:highlight>
                <a:latin typeface="Consolas" panose="020B0609020204030204" pitchFamily="49" charset="0"/>
              </a:rPr>
              <a:t>    sheet.getRange</a:t>
            </a:r>
            <a:r>
              <a:rPr lang="en-US" sz="1100" dirty="0">
                <a:solidFill>
                  <a:srgbClr val="000000"/>
                </a:solidFill>
                <a:highlight>
                  <a:srgbClr val="FFFFFF"/>
                </a:highlight>
                <a:latin typeface="Consolas" panose="020B0609020204030204" pitchFamily="49" charset="0"/>
              </a:rPr>
              <a:t>(</a:t>
            </a:r>
            <a:r>
              <a:rPr lang="en-US" sz="1100" dirty="0">
                <a:solidFill>
                  <a:srgbClr val="A31515"/>
                </a:solidFill>
                <a:highlight>
                  <a:srgbClr val="FFFFFF"/>
                </a:highlight>
                <a:latin typeface="Consolas" panose="020B0609020204030204" pitchFamily="49" charset="0"/>
              </a:rPr>
              <a:t>"A2:E2"</a:t>
            </a:r>
            <a:r>
              <a:rPr lang="en-US" sz="1100" dirty="0">
                <a:solidFill>
                  <a:srgbClr val="000000"/>
                </a:solidFill>
                <a:highlight>
                  <a:srgbClr val="FFFFFF"/>
                </a:highlight>
                <a:latin typeface="Consolas" panose="020B0609020204030204" pitchFamily="49" charset="0"/>
              </a:rPr>
              <a:t>).</a:t>
            </a:r>
            <a:r>
              <a:rPr lang="en-US" sz="1100" dirty="0" err="1">
                <a:solidFill>
                  <a:srgbClr val="000000"/>
                </a:solidFill>
                <a:highlight>
                  <a:srgbClr val="FFFFFF"/>
                </a:highlight>
                <a:latin typeface="Consolas" panose="020B0609020204030204" pitchFamily="49" charset="0"/>
              </a:rPr>
              <a:t>format.font.bold</a:t>
            </a:r>
            <a:r>
              <a:rPr lang="en-US" sz="1100" dirty="0">
                <a:solidFill>
                  <a:srgbClr val="000000"/>
                </a:solidFill>
                <a:highlight>
                  <a:srgbClr val="FFFFFF"/>
                </a:highlight>
                <a:latin typeface="Consolas" panose="020B0609020204030204" pitchFamily="49" charset="0"/>
              </a:rPr>
              <a:t> = </a:t>
            </a:r>
            <a:r>
              <a:rPr lang="en-US" sz="1100" dirty="0">
                <a:solidFill>
                  <a:srgbClr val="0000FF"/>
                </a:solidFill>
                <a:highlight>
                  <a:srgbClr val="FFFFFF"/>
                </a:highlight>
                <a:latin typeface="Consolas" panose="020B0609020204030204" pitchFamily="49" charset="0"/>
              </a:rPr>
              <a:t>true</a:t>
            </a:r>
            <a:r>
              <a:rPr lang="en-US" sz="1100" dirty="0">
                <a:solidFill>
                  <a:srgbClr val="000000"/>
                </a:solidFill>
                <a:highlight>
                  <a:srgbClr val="FFFFFF"/>
                </a:highlight>
                <a:latin typeface="Consolas" panose="020B0609020204030204" pitchFamily="49" charset="0"/>
              </a:rPr>
              <a:t>;</a:t>
            </a:r>
          </a:p>
          <a:p>
            <a:r>
              <a:rPr lang="en-US" sz="1100" smtClean="0">
                <a:solidFill>
                  <a:srgbClr val="000000"/>
                </a:solidFill>
                <a:highlight>
                  <a:srgbClr val="FFFFFF"/>
                </a:highlight>
                <a:latin typeface="Consolas" panose="020B0609020204030204" pitchFamily="49" charset="0"/>
              </a:rPr>
              <a:t>    </a:t>
            </a:r>
            <a:r>
              <a:rPr lang="en-US" sz="1100" smtClean="0">
                <a:solidFill>
                  <a:srgbClr val="0000FF"/>
                </a:solidFill>
                <a:highlight>
                  <a:srgbClr val="FFFFFF"/>
                </a:highlight>
                <a:latin typeface="Consolas" panose="020B0609020204030204" pitchFamily="49" charset="0"/>
              </a:rPr>
              <a:t>return</a:t>
            </a:r>
            <a:r>
              <a:rPr lang="en-US" sz="1100" smtClean="0">
                <a:solidFill>
                  <a:srgbClr val="000000"/>
                </a:solidFill>
                <a:highlight>
                  <a:srgbClr val="FFFFFF"/>
                </a:highlight>
                <a:latin typeface="Consolas" panose="020B0609020204030204" pitchFamily="49" charset="0"/>
              </a:rPr>
              <a:t> </a:t>
            </a:r>
            <a:r>
              <a:rPr lang="en-US" sz="1100" dirty="0" err="1">
                <a:solidFill>
                  <a:srgbClr val="000000"/>
                </a:solidFill>
                <a:highlight>
                  <a:srgbClr val="FFFFFF"/>
                </a:highlight>
                <a:latin typeface="Consolas" panose="020B0609020204030204" pitchFamily="49" charset="0"/>
              </a:rPr>
              <a:t>ctx.sync</a:t>
            </a:r>
            <a:r>
              <a:rPr lang="en-US" sz="1100" dirty="0">
                <a:solidFill>
                  <a:srgbClr val="000000"/>
                </a:solidFill>
                <a:highlight>
                  <a:srgbClr val="FFFFFF"/>
                </a:highlight>
                <a:latin typeface="Consolas" panose="020B0609020204030204" pitchFamily="49" charset="0"/>
              </a:rPr>
              <a:t>();</a:t>
            </a:r>
          </a:p>
          <a:p>
            <a:r>
              <a:rPr lang="en-US" sz="1100" dirty="0">
                <a:solidFill>
                  <a:srgbClr val="000000"/>
                </a:solidFill>
                <a:highlight>
                  <a:srgbClr val="FFFFFF"/>
                </a:highlight>
                <a:latin typeface="Consolas" panose="020B0609020204030204" pitchFamily="49" charset="0"/>
              </a:rPr>
              <a:t>});</a:t>
            </a:r>
          </a:p>
        </p:txBody>
      </p:sp>
      <p:sp>
        <p:nvSpPr>
          <p:cNvPr id="34" name="Rectangle 33"/>
          <p:cNvSpPr/>
          <p:nvPr/>
        </p:nvSpPr>
        <p:spPr bwMode="auto">
          <a:xfrm>
            <a:off x="719201" y="2964760"/>
            <a:ext cx="1417320" cy="182880"/>
          </a:xfrm>
          <a:prstGeom prst="rect">
            <a:avLst/>
          </a:prstGeom>
          <a:noFill/>
          <a:ln>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5720" tIns="45720" rIns="45720" bIns="45720" numCol="1" spcCol="0" rtlCol="0" fromWordArt="0" anchor="ctr" anchorCtr="0" forceAA="0" compatLnSpc="1">
            <a:prstTxWarp prst="textNoShape">
              <a:avLst/>
            </a:prstTxWarp>
            <a:noAutofit/>
          </a:bodyPr>
          <a:lstStyle/>
          <a:p>
            <a:pPr algn="ctr" defTabSz="914099" fontAlgn="base">
              <a:spcBef>
                <a:spcPct val="0"/>
              </a:spcBef>
              <a:spcAft>
                <a:spcPct val="0"/>
              </a:spcAft>
            </a:pPr>
            <a:endParaRPr lang="en-US" sz="2200" dirty="0">
              <a:gradFill>
                <a:gsLst>
                  <a:gs pos="0">
                    <a:srgbClr val="FFFFFF"/>
                  </a:gs>
                  <a:gs pos="100000">
                    <a:srgbClr val="FFFFFF"/>
                  </a:gs>
                </a:gsLst>
                <a:lin ang="5400000" scaled="0"/>
              </a:gradFill>
              <a:ea typeface="Segoe UI" pitchFamily="34" charset="0"/>
              <a:cs typeface="Segoe UI" pitchFamily="34" charset="0"/>
            </a:endParaRPr>
          </a:p>
        </p:txBody>
      </p:sp>
      <p:sp>
        <p:nvSpPr>
          <p:cNvPr id="6" name="Footer Placeholder 5"/>
          <p:cNvSpPr>
            <a:spLocks noGrp="1"/>
          </p:cNvSpPr>
          <p:nvPr>
            <p:ph type="ftr" sz="quarter" idx="10"/>
          </p:nvPr>
        </p:nvSpPr>
        <p:spPr/>
        <p:txBody>
          <a:bodyPr/>
          <a:lstStyle/>
          <a:p>
            <a:pPr>
              <a:defRPr/>
            </a:pPr>
            <a:r>
              <a:rPr lang="en-US" sz="1400" smtClean="0">
                <a:gradFill>
                  <a:gsLst>
                    <a:gs pos="8367">
                      <a:schemeClr val="accent2"/>
                    </a:gs>
                    <a:gs pos="100000">
                      <a:schemeClr val="accent2"/>
                    </a:gs>
                  </a:gsLst>
                  <a:lin ang="5400000" scaled="0"/>
                </a:gradFill>
                <a:latin typeface="Segoe UI Black" panose="020B0A02040204020203" pitchFamily="34" charset="0"/>
                <a:ea typeface="Segoe UI Black" panose="020B0A02040204020203" pitchFamily="34" charset="0"/>
                <a:cs typeface="Segoe UI Black" panose="020B0A02040204020203" pitchFamily="34" charset="0"/>
              </a:rPr>
              <a:t>3</a:t>
            </a:r>
            <a:r>
              <a:rPr lang="en-US" sz="1400" smtClean="0">
                <a:gradFill>
                  <a:gsLst>
                    <a:gs pos="8367">
                      <a:srgbClr val="000000"/>
                    </a:gs>
                    <a:gs pos="31000">
                      <a:srgbClr val="000000"/>
                    </a:gs>
                  </a:gsLst>
                  <a:lin ang="5400000" scaled="0"/>
                </a:gradFill>
              </a:rPr>
              <a:t> Getting started</a:t>
            </a:r>
          </a:p>
          <a:p>
            <a:endParaRPr lang="en-US" dirty="0"/>
          </a:p>
        </p:txBody>
      </p:sp>
    </p:spTree>
    <p:extLst>
      <p:ext uri="{BB962C8B-B14F-4D97-AF65-F5344CB8AC3E}">
        <p14:creationId xmlns:p14="http://schemas.microsoft.com/office/powerpoint/2010/main" val="22763919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Coding </a:t>
            </a:r>
            <a:r>
              <a:rPr lang="en-US" dirty="0"/>
              <a:t>p</a:t>
            </a:r>
            <a:r>
              <a:rPr lang="en-US" dirty="0" smtClean="0"/>
              <a:t>attern</a:t>
            </a:r>
            <a:endParaRPr lang="en-US" dirty="0"/>
          </a:p>
        </p:txBody>
      </p:sp>
      <p:grpSp>
        <p:nvGrpSpPr>
          <p:cNvPr id="5" name="Group 4"/>
          <p:cNvGrpSpPr/>
          <p:nvPr/>
        </p:nvGrpSpPr>
        <p:grpSpPr>
          <a:xfrm>
            <a:off x="7532478" y="1248524"/>
            <a:ext cx="3706451" cy="5266576"/>
            <a:chOff x="7559180" y="1202835"/>
            <a:chExt cx="3781758" cy="5373581"/>
          </a:xfrm>
        </p:grpSpPr>
        <p:pic>
          <p:nvPicPr>
            <p:cNvPr id="9" name="Picture 8"/>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555801" y="1485514"/>
              <a:ext cx="1687249" cy="1280060"/>
            </a:xfrm>
            <a:prstGeom prst="rect">
              <a:avLst/>
            </a:prstGeom>
          </p:spPr>
        </p:pic>
        <p:pic>
          <p:nvPicPr>
            <p:cNvPr id="10" name="Picture 9"/>
            <p:cNvPicPr>
              <a:picLocks noChangeAspect="1"/>
            </p:cNvPicPr>
            <p:nvPr/>
          </p:nvPicPr>
          <p:blipFill rotWithShape="1">
            <a:blip r:embed="rId4"/>
            <a:srcRect l="2435" t="2229" r="2273" b="719"/>
            <a:stretch/>
          </p:blipFill>
          <p:spPr>
            <a:xfrm>
              <a:off x="9459986" y="3366823"/>
              <a:ext cx="1878880" cy="1193365"/>
            </a:xfrm>
            <a:prstGeom prst="rect">
              <a:avLst/>
            </a:prstGeom>
          </p:spPr>
        </p:pic>
        <p:pic>
          <p:nvPicPr>
            <p:cNvPr id="12" name="Picture 11"/>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9457914" y="5384387"/>
              <a:ext cx="1883024" cy="1192029"/>
            </a:xfrm>
            <a:prstGeom prst="rect">
              <a:avLst/>
            </a:prstGeom>
          </p:spPr>
        </p:pic>
        <p:sp>
          <p:nvSpPr>
            <p:cNvPr id="13" name="TextBox 12"/>
            <p:cNvSpPr txBox="1"/>
            <p:nvPr/>
          </p:nvSpPr>
          <p:spPr>
            <a:xfrm>
              <a:off x="10113037" y="1202835"/>
              <a:ext cx="572778" cy="408239"/>
            </a:xfrm>
            <a:prstGeom prst="rect">
              <a:avLst/>
            </a:prstGeom>
            <a:noFill/>
          </p:spPr>
          <p:txBody>
            <a:bodyPr wrap="none" rtlCol="0">
              <a:spAutoFit/>
            </a:bodyPr>
            <a:lstStyle/>
            <a:p>
              <a:r>
                <a:rPr lang="en-US" sz="2000" dirty="0">
                  <a:gradFill>
                    <a:gsLst>
                      <a:gs pos="96460">
                        <a:schemeClr val="tx1"/>
                      </a:gs>
                      <a:gs pos="84000">
                        <a:schemeClr val="tx1"/>
                      </a:gs>
                    </a:gsLst>
                    <a:lin ang="5400000" scaled="0"/>
                  </a:gradFill>
                  <a:latin typeface="+mj-lt"/>
                </a:rPr>
                <a:t>iOS</a:t>
              </a:r>
            </a:p>
          </p:txBody>
        </p:sp>
        <p:sp>
          <p:nvSpPr>
            <p:cNvPr id="14" name="TextBox 13"/>
            <p:cNvSpPr txBox="1"/>
            <p:nvPr/>
          </p:nvSpPr>
          <p:spPr>
            <a:xfrm>
              <a:off x="9855434" y="2973895"/>
              <a:ext cx="1087983" cy="408239"/>
            </a:xfrm>
            <a:prstGeom prst="rect">
              <a:avLst/>
            </a:prstGeom>
            <a:noFill/>
          </p:spPr>
          <p:txBody>
            <a:bodyPr wrap="none" rtlCol="0">
              <a:spAutoFit/>
            </a:bodyPr>
            <a:lstStyle>
              <a:defPPr>
                <a:defRPr lang="en-US"/>
              </a:defPPr>
              <a:lvl1pPr>
                <a:defRPr sz="2000">
                  <a:gradFill>
                    <a:gsLst>
                      <a:gs pos="96460">
                        <a:schemeClr val="tx1"/>
                      </a:gs>
                      <a:gs pos="84000">
                        <a:schemeClr val="tx1"/>
                      </a:gs>
                    </a:gsLst>
                    <a:lin ang="5400000" scaled="0"/>
                  </a:gradFill>
                  <a:latin typeface="+mj-lt"/>
                </a:defRPr>
              </a:lvl1pPr>
            </a:lstStyle>
            <a:p>
              <a:r>
                <a:rPr lang="en-US" dirty="0"/>
                <a:t>Desktop</a:t>
              </a:r>
            </a:p>
          </p:txBody>
        </p:sp>
        <p:sp>
          <p:nvSpPr>
            <p:cNvPr id="15" name="TextBox 14"/>
            <p:cNvSpPr txBox="1"/>
            <p:nvPr/>
          </p:nvSpPr>
          <p:spPr>
            <a:xfrm>
              <a:off x="10053174" y="4976148"/>
              <a:ext cx="692502" cy="408239"/>
            </a:xfrm>
            <a:prstGeom prst="rect">
              <a:avLst/>
            </a:prstGeom>
            <a:noFill/>
          </p:spPr>
          <p:txBody>
            <a:bodyPr wrap="none" rtlCol="0">
              <a:spAutoFit/>
            </a:bodyPr>
            <a:lstStyle>
              <a:defPPr>
                <a:defRPr lang="en-US"/>
              </a:defPPr>
              <a:lvl1pPr>
                <a:defRPr sz="2000">
                  <a:gradFill>
                    <a:gsLst>
                      <a:gs pos="96460">
                        <a:schemeClr val="tx1"/>
                      </a:gs>
                      <a:gs pos="84000">
                        <a:schemeClr val="tx1"/>
                      </a:gs>
                    </a:gsLst>
                    <a:lin ang="5400000" scaled="0"/>
                  </a:gradFill>
                  <a:latin typeface="+mj-lt"/>
                </a:defRPr>
              </a:lvl1pPr>
            </a:lstStyle>
            <a:p>
              <a:r>
                <a:rPr lang="en-US" dirty="0"/>
                <a:t>Web</a:t>
              </a:r>
            </a:p>
          </p:txBody>
        </p:sp>
        <p:cxnSp>
          <p:nvCxnSpPr>
            <p:cNvPr id="17" name="Elbow Connector 16"/>
            <p:cNvCxnSpPr/>
            <p:nvPr/>
          </p:nvCxnSpPr>
          <p:spPr>
            <a:xfrm rot="5400000" flipH="1" flipV="1">
              <a:off x="8190107" y="1631087"/>
              <a:ext cx="1089900" cy="1692602"/>
            </a:xfrm>
            <a:prstGeom prst="bentConnector2">
              <a:avLst/>
            </a:prstGeom>
            <a:ln w="31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p:cNvCxnSpPr/>
            <p:nvPr/>
          </p:nvCxnSpPr>
          <p:spPr>
            <a:xfrm>
              <a:off x="8550684" y="3870861"/>
              <a:ext cx="909302" cy="1"/>
            </a:xfrm>
            <a:prstGeom prst="straightConnector1">
              <a:avLst/>
            </a:prstGeom>
            <a:ln w="31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3" name="Elbow Connector 22"/>
            <p:cNvCxnSpPr/>
            <p:nvPr/>
          </p:nvCxnSpPr>
          <p:spPr>
            <a:xfrm rot="16200000" flipH="1">
              <a:off x="8038242" y="4717252"/>
              <a:ext cx="1201937" cy="1416704"/>
            </a:xfrm>
            <a:prstGeom prst="bentConnector2">
              <a:avLst/>
            </a:prstGeom>
            <a:ln w="3175">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3" name="Group 2"/>
            <p:cNvGrpSpPr/>
            <p:nvPr/>
          </p:nvGrpSpPr>
          <p:grpSpPr>
            <a:xfrm>
              <a:off x="7559180" y="3123147"/>
              <a:ext cx="741747" cy="1583472"/>
              <a:chOff x="6734540" y="2057985"/>
              <a:chExt cx="1604292" cy="3424820"/>
            </a:xfrm>
          </p:grpSpPr>
          <p:grpSp>
            <p:nvGrpSpPr>
              <p:cNvPr id="18" name="Group 17"/>
              <p:cNvGrpSpPr/>
              <p:nvPr/>
            </p:nvGrpSpPr>
            <p:grpSpPr>
              <a:xfrm>
                <a:off x="6734540" y="3930433"/>
                <a:ext cx="1604292" cy="1552372"/>
                <a:chOff x="8561388" y="1192213"/>
                <a:chExt cx="490538" cy="474663"/>
              </a:xfrm>
            </p:grpSpPr>
            <p:sp>
              <p:nvSpPr>
                <p:cNvPr id="20" name="Freeform 18"/>
                <p:cNvSpPr>
                  <a:spLocks noEditPoints="1"/>
                </p:cNvSpPr>
                <p:nvPr/>
              </p:nvSpPr>
              <p:spPr bwMode="auto">
                <a:xfrm>
                  <a:off x="8561388" y="1192213"/>
                  <a:ext cx="490538" cy="474663"/>
                </a:xfrm>
                <a:custGeom>
                  <a:avLst/>
                  <a:gdLst>
                    <a:gd name="T0" fmla="*/ 62 w 105"/>
                    <a:gd name="T1" fmla="*/ 102 h 102"/>
                    <a:gd name="T2" fmla="*/ 62 w 105"/>
                    <a:gd name="T3" fmla="*/ 92 h 102"/>
                    <a:gd name="T4" fmla="*/ 99 w 105"/>
                    <a:gd name="T5" fmla="*/ 92 h 102"/>
                    <a:gd name="T6" fmla="*/ 104 w 105"/>
                    <a:gd name="T7" fmla="*/ 89 h 102"/>
                    <a:gd name="T8" fmla="*/ 105 w 105"/>
                    <a:gd name="T9" fmla="*/ 79 h 102"/>
                    <a:gd name="T10" fmla="*/ 105 w 105"/>
                    <a:gd name="T11" fmla="*/ 16 h 102"/>
                    <a:gd name="T12" fmla="*/ 104 w 105"/>
                    <a:gd name="T13" fmla="*/ 10 h 102"/>
                    <a:gd name="T14" fmla="*/ 98 w 105"/>
                    <a:gd name="T15" fmla="*/ 9 h 102"/>
                    <a:gd name="T16" fmla="*/ 62 w 105"/>
                    <a:gd name="T17" fmla="*/ 9 h 102"/>
                    <a:gd name="T18" fmla="*/ 62 w 105"/>
                    <a:gd name="T19" fmla="*/ 0 h 102"/>
                    <a:gd name="T20" fmla="*/ 55 w 105"/>
                    <a:gd name="T21" fmla="*/ 0 h 102"/>
                    <a:gd name="T22" fmla="*/ 0 w 105"/>
                    <a:gd name="T23" fmla="*/ 9 h 102"/>
                    <a:gd name="T24" fmla="*/ 0 w 105"/>
                    <a:gd name="T25" fmla="*/ 93 h 102"/>
                    <a:gd name="T26" fmla="*/ 54 w 105"/>
                    <a:gd name="T27" fmla="*/ 102 h 102"/>
                    <a:gd name="T28" fmla="*/ 62 w 105"/>
                    <a:gd name="T29" fmla="*/ 102 h 102"/>
                    <a:gd name="T30" fmla="*/ 62 w 105"/>
                    <a:gd name="T31" fmla="*/ 81 h 102"/>
                    <a:gd name="T32" fmla="*/ 71 w 105"/>
                    <a:gd name="T33" fmla="*/ 81 h 102"/>
                    <a:gd name="T34" fmla="*/ 71 w 105"/>
                    <a:gd name="T35" fmla="*/ 73 h 102"/>
                    <a:gd name="T36" fmla="*/ 62 w 105"/>
                    <a:gd name="T37" fmla="*/ 73 h 102"/>
                    <a:gd name="T38" fmla="*/ 62 w 105"/>
                    <a:gd name="T39" fmla="*/ 68 h 102"/>
                    <a:gd name="T40" fmla="*/ 71 w 105"/>
                    <a:gd name="T41" fmla="*/ 68 h 102"/>
                    <a:gd name="T42" fmla="*/ 71 w 105"/>
                    <a:gd name="T43" fmla="*/ 59 h 102"/>
                    <a:gd name="T44" fmla="*/ 62 w 105"/>
                    <a:gd name="T45" fmla="*/ 59 h 102"/>
                    <a:gd name="T46" fmla="*/ 62 w 105"/>
                    <a:gd name="T47" fmla="*/ 55 h 102"/>
                    <a:gd name="T48" fmla="*/ 71 w 105"/>
                    <a:gd name="T49" fmla="*/ 55 h 102"/>
                    <a:gd name="T50" fmla="*/ 71 w 105"/>
                    <a:gd name="T51" fmla="*/ 46 h 102"/>
                    <a:gd name="T52" fmla="*/ 62 w 105"/>
                    <a:gd name="T53" fmla="*/ 46 h 102"/>
                    <a:gd name="T54" fmla="*/ 62 w 105"/>
                    <a:gd name="T55" fmla="*/ 41 h 102"/>
                    <a:gd name="T56" fmla="*/ 71 w 105"/>
                    <a:gd name="T57" fmla="*/ 41 h 102"/>
                    <a:gd name="T58" fmla="*/ 71 w 105"/>
                    <a:gd name="T59" fmla="*/ 33 h 102"/>
                    <a:gd name="T60" fmla="*/ 62 w 105"/>
                    <a:gd name="T61" fmla="*/ 33 h 102"/>
                    <a:gd name="T62" fmla="*/ 62 w 105"/>
                    <a:gd name="T63" fmla="*/ 28 h 102"/>
                    <a:gd name="T64" fmla="*/ 71 w 105"/>
                    <a:gd name="T65" fmla="*/ 28 h 102"/>
                    <a:gd name="T66" fmla="*/ 71 w 105"/>
                    <a:gd name="T67" fmla="*/ 20 h 102"/>
                    <a:gd name="T68" fmla="*/ 62 w 105"/>
                    <a:gd name="T69" fmla="*/ 20 h 102"/>
                    <a:gd name="T70" fmla="*/ 62 w 105"/>
                    <a:gd name="T71" fmla="*/ 13 h 102"/>
                    <a:gd name="T72" fmla="*/ 101 w 105"/>
                    <a:gd name="T73" fmla="*/ 13 h 102"/>
                    <a:gd name="T74" fmla="*/ 101 w 105"/>
                    <a:gd name="T75" fmla="*/ 88 h 102"/>
                    <a:gd name="T76" fmla="*/ 62 w 105"/>
                    <a:gd name="T77" fmla="*/ 88 h 102"/>
                    <a:gd name="T78" fmla="*/ 62 w 105"/>
                    <a:gd name="T79" fmla="*/ 81 h 102"/>
                    <a:gd name="T80" fmla="*/ 35 w 105"/>
                    <a:gd name="T81" fmla="*/ 70 h 102"/>
                    <a:gd name="T82" fmla="*/ 29 w 105"/>
                    <a:gd name="T83" fmla="*/ 55 h 102"/>
                    <a:gd name="T84" fmla="*/ 23 w 105"/>
                    <a:gd name="T85" fmla="*/ 69 h 102"/>
                    <a:gd name="T86" fmla="*/ 15 w 105"/>
                    <a:gd name="T87" fmla="*/ 69 h 102"/>
                    <a:gd name="T88" fmla="*/ 24 w 105"/>
                    <a:gd name="T89" fmla="*/ 51 h 102"/>
                    <a:gd name="T90" fmla="*/ 16 w 105"/>
                    <a:gd name="T91" fmla="*/ 32 h 102"/>
                    <a:gd name="T92" fmla="*/ 24 w 105"/>
                    <a:gd name="T93" fmla="*/ 32 h 102"/>
                    <a:gd name="T94" fmla="*/ 29 w 105"/>
                    <a:gd name="T95" fmla="*/ 46 h 102"/>
                    <a:gd name="T96" fmla="*/ 35 w 105"/>
                    <a:gd name="T97" fmla="*/ 31 h 102"/>
                    <a:gd name="T98" fmla="*/ 43 w 105"/>
                    <a:gd name="T99" fmla="*/ 31 h 102"/>
                    <a:gd name="T100" fmla="*/ 33 w 105"/>
                    <a:gd name="T101" fmla="*/ 50 h 102"/>
                    <a:gd name="T102" fmla="*/ 43 w 105"/>
                    <a:gd name="T103" fmla="*/ 70 h 102"/>
                    <a:gd name="T104" fmla="*/ 35 w 105"/>
                    <a:gd name="T105" fmla="*/ 70 h 1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105" h="102">
                      <a:moveTo>
                        <a:pt x="62" y="102"/>
                      </a:moveTo>
                      <a:cubicBezTo>
                        <a:pt x="62" y="99"/>
                        <a:pt x="62" y="95"/>
                        <a:pt x="62" y="92"/>
                      </a:cubicBezTo>
                      <a:cubicBezTo>
                        <a:pt x="74" y="92"/>
                        <a:pt x="86" y="92"/>
                        <a:pt x="99" y="92"/>
                      </a:cubicBezTo>
                      <a:cubicBezTo>
                        <a:pt x="101" y="92"/>
                        <a:pt x="104" y="91"/>
                        <a:pt x="104" y="89"/>
                      </a:cubicBezTo>
                      <a:cubicBezTo>
                        <a:pt x="105" y="86"/>
                        <a:pt x="105" y="82"/>
                        <a:pt x="105" y="79"/>
                      </a:cubicBezTo>
                      <a:cubicBezTo>
                        <a:pt x="105" y="58"/>
                        <a:pt x="105" y="37"/>
                        <a:pt x="105" y="16"/>
                      </a:cubicBezTo>
                      <a:cubicBezTo>
                        <a:pt x="105" y="14"/>
                        <a:pt x="105" y="12"/>
                        <a:pt x="104" y="10"/>
                      </a:cubicBezTo>
                      <a:cubicBezTo>
                        <a:pt x="102" y="9"/>
                        <a:pt x="100" y="9"/>
                        <a:pt x="98" y="9"/>
                      </a:cubicBezTo>
                      <a:cubicBezTo>
                        <a:pt x="86" y="9"/>
                        <a:pt x="74" y="9"/>
                        <a:pt x="62" y="9"/>
                      </a:cubicBezTo>
                      <a:cubicBezTo>
                        <a:pt x="62" y="6"/>
                        <a:pt x="62" y="3"/>
                        <a:pt x="62" y="0"/>
                      </a:cubicBezTo>
                      <a:cubicBezTo>
                        <a:pt x="55" y="0"/>
                        <a:pt x="55" y="0"/>
                        <a:pt x="55" y="0"/>
                      </a:cubicBezTo>
                      <a:cubicBezTo>
                        <a:pt x="36" y="3"/>
                        <a:pt x="18" y="6"/>
                        <a:pt x="0" y="9"/>
                      </a:cubicBezTo>
                      <a:cubicBezTo>
                        <a:pt x="0" y="37"/>
                        <a:pt x="0" y="65"/>
                        <a:pt x="0" y="93"/>
                      </a:cubicBezTo>
                      <a:cubicBezTo>
                        <a:pt x="18" y="96"/>
                        <a:pt x="36" y="99"/>
                        <a:pt x="54" y="102"/>
                      </a:cubicBezTo>
                      <a:lnTo>
                        <a:pt x="62" y="102"/>
                      </a:lnTo>
                      <a:close/>
                      <a:moveTo>
                        <a:pt x="62" y="81"/>
                      </a:moveTo>
                      <a:cubicBezTo>
                        <a:pt x="65" y="81"/>
                        <a:pt x="68" y="81"/>
                        <a:pt x="71" y="81"/>
                      </a:cubicBezTo>
                      <a:cubicBezTo>
                        <a:pt x="71" y="78"/>
                        <a:pt x="71" y="75"/>
                        <a:pt x="71" y="73"/>
                      </a:cubicBezTo>
                      <a:cubicBezTo>
                        <a:pt x="68" y="73"/>
                        <a:pt x="65" y="73"/>
                        <a:pt x="62" y="73"/>
                      </a:cubicBezTo>
                      <a:cubicBezTo>
                        <a:pt x="62" y="71"/>
                        <a:pt x="62" y="69"/>
                        <a:pt x="62" y="68"/>
                      </a:cubicBezTo>
                      <a:cubicBezTo>
                        <a:pt x="65" y="68"/>
                        <a:pt x="68" y="68"/>
                        <a:pt x="71" y="68"/>
                      </a:cubicBezTo>
                      <a:cubicBezTo>
                        <a:pt x="71" y="65"/>
                        <a:pt x="71" y="62"/>
                        <a:pt x="71" y="59"/>
                      </a:cubicBezTo>
                      <a:cubicBezTo>
                        <a:pt x="68" y="59"/>
                        <a:pt x="65" y="59"/>
                        <a:pt x="62" y="59"/>
                      </a:cubicBezTo>
                      <a:cubicBezTo>
                        <a:pt x="62" y="58"/>
                        <a:pt x="62" y="56"/>
                        <a:pt x="62" y="55"/>
                      </a:cubicBezTo>
                      <a:cubicBezTo>
                        <a:pt x="65" y="55"/>
                        <a:pt x="68" y="55"/>
                        <a:pt x="71" y="55"/>
                      </a:cubicBezTo>
                      <a:cubicBezTo>
                        <a:pt x="71" y="52"/>
                        <a:pt x="71" y="49"/>
                        <a:pt x="71" y="46"/>
                      </a:cubicBezTo>
                      <a:cubicBezTo>
                        <a:pt x="68" y="46"/>
                        <a:pt x="65" y="46"/>
                        <a:pt x="62" y="46"/>
                      </a:cubicBezTo>
                      <a:cubicBezTo>
                        <a:pt x="62" y="45"/>
                        <a:pt x="62" y="43"/>
                        <a:pt x="62" y="41"/>
                      </a:cubicBezTo>
                      <a:cubicBezTo>
                        <a:pt x="65" y="41"/>
                        <a:pt x="68" y="41"/>
                        <a:pt x="71" y="41"/>
                      </a:cubicBezTo>
                      <a:cubicBezTo>
                        <a:pt x="71" y="39"/>
                        <a:pt x="71" y="36"/>
                        <a:pt x="71" y="33"/>
                      </a:cubicBezTo>
                      <a:cubicBezTo>
                        <a:pt x="68" y="33"/>
                        <a:pt x="65" y="33"/>
                        <a:pt x="62" y="33"/>
                      </a:cubicBezTo>
                      <a:cubicBezTo>
                        <a:pt x="62" y="31"/>
                        <a:pt x="62" y="30"/>
                        <a:pt x="62" y="28"/>
                      </a:cubicBezTo>
                      <a:cubicBezTo>
                        <a:pt x="65" y="28"/>
                        <a:pt x="68" y="28"/>
                        <a:pt x="71" y="28"/>
                      </a:cubicBezTo>
                      <a:cubicBezTo>
                        <a:pt x="71" y="26"/>
                        <a:pt x="71" y="23"/>
                        <a:pt x="71" y="20"/>
                      </a:cubicBezTo>
                      <a:cubicBezTo>
                        <a:pt x="68" y="20"/>
                        <a:pt x="65" y="20"/>
                        <a:pt x="62" y="20"/>
                      </a:cubicBezTo>
                      <a:cubicBezTo>
                        <a:pt x="62" y="18"/>
                        <a:pt x="62" y="15"/>
                        <a:pt x="62" y="13"/>
                      </a:cubicBezTo>
                      <a:cubicBezTo>
                        <a:pt x="75" y="13"/>
                        <a:pt x="88" y="13"/>
                        <a:pt x="101" y="13"/>
                      </a:cubicBezTo>
                      <a:cubicBezTo>
                        <a:pt x="101" y="38"/>
                        <a:pt x="101" y="63"/>
                        <a:pt x="101" y="88"/>
                      </a:cubicBezTo>
                      <a:cubicBezTo>
                        <a:pt x="88" y="88"/>
                        <a:pt x="75" y="88"/>
                        <a:pt x="62" y="88"/>
                      </a:cubicBezTo>
                      <a:cubicBezTo>
                        <a:pt x="62" y="86"/>
                        <a:pt x="62" y="83"/>
                        <a:pt x="62" y="81"/>
                      </a:cubicBezTo>
                      <a:close/>
                      <a:moveTo>
                        <a:pt x="35" y="70"/>
                      </a:moveTo>
                      <a:cubicBezTo>
                        <a:pt x="33" y="65"/>
                        <a:pt x="30" y="60"/>
                        <a:pt x="29" y="55"/>
                      </a:cubicBezTo>
                      <a:cubicBezTo>
                        <a:pt x="27" y="60"/>
                        <a:pt x="25" y="64"/>
                        <a:pt x="23" y="69"/>
                      </a:cubicBezTo>
                      <a:cubicBezTo>
                        <a:pt x="20" y="69"/>
                        <a:pt x="18" y="69"/>
                        <a:pt x="15" y="69"/>
                      </a:cubicBezTo>
                      <a:cubicBezTo>
                        <a:pt x="18" y="63"/>
                        <a:pt x="21" y="57"/>
                        <a:pt x="24" y="51"/>
                      </a:cubicBezTo>
                      <a:cubicBezTo>
                        <a:pt x="22" y="44"/>
                        <a:pt x="19" y="38"/>
                        <a:pt x="16" y="32"/>
                      </a:cubicBezTo>
                      <a:cubicBezTo>
                        <a:pt x="19" y="32"/>
                        <a:pt x="21" y="32"/>
                        <a:pt x="24" y="32"/>
                      </a:cubicBezTo>
                      <a:cubicBezTo>
                        <a:pt x="26" y="36"/>
                        <a:pt x="28" y="41"/>
                        <a:pt x="29" y="46"/>
                      </a:cubicBezTo>
                      <a:cubicBezTo>
                        <a:pt x="31" y="41"/>
                        <a:pt x="33" y="36"/>
                        <a:pt x="35" y="31"/>
                      </a:cubicBezTo>
                      <a:cubicBezTo>
                        <a:pt x="38" y="31"/>
                        <a:pt x="40" y="31"/>
                        <a:pt x="43" y="31"/>
                      </a:cubicBezTo>
                      <a:cubicBezTo>
                        <a:pt x="40" y="37"/>
                        <a:pt x="37" y="44"/>
                        <a:pt x="33" y="50"/>
                      </a:cubicBezTo>
                      <a:cubicBezTo>
                        <a:pt x="37" y="57"/>
                        <a:pt x="40" y="64"/>
                        <a:pt x="43" y="70"/>
                      </a:cubicBezTo>
                      <a:cubicBezTo>
                        <a:pt x="40" y="70"/>
                        <a:pt x="38" y="70"/>
                        <a:pt x="35" y="70"/>
                      </a:cubicBezTo>
                      <a:close/>
                    </a:path>
                  </a:pathLst>
                </a:custGeom>
                <a:solidFill>
                  <a:schemeClr val="accent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9619" tIns="44810" rIns="89619" bIns="44810" numCol="1" anchor="t" anchorCtr="0" compatLnSpc="1">
                  <a:prstTxWarp prst="textNoShape">
                    <a:avLst/>
                  </a:prstTxWarp>
                </a:bodyPr>
                <a:lstStyle/>
                <a:p>
                  <a:endParaRPr lang="en-US" sz="1764"/>
                </a:p>
              </p:txBody>
            </p:sp>
            <p:sp>
              <p:nvSpPr>
                <p:cNvPr id="21" name="Freeform 19"/>
                <p:cNvSpPr>
                  <a:spLocks noEditPoints="1"/>
                </p:cNvSpPr>
                <p:nvPr/>
              </p:nvSpPr>
              <p:spPr bwMode="auto">
                <a:xfrm>
                  <a:off x="8915400" y="1285876"/>
                  <a:ext cx="79375" cy="284163"/>
                </a:xfrm>
                <a:custGeom>
                  <a:avLst/>
                  <a:gdLst>
                    <a:gd name="T0" fmla="*/ 17 w 17"/>
                    <a:gd name="T1" fmla="*/ 61 h 61"/>
                    <a:gd name="T2" fmla="*/ 0 w 17"/>
                    <a:gd name="T3" fmla="*/ 61 h 61"/>
                    <a:gd name="T4" fmla="*/ 0 w 17"/>
                    <a:gd name="T5" fmla="*/ 53 h 61"/>
                    <a:gd name="T6" fmla="*/ 17 w 17"/>
                    <a:gd name="T7" fmla="*/ 53 h 61"/>
                    <a:gd name="T8" fmla="*/ 17 w 17"/>
                    <a:gd name="T9" fmla="*/ 61 h 61"/>
                    <a:gd name="T10" fmla="*/ 17 w 17"/>
                    <a:gd name="T11" fmla="*/ 48 h 61"/>
                    <a:gd name="T12" fmla="*/ 0 w 17"/>
                    <a:gd name="T13" fmla="*/ 48 h 61"/>
                    <a:gd name="T14" fmla="*/ 0 w 17"/>
                    <a:gd name="T15" fmla="*/ 39 h 61"/>
                    <a:gd name="T16" fmla="*/ 17 w 17"/>
                    <a:gd name="T17" fmla="*/ 39 h 61"/>
                    <a:gd name="T18" fmla="*/ 17 w 17"/>
                    <a:gd name="T19" fmla="*/ 48 h 61"/>
                    <a:gd name="T20" fmla="*/ 17 w 17"/>
                    <a:gd name="T21" fmla="*/ 35 h 61"/>
                    <a:gd name="T22" fmla="*/ 0 w 17"/>
                    <a:gd name="T23" fmla="*/ 35 h 61"/>
                    <a:gd name="T24" fmla="*/ 0 w 17"/>
                    <a:gd name="T25" fmla="*/ 26 h 61"/>
                    <a:gd name="T26" fmla="*/ 17 w 17"/>
                    <a:gd name="T27" fmla="*/ 26 h 61"/>
                    <a:gd name="T28" fmla="*/ 17 w 17"/>
                    <a:gd name="T29" fmla="*/ 35 h 61"/>
                    <a:gd name="T30" fmla="*/ 17 w 17"/>
                    <a:gd name="T31" fmla="*/ 21 h 61"/>
                    <a:gd name="T32" fmla="*/ 0 w 17"/>
                    <a:gd name="T33" fmla="*/ 21 h 61"/>
                    <a:gd name="T34" fmla="*/ 0 w 17"/>
                    <a:gd name="T35" fmla="*/ 13 h 61"/>
                    <a:gd name="T36" fmla="*/ 17 w 17"/>
                    <a:gd name="T37" fmla="*/ 13 h 61"/>
                    <a:gd name="T38" fmla="*/ 17 w 17"/>
                    <a:gd name="T39" fmla="*/ 21 h 61"/>
                    <a:gd name="T40" fmla="*/ 17 w 17"/>
                    <a:gd name="T41" fmla="*/ 8 h 61"/>
                    <a:gd name="T42" fmla="*/ 0 w 17"/>
                    <a:gd name="T43" fmla="*/ 8 h 61"/>
                    <a:gd name="T44" fmla="*/ 0 w 17"/>
                    <a:gd name="T45" fmla="*/ 0 h 61"/>
                    <a:gd name="T46" fmla="*/ 17 w 17"/>
                    <a:gd name="T47" fmla="*/ 0 h 61"/>
                    <a:gd name="T48" fmla="*/ 17 w 17"/>
                    <a:gd name="T49" fmla="*/ 8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7" h="61">
                      <a:moveTo>
                        <a:pt x="17" y="61"/>
                      </a:moveTo>
                      <a:cubicBezTo>
                        <a:pt x="11" y="61"/>
                        <a:pt x="6" y="61"/>
                        <a:pt x="0" y="61"/>
                      </a:cubicBezTo>
                      <a:cubicBezTo>
                        <a:pt x="0" y="58"/>
                        <a:pt x="0" y="55"/>
                        <a:pt x="0" y="53"/>
                      </a:cubicBezTo>
                      <a:cubicBezTo>
                        <a:pt x="6" y="53"/>
                        <a:pt x="11" y="53"/>
                        <a:pt x="17" y="53"/>
                      </a:cubicBezTo>
                      <a:cubicBezTo>
                        <a:pt x="17" y="55"/>
                        <a:pt x="17" y="58"/>
                        <a:pt x="17" y="61"/>
                      </a:cubicBezTo>
                      <a:close/>
                      <a:moveTo>
                        <a:pt x="17" y="48"/>
                      </a:moveTo>
                      <a:cubicBezTo>
                        <a:pt x="11" y="48"/>
                        <a:pt x="6" y="48"/>
                        <a:pt x="0" y="48"/>
                      </a:cubicBezTo>
                      <a:cubicBezTo>
                        <a:pt x="0" y="45"/>
                        <a:pt x="0" y="42"/>
                        <a:pt x="0" y="39"/>
                      </a:cubicBezTo>
                      <a:cubicBezTo>
                        <a:pt x="6" y="39"/>
                        <a:pt x="11" y="39"/>
                        <a:pt x="17" y="39"/>
                      </a:cubicBezTo>
                      <a:cubicBezTo>
                        <a:pt x="17" y="42"/>
                        <a:pt x="17" y="45"/>
                        <a:pt x="17" y="48"/>
                      </a:cubicBezTo>
                      <a:close/>
                      <a:moveTo>
                        <a:pt x="17" y="35"/>
                      </a:moveTo>
                      <a:cubicBezTo>
                        <a:pt x="11" y="35"/>
                        <a:pt x="6" y="35"/>
                        <a:pt x="0" y="35"/>
                      </a:cubicBezTo>
                      <a:cubicBezTo>
                        <a:pt x="0" y="32"/>
                        <a:pt x="0" y="29"/>
                        <a:pt x="0" y="26"/>
                      </a:cubicBezTo>
                      <a:cubicBezTo>
                        <a:pt x="6" y="26"/>
                        <a:pt x="11" y="26"/>
                        <a:pt x="17" y="26"/>
                      </a:cubicBezTo>
                      <a:cubicBezTo>
                        <a:pt x="17" y="29"/>
                        <a:pt x="17" y="32"/>
                        <a:pt x="17" y="35"/>
                      </a:cubicBezTo>
                      <a:close/>
                      <a:moveTo>
                        <a:pt x="17" y="21"/>
                      </a:moveTo>
                      <a:cubicBezTo>
                        <a:pt x="11" y="21"/>
                        <a:pt x="6" y="21"/>
                        <a:pt x="0" y="21"/>
                      </a:cubicBezTo>
                      <a:cubicBezTo>
                        <a:pt x="0" y="19"/>
                        <a:pt x="0" y="16"/>
                        <a:pt x="0" y="13"/>
                      </a:cubicBezTo>
                      <a:cubicBezTo>
                        <a:pt x="6" y="13"/>
                        <a:pt x="11" y="13"/>
                        <a:pt x="17" y="13"/>
                      </a:cubicBezTo>
                      <a:cubicBezTo>
                        <a:pt x="17" y="16"/>
                        <a:pt x="17" y="19"/>
                        <a:pt x="17" y="21"/>
                      </a:cubicBezTo>
                      <a:close/>
                      <a:moveTo>
                        <a:pt x="17" y="8"/>
                      </a:moveTo>
                      <a:cubicBezTo>
                        <a:pt x="11" y="8"/>
                        <a:pt x="6" y="8"/>
                        <a:pt x="0" y="8"/>
                      </a:cubicBezTo>
                      <a:cubicBezTo>
                        <a:pt x="0" y="6"/>
                        <a:pt x="0" y="3"/>
                        <a:pt x="0" y="0"/>
                      </a:cubicBezTo>
                      <a:cubicBezTo>
                        <a:pt x="6" y="0"/>
                        <a:pt x="11" y="0"/>
                        <a:pt x="17" y="0"/>
                      </a:cubicBezTo>
                      <a:cubicBezTo>
                        <a:pt x="17" y="3"/>
                        <a:pt x="17" y="6"/>
                        <a:pt x="17" y="8"/>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9619" tIns="44810" rIns="89619" bIns="44810" numCol="1" anchor="t" anchorCtr="0" compatLnSpc="1">
                  <a:prstTxWarp prst="textNoShape">
                    <a:avLst/>
                  </a:prstTxWarp>
                </a:bodyPr>
                <a:lstStyle/>
                <a:p>
                  <a:endParaRPr lang="en-US" sz="1764"/>
                </a:p>
              </p:txBody>
            </p:sp>
            <p:sp>
              <p:nvSpPr>
                <p:cNvPr id="22" name="Freeform 20"/>
                <p:cNvSpPr>
                  <a:spLocks/>
                </p:cNvSpPr>
                <p:nvPr/>
              </p:nvSpPr>
              <p:spPr bwMode="auto">
                <a:xfrm>
                  <a:off x="8915400" y="1285876"/>
                  <a:ext cx="79375" cy="36513"/>
                </a:xfrm>
                <a:custGeom>
                  <a:avLst/>
                  <a:gdLst>
                    <a:gd name="T0" fmla="*/ 0 w 17"/>
                    <a:gd name="T1" fmla="*/ 8 h 8"/>
                    <a:gd name="T2" fmla="*/ 17 w 17"/>
                    <a:gd name="T3" fmla="*/ 8 h 8"/>
                    <a:gd name="T4" fmla="*/ 17 w 17"/>
                    <a:gd name="T5" fmla="*/ 0 h 8"/>
                    <a:gd name="T6" fmla="*/ 0 w 17"/>
                    <a:gd name="T7" fmla="*/ 0 h 8"/>
                    <a:gd name="T8" fmla="*/ 0 w 17"/>
                    <a:gd name="T9" fmla="*/ 8 h 8"/>
                  </a:gdLst>
                  <a:ahLst/>
                  <a:cxnLst>
                    <a:cxn ang="0">
                      <a:pos x="T0" y="T1"/>
                    </a:cxn>
                    <a:cxn ang="0">
                      <a:pos x="T2" y="T3"/>
                    </a:cxn>
                    <a:cxn ang="0">
                      <a:pos x="T4" y="T5"/>
                    </a:cxn>
                    <a:cxn ang="0">
                      <a:pos x="T6" y="T7"/>
                    </a:cxn>
                    <a:cxn ang="0">
                      <a:pos x="T8" y="T9"/>
                    </a:cxn>
                  </a:cxnLst>
                  <a:rect l="0" t="0" r="r" b="b"/>
                  <a:pathLst>
                    <a:path w="17" h="8">
                      <a:moveTo>
                        <a:pt x="0" y="8"/>
                      </a:moveTo>
                      <a:cubicBezTo>
                        <a:pt x="6" y="8"/>
                        <a:pt x="11" y="8"/>
                        <a:pt x="17" y="8"/>
                      </a:cubicBezTo>
                      <a:cubicBezTo>
                        <a:pt x="17" y="6"/>
                        <a:pt x="17" y="3"/>
                        <a:pt x="17" y="0"/>
                      </a:cubicBezTo>
                      <a:cubicBezTo>
                        <a:pt x="11" y="0"/>
                        <a:pt x="6" y="0"/>
                        <a:pt x="0" y="0"/>
                      </a:cubicBezTo>
                      <a:cubicBezTo>
                        <a:pt x="0" y="3"/>
                        <a:pt x="0" y="6"/>
                        <a:pt x="0" y="8"/>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9619" tIns="44810" rIns="89619" bIns="44810" numCol="1" anchor="t" anchorCtr="0" compatLnSpc="1">
                  <a:prstTxWarp prst="textNoShape">
                    <a:avLst/>
                  </a:prstTxWarp>
                </a:bodyPr>
                <a:lstStyle/>
                <a:p>
                  <a:endParaRPr lang="en-US" sz="1764"/>
                </a:p>
              </p:txBody>
            </p:sp>
            <p:sp>
              <p:nvSpPr>
                <p:cNvPr id="25" name="Freeform 21"/>
                <p:cNvSpPr>
                  <a:spLocks/>
                </p:cNvSpPr>
                <p:nvPr/>
              </p:nvSpPr>
              <p:spPr bwMode="auto">
                <a:xfrm>
                  <a:off x="8915400" y="1346201"/>
                  <a:ext cx="79375" cy="36513"/>
                </a:xfrm>
                <a:custGeom>
                  <a:avLst/>
                  <a:gdLst>
                    <a:gd name="T0" fmla="*/ 0 w 17"/>
                    <a:gd name="T1" fmla="*/ 8 h 8"/>
                    <a:gd name="T2" fmla="*/ 17 w 17"/>
                    <a:gd name="T3" fmla="*/ 8 h 8"/>
                    <a:gd name="T4" fmla="*/ 17 w 17"/>
                    <a:gd name="T5" fmla="*/ 0 h 8"/>
                    <a:gd name="T6" fmla="*/ 0 w 17"/>
                    <a:gd name="T7" fmla="*/ 0 h 8"/>
                    <a:gd name="T8" fmla="*/ 0 w 17"/>
                    <a:gd name="T9" fmla="*/ 8 h 8"/>
                  </a:gdLst>
                  <a:ahLst/>
                  <a:cxnLst>
                    <a:cxn ang="0">
                      <a:pos x="T0" y="T1"/>
                    </a:cxn>
                    <a:cxn ang="0">
                      <a:pos x="T2" y="T3"/>
                    </a:cxn>
                    <a:cxn ang="0">
                      <a:pos x="T4" y="T5"/>
                    </a:cxn>
                    <a:cxn ang="0">
                      <a:pos x="T6" y="T7"/>
                    </a:cxn>
                    <a:cxn ang="0">
                      <a:pos x="T8" y="T9"/>
                    </a:cxn>
                  </a:cxnLst>
                  <a:rect l="0" t="0" r="r" b="b"/>
                  <a:pathLst>
                    <a:path w="17" h="8">
                      <a:moveTo>
                        <a:pt x="0" y="8"/>
                      </a:moveTo>
                      <a:cubicBezTo>
                        <a:pt x="6" y="8"/>
                        <a:pt x="11" y="8"/>
                        <a:pt x="17" y="8"/>
                      </a:cubicBezTo>
                      <a:cubicBezTo>
                        <a:pt x="17" y="6"/>
                        <a:pt x="17" y="3"/>
                        <a:pt x="17" y="0"/>
                      </a:cubicBezTo>
                      <a:cubicBezTo>
                        <a:pt x="11" y="0"/>
                        <a:pt x="6" y="0"/>
                        <a:pt x="0" y="0"/>
                      </a:cubicBezTo>
                      <a:cubicBezTo>
                        <a:pt x="0" y="3"/>
                        <a:pt x="0" y="6"/>
                        <a:pt x="0" y="8"/>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9619" tIns="44810" rIns="89619" bIns="44810" numCol="1" anchor="t" anchorCtr="0" compatLnSpc="1">
                  <a:prstTxWarp prst="textNoShape">
                    <a:avLst/>
                  </a:prstTxWarp>
                </a:bodyPr>
                <a:lstStyle/>
                <a:p>
                  <a:endParaRPr lang="en-US" sz="1764"/>
                </a:p>
              </p:txBody>
            </p:sp>
            <p:sp>
              <p:nvSpPr>
                <p:cNvPr id="27" name="Freeform 22"/>
                <p:cNvSpPr>
                  <a:spLocks/>
                </p:cNvSpPr>
                <p:nvPr/>
              </p:nvSpPr>
              <p:spPr bwMode="auto">
                <a:xfrm>
                  <a:off x="8915400" y="1406526"/>
                  <a:ext cx="79375" cy="41275"/>
                </a:xfrm>
                <a:custGeom>
                  <a:avLst/>
                  <a:gdLst>
                    <a:gd name="T0" fmla="*/ 0 w 17"/>
                    <a:gd name="T1" fmla="*/ 9 h 9"/>
                    <a:gd name="T2" fmla="*/ 17 w 17"/>
                    <a:gd name="T3" fmla="*/ 9 h 9"/>
                    <a:gd name="T4" fmla="*/ 17 w 17"/>
                    <a:gd name="T5" fmla="*/ 0 h 9"/>
                    <a:gd name="T6" fmla="*/ 0 w 17"/>
                    <a:gd name="T7" fmla="*/ 0 h 9"/>
                    <a:gd name="T8" fmla="*/ 0 w 17"/>
                    <a:gd name="T9" fmla="*/ 9 h 9"/>
                  </a:gdLst>
                  <a:ahLst/>
                  <a:cxnLst>
                    <a:cxn ang="0">
                      <a:pos x="T0" y="T1"/>
                    </a:cxn>
                    <a:cxn ang="0">
                      <a:pos x="T2" y="T3"/>
                    </a:cxn>
                    <a:cxn ang="0">
                      <a:pos x="T4" y="T5"/>
                    </a:cxn>
                    <a:cxn ang="0">
                      <a:pos x="T6" y="T7"/>
                    </a:cxn>
                    <a:cxn ang="0">
                      <a:pos x="T8" y="T9"/>
                    </a:cxn>
                  </a:cxnLst>
                  <a:rect l="0" t="0" r="r" b="b"/>
                  <a:pathLst>
                    <a:path w="17" h="9">
                      <a:moveTo>
                        <a:pt x="0" y="9"/>
                      </a:moveTo>
                      <a:cubicBezTo>
                        <a:pt x="6" y="9"/>
                        <a:pt x="11" y="9"/>
                        <a:pt x="17" y="9"/>
                      </a:cubicBezTo>
                      <a:cubicBezTo>
                        <a:pt x="17" y="6"/>
                        <a:pt x="17" y="3"/>
                        <a:pt x="17" y="0"/>
                      </a:cubicBezTo>
                      <a:cubicBezTo>
                        <a:pt x="11" y="0"/>
                        <a:pt x="6" y="0"/>
                        <a:pt x="0" y="0"/>
                      </a:cubicBezTo>
                      <a:cubicBezTo>
                        <a:pt x="0" y="3"/>
                        <a:pt x="0" y="6"/>
                        <a:pt x="0" y="9"/>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9619" tIns="44810" rIns="89619" bIns="44810" numCol="1" anchor="t" anchorCtr="0" compatLnSpc="1">
                  <a:prstTxWarp prst="textNoShape">
                    <a:avLst/>
                  </a:prstTxWarp>
                </a:bodyPr>
                <a:lstStyle/>
                <a:p>
                  <a:endParaRPr lang="en-US" sz="1764"/>
                </a:p>
              </p:txBody>
            </p:sp>
            <p:sp>
              <p:nvSpPr>
                <p:cNvPr id="28" name="Freeform 23"/>
                <p:cNvSpPr>
                  <a:spLocks/>
                </p:cNvSpPr>
                <p:nvPr/>
              </p:nvSpPr>
              <p:spPr bwMode="auto">
                <a:xfrm>
                  <a:off x="8915400" y="1466851"/>
                  <a:ext cx="79375" cy="42863"/>
                </a:xfrm>
                <a:custGeom>
                  <a:avLst/>
                  <a:gdLst>
                    <a:gd name="T0" fmla="*/ 0 w 17"/>
                    <a:gd name="T1" fmla="*/ 9 h 9"/>
                    <a:gd name="T2" fmla="*/ 17 w 17"/>
                    <a:gd name="T3" fmla="*/ 9 h 9"/>
                    <a:gd name="T4" fmla="*/ 17 w 17"/>
                    <a:gd name="T5" fmla="*/ 0 h 9"/>
                    <a:gd name="T6" fmla="*/ 0 w 17"/>
                    <a:gd name="T7" fmla="*/ 0 h 9"/>
                    <a:gd name="T8" fmla="*/ 0 w 17"/>
                    <a:gd name="T9" fmla="*/ 9 h 9"/>
                  </a:gdLst>
                  <a:ahLst/>
                  <a:cxnLst>
                    <a:cxn ang="0">
                      <a:pos x="T0" y="T1"/>
                    </a:cxn>
                    <a:cxn ang="0">
                      <a:pos x="T2" y="T3"/>
                    </a:cxn>
                    <a:cxn ang="0">
                      <a:pos x="T4" y="T5"/>
                    </a:cxn>
                    <a:cxn ang="0">
                      <a:pos x="T6" y="T7"/>
                    </a:cxn>
                    <a:cxn ang="0">
                      <a:pos x="T8" y="T9"/>
                    </a:cxn>
                  </a:cxnLst>
                  <a:rect l="0" t="0" r="r" b="b"/>
                  <a:pathLst>
                    <a:path w="17" h="9">
                      <a:moveTo>
                        <a:pt x="0" y="9"/>
                      </a:moveTo>
                      <a:cubicBezTo>
                        <a:pt x="6" y="9"/>
                        <a:pt x="11" y="9"/>
                        <a:pt x="17" y="9"/>
                      </a:cubicBezTo>
                      <a:cubicBezTo>
                        <a:pt x="17" y="6"/>
                        <a:pt x="17" y="3"/>
                        <a:pt x="17" y="0"/>
                      </a:cubicBezTo>
                      <a:cubicBezTo>
                        <a:pt x="11" y="0"/>
                        <a:pt x="6" y="0"/>
                        <a:pt x="0" y="0"/>
                      </a:cubicBezTo>
                      <a:cubicBezTo>
                        <a:pt x="0" y="3"/>
                        <a:pt x="0" y="6"/>
                        <a:pt x="0" y="9"/>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9619" tIns="44810" rIns="89619" bIns="44810" numCol="1" anchor="t" anchorCtr="0" compatLnSpc="1">
                  <a:prstTxWarp prst="textNoShape">
                    <a:avLst/>
                  </a:prstTxWarp>
                </a:bodyPr>
                <a:lstStyle/>
                <a:p>
                  <a:endParaRPr lang="en-US" sz="1764"/>
                </a:p>
              </p:txBody>
            </p:sp>
            <p:sp>
              <p:nvSpPr>
                <p:cNvPr id="29" name="Freeform 24"/>
                <p:cNvSpPr>
                  <a:spLocks/>
                </p:cNvSpPr>
                <p:nvPr/>
              </p:nvSpPr>
              <p:spPr bwMode="auto">
                <a:xfrm>
                  <a:off x="8915400" y="1531938"/>
                  <a:ext cx="79375" cy="38100"/>
                </a:xfrm>
                <a:custGeom>
                  <a:avLst/>
                  <a:gdLst>
                    <a:gd name="T0" fmla="*/ 0 w 17"/>
                    <a:gd name="T1" fmla="*/ 8 h 8"/>
                    <a:gd name="T2" fmla="*/ 17 w 17"/>
                    <a:gd name="T3" fmla="*/ 8 h 8"/>
                    <a:gd name="T4" fmla="*/ 17 w 17"/>
                    <a:gd name="T5" fmla="*/ 0 h 8"/>
                    <a:gd name="T6" fmla="*/ 0 w 17"/>
                    <a:gd name="T7" fmla="*/ 0 h 8"/>
                    <a:gd name="T8" fmla="*/ 0 w 17"/>
                    <a:gd name="T9" fmla="*/ 8 h 8"/>
                  </a:gdLst>
                  <a:ahLst/>
                  <a:cxnLst>
                    <a:cxn ang="0">
                      <a:pos x="T0" y="T1"/>
                    </a:cxn>
                    <a:cxn ang="0">
                      <a:pos x="T2" y="T3"/>
                    </a:cxn>
                    <a:cxn ang="0">
                      <a:pos x="T4" y="T5"/>
                    </a:cxn>
                    <a:cxn ang="0">
                      <a:pos x="T6" y="T7"/>
                    </a:cxn>
                    <a:cxn ang="0">
                      <a:pos x="T8" y="T9"/>
                    </a:cxn>
                  </a:cxnLst>
                  <a:rect l="0" t="0" r="r" b="b"/>
                  <a:pathLst>
                    <a:path w="17" h="8">
                      <a:moveTo>
                        <a:pt x="0" y="8"/>
                      </a:moveTo>
                      <a:cubicBezTo>
                        <a:pt x="6" y="8"/>
                        <a:pt x="11" y="8"/>
                        <a:pt x="17" y="8"/>
                      </a:cubicBezTo>
                      <a:cubicBezTo>
                        <a:pt x="17" y="5"/>
                        <a:pt x="17" y="2"/>
                        <a:pt x="17" y="0"/>
                      </a:cubicBezTo>
                      <a:cubicBezTo>
                        <a:pt x="11" y="0"/>
                        <a:pt x="6" y="0"/>
                        <a:pt x="0" y="0"/>
                      </a:cubicBezTo>
                      <a:cubicBezTo>
                        <a:pt x="0" y="2"/>
                        <a:pt x="0" y="5"/>
                        <a:pt x="0" y="8"/>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9619" tIns="44810" rIns="89619" bIns="44810" numCol="1" anchor="t" anchorCtr="0" compatLnSpc="1">
                  <a:prstTxWarp prst="textNoShape">
                    <a:avLst/>
                  </a:prstTxWarp>
                </a:bodyPr>
                <a:lstStyle/>
                <a:p>
                  <a:endParaRPr lang="en-US" sz="1764"/>
                </a:p>
              </p:txBody>
            </p:sp>
          </p:grpSp>
          <p:sp>
            <p:nvSpPr>
              <p:cNvPr id="30" name="Freeform 25"/>
              <p:cNvSpPr>
                <a:spLocks noEditPoints="1"/>
              </p:cNvSpPr>
              <p:nvPr/>
            </p:nvSpPr>
            <p:spPr bwMode="auto">
              <a:xfrm>
                <a:off x="6734540" y="2057985"/>
                <a:ext cx="1600201" cy="1549932"/>
              </a:xfrm>
              <a:custGeom>
                <a:avLst/>
                <a:gdLst>
                  <a:gd name="T0" fmla="*/ 65 w 65"/>
                  <a:gd name="T1" fmla="*/ 8 h 63"/>
                  <a:gd name="T2" fmla="*/ 62 w 65"/>
                  <a:gd name="T3" fmla="*/ 6 h 63"/>
                  <a:gd name="T4" fmla="*/ 38 w 65"/>
                  <a:gd name="T5" fmla="*/ 6 h 63"/>
                  <a:gd name="T6" fmla="*/ 38 w 65"/>
                  <a:gd name="T7" fmla="*/ 0 h 63"/>
                  <a:gd name="T8" fmla="*/ 34 w 65"/>
                  <a:gd name="T9" fmla="*/ 0 h 63"/>
                  <a:gd name="T10" fmla="*/ 0 w 65"/>
                  <a:gd name="T11" fmla="*/ 6 h 63"/>
                  <a:gd name="T12" fmla="*/ 0 w 65"/>
                  <a:gd name="T13" fmla="*/ 57 h 63"/>
                  <a:gd name="T14" fmla="*/ 34 w 65"/>
                  <a:gd name="T15" fmla="*/ 63 h 63"/>
                  <a:gd name="T16" fmla="*/ 38 w 65"/>
                  <a:gd name="T17" fmla="*/ 63 h 63"/>
                  <a:gd name="T18" fmla="*/ 38 w 65"/>
                  <a:gd name="T19" fmla="*/ 57 h 63"/>
                  <a:gd name="T20" fmla="*/ 60 w 65"/>
                  <a:gd name="T21" fmla="*/ 57 h 63"/>
                  <a:gd name="T22" fmla="*/ 64 w 65"/>
                  <a:gd name="T23" fmla="*/ 56 h 63"/>
                  <a:gd name="T24" fmla="*/ 65 w 65"/>
                  <a:gd name="T25" fmla="*/ 52 h 63"/>
                  <a:gd name="T26" fmla="*/ 65 w 65"/>
                  <a:gd name="T27" fmla="*/ 8 h 63"/>
                  <a:gd name="T28" fmla="*/ 25 w 65"/>
                  <a:gd name="T29" fmla="*/ 41 h 63"/>
                  <a:gd name="T30" fmla="*/ 20 w 65"/>
                  <a:gd name="T31" fmla="*/ 41 h 63"/>
                  <a:gd name="T32" fmla="*/ 17 w 65"/>
                  <a:gd name="T33" fmla="*/ 27 h 63"/>
                  <a:gd name="T34" fmla="*/ 14 w 65"/>
                  <a:gd name="T35" fmla="*/ 41 h 63"/>
                  <a:gd name="T36" fmla="*/ 10 w 65"/>
                  <a:gd name="T37" fmla="*/ 40 h 63"/>
                  <a:gd name="T38" fmla="*/ 6 w 65"/>
                  <a:gd name="T39" fmla="*/ 21 h 63"/>
                  <a:gd name="T40" fmla="*/ 10 w 65"/>
                  <a:gd name="T41" fmla="*/ 21 h 63"/>
                  <a:gd name="T42" fmla="*/ 12 w 65"/>
                  <a:gd name="T43" fmla="*/ 35 h 63"/>
                  <a:gd name="T44" fmla="*/ 16 w 65"/>
                  <a:gd name="T45" fmla="*/ 21 h 63"/>
                  <a:gd name="T46" fmla="*/ 20 w 65"/>
                  <a:gd name="T47" fmla="*/ 20 h 63"/>
                  <a:gd name="T48" fmla="*/ 23 w 65"/>
                  <a:gd name="T49" fmla="*/ 35 h 63"/>
                  <a:gd name="T50" fmla="*/ 25 w 65"/>
                  <a:gd name="T51" fmla="*/ 20 h 63"/>
                  <a:gd name="T52" fmla="*/ 30 w 65"/>
                  <a:gd name="T53" fmla="*/ 20 h 63"/>
                  <a:gd name="T54" fmla="*/ 25 w 65"/>
                  <a:gd name="T55" fmla="*/ 41 h 63"/>
                  <a:gd name="T56" fmla="*/ 63 w 65"/>
                  <a:gd name="T57" fmla="*/ 55 h 63"/>
                  <a:gd name="T58" fmla="*/ 38 w 65"/>
                  <a:gd name="T59" fmla="*/ 55 h 63"/>
                  <a:gd name="T60" fmla="*/ 38 w 65"/>
                  <a:gd name="T61" fmla="*/ 49 h 63"/>
                  <a:gd name="T62" fmla="*/ 57 w 65"/>
                  <a:gd name="T63" fmla="*/ 49 h 63"/>
                  <a:gd name="T64" fmla="*/ 57 w 65"/>
                  <a:gd name="T65" fmla="*/ 46 h 63"/>
                  <a:gd name="T66" fmla="*/ 38 w 65"/>
                  <a:gd name="T67" fmla="*/ 46 h 63"/>
                  <a:gd name="T68" fmla="*/ 38 w 65"/>
                  <a:gd name="T69" fmla="*/ 42 h 63"/>
                  <a:gd name="T70" fmla="*/ 57 w 65"/>
                  <a:gd name="T71" fmla="*/ 42 h 63"/>
                  <a:gd name="T72" fmla="*/ 57 w 65"/>
                  <a:gd name="T73" fmla="*/ 39 h 63"/>
                  <a:gd name="T74" fmla="*/ 38 w 65"/>
                  <a:gd name="T75" fmla="*/ 39 h 63"/>
                  <a:gd name="T76" fmla="*/ 38 w 65"/>
                  <a:gd name="T77" fmla="*/ 36 h 63"/>
                  <a:gd name="T78" fmla="*/ 57 w 65"/>
                  <a:gd name="T79" fmla="*/ 36 h 63"/>
                  <a:gd name="T80" fmla="*/ 57 w 65"/>
                  <a:gd name="T81" fmla="*/ 33 h 63"/>
                  <a:gd name="T82" fmla="*/ 38 w 65"/>
                  <a:gd name="T83" fmla="*/ 33 h 63"/>
                  <a:gd name="T84" fmla="*/ 38 w 65"/>
                  <a:gd name="T85" fmla="*/ 29 h 63"/>
                  <a:gd name="T86" fmla="*/ 57 w 65"/>
                  <a:gd name="T87" fmla="*/ 29 h 63"/>
                  <a:gd name="T88" fmla="*/ 57 w 65"/>
                  <a:gd name="T89" fmla="*/ 26 h 63"/>
                  <a:gd name="T90" fmla="*/ 38 w 65"/>
                  <a:gd name="T91" fmla="*/ 26 h 63"/>
                  <a:gd name="T92" fmla="*/ 38 w 65"/>
                  <a:gd name="T93" fmla="*/ 22 h 63"/>
                  <a:gd name="T94" fmla="*/ 57 w 65"/>
                  <a:gd name="T95" fmla="*/ 22 h 63"/>
                  <a:gd name="T96" fmla="*/ 57 w 65"/>
                  <a:gd name="T97" fmla="*/ 19 h 63"/>
                  <a:gd name="T98" fmla="*/ 38 w 65"/>
                  <a:gd name="T99" fmla="*/ 19 h 63"/>
                  <a:gd name="T100" fmla="*/ 38 w 65"/>
                  <a:gd name="T101" fmla="*/ 16 h 63"/>
                  <a:gd name="T102" fmla="*/ 57 w 65"/>
                  <a:gd name="T103" fmla="*/ 16 h 63"/>
                  <a:gd name="T104" fmla="*/ 57 w 65"/>
                  <a:gd name="T105" fmla="*/ 13 h 63"/>
                  <a:gd name="T106" fmla="*/ 38 w 65"/>
                  <a:gd name="T107" fmla="*/ 13 h 63"/>
                  <a:gd name="T108" fmla="*/ 38 w 65"/>
                  <a:gd name="T109" fmla="*/ 8 h 63"/>
                  <a:gd name="T110" fmla="*/ 63 w 65"/>
                  <a:gd name="T111" fmla="*/ 8 h 63"/>
                  <a:gd name="T112" fmla="*/ 63 w 65"/>
                  <a:gd name="T113" fmla="*/ 55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65" h="63">
                    <a:moveTo>
                      <a:pt x="65" y="8"/>
                    </a:moveTo>
                    <a:cubicBezTo>
                      <a:pt x="65" y="7"/>
                      <a:pt x="64" y="5"/>
                      <a:pt x="62" y="6"/>
                    </a:cubicBezTo>
                    <a:cubicBezTo>
                      <a:pt x="54" y="5"/>
                      <a:pt x="46" y="6"/>
                      <a:pt x="38" y="6"/>
                    </a:cubicBezTo>
                    <a:cubicBezTo>
                      <a:pt x="38" y="4"/>
                      <a:pt x="38" y="2"/>
                      <a:pt x="38" y="0"/>
                    </a:cubicBezTo>
                    <a:cubicBezTo>
                      <a:pt x="34" y="0"/>
                      <a:pt x="34" y="0"/>
                      <a:pt x="34" y="0"/>
                    </a:cubicBezTo>
                    <a:cubicBezTo>
                      <a:pt x="23" y="2"/>
                      <a:pt x="12" y="4"/>
                      <a:pt x="0" y="6"/>
                    </a:cubicBezTo>
                    <a:cubicBezTo>
                      <a:pt x="0" y="23"/>
                      <a:pt x="0" y="40"/>
                      <a:pt x="0" y="57"/>
                    </a:cubicBezTo>
                    <a:cubicBezTo>
                      <a:pt x="12" y="59"/>
                      <a:pt x="23" y="61"/>
                      <a:pt x="34" y="63"/>
                    </a:cubicBezTo>
                    <a:cubicBezTo>
                      <a:pt x="38" y="63"/>
                      <a:pt x="38" y="63"/>
                      <a:pt x="38" y="63"/>
                    </a:cubicBezTo>
                    <a:cubicBezTo>
                      <a:pt x="38" y="61"/>
                      <a:pt x="38" y="59"/>
                      <a:pt x="38" y="57"/>
                    </a:cubicBezTo>
                    <a:cubicBezTo>
                      <a:pt x="46" y="57"/>
                      <a:pt x="53" y="57"/>
                      <a:pt x="60" y="57"/>
                    </a:cubicBezTo>
                    <a:cubicBezTo>
                      <a:pt x="62" y="57"/>
                      <a:pt x="63" y="57"/>
                      <a:pt x="64" y="56"/>
                    </a:cubicBezTo>
                    <a:cubicBezTo>
                      <a:pt x="65" y="55"/>
                      <a:pt x="65" y="53"/>
                      <a:pt x="65" y="52"/>
                    </a:cubicBezTo>
                    <a:cubicBezTo>
                      <a:pt x="65" y="37"/>
                      <a:pt x="65" y="23"/>
                      <a:pt x="65" y="8"/>
                    </a:cubicBezTo>
                    <a:close/>
                    <a:moveTo>
                      <a:pt x="25" y="41"/>
                    </a:moveTo>
                    <a:cubicBezTo>
                      <a:pt x="24" y="42"/>
                      <a:pt x="22" y="41"/>
                      <a:pt x="20" y="41"/>
                    </a:cubicBezTo>
                    <a:cubicBezTo>
                      <a:pt x="19" y="36"/>
                      <a:pt x="18" y="31"/>
                      <a:pt x="17" y="27"/>
                    </a:cubicBezTo>
                    <a:cubicBezTo>
                      <a:pt x="16" y="31"/>
                      <a:pt x="15" y="36"/>
                      <a:pt x="14" y="41"/>
                    </a:cubicBezTo>
                    <a:cubicBezTo>
                      <a:pt x="13" y="41"/>
                      <a:pt x="12" y="41"/>
                      <a:pt x="10" y="40"/>
                    </a:cubicBezTo>
                    <a:cubicBezTo>
                      <a:pt x="9" y="34"/>
                      <a:pt x="8" y="28"/>
                      <a:pt x="6" y="21"/>
                    </a:cubicBezTo>
                    <a:cubicBezTo>
                      <a:pt x="8" y="21"/>
                      <a:pt x="9" y="21"/>
                      <a:pt x="10" y="21"/>
                    </a:cubicBezTo>
                    <a:cubicBezTo>
                      <a:pt x="11" y="26"/>
                      <a:pt x="12" y="30"/>
                      <a:pt x="12" y="35"/>
                    </a:cubicBezTo>
                    <a:cubicBezTo>
                      <a:pt x="13" y="30"/>
                      <a:pt x="14" y="25"/>
                      <a:pt x="16" y="21"/>
                    </a:cubicBezTo>
                    <a:cubicBezTo>
                      <a:pt x="17" y="21"/>
                      <a:pt x="18" y="21"/>
                      <a:pt x="20" y="20"/>
                    </a:cubicBezTo>
                    <a:cubicBezTo>
                      <a:pt x="21" y="25"/>
                      <a:pt x="22" y="30"/>
                      <a:pt x="23" y="35"/>
                    </a:cubicBezTo>
                    <a:cubicBezTo>
                      <a:pt x="24" y="30"/>
                      <a:pt x="24" y="25"/>
                      <a:pt x="25" y="20"/>
                    </a:cubicBezTo>
                    <a:cubicBezTo>
                      <a:pt x="27" y="20"/>
                      <a:pt x="28" y="20"/>
                      <a:pt x="30" y="20"/>
                    </a:cubicBezTo>
                    <a:cubicBezTo>
                      <a:pt x="28" y="27"/>
                      <a:pt x="27" y="34"/>
                      <a:pt x="25" y="41"/>
                    </a:cubicBezTo>
                    <a:close/>
                    <a:moveTo>
                      <a:pt x="63" y="55"/>
                    </a:moveTo>
                    <a:cubicBezTo>
                      <a:pt x="55" y="55"/>
                      <a:pt x="46" y="55"/>
                      <a:pt x="38" y="55"/>
                    </a:cubicBezTo>
                    <a:cubicBezTo>
                      <a:pt x="38" y="53"/>
                      <a:pt x="38" y="51"/>
                      <a:pt x="38" y="49"/>
                    </a:cubicBezTo>
                    <a:cubicBezTo>
                      <a:pt x="45" y="49"/>
                      <a:pt x="51" y="49"/>
                      <a:pt x="57" y="49"/>
                    </a:cubicBezTo>
                    <a:cubicBezTo>
                      <a:pt x="57" y="48"/>
                      <a:pt x="57" y="47"/>
                      <a:pt x="57" y="46"/>
                    </a:cubicBezTo>
                    <a:cubicBezTo>
                      <a:pt x="51" y="46"/>
                      <a:pt x="45" y="46"/>
                      <a:pt x="38" y="46"/>
                    </a:cubicBezTo>
                    <a:cubicBezTo>
                      <a:pt x="38" y="45"/>
                      <a:pt x="38" y="43"/>
                      <a:pt x="38" y="42"/>
                    </a:cubicBezTo>
                    <a:cubicBezTo>
                      <a:pt x="45" y="42"/>
                      <a:pt x="51" y="42"/>
                      <a:pt x="57" y="42"/>
                    </a:cubicBezTo>
                    <a:cubicBezTo>
                      <a:pt x="57" y="41"/>
                      <a:pt x="57" y="40"/>
                      <a:pt x="57" y="39"/>
                    </a:cubicBezTo>
                    <a:cubicBezTo>
                      <a:pt x="51" y="39"/>
                      <a:pt x="45" y="39"/>
                      <a:pt x="38" y="39"/>
                    </a:cubicBezTo>
                    <a:cubicBezTo>
                      <a:pt x="38" y="38"/>
                      <a:pt x="38" y="37"/>
                      <a:pt x="38" y="36"/>
                    </a:cubicBezTo>
                    <a:cubicBezTo>
                      <a:pt x="45" y="36"/>
                      <a:pt x="51" y="36"/>
                      <a:pt x="57" y="36"/>
                    </a:cubicBezTo>
                    <a:cubicBezTo>
                      <a:pt x="57" y="35"/>
                      <a:pt x="57" y="34"/>
                      <a:pt x="57" y="33"/>
                    </a:cubicBezTo>
                    <a:cubicBezTo>
                      <a:pt x="51" y="33"/>
                      <a:pt x="45" y="33"/>
                      <a:pt x="38" y="33"/>
                    </a:cubicBezTo>
                    <a:cubicBezTo>
                      <a:pt x="38" y="31"/>
                      <a:pt x="38" y="30"/>
                      <a:pt x="38" y="29"/>
                    </a:cubicBezTo>
                    <a:cubicBezTo>
                      <a:pt x="45" y="29"/>
                      <a:pt x="51" y="29"/>
                      <a:pt x="57" y="29"/>
                    </a:cubicBezTo>
                    <a:cubicBezTo>
                      <a:pt x="57" y="28"/>
                      <a:pt x="57" y="27"/>
                      <a:pt x="57" y="26"/>
                    </a:cubicBezTo>
                    <a:cubicBezTo>
                      <a:pt x="51" y="26"/>
                      <a:pt x="45" y="26"/>
                      <a:pt x="38" y="26"/>
                    </a:cubicBezTo>
                    <a:cubicBezTo>
                      <a:pt x="38" y="25"/>
                      <a:pt x="38" y="24"/>
                      <a:pt x="38" y="22"/>
                    </a:cubicBezTo>
                    <a:cubicBezTo>
                      <a:pt x="45" y="22"/>
                      <a:pt x="51" y="22"/>
                      <a:pt x="57" y="22"/>
                    </a:cubicBezTo>
                    <a:cubicBezTo>
                      <a:pt x="57" y="21"/>
                      <a:pt x="57" y="20"/>
                      <a:pt x="57" y="19"/>
                    </a:cubicBezTo>
                    <a:cubicBezTo>
                      <a:pt x="51" y="19"/>
                      <a:pt x="45" y="19"/>
                      <a:pt x="38" y="19"/>
                    </a:cubicBezTo>
                    <a:cubicBezTo>
                      <a:pt x="38" y="18"/>
                      <a:pt x="38" y="17"/>
                      <a:pt x="38" y="16"/>
                    </a:cubicBezTo>
                    <a:cubicBezTo>
                      <a:pt x="45" y="16"/>
                      <a:pt x="51" y="16"/>
                      <a:pt x="57" y="16"/>
                    </a:cubicBezTo>
                    <a:cubicBezTo>
                      <a:pt x="57" y="15"/>
                      <a:pt x="57" y="14"/>
                      <a:pt x="57" y="13"/>
                    </a:cubicBezTo>
                    <a:cubicBezTo>
                      <a:pt x="51" y="13"/>
                      <a:pt x="45" y="13"/>
                      <a:pt x="38" y="13"/>
                    </a:cubicBezTo>
                    <a:cubicBezTo>
                      <a:pt x="38" y="11"/>
                      <a:pt x="38" y="9"/>
                      <a:pt x="38" y="8"/>
                    </a:cubicBezTo>
                    <a:cubicBezTo>
                      <a:pt x="46" y="8"/>
                      <a:pt x="55" y="8"/>
                      <a:pt x="63" y="8"/>
                    </a:cubicBezTo>
                    <a:cubicBezTo>
                      <a:pt x="63" y="23"/>
                      <a:pt x="63" y="39"/>
                      <a:pt x="63" y="55"/>
                    </a:cubicBez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9619" tIns="44810" rIns="89619" bIns="44810" numCol="1" anchor="t" anchorCtr="0" compatLnSpc="1">
                <a:prstTxWarp prst="textNoShape">
                  <a:avLst/>
                </a:prstTxWarp>
              </a:bodyPr>
              <a:lstStyle/>
              <a:p>
                <a:endParaRPr lang="en-US" sz="1764"/>
              </a:p>
            </p:txBody>
          </p:sp>
        </p:grpSp>
      </p:grpSp>
      <p:sp>
        <p:nvSpPr>
          <p:cNvPr id="31" name="Rectangle 30"/>
          <p:cNvSpPr/>
          <p:nvPr/>
        </p:nvSpPr>
        <p:spPr>
          <a:xfrm>
            <a:off x="4595150" y="3369420"/>
            <a:ext cx="2067624" cy="986884"/>
          </a:xfrm>
          <a:prstGeom prst="rect">
            <a:avLst/>
          </a:prstGeom>
          <a:solidFill>
            <a:schemeClr val="accent2"/>
          </a:solidFill>
          <a:ln cap="sq">
            <a:solidFill>
              <a:schemeClr val="tx1"/>
            </a:solidFill>
            <a:miter lim="800000"/>
          </a:ln>
        </p:spPr>
        <p:style>
          <a:lnRef idx="2">
            <a:schemeClr val="accent2">
              <a:shade val="50000"/>
            </a:schemeClr>
          </a:lnRef>
          <a:fillRef idx="1">
            <a:schemeClr val="accent2"/>
          </a:fillRef>
          <a:effectRef idx="0">
            <a:schemeClr val="accent2"/>
          </a:effectRef>
          <a:fontRef idx="minor">
            <a:schemeClr val="lt1"/>
          </a:fontRef>
        </p:style>
        <p:txBody>
          <a:bodyPr lIns="146304" tIns="91440" rIns="146304" bIns="91440" rtlCol="0" anchor="ctr"/>
          <a:lstStyle/>
          <a:p>
            <a:pPr marL="285750" indent="-227013">
              <a:lnSpc>
                <a:spcPct val="90000"/>
              </a:lnSpc>
              <a:spcBef>
                <a:spcPts val="600"/>
              </a:spcBef>
            </a:pPr>
            <a:r>
              <a:rPr lang="en-US" sz="1600" b="1" dirty="0" smtClean="0">
                <a:gradFill>
                  <a:gsLst>
                    <a:gs pos="94000">
                      <a:schemeClr val="bg1"/>
                    </a:gs>
                    <a:gs pos="62000">
                      <a:schemeClr val="bg1"/>
                    </a:gs>
                  </a:gsLst>
                  <a:lin ang="5400000" scaled="0"/>
                </a:gradFill>
              </a:rPr>
              <a:t>4: Host executes </a:t>
            </a:r>
            <a:br>
              <a:rPr lang="en-US" sz="1600" b="1" dirty="0" smtClean="0">
                <a:gradFill>
                  <a:gsLst>
                    <a:gs pos="94000">
                      <a:schemeClr val="bg1"/>
                    </a:gs>
                    <a:gs pos="62000">
                      <a:schemeClr val="bg1"/>
                    </a:gs>
                  </a:gsLst>
                  <a:lin ang="5400000" scaled="0"/>
                </a:gradFill>
              </a:rPr>
            </a:br>
            <a:r>
              <a:rPr lang="en-US" sz="1600" b="1" dirty="0" smtClean="0">
                <a:gradFill>
                  <a:gsLst>
                    <a:gs pos="94000">
                      <a:schemeClr val="bg1"/>
                    </a:gs>
                    <a:gs pos="62000">
                      <a:schemeClr val="bg1"/>
                    </a:gs>
                  </a:gsLst>
                  <a:lin ang="5400000" scaled="0"/>
                </a:gradFill>
              </a:rPr>
              <a:t>instructions</a:t>
            </a:r>
            <a:r>
              <a:rPr lang="en-US" sz="1600" b="1" dirty="0">
                <a:gradFill>
                  <a:gsLst>
                    <a:gs pos="94000">
                      <a:schemeClr val="bg1"/>
                    </a:gs>
                    <a:gs pos="62000">
                      <a:schemeClr val="bg1"/>
                    </a:gs>
                  </a:gsLst>
                  <a:lin ang="5400000" scaled="0"/>
                </a:gradFill>
              </a:rPr>
              <a:t> </a:t>
            </a:r>
            <a:r>
              <a:rPr lang="en-US" sz="1600" b="1" dirty="0" smtClean="0">
                <a:gradFill>
                  <a:gsLst>
                    <a:gs pos="94000">
                      <a:schemeClr val="bg1"/>
                    </a:gs>
                    <a:gs pos="62000">
                      <a:schemeClr val="bg1"/>
                    </a:gs>
                  </a:gsLst>
                  <a:lin ang="5400000" scaled="0"/>
                </a:gradFill>
              </a:rPr>
              <a:t/>
            </a:r>
            <a:br>
              <a:rPr lang="en-US" sz="1600" b="1" dirty="0" smtClean="0">
                <a:gradFill>
                  <a:gsLst>
                    <a:gs pos="94000">
                      <a:schemeClr val="bg1"/>
                    </a:gs>
                    <a:gs pos="62000">
                      <a:schemeClr val="bg1"/>
                    </a:gs>
                  </a:gsLst>
                  <a:lin ang="5400000" scaled="0"/>
                </a:gradFill>
              </a:rPr>
            </a:br>
            <a:r>
              <a:rPr lang="en-US" sz="1600" b="1" dirty="0" smtClean="0">
                <a:gradFill>
                  <a:gsLst>
                    <a:gs pos="94000">
                      <a:schemeClr val="bg1"/>
                    </a:gs>
                    <a:gs pos="62000">
                      <a:schemeClr val="bg1"/>
                    </a:gs>
                  </a:gsLst>
                  <a:lin ang="5400000" scaled="0"/>
                </a:gradFill>
              </a:rPr>
              <a:t>in sequence</a:t>
            </a:r>
            <a:endParaRPr lang="en-US" sz="1600" b="1" dirty="0">
              <a:gradFill>
                <a:gsLst>
                  <a:gs pos="94000">
                    <a:schemeClr val="bg1"/>
                  </a:gs>
                  <a:gs pos="62000">
                    <a:schemeClr val="bg1"/>
                  </a:gs>
                </a:gsLst>
                <a:lin ang="5400000" scaled="0"/>
              </a:gradFill>
            </a:endParaRPr>
          </a:p>
        </p:txBody>
      </p:sp>
      <p:sp>
        <p:nvSpPr>
          <p:cNvPr id="32" name="TextBox 31"/>
          <p:cNvSpPr txBox="1"/>
          <p:nvPr/>
        </p:nvSpPr>
        <p:spPr>
          <a:xfrm>
            <a:off x="436563" y="1463231"/>
            <a:ext cx="4855464" cy="1862048"/>
          </a:xfrm>
          <a:prstGeom prst="rect">
            <a:avLst/>
          </a:prstGeom>
          <a:noFill/>
        </p:spPr>
        <p:txBody>
          <a:bodyPr wrap="square" lIns="0" tIns="0" rIns="0" bIns="0" rtlCol="0">
            <a:spAutoFit/>
          </a:bodyPr>
          <a:lstStyle/>
          <a:p>
            <a:r>
              <a:rPr lang="en-US" sz="1100" dirty="0" err="1">
                <a:solidFill>
                  <a:srgbClr val="000000"/>
                </a:solidFill>
                <a:highlight>
                  <a:srgbClr val="FFFFFF"/>
                </a:highlight>
                <a:latin typeface="Consolas" panose="020B0609020204030204" pitchFamily="49" charset="0"/>
              </a:rPr>
              <a:t>Excel.run</a:t>
            </a:r>
            <a:r>
              <a:rPr lang="en-US" sz="1100" dirty="0">
                <a:solidFill>
                  <a:srgbClr val="000000"/>
                </a:solidFill>
                <a:highlight>
                  <a:srgbClr val="FFFFFF"/>
                </a:highlight>
                <a:latin typeface="Consolas" panose="020B0609020204030204" pitchFamily="49" charset="0"/>
              </a:rPr>
              <a:t>(</a:t>
            </a:r>
            <a:r>
              <a:rPr lang="en-US" sz="1100" dirty="0">
                <a:solidFill>
                  <a:srgbClr val="0000FF"/>
                </a:solidFill>
                <a:highlight>
                  <a:srgbClr val="FFFFFF"/>
                </a:highlight>
                <a:latin typeface="Consolas" panose="020B0609020204030204" pitchFamily="49" charset="0"/>
              </a:rPr>
              <a:t>function</a:t>
            </a:r>
            <a:r>
              <a:rPr lang="en-US" sz="1100" dirty="0">
                <a:solidFill>
                  <a:srgbClr val="000000"/>
                </a:solidFill>
                <a:highlight>
                  <a:srgbClr val="FFFFFF"/>
                </a:highlight>
                <a:latin typeface="Consolas" panose="020B0609020204030204" pitchFamily="49" charset="0"/>
              </a:rPr>
              <a:t> (</a:t>
            </a:r>
            <a:r>
              <a:rPr lang="en-US" sz="1100" dirty="0" err="1">
                <a:solidFill>
                  <a:srgbClr val="000000"/>
                </a:solidFill>
                <a:highlight>
                  <a:srgbClr val="FFFFFF"/>
                </a:highlight>
                <a:latin typeface="Consolas" panose="020B0609020204030204" pitchFamily="49" charset="0"/>
              </a:rPr>
              <a:t>ctx</a:t>
            </a:r>
            <a:r>
              <a:rPr lang="en-US" sz="1100" dirty="0">
                <a:solidFill>
                  <a:srgbClr val="000000"/>
                </a:solidFill>
                <a:highlight>
                  <a:srgbClr val="FFFFFF"/>
                </a:highlight>
                <a:latin typeface="Consolas" panose="020B0609020204030204" pitchFamily="49" charset="0"/>
              </a:rPr>
              <a:t>) {</a:t>
            </a:r>
          </a:p>
          <a:p>
            <a:r>
              <a:rPr lang="en-US" sz="1100" smtClean="0">
                <a:solidFill>
                  <a:srgbClr val="008000"/>
                </a:solidFill>
                <a:highlight>
                  <a:srgbClr val="FFFFFF"/>
                </a:highlight>
                <a:latin typeface="Consolas" panose="020B0609020204030204" pitchFamily="49" charset="0"/>
              </a:rPr>
              <a:t>    // </a:t>
            </a:r>
            <a:r>
              <a:rPr lang="en-US" sz="1100" dirty="0">
                <a:solidFill>
                  <a:srgbClr val="008000"/>
                </a:solidFill>
                <a:highlight>
                  <a:srgbClr val="FFFFFF"/>
                </a:highlight>
                <a:latin typeface="Consolas" panose="020B0609020204030204" pitchFamily="49" charset="0"/>
              </a:rPr>
              <a:t>Create a proxy object for the active worksheet</a:t>
            </a:r>
            <a:endParaRPr lang="en-US" sz="1100" dirty="0">
              <a:solidFill>
                <a:srgbClr val="000000"/>
              </a:solidFill>
              <a:highlight>
                <a:srgbClr val="FFFFFF"/>
              </a:highlight>
              <a:latin typeface="Consolas" panose="020B0609020204030204" pitchFamily="49" charset="0"/>
            </a:endParaRPr>
          </a:p>
          <a:p>
            <a:r>
              <a:rPr lang="en-US" sz="1100" smtClean="0">
                <a:solidFill>
                  <a:srgbClr val="008000"/>
                </a:solidFill>
                <a:highlight>
                  <a:srgbClr val="FFFFFF"/>
                </a:highlight>
                <a:latin typeface="Consolas" panose="020B0609020204030204" pitchFamily="49" charset="0"/>
              </a:rPr>
              <a:t>    </a:t>
            </a:r>
            <a:r>
              <a:rPr lang="en-US" sz="1100" smtClean="0">
                <a:solidFill>
                  <a:srgbClr val="0000FF"/>
                </a:solidFill>
                <a:highlight>
                  <a:srgbClr val="FFFFFF"/>
                </a:highlight>
                <a:latin typeface="Consolas" panose="020B0609020204030204" pitchFamily="49" charset="0"/>
              </a:rPr>
              <a:t>var</a:t>
            </a:r>
            <a:r>
              <a:rPr lang="en-US" sz="1100" smtClean="0">
                <a:solidFill>
                  <a:srgbClr val="000000"/>
                </a:solidFill>
                <a:highlight>
                  <a:srgbClr val="FFFFFF"/>
                </a:highlight>
                <a:latin typeface="Consolas" panose="020B0609020204030204" pitchFamily="49" charset="0"/>
              </a:rPr>
              <a:t> </a:t>
            </a:r>
            <a:r>
              <a:rPr lang="en-US" sz="1100" dirty="0">
                <a:solidFill>
                  <a:srgbClr val="000000"/>
                </a:solidFill>
                <a:highlight>
                  <a:srgbClr val="FFFFFF"/>
                </a:highlight>
                <a:latin typeface="Consolas" panose="020B0609020204030204" pitchFamily="49" charset="0"/>
              </a:rPr>
              <a:t>sheet = </a:t>
            </a:r>
            <a:r>
              <a:rPr lang="en-US" sz="1100" dirty="0" err="1">
                <a:solidFill>
                  <a:srgbClr val="000000"/>
                </a:solidFill>
                <a:highlight>
                  <a:srgbClr val="FFFFFF"/>
                </a:highlight>
                <a:latin typeface="Consolas" panose="020B0609020204030204" pitchFamily="49" charset="0"/>
              </a:rPr>
              <a:t>ctx.workbook.worksheets.getActiveWorksheet</a:t>
            </a:r>
            <a:r>
              <a:rPr lang="en-US" sz="1100" dirty="0">
                <a:solidFill>
                  <a:srgbClr val="000000"/>
                </a:solidFill>
                <a:highlight>
                  <a:srgbClr val="FFFFFF"/>
                </a:highlight>
                <a:latin typeface="Consolas" panose="020B0609020204030204" pitchFamily="49" charset="0"/>
              </a:rPr>
              <a:t>();</a:t>
            </a:r>
          </a:p>
          <a:p>
            <a:r>
              <a:rPr lang="en-US" sz="1100" smtClean="0">
                <a:solidFill>
                  <a:srgbClr val="000000"/>
                </a:solidFill>
                <a:highlight>
                  <a:srgbClr val="FFFFFF"/>
                </a:highlight>
                <a:latin typeface="Consolas" panose="020B0609020204030204" pitchFamily="49" charset="0"/>
              </a:rPr>
              <a:t>    sheet.getRange</a:t>
            </a:r>
            <a:r>
              <a:rPr lang="en-US" sz="1100" dirty="0">
                <a:solidFill>
                  <a:srgbClr val="000000"/>
                </a:solidFill>
                <a:highlight>
                  <a:srgbClr val="FFFFFF"/>
                </a:highlight>
                <a:latin typeface="Consolas" panose="020B0609020204030204" pitchFamily="49" charset="0"/>
              </a:rPr>
              <a:t>(</a:t>
            </a:r>
            <a:r>
              <a:rPr lang="en-US" sz="1100" dirty="0">
                <a:solidFill>
                  <a:srgbClr val="A31515"/>
                </a:solidFill>
                <a:highlight>
                  <a:srgbClr val="FFFFFF"/>
                </a:highlight>
                <a:latin typeface="Consolas" panose="020B0609020204030204" pitchFamily="49" charset="0"/>
              </a:rPr>
              <a:t>"A1"</a:t>
            </a:r>
            <a:r>
              <a:rPr lang="en-US" sz="1100" dirty="0">
                <a:solidFill>
                  <a:srgbClr val="000000"/>
                </a:solidFill>
                <a:highlight>
                  <a:srgbClr val="FFFFFF"/>
                </a:highlight>
                <a:latin typeface="Consolas" panose="020B0609020204030204" pitchFamily="49" charset="0"/>
              </a:rPr>
              <a:t>).values = </a:t>
            </a:r>
            <a:r>
              <a:rPr lang="en-US" sz="1100" dirty="0">
                <a:solidFill>
                  <a:srgbClr val="A31515"/>
                </a:solidFill>
                <a:highlight>
                  <a:srgbClr val="FFFFFF"/>
                </a:highlight>
                <a:latin typeface="Consolas" panose="020B0609020204030204" pitchFamily="49" charset="0"/>
              </a:rPr>
              <a:t>"Quarterly Sales Report"</a:t>
            </a:r>
            <a:r>
              <a:rPr lang="en-US" sz="1100" dirty="0">
                <a:solidFill>
                  <a:srgbClr val="000000"/>
                </a:solidFill>
                <a:highlight>
                  <a:srgbClr val="FFFFFF"/>
                </a:highlight>
                <a:latin typeface="Consolas" panose="020B0609020204030204" pitchFamily="49" charset="0"/>
              </a:rPr>
              <a:t>;</a:t>
            </a:r>
          </a:p>
          <a:p>
            <a:r>
              <a:rPr lang="en-US" sz="1100" smtClean="0">
                <a:solidFill>
                  <a:srgbClr val="000000"/>
                </a:solidFill>
                <a:highlight>
                  <a:srgbClr val="FFFFFF"/>
                </a:highlight>
                <a:latin typeface="Consolas" panose="020B0609020204030204" pitchFamily="49" charset="0"/>
              </a:rPr>
              <a:t>    sheet.getRange</a:t>
            </a:r>
            <a:r>
              <a:rPr lang="en-US" sz="1100" dirty="0">
                <a:solidFill>
                  <a:srgbClr val="000000"/>
                </a:solidFill>
                <a:highlight>
                  <a:srgbClr val="FFFFFF"/>
                </a:highlight>
                <a:latin typeface="Consolas" panose="020B0609020204030204" pitchFamily="49" charset="0"/>
              </a:rPr>
              <a:t>(</a:t>
            </a:r>
            <a:r>
              <a:rPr lang="en-US" sz="1100" dirty="0">
                <a:solidFill>
                  <a:srgbClr val="A31515"/>
                </a:solidFill>
                <a:highlight>
                  <a:srgbClr val="FFFFFF"/>
                </a:highlight>
                <a:latin typeface="Consolas" panose="020B0609020204030204" pitchFamily="49" charset="0"/>
              </a:rPr>
              <a:t>"A1"</a:t>
            </a:r>
            <a:r>
              <a:rPr lang="en-US" sz="1100" dirty="0">
                <a:solidFill>
                  <a:srgbClr val="000000"/>
                </a:solidFill>
                <a:highlight>
                  <a:srgbClr val="FFFFFF"/>
                </a:highlight>
                <a:latin typeface="Consolas" panose="020B0609020204030204" pitchFamily="49" charset="0"/>
              </a:rPr>
              <a:t>).format.font.name = </a:t>
            </a:r>
            <a:r>
              <a:rPr lang="en-US" sz="1100" dirty="0">
                <a:solidFill>
                  <a:srgbClr val="A31515"/>
                </a:solidFill>
                <a:highlight>
                  <a:srgbClr val="FFFFFF"/>
                </a:highlight>
                <a:latin typeface="Consolas" panose="020B0609020204030204" pitchFamily="49" charset="0"/>
              </a:rPr>
              <a:t>"Century"</a:t>
            </a:r>
            <a:r>
              <a:rPr lang="en-US" sz="1100" dirty="0">
                <a:solidFill>
                  <a:srgbClr val="000000"/>
                </a:solidFill>
                <a:highlight>
                  <a:srgbClr val="FFFFFF"/>
                </a:highlight>
                <a:latin typeface="Consolas" panose="020B0609020204030204" pitchFamily="49" charset="0"/>
              </a:rPr>
              <a:t>;</a:t>
            </a:r>
          </a:p>
          <a:p>
            <a:r>
              <a:rPr lang="en-US" sz="1100" smtClean="0">
                <a:solidFill>
                  <a:srgbClr val="000000"/>
                </a:solidFill>
                <a:highlight>
                  <a:srgbClr val="FFFFFF"/>
                </a:highlight>
                <a:latin typeface="Consolas" panose="020B0609020204030204" pitchFamily="49" charset="0"/>
              </a:rPr>
              <a:t>    sheet.getRange</a:t>
            </a:r>
            <a:r>
              <a:rPr lang="en-US" sz="1100" dirty="0">
                <a:solidFill>
                  <a:srgbClr val="000000"/>
                </a:solidFill>
                <a:highlight>
                  <a:srgbClr val="FFFFFF"/>
                </a:highlight>
                <a:latin typeface="Consolas" panose="020B0609020204030204" pitchFamily="49" charset="0"/>
              </a:rPr>
              <a:t>(</a:t>
            </a:r>
            <a:r>
              <a:rPr lang="en-US" sz="1100" dirty="0">
                <a:solidFill>
                  <a:srgbClr val="A31515"/>
                </a:solidFill>
                <a:highlight>
                  <a:srgbClr val="FFFFFF"/>
                </a:highlight>
                <a:latin typeface="Consolas" panose="020B0609020204030204" pitchFamily="49" charset="0"/>
              </a:rPr>
              <a:t>"A1"</a:t>
            </a:r>
            <a:r>
              <a:rPr lang="en-US" sz="1100" dirty="0">
                <a:solidFill>
                  <a:srgbClr val="000000"/>
                </a:solidFill>
                <a:highlight>
                  <a:srgbClr val="FFFFFF"/>
                </a:highlight>
                <a:latin typeface="Consolas" panose="020B0609020204030204" pitchFamily="49" charset="0"/>
              </a:rPr>
              <a:t>).</a:t>
            </a:r>
            <a:r>
              <a:rPr lang="en-US" sz="1100" dirty="0" err="1">
                <a:solidFill>
                  <a:srgbClr val="000000"/>
                </a:solidFill>
                <a:highlight>
                  <a:srgbClr val="FFFFFF"/>
                </a:highlight>
                <a:latin typeface="Consolas" panose="020B0609020204030204" pitchFamily="49" charset="0"/>
              </a:rPr>
              <a:t>format.font.size</a:t>
            </a:r>
            <a:r>
              <a:rPr lang="en-US" sz="1100" dirty="0">
                <a:solidFill>
                  <a:srgbClr val="000000"/>
                </a:solidFill>
                <a:highlight>
                  <a:srgbClr val="FFFFFF"/>
                </a:highlight>
                <a:latin typeface="Consolas" panose="020B0609020204030204" pitchFamily="49" charset="0"/>
              </a:rPr>
              <a:t> = 26;</a:t>
            </a:r>
          </a:p>
          <a:p>
            <a:r>
              <a:rPr lang="en-US" sz="1100" smtClean="0">
                <a:solidFill>
                  <a:srgbClr val="0000FF"/>
                </a:solidFill>
                <a:highlight>
                  <a:srgbClr val="FFFFFF"/>
                </a:highlight>
                <a:latin typeface="Consolas" panose="020B0609020204030204" pitchFamily="49" charset="0"/>
              </a:rPr>
              <a:t>    var</a:t>
            </a:r>
            <a:r>
              <a:rPr lang="en-US" sz="1100" smtClean="0">
                <a:solidFill>
                  <a:srgbClr val="000000"/>
                </a:solidFill>
                <a:highlight>
                  <a:srgbClr val="FFFFFF"/>
                </a:highlight>
                <a:latin typeface="Consolas" panose="020B0609020204030204" pitchFamily="49" charset="0"/>
              </a:rPr>
              <a:t> </a:t>
            </a:r>
            <a:r>
              <a:rPr lang="en-US" sz="1100" dirty="0">
                <a:solidFill>
                  <a:srgbClr val="000000"/>
                </a:solidFill>
                <a:highlight>
                  <a:srgbClr val="FFFFFF"/>
                </a:highlight>
                <a:latin typeface="Consolas" panose="020B0609020204030204" pitchFamily="49" charset="0"/>
              </a:rPr>
              <a:t>range = </a:t>
            </a:r>
            <a:r>
              <a:rPr lang="en-US" sz="1100" dirty="0" err="1">
                <a:solidFill>
                  <a:srgbClr val="000000"/>
                </a:solidFill>
                <a:highlight>
                  <a:srgbClr val="FFFFFF"/>
                </a:highlight>
                <a:latin typeface="Consolas" panose="020B0609020204030204" pitchFamily="49" charset="0"/>
              </a:rPr>
              <a:t>sheet.getRange</a:t>
            </a:r>
            <a:r>
              <a:rPr lang="en-US" sz="1100" dirty="0">
                <a:solidFill>
                  <a:srgbClr val="000000"/>
                </a:solidFill>
                <a:highlight>
                  <a:srgbClr val="FFFFFF"/>
                </a:highlight>
                <a:latin typeface="Consolas" panose="020B0609020204030204" pitchFamily="49" charset="0"/>
              </a:rPr>
              <a:t>(</a:t>
            </a:r>
            <a:r>
              <a:rPr lang="en-US" sz="1100" dirty="0">
                <a:solidFill>
                  <a:srgbClr val="A31515"/>
                </a:solidFill>
                <a:highlight>
                  <a:srgbClr val="FFFFFF"/>
                </a:highlight>
                <a:latin typeface="Consolas" panose="020B0609020204030204" pitchFamily="49" charset="0"/>
              </a:rPr>
              <a:t>"A2:E8"</a:t>
            </a:r>
            <a:r>
              <a:rPr lang="en-US" sz="1100" dirty="0">
                <a:solidFill>
                  <a:srgbClr val="000000"/>
                </a:solidFill>
                <a:highlight>
                  <a:srgbClr val="FFFFFF"/>
                </a:highlight>
                <a:latin typeface="Consolas" panose="020B0609020204030204" pitchFamily="49" charset="0"/>
              </a:rPr>
              <a:t>);</a:t>
            </a:r>
          </a:p>
          <a:p>
            <a:r>
              <a:rPr lang="en-US" sz="1100" smtClean="0">
                <a:solidFill>
                  <a:srgbClr val="000000"/>
                </a:solidFill>
                <a:highlight>
                  <a:srgbClr val="FFFFFF"/>
                </a:highlight>
                <a:latin typeface="Consolas" panose="020B0609020204030204" pitchFamily="49" charset="0"/>
              </a:rPr>
              <a:t>    range.values </a:t>
            </a:r>
            <a:r>
              <a:rPr lang="en-US" sz="1100" dirty="0">
                <a:solidFill>
                  <a:srgbClr val="000000"/>
                </a:solidFill>
                <a:highlight>
                  <a:srgbClr val="FFFFFF"/>
                </a:highlight>
                <a:latin typeface="Consolas" panose="020B0609020204030204" pitchFamily="49" charset="0"/>
              </a:rPr>
              <a:t>= values;</a:t>
            </a:r>
          </a:p>
          <a:p>
            <a:r>
              <a:rPr lang="en-US" sz="1100" smtClean="0">
                <a:solidFill>
                  <a:srgbClr val="000000"/>
                </a:solidFill>
                <a:highlight>
                  <a:srgbClr val="FFFFFF"/>
                </a:highlight>
                <a:latin typeface="Consolas" panose="020B0609020204030204" pitchFamily="49" charset="0"/>
              </a:rPr>
              <a:t>    sheet.getRange</a:t>
            </a:r>
            <a:r>
              <a:rPr lang="en-US" sz="1100" dirty="0">
                <a:solidFill>
                  <a:srgbClr val="000000"/>
                </a:solidFill>
                <a:highlight>
                  <a:srgbClr val="FFFFFF"/>
                </a:highlight>
                <a:latin typeface="Consolas" panose="020B0609020204030204" pitchFamily="49" charset="0"/>
              </a:rPr>
              <a:t>(</a:t>
            </a:r>
            <a:r>
              <a:rPr lang="en-US" sz="1100" dirty="0">
                <a:solidFill>
                  <a:srgbClr val="A31515"/>
                </a:solidFill>
                <a:highlight>
                  <a:srgbClr val="FFFFFF"/>
                </a:highlight>
                <a:latin typeface="Consolas" panose="020B0609020204030204" pitchFamily="49" charset="0"/>
              </a:rPr>
              <a:t>"A2:E2"</a:t>
            </a:r>
            <a:r>
              <a:rPr lang="en-US" sz="1100" dirty="0">
                <a:solidFill>
                  <a:srgbClr val="000000"/>
                </a:solidFill>
                <a:highlight>
                  <a:srgbClr val="FFFFFF"/>
                </a:highlight>
                <a:latin typeface="Consolas" panose="020B0609020204030204" pitchFamily="49" charset="0"/>
              </a:rPr>
              <a:t>).</a:t>
            </a:r>
            <a:r>
              <a:rPr lang="en-US" sz="1100" dirty="0" err="1">
                <a:solidFill>
                  <a:srgbClr val="000000"/>
                </a:solidFill>
                <a:highlight>
                  <a:srgbClr val="FFFFFF"/>
                </a:highlight>
                <a:latin typeface="Consolas" panose="020B0609020204030204" pitchFamily="49" charset="0"/>
              </a:rPr>
              <a:t>format.font.bold</a:t>
            </a:r>
            <a:r>
              <a:rPr lang="en-US" sz="1100" dirty="0">
                <a:solidFill>
                  <a:srgbClr val="000000"/>
                </a:solidFill>
                <a:highlight>
                  <a:srgbClr val="FFFFFF"/>
                </a:highlight>
                <a:latin typeface="Consolas" panose="020B0609020204030204" pitchFamily="49" charset="0"/>
              </a:rPr>
              <a:t> = </a:t>
            </a:r>
            <a:r>
              <a:rPr lang="en-US" sz="1100" dirty="0">
                <a:solidFill>
                  <a:srgbClr val="0000FF"/>
                </a:solidFill>
                <a:highlight>
                  <a:srgbClr val="FFFFFF"/>
                </a:highlight>
                <a:latin typeface="Consolas" panose="020B0609020204030204" pitchFamily="49" charset="0"/>
              </a:rPr>
              <a:t>true</a:t>
            </a:r>
            <a:r>
              <a:rPr lang="en-US" sz="1100" dirty="0">
                <a:solidFill>
                  <a:srgbClr val="000000"/>
                </a:solidFill>
                <a:highlight>
                  <a:srgbClr val="FFFFFF"/>
                </a:highlight>
                <a:latin typeface="Consolas" panose="020B0609020204030204" pitchFamily="49" charset="0"/>
              </a:rPr>
              <a:t>;</a:t>
            </a:r>
          </a:p>
          <a:p>
            <a:r>
              <a:rPr lang="en-US" sz="1100" smtClean="0">
                <a:solidFill>
                  <a:srgbClr val="000000"/>
                </a:solidFill>
                <a:highlight>
                  <a:srgbClr val="FFFFFF"/>
                </a:highlight>
                <a:latin typeface="Consolas" panose="020B0609020204030204" pitchFamily="49" charset="0"/>
              </a:rPr>
              <a:t>    </a:t>
            </a:r>
            <a:r>
              <a:rPr lang="en-US" sz="1100" smtClean="0">
                <a:solidFill>
                  <a:srgbClr val="0000FF"/>
                </a:solidFill>
                <a:highlight>
                  <a:srgbClr val="FFFFFF"/>
                </a:highlight>
                <a:latin typeface="Consolas" panose="020B0609020204030204" pitchFamily="49" charset="0"/>
              </a:rPr>
              <a:t>return</a:t>
            </a:r>
            <a:r>
              <a:rPr lang="en-US" sz="1100" smtClean="0">
                <a:solidFill>
                  <a:srgbClr val="000000"/>
                </a:solidFill>
                <a:highlight>
                  <a:srgbClr val="FFFFFF"/>
                </a:highlight>
                <a:latin typeface="Consolas" panose="020B0609020204030204" pitchFamily="49" charset="0"/>
              </a:rPr>
              <a:t> </a:t>
            </a:r>
            <a:r>
              <a:rPr lang="en-US" sz="1100" dirty="0" err="1">
                <a:solidFill>
                  <a:srgbClr val="000000"/>
                </a:solidFill>
                <a:highlight>
                  <a:srgbClr val="FFFFFF"/>
                </a:highlight>
                <a:latin typeface="Consolas" panose="020B0609020204030204" pitchFamily="49" charset="0"/>
              </a:rPr>
              <a:t>ctx.sync</a:t>
            </a:r>
            <a:r>
              <a:rPr lang="en-US" sz="1100" dirty="0">
                <a:solidFill>
                  <a:srgbClr val="000000"/>
                </a:solidFill>
                <a:highlight>
                  <a:srgbClr val="FFFFFF"/>
                </a:highlight>
                <a:latin typeface="Consolas" panose="020B0609020204030204" pitchFamily="49" charset="0"/>
              </a:rPr>
              <a:t>();</a:t>
            </a:r>
          </a:p>
          <a:p>
            <a:r>
              <a:rPr lang="en-US" sz="1100" dirty="0">
                <a:solidFill>
                  <a:srgbClr val="000000"/>
                </a:solidFill>
                <a:highlight>
                  <a:srgbClr val="FFFFFF"/>
                </a:highlight>
                <a:latin typeface="Consolas" panose="020B0609020204030204" pitchFamily="49" charset="0"/>
              </a:rPr>
              <a:t>});</a:t>
            </a:r>
          </a:p>
        </p:txBody>
      </p:sp>
      <p:sp>
        <p:nvSpPr>
          <p:cNvPr id="6" name="Footer Placeholder 5"/>
          <p:cNvSpPr>
            <a:spLocks noGrp="1"/>
          </p:cNvSpPr>
          <p:nvPr>
            <p:ph type="ftr" sz="quarter" idx="10"/>
          </p:nvPr>
        </p:nvSpPr>
        <p:spPr/>
        <p:txBody>
          <a:bodyPr/>
          <a:lstStyle/>
          <a:p>
            <a:pPr>
              <a:defRPr/>
            </a:pPr>
            <a:r>
              <a:rPr lang="en-US" sz="1400" smtClean="0">
                <a:gradFill>
                  <a:gsLst>
                    <a:gs pos="8367">
                      <a:schemeClr val="accent2"/>
                    </a:gs>
                    <a:gs pos="100000">
                      <a:schemeClr val="accent2"/>
                    </a:gs>
                  </a:gsLst>
                  <a:lin ang="5400000" scaled="0"/>
                </a:gradFill>
                <a:latin typeface="Segoe UI Black" panose="020B0A02040204020203" pitchFamily="34" charset="0"/>
                <a:ea typeface="Segoe UI Black" panose="020B0A02040204020203" pitchFamily="34" charset="0"/>
                <a:cs typeface="Segoe UI Black" panose="020B0A02040204020203" pitchFamily="34" charset="0"/>
              </a:rPr>
              <a:t>3</a:t>
            </a:r>
            <a:r>
              <a:rPr lang="en-US" sz="1400" smtClean="0">
                <a:gradFill>
                  <a:gsLst>
                    <a:gs pos="8367">
                      <a:srgbClr val="000000"/>
                    </a:gs>
                    <a:gs pos="31000">
                      <a:srgbClr val="000000"/>
                    </a:gs>
                  </a:gsLst>
                  <a:lin ang="5400000" scaled="0"/>
                </a:gradFill>
              </a:rPr>
              <a:t> Getting started</a:t>
            </a:r>
          </a:p>
          <a:p>
            <a:endParaRPr lang="en-US" dirty="0"/>
          </a:p>
        </p:txBody>
      </p:sp>
    </p:spTree>
    <p:extLst>
      <p:ext uri="{BB962C8B-B14F-4D97-AF65-F5344CB8AC3E}">
        <p14:creationId xmlns:p14="http://schemas.microsoft.com/office/powerpoint/2010/main" val="24857779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Coding </a:t>
            </a:r>
            <a:r>
              <a:rPr lang="en-US" dirty="0"/>
              <a:t>p</a:t>
            </a:r>
            <a:r>
              <a:rPr lang="en-US" dirty="0" smtClean="0"/>
              <a:t>attern</a:t>
            </a:r>
            <a:endParaRPr lang="en-US" dirty="0"/>
          </a:p>
        </p:txBody>
      </p:sp>
      <p:grpSp>
        <p:nvGrpSpPr>
          <p:cNvPr id="5" name="Group 4"/>
          <p:cNvGrpSpPr/>
          <p:nvPr/>
        </p:nvGrpSpPr>
        <p:grpSpPr>
          <a:xfrm>
            <a:off x="7532478" y="1248524"/>
            <a:ext cx="3706451" cy="5266576"/>
            <a:chOff x="7559180" y="1202835"/>
            <a:chExt cx="3781758" cy="5373581"/>
          </a:xfrm>
        </p:grpSpPr>
        <p:pic>
          <p:nvPicPr>
            <p:cNvPr id="9" name="Picture 8"/>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555801" y="1485514"/>
              <a:ext cx="1687249" cy="1280060"/>
            </a:xfrm>
            <a:prstGeom prst="rect">
              <a:avLst/>
            </a:prstGeom>
          </p:spPr>
        </p:pic>
        <p:pic>
          <p:nvPicPr>
            <p:cNvPr id="10" name="Picture 9"/>
            <p:cNvPicPr>
              <a:picLocks noChangeAspect="1"/>
            </p:cNvPicPr>
            <p:nvPr/>
          </p:nvPicPr>
          <p:blipFill rotWithShape="1">
            <a:blip r:embed="rId4"/>
            <a:srcRect l="2435" t="2229" r="2273" b="719"/>
            <a:stretch/>
          </p:blipFill>
          <p:spPr>
            <a:xfrm>
              <a:off x="9459986" y="3366823"/>
              <a:ext cx="1878880" cy="1193365"/>
            </a:xfrm>
            <a:prstGeom prst="rect">
              <a:avLst/>
            </a:prstGeom>
          </p:spPr>
        </p:pic>
        <p:pic>
          <p:nvPicPr>
            <p:cNvPr id="12" name="Picture 11"/>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9457914" y="5384387"/>
              <a:ext cx="1883024" cy="1192029"/>
            </a:xfrm>
            <a:prstGeom prst="rect">
              <a:avLst/>
            </a:prstGeom>
          </p:spPr>
        </p:pic>
        <p:sp>
          <p:nvSpPr>
            <p:cNvPr id="13" name="TextBox 12"/>
            <p:cNvSpPr txBox="1"/>
            <p:nvPr/>
          </p:nvSpPr>
          <p:spPr>
            <a:xfrm>
              <a:off x="10113037" y="1202835"/>
              <a:ext cx="572778" cy="408239"/>
            </a:xfrm>
            <a:prstGeom prst="rect">
              <a:avLst/>
            </a:prstGeom>
            <a:noFill/>
          </p:spPr>
          <p:txBody>
            <a:bodyPr wrap="none" rtlCol="0">
              <a:spAutoFit/>
            </a:bodyPr>
            <a:lstStyle/>
            <a:p>
              <a:r>
                <a:rPr lang="en-US" sz="2000" dirty="0">
                  <a:gradFill>
                    <a:gsLst>
                      <a:gs pos="96460">
                        <a:schemeClr val="tx1"/>
                      </a:gs>
                      <a:gs pos="84000">
                        <a:schemeClr val="tx1"/>
                      </a:gs>
                    </a:gsLst>
                    <a:lin ang="5400000" scaled="0"/>
                  </a:gradFill>
                  <a:latin typeface="+mj-lt"/>
                </a:rPr>
                <a:t>iOS</a:t>
              </a:r>
            </a:p>
          </p:txBody>
        </p:sp>
        <p:sp>
          <p:nvSpPr>
            <p:cNvPr id="14" name="TextBox 13"/>
            <p:cNvSpPr txBox="1"/>
            <p:nvPr/>
          </p:nvSpPr>
          <p:spPr>
            <a:xfrm>
              <a:off x="9855434" y="2973895"/>
              <a:ext cx="1087983" cy="408239"/>
            </a:xfrm>
            <a:prstGeom prst="rect">
              <a:avLst/>
            </a:prstGeom>
            <a:noFill/>
          </p:spPr>
          <p:txBody>
            <a:bodyPr wrap="none" rtlCol="0">
              <a:spAutoFit/>
            </a:bodyPr>
            <a:lstStyle>
              <a:defPPr>
                <a:defRPr lang="en-US"/>
              </a:defPPr>
              <a:lvl1pPr>
                <a:defRPr sz="2000">
                  <a:gradFill>
                    <a:gsLst>
                      <a:gs pos="96460">
                        <a:schemeClr val="tx1"/>
                      </a:gs>
                      <a:gs pos="84000">
                        <a:schemeClr val="tx1"/>
                      </a:gs>
                    </a:gsLst>
                    <a:lin ang="5400000" scaled="0"/>
                  </a:gradFill>
                  <a:latin typeface="+mj-lt"/>
                </a:defRPr>
              </a:lvl1pPr>
            </a:lstStyle>
            <a:p>
              <a:r>
                <a:rPr lang="en-US" dirty="0"/>
                <a:t>Desktop</a:t>
              </a:r>
            </a:p>
          </p:txBody>
        </p:sp>
        <p:sp>
          <p:nvSpPr>
            <p:cNvPr id="15" name="TextBox 14"/>
            <p:cNvSpPr txBox="1"/>
            <p:nvPr/>
          </p:nvSpPr>
          <p:spPr>
            <a:xfrm>
              <a:off x="10053174" y="4976148"/>
              <a:ext cx="692502" cy="408239"/>
            </a:xfrm>
            <a:prstGeom prst="rect">
              <a:avLst/>
            </a:prstGeom>
            <a:noFill/>
          </p:spPr>
          <p:txBody>
            <a:bodyPr wrap="none" rtlCol="0">
              <a:spAutoFit/>
            </a:bodyPr>
            <a:lstStyle>
              <a:defPPr>
                <a:defRPr lang="en-US"/>
              </a:defPPr>
              <a:lvl1pPr>
                <a:defRPr sz="2000">
                  <a:gradFill>
                    <a:gsLst>
                      <a:gs pos="96460">
                        <a:schemeClr val="tx1"/>
                      </a:gs>
                      <a:gs pos="84000">
                        <a:schemeClr val="tx1"/>
                      </a:gs>
                    </a:gsLst>
                    <a:lin ang="5400000" scaled="0"/>
                  </a:gradFill>
                  <a:latin typeface="+mj-lt"/>
                </a:defRPr>
              </a:lvl1pPr>
            </a:lstStyle>
            <a:p>
              <a:r>
                <a:rPr lang="en-US" dirty="0"/>
                <a:t>Web</a:t>
              </a:r>
            </a:p>
          </p:txBody>
        </p:sp>
        <p:cxnSp>
          <p:nvCxnSpPr>
            <p:cNvPr id="17" name="Elbow Connector 16"/>
            <p:cNvCxnSpPr/>
            <p:nvPr/>
          </p:nvCxnSpPr>
          <p:spPr>
            <a:xfrm rot="5400000" flipH="1" flipV="1">
              <a:off x="8190107" y="1631087"/>
              <a:ext cx="1089900" cy="1692602"/>
            </a:xfrm>
            <a:prstGeom prst="bentConnector2">
              <a:avLst/>
            </a:prstGeom>
            <a:ln w="31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p:cNvCxnSpPr/>
            <p:nvPr/>
          </p:nvCxnSpPr>
          <p:spPr>
            <a:xfrm>
              <a:off x="8550684" y="3870861"/>
              <a:ext cx="909302" cy="1"/>
            </a:xfrm>
            <a:prstGeom prst="straightConnector1">
              <a:avLst/>
            </a:prstGeom>
            <a:ln w="31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3" name="Elbow Connector 22"/>
            <p:cNvCxnSpPr/>
            <p:nvPr/>
          </p:nvCxnSpPr>
          <p:spPr>
            <a:xfrm rot="16200000" flipH="1">
              <a:off x="8038242" y="4717252"/>
              <a:ext cx="1201937" cy="1416704"/>
            </a:xfrm>
            <a:prstGeom prst="bentConnector2">
              <a:avLst/>
            </a:prstGeom>
            <a:ln w="3175">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3" name="Group 2"/>
            <p:cNvGrpSpPr/>
            <p:nvPr/>
          </p:nvGrpSpPr>
          <p:grpSpPr>
            <a:xfrm>
              <a:off x="7559180" y="3123147"/>
              <a:ext cx="741747" cy="1583472"/>
              <a:chOff x="6734540" y="2057985"/>
              <a:chExt cx="1604292" cy="3424820"/>
            </a:xfrm>
          </p:grpSpPr>
          <p:grpSp>
            <p:nvGrpSpPr>
              <p:cNvPr id="18" name="Group 17"/>
              <p:cNvGrpSpPr/>
              <p:nvPr/>
            </p:nvGrpSpPr>
            <p:grpSpPr>
              <a:xfrm>
                <a:off x="6734540" y="3930433"/>
                <a:ext cx="1604292" cy="1552372"/>
                <a:chOff x="8561388" y="1192213"/>
                <a:chExt cx="490538" cy="474663"/>
              </a:xfrm>
            </p:grpSpPr>
            <p:sp>
              <p:nvSpPr>
                <p:cNvPr id="20" name="Freeform 18"/>
                <p:cNvSpPr>
                  <a:spLocks noEditPoints="1"/>
                </p:cNvSpPr>
                <p:nvPr/>
              </p:nvSpPr>
              <p:spPr bwMode="auto">
                <a:xfrm>
                  <a:off x="8561388" y="1192213"/>
                  <a:ext cx="490538" cy="474663"/>
                </a:xfrm>
                <a:custGeom>
                  <a:avLst/>
                  <a:gdLst>
                    <a:gd name="T0" fmla="*/ 62 w 105"/>
                    <a:gd name="T1" fmla="*/ 102 h 102"/>
                    <a:gd name="T2" fmla="*/ 62 w 105"/>
                    <a:gd name="T3" fmla="*/ 92 h 102"/>
                    <a:gd name="T4" fmla="*/ 99 w 105"/>
                    <a:gd name="T5" fmla="*/ 92 h 102"/>
                    <a:gd name="T6" fmla="*/ 104 w 105"/>
                    <a:gd name="T7" fmla="*/ 89 h 102"/>
                    <a:gd name="T8" fmla="*/ 105 w 105"/>
                    <a:gd name="T9" fmla="*/ 79 h 102"/>
                    <a:gd name="T10" fmla="*/ 105 w 105"/>
                    <a:gd name="T11" fmla="*/ 16 h 102"/>
                    <a:gd name="T12" fmla="*/ 104 w 105"/>
                    <a:gd name="T13" fmla="*/ 10 h 102"/>
                    <a:gd name="T14" fmla="*/ 98 w 105"/>
                    <a:gd name="T15" fmla="*/ 9 h 102"/>
                    <a:gd name="T16" fmla="*/ 62 w 105"/>
                    <a:gd name="T17" fmla="*/ 9 h 102"/>
                    <a:gd name="T18" fmla="*/ 62 w 105"/>
                    <a:gd name="T19" fmla="*/ 0 h 102"/>
                    <a:gd name="T20" fmla="*/ 55 w 105"/>
                    <a:gd name="T21" fmla="*/ 0 h 102"/>
                    <a:gd name="T22" fmla="*/ 0 w 105"/>
                    <a:gd name="T23" fmla="*/ 9 h 102"/>
                    <a:gd name="T24" fmla="*/ 0 w 105"/>
                    <a:gd name="T25" fmla="*/ 93 h 102"/>
                    <a:gd name="T26" fmla="*/ 54 w 105"/>
                    <a:gd name="T27" fmla="*/ 102 h 102"/>
                    <a:gd name="T28" fmla="*/ 62 w 105"/>
                    <a:gd name="T29" fmla="*/ 102 h 102"/>
                    <a:gd name="T30" fmla="*/ 62 w 105"/>
                    <a:gd name="T31" fmla="*/ 81 h 102"/>
                    <a:gd name="T32" fmla="*/ 71 w 105"/>
                    <a:gd name="T33" fmla="*/ 81 h 102"/>
                    <a:gd name="T34" fmla="*/ 71 w 105"/>
                    <a:gd name="T35" fmla="*/ 73 h 102"/>
                    <a:gd name="T36" fmla="*/ 62 w 105"/>
                    <a:gd name="T37" fmla="*/ 73 h 102"/>
                    <a:gd name="T38" fmla="*/ 62 w 105"/>
                    <a:gd name="T39" fmla="*/ 68 h 102"/>
                    <a:gd name="T40" fmla="*/ 71 w 105"/>
                    <a:gd name="T41" fmla="*/ 68 h 102"/>
                    <a:gd name="T42" fmla="*/ 71 w 105"/>
                    <a:gd name="T43" fmla="*/ 59 h 102"/>
                    <a:gd name="T44" fmla="*/ 62 w 105"/>
                    <a:gd name="T45" fmla="*/ 59 h 102"/>
                    <a:gd name="T46" fmla="*/ 62 w 105"/>
                    <a:gd name="T47" fmla="*/ 55 h 102"/>
                    <a:gd name="T48" fmla="*/ 71 w 105"/>
                    <a:gd name="T49" fmla="*/ 55 h 102"/>
                    <a:gd name="T50" fmla="*/ 71 w 105"/>
                    <a:gd name="T51" fmla="*/ 46 h 102"/>
                    <a:gd name="T52" fmla="*/ 62 w 105"/>
                    <a:gd name="T53" fmla="*/ 46 h 102"/>
                    <a:gd name="T54" fmla="*/ 62 w 105"/>
                    <a:gd name="T55" fmla="*/ 41 h 102"/>
                    <a:gd name="T56" fmla="*/ 71 w 105"/>
                    <a:gd name="T57" fmla="*/ 41 h 102"/>
                    <a:gd name="T58" fmla="*/ 71 w 105"/>
                    <a:gd name="T59" fmla="*/ 33 h 102"/>
                    <a:gd name="T60" fmla="*/ 62 w 105"/>
                    <a:gd name="T61" fmla="*/ 33 h 102"/>
                    <a:gd name="T62" fmla="*/ 62 w 105"/>
                    <a:gd name="T63" fmla="*/ 28 h 102"/>
                    <a:gd name="T64" fmla="*/ 71 w 105"/>
                    <a:gd name="T65" fmla="*/ 28 h 102"/>
                    <a:gd name="T66" fmla="*/ 71 w 105"/>
                    <a:gd name="T67" fmla="*/ 20 h 102"/>
                    <a:gd name="T68" fmla="*/ 62 w 105"/>
                    <a:gd name="T69" fmla="*/ 20 h 102"/>
                    <a:gd name="T70" fmla="*/ 62 w 105"/>
                    <a:gd name="T71" fmla="*/ 13 h 102"/>
                    <a:gd name="T72" fmla="*/ 101 w 105"/>
                    <a:gd name="T73" fmla="*/ 13 h 102"/>
                    <a:gd name="T74" fmla="*/ 101 w 105"/>
                    <a:gd name="T75" fmla="*/ 88 h 102"/>
                    <a:gd name="T76" fmla="*/ 62 w 105"/>
                    <a:gd name="T77" fmla="*/ 88 h 102"/>
                    <a:gd name="T78" fmla="*/ 62 w 105"/>
                    <a:gd name="T79" fmla="*/ 81 h 102"/>
                    <a:gd name="T80" fmla="*/ 35 w 105"/>
                    <a:gd name="T81" fmla="*/ 70 h 102"/>
                    <a:gd name="T82" fmla="*/ 29 w 105"/>
                    <a:gd name="T83" fmla="*/ 55 h 102"/>
                    <a:gd name="T84" fmla="*/ 23 w 105"/>
                    <a:gd name="T85" fmla="*/ 69 h 102"/>
                    <a:gd name="T86" fmla="*/ 15 w 105"/>
                    <a:gd name="T87" fmla="*/ 69 h 102"/>
                    <a:gd name="T88" fmla="*/ 24 w 105"/>
                    <a:gd name="T89" fmla="*/ 51 h 102"/>
                    <a:gd name="T90" fmla="*/ 16 w 105"/>
                    <a:gd name="T91" fmla="*/ 32 h 102"/>
                    <a:gd name="T92" fmla="*/ 24 w 105"/>
                    <a:gd name="T93" fmla="*/ 32 h 102"/>
                    <a:gd name="T94" fmla="*/ 29 w 105"/>
                    <a:gd name="T95" fmla="*/ 46 h 102"/>
                    <a:gd name="T96" fmla="*/ 35 w 105"/>
                    <a:gd name="T97" fmla="*/ 31 h 102"/>
                    <a:gd name="T98" fmla="*/ 43 w 105"/>
                    <a:gd name="T99" fmla="*/ 31 h 102"/>
                    <a:gd name="T100" fmla="*/ 33 w 105"/>
                    <a:gd name="T101" fmla="*/ 50 h 102"/>
                    <a:gd name="T102" fmla="*/ 43 w 105"/>
                    <a:gd name="T103" fmla="*/ 70 h 102"/>
                    <a:gd name="T104" fmla="*/ 35 w 105"/>
                    <a:gd name="T105" fmla="*/ 70 h 1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105" h="102">
                      <a:moveTo>
                        <a:pt x="62" y="102"/>
                      </a:moveTo>
                      <a:cubicBezTo>
                        <a:pt x="62" y="99"/>
                        <a:pt x="62" y="95"/>
                        <a:pt x="62" y="92"/>
                      </a:cubicBezTo>
                      <a:cubicBezTo>
                        <a:pt x="74" y="92"/>
                        <a:pt x="86" y="92"/>
                        <a:pt x="99" y="92"/>
                      </a:cubicBezTo>
                      <a:cubicBezTo>
                        <a:pt x="101" y="92"/>
                        <a:pt x="104" y="91"/>
                        <a:pt x="104" y="89"/>
                      </a:cubicBezTo>
                      <a:cubicBezTo>
                        <a:pt x="105" y="86"/>
                        <a:pt x="105" y="82"/>
                        <a:pt x="105" y="79"/>
                      </a:cubicBezTo>
                      <a:cubicBezTo>
                        <a:pt x="105" y="58"/>
                        <a:pt x="105" y="37"/>
                        <a:pt x="105" y="16"/>
                      </a:cubicBezTo>
                      <a:cubicBezTo>
                        <a:pt x="105" y="14"/>
                        <a:pt x="105" y="12"/>
                        <a:pt x="104" y="10"/>
                      </a:cubicBezTo>
                      <a:cubicBezTo>
                        <a:pt x="102" y="9"/>
                        <a:pt x="100" y="9"/>
                        <a:pt x="98" y="9"/>
                      </a:cubicBezTo>
                      <a:cubicBezTo>
                        <a:pt x="86" y="9"/>
                        <a:pt x="74" y="9"/>
                        <a:pt x="62" y="9"/>
                      </a:cubicBezTo>
                      <a:cubicBezTo>
                        <a:pt x="62" y="6"/>
                        <a:pt x="62" y="3"/>
                        <a:pt x="62" y="0"/>
                      </a:cubicBezTo>
                      <a:cubicBezTo>
                        <a:pt x="55" y="0"/>
                        <a:pt x="55" y="0"/>
                        <a:pt x="55" y="0"/>
                      </a:cubicBezTo>
                      <a:cubicBezTo>
                        <a:pt x="36" y="3"/>
                        <a:pt x="18" y="6"/>
                        <a:pt x="0" y="9"/>
                      </a:cubicBezTo>
                      <a:cubicBezTo>
                        <a:pt x="0" y="37"/>
                        <a:pt x="0" y="65"/>
                        <a:pt x="0" y="93"/>
                      </a:cubicBezTo>
                      <a:cubicBezTo>
                        <a:pt x="18" y="96"/>
                        <a:pt x="36" y="99"/>
                        <a:pt x="54" y="102"/>
                      </a:cubicBezTo>
                      <a:lnTo>
                        <a:pt x="62" y="102"/>
                      </a:lnTo>
                      <a:close/>
                      <a:moveTo>
                        <a:pt x="62" y="81"/>
                      </a:moveTo>
                      <a:cubicBezTo>
                        <a:pt x="65" y="81"/>
                        <a:pt x="68" y="81"/>
                        <a:pt x="71" y="81"/>
                      </a:cubicBezTo>
                      <a:cubicBezTo>
                        <a:pt x="71" y="78"/>
                        <a:pt x="71" y="75"/>
                        <a:pt x="71" y="73"/>
                      </a:cubicBezTo>
                      <a:cubicBezTo>
                        <a:pt x="68" y="73"/>
                        <a:pt x="65" y="73"/>
                        <a:pt x="62" y="73"/>
                      </a:cubicBezTo>
                      <a:cubicBezTo>
                        <a:pt x="62" y="71"/>
                        <a:pt x="62" y="69"/>
                        <a:pt x="62" y="68"/>
                      </a:cubicBezTo>
                      <a:cubicBezTo>
                        <a:pt x="65" y="68"/>
                        <a:pt x="68" y="68"/>
                        <a:pt x="71" y="68"/>
                      </a:cubicBezTo>
                      <a:cubicBezTo>
                        <a:pt x="71" y="65"/>
                        <a:pt x="71" y="62"/>
                        <a:pt x="71" y="59"/>
                      </a:cubicBezTo>
                      <a:cubicBezTo>
                        <a:pt x="68" y="59"/>
                        <a:pt x="65" y="59"/>
                        <a:pt x="62" y="59"/>
                      </a:cubicBezTo>
                      <a:cubicBezTo>
                        <a:pt x="62" y="58"/>
                        <a:pt x="62" y="56"/>
                        <a:pt x="62" y="55"/>
                      </a:cubicBezTo>
                      <a:cubicBezTo>
                        <a:pt x="65" y="55"/>
                        <a:pt x="68" y="55"/>
                        <a:pt x="71" y="55"/>
                      </a:cubicBezTo>
                      <a:cubicBezTo>
                        <a:pt x="71" y="52"/>
                        <a:pt x="71" y="49"/>
                        <a:pt x="71" y="46"/>
                      </a:cubicBezTo>
                      <a:cubicBezTo>
                        <a:pt x="68" y="46"/>
                        <a:pt x="65" y="46"/>
                        <a:pt x="62" y="46"/>
                      </a:cubicBezTo>
                      <a:cubicBezTo>
                        <a:pt x="62" y="45"/>
                        <a:pt x="62" y="43"/>
                        <a:pt x="62" y="41"/>
                      </a:cubicBezTo>
                      <a:cubicBezTo>
                        <a:pt x="65" y="41"/>
                        <a:pt x="68" y="41"/>
                        <a:pt x="71" y="41"/>
                      </a:cubicBezTo>
                      <a:cubicBezTo>
                        <a:pt x="71" y="39"/>
                        <a:pt x="71" y="36"/>
                        <a:pt x="71" y="33"/>
                      </a:cubicBezTo>
                      <a:cubicBezTo>
                        <a:pt x="68" y="33"/>
                        <a:pt x="65" y="33"/>
                        <a:pt x="62" y="33"/>
                      </a:cubicBezTo>
                      <a:cubicBezTo>
                        <a:pt x="62" y="31"/>
                        <a:pt x="62" y="30"/>
                        <a:pt x="62" y="28"/>
                      </a:cubicBezTo>
                      <a:cubicBezTo>
                        <a:pt x="65" y="28"/>
                        <a:pt x="68" y="28"/>
                        <a:pt x="71" y="28"/>
                      </a:cubicBezTo>
                      <a:cubicBezTo>
                        <a:pt x="71" y="26"/>
                        <a:pt x="71" y="23"/>
                        <a:pt x="71" y="20"/>
                      </a:cubicBezTo>
                      <a:cubicBezTo>
                        <a:pt x="68" y="20"/>
                        <a:pt x="65" y="20"/>
                        <a:pt x="62" y="20"/>
                      </a:cubicBezTo>
                      <a:cubicBezTo>
                        <a:pt x="62" y="18"/>
                        <a:pt x="62" y="15"/>
                        <a:pt x="62" y="13"/>
                      </a:cubicBezTo>
                      <a:cubicBezTo>
                        <a:pt x="75" y="13"/>
                        <a:pt x="88" y="13"/>
                        <a:pt x="101" y="13"/>
                      </a:cubicBezTo>
                      <a:cubicBezTo>
                        <a:pt x="101" y="38"/>
                        <a:pt x="101" y="63"/>
                        <a:pt x="101" y="88"/>
                      </a:cubicBezTo>
                      <a:cubicBezTo>
                        <a:pt x="88" y="88"/>
                        <a:pt x="75" y="88"/>
                        <a:pt x="62" y="88"/>
                      </a:cubicBezTo>
                      <a:cubicBezTo>
                        <a:pt x="62" y="86"/>
                        <a:pt x="62" y="83"/>
                        <a:pt x="62" y="81"/>
                      </a:cubicBezTo>
                      <a:close/>
                      <a:moveTo>
                        <a:pt x="35" y="70"/>
                      </a:moveTo>
                      <a:cubicBezTo>
                        <a:pt x="33" y="65"/>
                        <a:pt x="30" y="60"/>
                        <a:pt x="29" y="55"/>
                      </a:cubicBezTo>
                      <a:cubicBezTo>
                        <a:pt x="27" y="60"/>
                        <a:pt x="25" y="64"/>
                        <a:pt x="23" y="69"/>
                      </a:cubicBezTo>
                      <a:cubicBezTo>
                        <a:pt x="20" y="69"/>
                        <a:pt x="18" y="69"/>
                        <a:pt x="15" y="69"/>
                      </a:cubicBezTo>
                      <a:cubicBezTo>
                        <a:pt x="18" y="63"/>
                        <a:pt x="21" y="57"/>
                        <a:pt x="24" y="51"/>
                      </a:cubicBezTo>
                      <a:cubicBezTo>
                        <a:pt x="22" y="44"/>
                        <a:pt x="19" y="38"/>
                        <a:pt x="16" y="32"/>
                      </a:cubicBezTo>
                      <a:cubicBezTo>
                        <a:pt x="19" y="32"/>
                        <a:pt x="21" y="32"/>
                        <a:pt x="24" y="32"/>
                      </a:cubicBezTo>
                      <a:cubicBezTo>
                        <a:pt x="26" y="36"/>
                        <a:pt x="28" y="41"/>
                        <a:pt x="29" y="46"/>
                      </a:cubicBezTo>
                      <a:cubicBezTo>
                        <a:pt x="31" y="41"/>
                        <a:pt x="33" y="36"/>
                        <a:pt x="35" y="31"/>
                      </a:cubicBezTo>
                      <a:cubicBezTo>
                        <a:pt x="38" y="31"/>
                        <a:pt x="40" y="31"/>
                        <a:pt x="43" y="31"/>
                      </a:cubicBezTo>
                      <a:cubicBezTo>
                        <a:pt x="40" y="37"/>
                        <a:pt x="37" y="44"/>
                        <a:pt x="33" y="50"/>
                      </a:cubicBezTo>
                      <a:cubicBezTo>
                        <a:pt x="37" y="57"/>
                        <a:pt x="40" y="64"/>
                        <a:pt x="43" y="70"/>
                      </a:cubicBezTo>
                      <a:cubicBezTo>
                        <a:pt x="40" y="70"/>
                        <a:pt x="38" y="70"/>
                        <a:pt x="35" y="70"/>
                      </a:cubicBezTo>
                      <a:close/>
                    </a:path>
                  </a:pathLst>
                </a:custGeom>
                <a:solidFill>
                  <a:schemeClr val="accent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9619" tIns="44810" rIns="89619" bIns="44810" numCol="1" anchor="t" anchorCtr="0" compatLnSpc="1">
                  <a:prstTxWarp prst="textNoShape">
                    <a:avLst/>
                  </a:prstTxWarp>
                </a:bodyPr>
                <a:lstStyle/>
                <a:p>
                  <a:endParaRPr lang="en-US" sz="1764"/>
                </a:p>
              </p:txBody>
            </p:sp>
            <p:sp>
              <p:nvSpPr>
                <p:cNvPr id="21" name="Freeform 19"/>
                <p:cNvSpPr>
                  <a:spLocks noEditPoints="1"/>
                </p:cNvSpPr>
                <p:nvPr/>
              </p:nvSpPr>
              <p:spPr bwMode="auto">
                <a:xfrm>
                  <a:off x="8915400" y="1285876"/>
                  <a:ext cx="79375" cy="284163"/>
                </a:xfrm>
                <a:custGeom>
                  <a:avLst/>
                  <a:gdLst>
                    <a:gd name="T0" fmla="*/ 17 w 17"/>
                    <a:gd name="T1" fmla="*/ 61 h 61"/>
                    <a:gd name="T2" fmla="*/ 0 w 17"/>
                    <a:gd name="T3" fmla="*/ 61 h 61"/>
                    <a:gd name="T4" fmla="*/ 0 w 17"/>
                    <a:gd name="T5" fmla="*/ 53 h 61"/>
                    <a:gd name="T6" fmla="*/ 17 w 17"/>
                    <a:gd name="T7" fmla="*/ 53 h 61"/>
                    <a:gd name="T8" fmla="*/ 17 w 17"/>
                    <a:gd name="T9" fmla="*/ 61 h 61"/>
                    <a:gd name="T10" fmla="*/ 17 w 17"/>
                    <a:gd name="T11" fmla="*/ 48 h 61"/>
                    <a:gd name="T12" fmla="*/ 0 w 17"/>
                    <a:gd name="T13" fmla="*/ 48 h 61"/>
                    <a:gd name="T14" fmla="*/ 0 w 17"/>
                    <a:gd name="T15" fmla="*/ 39 h 61"/>
                    <a:gd name="T16" fmla="*/ 17 w 17"/>
                    <a:gd name="T17" fmla="*/ 39 h 61"/>
                    <a:gd name="T18" fmla="*/ 17 w 17"/>
                    <a:gd name="T19" fmla="*/ 48 h 61"/>
                    <a:gd name="T20" fmla="*/ 17 w 17"/>
                    <a:gd name="T21" fmla="*/ 35 h 61"/>
                    <a:gd name="T22" fmla="*/ 0 w 17"/>
                    <a:gd name="T23" fmla="*/ 35 h 61"/>
                    <a:gd name="T24" fmla="*/ 0 w 17"/>
                    <a:gd name="T25" fmla="*/ 26 h 61"/>
                    <a:gd name="T26" fmla="*/ 17 w 17"/>
                    <a:gd name="T27" fmla="*/ 26 h 61"/>
                    <a:gd name="T28" fmla="*/ 17 w 17"/>
                    <a:gd name="T29" fmla="*/ 35 h 61"/>
                    <a:gd name="T30" fmla="*/ 17 w 17"/>
                    <a:gd name="T31" fmla="*/ 21 h 61"/>
                    <a:gd name="T32" fmla="*/ 0 w 17"/>
                    <a:gd name="T33" fmla="*/ 21 h 61"/>
                    <a:gd name="T34" fmla="*/ 0 w 17"/>
                    <a:gd name="T35" fmla="*/ 13 h 61"/>
                    <a:gd name="T36" fmla="*/ 17 w 17"/>
                    <a:gd name="T37" fmla="*/ 13 h 61"/>
                    <a:gd name="T38" fmla="*/ 17 w 17"/>
                    <a:gd name="T39" fmla="*/ 21 h 61"/>
                    <a:gd name="T40" fmla="*/ 17 w 17"/>
                    <a:gd name="T41" fmla="*/ 8 h 61"/>
                    <a:gd name="T42" fmla="*/ 0 w 17"/>
                    <a:gd name="T43" fmla="*/ 8 h 61"/>
                    <a:gd name="T44" fmla="*/ 0 w 17"/>
                    <a:gd name="T45" fmla="*/ 0 h 61"/>
                    <a:gd name="T46" fmla="*/ 17 w 17"/>
                    <a:gd name="T47" fmla="*/ 0 h 61"/>
                    <a:gd name="T48" fmla="*/ 17 w 17"/>
                    <a:gd name="T49" fmla="*/ 8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7" h="61">
                      <a:moveTo>
                        <a:pt x="17" y="61"/>
                      </a:moveTo>
                      <a:cubicBezTo>
                        <a:pt x="11" y="61"/>
                        <a:pt x="6" y="61"/>
                        <a:pt x="0" y="61"/>
                      </a:cubicBezTo>
                      <a:cubicBezTo>
                        <a:pt x="0" y="58"/>
                        <a:pt x="0" y="55"/>
                        <a:pt x="0" y="53"/>
                      </a:cubicBezTo>
                      <a:cubicBezTo>
                        <a:pt x="6" y="53"/>
                        <a:pt x="11" y="53"/>
                        <a:pt x="17" y="53"/>
                      </a:cubicBezTo>
                      <a:cubicBezTo>
                        <a:pt x="17" y="55"/>
                        <a:pt x="17" y="58"/>
                        <a:pt x="17" y="61"/>
                      </a:cubicBezTo>
                      <a:close/>
                      <a:moveTo>
                        <a:pt x="17" y="48"/>
                      </a:moveTo>
                      <a:cubicBezTo>
                        <a:pt x="11" y="48"/>
                        <a:pt x="6" y="48"/>
                        <a:pt x="0" y="48"/>
                      </a:cubicBezTo>
                      <a:cubicBezTo>
                        <a:pt x="0" y="45"/>
                        <a:pt x="0" y="42"/>
                        <a:pt x="0" y="39"/>
                      </a:cubicBezTo>
                      <a:cubicBezTo>
                        <a:pt x="6" y="39"/>
                        <a:pt x="11" y="39"/>
                        <a:pt x="17" y="39"/>
                      </a:cubicBezTo>
                      <a:cubicBezTo>
                        <a:pt x="17" y="42"/>
                        <a:pt x="17" y="45"/>
                        <a:pt x="17" y="48"/>
                      </a:cubicBezTo>
                      <a:close/>
                      <a:moveTo>
                        <a:pt x="17" y="35"/>
                      </a:moveTo>
                      <a:cubicBezTo>
                        <a:pt x="11" y="35"/>
                        <a:pt x="6" y="35"/>
                        <a:pt x="0" y="35"/>
                      </a:cubicBezTo>
                      <a:cubicBezTo>
                        <a:pt x="0" y="32"/>
                        <a:pt x="0" y="29"/>
                        <a:pt x="0" y="26"/>
                      </a:cubicBezTo>
                      <a:cubicBezTo>
                        <a:pt x="6" y="26"/>
                        <a:pt x="11" y="26"/>
                        <a:pt x="17" y="26"/>
                      </a:cubicBezTo>
                      <a:cubicBezTo>
                        <a:pt x="17" y="29"/>
                        <a:pt x="17" y="32"/>
                        <a:pt x="17" y="35"/>
                      </a:cubicBezTo>
                      <a:close/>
                      <a:moveTo>
                        <a:pt x="17" y="21"/>
                      </a:moveTo>
                      <a:cubicBezTo>
                        <a:pt x="11" y="21"/>
                        <a:pt x="6" y="21"/>
                        <a:pt x="0" y="21"/>
                      </a:cubicBezTo>
                      <a:cubicBezTo>
                        <a:pt x="0" y="19"/>
                        <a:pt x="0" y="16"/>
                        <a:pt x="0" y="13"/>
                      </a:cubicBezTo>
                      <a:cubicBezTo>
                        <a:pt x="6" y="13"/>
                        <a:pt x="11" y="13"/>
                        <a:pt x="17" y="13"/>
                      </a:cubicBezTo>
                      <a:cubicBezTo>
                        <a:pt x="17" y="16"/>
                        <a:pt x="17" y="19"/>
                        <a:pt x="17" y="21"/>
                      </a:cubicBezTo>
                      <a:close/>
                      <a:moveTo>
                        <a:pt x="17" y="8"/>
                      </a:moveTo>
                      <a:cubicBezTo>
                        <a:pt x="11" y="8"/>
                        <a:pt x="6" y="8"/>
                        <a:pt x="0" y="8"/>
                      </a:cubicBezTo>
                      <a:cubicBezTo>
                        <a:pt x="0" y="6"/>
                        <a:pt x="0" y="3"/>
                        <a:pt x="0" y="0"/>
                      </a:cubicBezTo>
                      <a:cubicBezTo>
                        <a:pt x="6" y="0"/>
                        <a:pt x="11" y="0"/>
                        <a:pt x="17" y="0"/>
                      </a:cubicBezTo>
                      <a:cubicBezTo>
                        <a:pt x="17" y="3"/>
                        <a:pt x="17" y="6"/>
                        <a:pt x="17" y="8"/>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9619" tIns="44810" rIns="89619" bIns="44810" numCol="1" anchor="t" anchorCtr="0" compatLnSpc="1">
                  <a:prstTxWarp prst="textNoShape">
                    <a:avLst/>
                  </a:prstTxWarp>
                </a:bodyPr>
                <a:lstStyle/>
                <a:p>
                  <a:endParaRPr lang="en-US" sz="1764"/>
                </a:p>
              </p:txBody>
            </p:sp>
            <p:sp>
              <p:nvSpPr>
                <p:cNvPr id="22" name="Freeform 20"/>
                <p:cNvSpPr>
                  <a:spLocks/>
                </p:cNvSpPr>
                <p:nvPr/>
              </p:nvSpPr>
              <p:spPr bwMode="auto">
                <a:xfrm>
                  <a:off x="8915400" y="1285876"/>
                  <a:ext cx="79375" cy="36513"/>
                </a:xfrm>
                <a:custGeom>
                  <a:avLst/>
                  <a:gdLst>
                    <a:gd name="T0" fmla="*/ 0 w 17"/>
                    <a:gd name="T1" fmla="*/ 8 h 8"/>
                    <a:gd name="T2" fmla="*/ 17 w 17"/>
                    <a:gd name="T3" fmla="*/ 8 h 8"/>
                    <a:gd name="T4" fmla="*/ 17 w 17"/>
                    <a:gd name="T5" fmla="*/ 0 h 8"/>
                    <a:gd name="T6" fmla="*/ 0 w 17"/>
                    <a:gd name="T7" fmla="*/ 0 h 8"/>
                    <a:gd name="T8" fmla="*/ 0 w 17"/>
                    <a:gd name="T9" fmla="*/ 8 h 8"/>
                  </a:gdLst>
                  <a:ahLst/>
                  <a:cxnLst>
                    <a:cxn ang="0">
                      <a:pos x="T0" y="T1"/>
                    </a:cxn>
                    <a:cxn ang="0">
                      <a:pos x="T2" y="T3"/>
                    </a:cxn>
                    <a:cxn ang="0">
                      <a:pos x="T4" y="T5"/>
                    </a:cxn>
                    <a:cxn ang="0">
                      <a:pos x="T6" y="T7"/>
                    </a:cxn>
                    <a:cxn ang="0">
                      <a:pos x="T8" y="T9"/>
                    </a:cxn>
                  </a:cxnLst>
                  <a:rect l="0" t="0" r="r" b="b"/>
                  <a:pathLst>
                    <a:path w="17" h="8">
                      <a:moveTo>
                        <a:pt x="0" y="8"/>
                      </a:moveTo>
                      <a:cubicBezTo>
                        <a:pt x="6" y="8"/>
                        <a:pt x="11" y="8"/>
                        <a:pt x="17" y="8"/>
                      </a:cubicBezTo>
                      <a:cubicBezTo>
                        <a:pt x="17" y="6"/>
                        <a:pt x="17" y="3"/>
                        <a:pt x="17" y="0"/>
                      </a:cubicBezTo>
                      <a:cubicBezTo>
                        <a:pt x="11" y="0"/>
                        <a:pt x="6" y="0"/>
                        <a:pt x="0" y="0"/>
                      </a:cubicBezTo>
                      <a:cubicBezTo>
                        <a:pt x="0" y="3"/>
                        <a:pt x="0" y="6"/>
                        <a:pt x="0" y="8"/>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9619" tIns="44810" rIns="89619" bIns="44810" numCol="1" anchor="t" anchorCtr="0" compatLnSpc="1">
                  <a:prstTxWarp prst="textNoShape">
                    <a:avLst/>
                  </a:prstTxWarp>
                </a:bodyPr>
                <a:lstStyle/>
                <a:p>
                  <a:endParaRPr lang="en-US" sz="1764"/>
                </a:p>
              </p:txBody>
            </p:sp>
            <p:sp>
              <p:nvSpPr>
                <p:cNvPr id="25" name="Freeform 21"/>
                <p:cNvSpPr>
                  <a:spLocks/>
                </p:cNvSpPr>
                <p:nvPr/>
              </p:nvSpPr>
              <p:spPr bwMode="auto">
                <a:xfrm>
                  <a:off x="8915400" y="1346201"/>
                  <a:ext cx="79375" cy="36513"/>
                </a:xfrm>
                <a:custGeom>
                  <a:avLst/>
                  <a:gdLst>
                    <a:gd name="T0" fmla="*/ 0 w 17"/>
                    <a:gd name="T1" fmla="*/ 8 h 8"/>
                    <a:gd name="T2" fmla="*/ 17 w 17"/>
                    <a:gd name="T3" fmla="*/ 8 h 8"/>
                    <a:gd name="T4" fmla="*/ 17 w 17"/>
                    <a:gd name="T5" fmla="*/ 0 h 8"/>
                    <a:gd name="T6" fmla="*/ 0 w 17"/>
                    <a:gd name="T7" fmla="*/ 0 h 8"/>
                    <a:gd name="T8" fmla="*/ 0 w 17"/>
                    <a:gd name="T9" fmla="*/ 8 h 8"/>
                  </a:gdLst>
                  <a:ahLst/>
                  <a:cxnLst>
                    <a:cxn ang="0">
                      <a:pos x="T0" y="T1"/>
                    </a:cxn>
                    <a:cxn ang="0">
                      <a:pos x="T2" y="T3"/>
                    </a:cxn>
                    <a:cxn ang="0">
                      <a:pos x="T4" y="T5"/>
                    </a:cxn>
                    <a:cxn ang="0">
                      <a:pos x="T6" y="T7"/>
                    </a:cxn>
                    <a:cxn ang="0">
                      <a:pos x="T8" y="T9"/>
                    </a:cxn>
                  </a:cxnLst>
                  <a:rect l="0" t="0" r="r" b="b"/>
                  <a:pathLst>
                    <a:path w="17" h="8">
                      <a:moveTo>
                        <a:pt x="0" y="8"/>
                      </a:moveTo>
                      <a:cubicBezTo>
                        <a:pt x="6" y="8"/>
                        <a:pt x="11" y="8"/>
                        <a:pt x="17" y="8"/>
                      </a:cubicBezTo>
                      <a:cubicBezTo>
                        <a:pt x="17" y="6"/>
                        <a:pt x="17" y="3"/>
                        <a:pt x="17" y="0"/>
                      </a:cubicBezTo>
                      <a:cubicBezTo>
                        <a:pt x="11" y="0"/>
                        <a:pt x="6" y="0"/>
                        <a:pt x="0" y="0"/>
                      </a:cubicBezTo>
                      <a:cubicBezTo>
                        <a:pt x="0" y="3"/>
                        <a:pt x="0" y="6"/>
                        <a:pt x="0" y="8"/>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9619" tIns="44810" rIns="89619" bIns="44810" numCol="1" anchor="t" anchorCtr="0" compatLnSpc="1">
                  <a:prstTxWarp prst="textNoShape">
                    <a:avLst/>
                  </a:prstTxWarp>
                </a:bodyPr>
                <a:lstStyle/>
                <a:p>
                  <a:endParaRPr lang="en-US" sz="1764"/>
                </a:p>
              </p:txBody>
            </p:sp>
            <p:sp>
              <p:nvSpPr>
                <p:cNvPr id="27" name="Freeform 22"/>
                <p:cNvSpPr>
                  <a:spLocks/>
                </p:cNvSpPr>
                <p:nvPr/>
              </p:nvSpPr>
              <p:spPr bwMode="auto">
                <a:xfrm>
                  <a:off x="8915400" y="1406526"/>
                  <a:ext cx="79375" cy="41275"/>
                </a:xfrm>
                <a:custGeom>
                  <a:avLst/>
                  <a:gdLst>
                    <a:gd name="T0" fmla="*/ 0 w 17"/>
                    <a:gd name="T1" fmla="*/ 9 h 9"/>
                    <a:gd name="T2" fmla="*/ 17 w 17"/>
                    <a:gd name="T3" fmla="*/ 9 h 9"/>
                    <a:gd name="T4" fmla="*/ 17 w 17"/>
                    <a:gd name="T5" fmla="*/ 0 h 9"/>
                    <a:gd name="T6" fmla="*/ 0 w 17"/>
                    <a:gd name="T7" fmla="*/ 0 h 9"/>
                    <a:gd name="T8" fmla="*/ 0 w 17"/>
                    <a:gd name="T9" fmla="*/ 9 h 9"/>
                  </a:gdLst>
                  <a:ahLst/>
                  <a:cxnLst>
                    <a:cxn ang="0">
                      <a:pos x="T0" y="T1"/>
                    </a:cxn>
                    <a:cxn ang="0">
                      <a:pos x="T2" y="T3"/>
                    </a:cxn>
                    <a:cxn ang="0">
                      <a:pos x="T4" y="T5"/>
                    </a:cxn>
                    <a:cxn ang="0">
                      <a:pos x="T6" y="T7"/>
                    </a:cxn>
                    <a:cxn ang="0">
                      <a:pos x="T8" y="T9"/>
                    </a:cxn>
                  </a:cxnLst>
                  <a:rect l="0" t="0" r="r" b="b"/>
                  <a:pathLst>
                    <a:path w="17" h="9">
                      <a:moveTo>
                        <a:pt x="0" y="9"/>
                      </a:moveTo>
                      <a:cubicBezTo>
                        <a:pt x="6" y="9"/>
                        <a:pt x="11" y="9"/>
                        <a:pt x="17" y="9"/>
                      </a:cubicBezTo>
                      <a:cubicBezTo>
                        <a:pt x="17" y="6"/>
                        <a:pt x="17" y="3"/>
                        <a:pt x="17" y="0"/>
                      </a:cubicBezTo>
                      <a:cubicBezTo>
                        <a:pt x="11" y="0"/>
                        <a:pt x="6" y="0"/>
                        <a:pt x="0" y="0"/>
                      </a:cubicBezTo>
                      <a:cubicBezTo>
                        <a:pt x="0" y="3"/>
                        <a:pt x="0" y="6"/>
                        <a:pt x="0" y="9"/>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9619" tIns="44810" rIns="89619" bIns="44810" numCol="1" anchor="t" anchorCtr="0" compatLnSpc="1">
                  <a:prstTxWarp prst="textNoShape">
                    <a:avLst/>
                  </a:prstTxWarp>
                </a:bodyPr>
                <a:lstStyle/>
                <a:p>
                  <a:endParaRPr lang="en-US" sz="1764"/>
                </a:p>
              </p:txBody>
            </p:sp>
            <p:sp>
              <p:nvSpPr>
                <p:cNvPr id="28" name="Freeform 23"/>
                <p:cNvSpPr>
                  <a:spLocks/>
                </p:cNvSpPr>
                <p:nvPr/>
              </p:nvSpPr>
              <p:spPr bwMode="auto">
                <a:xfrm>
                  <a:off x="8915400" y="1466851"/>
                  <a:ext cx="79375" cy="42863"/>
                </a:xfrm>
                <a:custGeom>
                  <a:avLst/>
                  <a:gdLst>
                    <a:gd name="T0" fmla="*/ 0 w 17"/>
                    <a:gd name="T1" fmla="*/ 9 h 9"/>
                    <a:gd name="T2" fmla="*/ 17 w 17"/>
                    <a:gd name="T3" fmla="*/ 9 h 9"/>
                    <a:gd name="T4" fmla="*/ 17 w 17"/>
                    <a:gd name="T5" fmla="*/ 0 h 9"/>
                    <a:gd name="T6" fmla="*/ 0 w 17"/>
                    <a:gd name="T7" fmla="*/ 0 h 9"/>
                    <a:gd name="T8" fmla="*/ 0 w 17"/>
                    <a:gd name="T9" fmla="*/ 9 h 9"/>
                  </a:gdLst>
                  <a:ahLst/>
                  <a:cxnLst>
                    <a:cxn ang="0">
                      <a:pos x="T0" y="T1"/>
                    </a:cxn>
                    <a:cxn ang="0">
                      <a:pos x="T2" y="T3"/>
                    </a:cxn>
                    <a:cxn ang="0">
                      <a:pos x="T4" y="T5"/>
                    </a:cxn>
                    <a:cxn ang="0">
                      <a:pos x="T6" y="T7"/>
                    </a:cxn>
                    <a:cxn ang="0">
                      <a:pos x="T8" y="T9"/>
                    </a:cxn>
                  </a:cxnLst>
                  <a:rect l="0" t="0" r="r" b="b"/>
                  <a:pathLst>
                    <a:path w="17" h="9">
                      <a:moveTo>
                        <a:pt x="0" y="9"/>
                      </a:moveTo>
                      <a:cubicBezTo>
                        <a:pt x="6" y="9"/>
                        <a:pt x="11" y="9"/>
                        <a:pt x="17" y="9"/>
                      </a:cubicBezTo>
                      <a:cubicBezTo>
                        <a:pt x="17" y="6"/>
                        <a:pt x="17" y="3"/>
                        <a:pt x="17" y="0"/>
                      </a:cubicBezTo>
                      <a:cubicBezTo>
                        <a:pt x="11" y="0"/>
                        <a:pt x="6" y="0"/>
                        <a:pt x="0" y="0"/>
                      </a:cubicBezTo>
                      <a:cubicBezTo>
                        <a:pt x="0" y="3"/>
                        <a:pt x="0" y="6"/>
                        <a:pt x="0" y="9"/>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9619" tIns="44810" rIns="89619" bIns="44810" numCol="1" anchor="t" anchorCtr="0" compatLnSpc="1">
                  <a:prstTxWarp prst="textNoShape">
                    <a:avLst/>
                  </a:prstTxWarp>
                </a:bodyPr>
                <a:lstStyle/>
                <a:p>
                  <a:endParaRPr lang="en-US" sz="1764"/>
                </a:p>
              </p:txBody>
            </p:sp>
            <p:sp>
              <p:nvSpPr>
                <p:cNvPr id="29" name="Freeform 24"/>
                <p:cNvSpPr>
                  <a:spLocks/>
                </p:cNvSpPr>
                <p:nvPr/>
              </p:nvSpPr>
              <p:spPr bwMode="auto">
                <a:xfrm>
                  <a:off x="8915400" y="1531938"/>
                  <a:ext cx="79375" cy="38100"/>
                </a:xfrm>
                <a:custGeom>
                  <a:avLst/>
                  <a:gdLst>
                    <a:gd name="T0" fmla="*/ 0 w 17"/>
                    <a:gd name="T1" fmla="*/ 8 h 8"/>
                    <a:gd name="T2" fmla="*/ 17 w 17"/>
                    <a:gd name="T3" fmla="*/ 8 h 8"/>
                    <a:gd name="T4" fmla="*/ 17 w 17"/>
                    <a:gd name="T5" fmla="*/ 0 h 8"/>
                    <a:gd name="T6" fmla="*/ 0 w 17"/>
                    <a:gd name="T7" fmla="*/ 0 h 8"/>
                    <a:gd name="T8" fmla="*/ 0 w 17"/>
                    <a:gd name="T9" fmla="*/ 8 h 8"/>
                  </a:gdLst>
                  <a:ahLst/>
                  <a:cxnLst>
                    <a:cxn ang="0">
                      <a:pos x="T0" y="T1"/>
                    </a:cxn>
                    <a:cxn ang="0">
                      <a:pos x="T2" y="T3"/>
                    </a:cxn>
                    <a:cxn ang="0">
                      <a:pos x="T4" y="T5"/>
                    </a:cxn>
                    <a:cxn ang="0">
                      <a:pos x="T6" y="T7"/>
                    </a:cxn>
                    <a:cxn ang="0">
                      <a:pos x="T8" y="T9"/>
                    </a:cxn>
                  </a:cxnLst>
                  <a:rect l="0" t="0" r="r" b="b"/>
                  <a:pathLst>
                    <a:path w="17" h="8">
                      <a:moveTo>
                        <a:pt x="0" y="8"/>
                      </a:moveTo>
                      <a:cubicBezTo>
                        <a:pt x="6" y="8"/>
                        <a:pt x="11" y="8"/>
                        <a:pt x="17" y="8"/>
                      </a:cubicBezTo>
                      <a:cubicBezTo>
                        <a:pt x="17" y="5"/>
                        <a:pt x="17" y="2"/>
                        <a:pt x="17" y="0"/>
                      </a:cubicBezTo>
                      <a:cubicBezTo>
                        <a:pt x="11" y="0"/>
                        <a:pt x="6" y="0"/>
                        <a:pt x="0" y="0"/>
                      </a:cubicBezTo>
                      <a:cubicBezTo>
                        <a:pt x="0" y="2"/>
                        <a:pt x="0" y="5"/>
                        <a:pt x="0" y="8"/>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9619" tIns="44810" rIns="89619" bIns="44810" numCol="1" anchor="t" anchorCtr="0" compatLnSpc="1">
                  <a:prstTxWarp prst="textNoShape">
                    <a:avLst/>
                  </a:prstTxWarp>
                </a:bodyPr>
                <a:lstStyle/>
                <a:p>
                  <a:endParaRPr lang="en-US" sz="1764"/>
                </a:p>
              </p:txBody>
            </p:sp>
          </p:grpSp>
          <p:sp>
            <p:nvSpPr>
              <p:cNvPr id="30" name="Freeform 25"/>
              <p:cNvSpPr>
                <a:spLocks noEditPoints="1"/>
              </p:cNvSpPr>
              <p:nvPr/>
            </p:nvSpPr>
            <p:spPr bwMode="auto">
              <a:xfrm>
                <a:off x="6734540" y="2057985"/>
                <a:ext cx="1600201" cy="1549932"/>
              </a:xfrm>
              <a:custGeom>
                <a:avLst/>
                <a:gdLst>
                  <a:gd name="T0" fmla="*/ 65 w 65"/>
                  <a:gd name="T1" fmla="*/ 8 h 63"/>
                  <a:gd name="T2" fmla="*/ 62 w 65"/>
                  <a:gd name="T3" fmla="*/ 6 h 63"/>
                  <a:gd name="T4" fmla="*/ 38 w 65"/>
                  <a:gd name="T5" fmla="*/ 6 h 63"/>
                  <a:gd name="T6" fmla="*/ 38 w 65"/>
                  <a:gd name="T7" fmla="*/ 0 h 63"/>
                  <a:gd name="T8" fmla="*/ 34 w 65"/>
                  <a:gd name="T9" fmla="*/ 0 h 63"/>
                  <a:gd name="T10" fmla="*/ 0 w 65"/>
                  <a:gd name="T11" fmla="*/ 6 h 63"/>
                  <a:gd name="T12" fmla="*/ 0 w 65"/>
                  <a:gd name="T13" fmla="*/ 57 h 63"/>
                  <a:gd name="T14" fmla="*/ 34 w 65"/>
                  <a:gd name="T15" fmla="*/ 63 h 63"/>
                  <a:gd name="T16" fmla="*/ 38 w 65"/>
                  <a:gd name="T17" fmla="*/ 63 h 63"/>
                  <a:gd name="T18" fmla="*/ 38 w 65"/>
                  <a:gd name="T19" fmla="*/ 57 h 63"/>
                  <a:gd name="T20" fmla="*/ 60 w 65"/>
                  <a:gd name="T21" fmla="*/ 57 h 63"/>
                  <a:gd name="T22" fmla="*/ 64 w 65"/>
                  <a:gd name="T23" fmla="*/ 56 h 63"/>
                  <a:gd name="T24" fmla="*/ 65 w 65"/>
                  <a:gd name="T25" fmla="*/ 52 h 63"/>
                  <a:gd name="T26" fmla="*/ 65 w 65"/>
                  <a:gd name="T27" fmla="*/ 8 h 63"/>
                  <a:gd name="T28" fmla="*/ 25 w 65"/>
                  <a:gd name="T29" fmla="*/ 41 h 63"/>
                  <a:gd name="T30" fmla="*/ 20 w 65"/>
                  <a:gd name="T31" fmla="*/ 41 h 63"/>
                  <a:gd name="T32" fmla="*/ 17 w 65"/>
                  <a:gd name="T33" fmla="*/ 27 h 63"/>
                  <a:gd name="T34" fmla="*/ 14 w 65"/>
                  <a:gd name="T35" fmla="*/ 41 h 63"/>
                  <a:gd name="T36" fmla="*/ 10 w 65"/>
                  <a:gd name="T37" fmla="*/ 40 h 63"/>
                  <a:gd name="T38" fmla="*/ 6 w 65"/>
                  <a:gd name="T39" fmla="*/ 21 h 63"/>
                  <a:gd name="T40" fmla="*/ 10 w 65"/>
                  <a:gd name="T41" fmla="*/ 21 h 63"/>
                  <a:gd name="T42" fmla="*/ 12 w 65"/>
                  <a:gd name="T43" fmla="*/ 35 h 63"/>
                  <a:gd name="T44" fmla="*/ 16 w 65"/>
                  <a:gd name="T45" fmla="*/ 21 h 63"/>
                  <a:gd name="T46" fmla="*/ 20 w 65"/>
                  <a:gd name="T47" fmla="*/ 20 h 63"/>
                  <a:gd name="T48" fmla="*/ 23 w 65"/>
                  <a:gd name="T49" fmla="*/ 35 h 63"/>
                  <a:gd name="T50" fmla="*/ 25 w 65"/>
                  <a:gd name="T51" fmla="*/ 20 h 63"/>
                  <a:gd name="T52" fmla="*/ 30 w 65"/>
                  <a:gd name="T53" fmla="*/ 20 h 63"/>
                  <a:gd name="T54" fmla="*/ 25 w 65"/>
                  <a:gd name="T55" fmla="*/ 41 h 63"/>
                  <a:gd name="T56" fmla="*/ 63 w 65"/>
                  <a:gd name="T57" fmla="*/ 55 h 63"/>
                  <a:gd name="T58" fmla="*/ 38 w 65"/>
                  <a:gd name="T59" fmla="*/ 55 h 63"/>
                  <a:gd name="T60" fmla="*/ 38 w 65"/>
                  <a:gd name="T61" fmla="*/ 49 h 63"/>
                  <a:gd name="T62" fmla="*/ 57 w 65"/>
                  <a:gd name="T63" fmla="*/ 49 h 63"/>
                  <a:gd name="T64" fmla="*/ 57 w 65"/>
                  <a:gd name="T65" fmla="*/ 46 h 63"/>
                  <a:gd name="T66" fmla="*/ 38 w 65"/>
                  <a:gd name="T67" fmla="*/ 46 h 63"/>
                  <a:gd name="T68" fmla="*/ 38 w 65"/>
                  <a:gd name="T69" fmla="*/ 42 h 63"/>
                  <a:gd name="T70" fmla="*/ 57 w 65"/>
                  <a:gd name="T71" fmla="*/ 42 h 63"/>
                  <a:gd name="T72" fmla="*/ 57 w 65"/>
                  <a:gd name="T73" fmla="*/ 39 h 63"/>
                  <a:gd name="T74" fmla="*/ 38 w 65"/>
                  <a:gd name="T75" fmla="*/ 39 h 63"/>
                  <a:gd name="T76" fmla="*/ 38 w 65"/>
                  <a:gd name="T77" fmla="*/ 36 h 63"/>
                  <a:gd name="T78" fmla="*/ 57 w 65"/>
                  <a:gd name="T79" fmla="*/ 36 h 63"/>
                  <a:gd name="T80" fmla="*/ 57 w 65"/>
                  <a:gd name="T81" fmla="*/ 33 h 63"/>
                  <a:gd name="T82" fmla="*/ 38 w 65"/>
                  <a:gd name="T83" fmla="*/ 33 h 63"/>
                  <a:gd name="T84" fmla="*/ 38 w 65"/>
                  <a:gd name="T85" fmla="*/ 29 h 63"/>
                  <a:gd name="T86" fmla="*/ 57 w 65"/>
                  <a:gd name="T87" fmla="*/ 29 h 63"/>
                  <a:gd name="T88" fmla="*/ 57 w 65"/>
                  <a:gd name="T89" fmla="*/ 26 h 63"/>
                  <a:gd name="T90" fmla="*/ 38 w 65"/>
                  <a:gd name="T91" fmla="*/ 26 h 63"/>
                  <a:gd name="T92" fmla="*/ 38 w 65"/>
                  <a:gd name="T93" fmla="*/ 22 h 63"/>
                  <a:gd name="T94" fmla="*/ 57 w 65"/>
                  <a:gd name="T95" fmla="*/ 22 h 63"/>
                  <a:gd name="T96" fmla="*/ 57 w 65"/>
                  <a:gd name="T97" fmla="*/ 19 h 63"/>
                  <a:gd name="T98" fmla="*/ 38 w 65"/>
                  <a:gd name="T99" fmla="*/ 19 h 63"/>
                  <a:gd name="T100" fmla="*/ 38 w 65"/>
                  <a:gd name="T101" fmla="*/ 16 h 63"/>
                  <a:gd name="T102" fmla="*/ 57 w 65"/>
                  <a:gd name="T103" fmla="*/ 16 h 63"/>
                  <a:gd name="T104" fmla="*/ 57 w 65"/>
                  <a:gd name="T105" fmla="*/ 13 h 63"/>
                  <a:gd name="T106" fmla="*/ 38 w 65"/>
                  <a:gd name="T107" fmla="*/ 13 h 63"/>
                  <a:gd name="T108" fmla="*/ 38 w 65"/>
                  <a:gd name="T109" fmla="*/ 8 h 63"/>
                  <a:gd name="T110" fmla="*/ 63 w 65"/>
                  <a:gd name="T111" fmla="*/ 8 h 63"/>
                  <a:gd name="T112" fmla="*/ 63 w 65"/>
                  <a:gd name="T113" fmla="*/ 55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65" h="63">
                    <a:moveTo>
                      <a:pt x="65" y="8"/>
                    </a:moveTo>
                    <a:cubicBezTo>
                      <a:pt x="65" y="7"/>
                      <a:pt x="64" y="5"/>
                      <a:pt x="62" y="6"/>
                    </a:cubicBezTo>
                    <a:cubicBezTo>
                      <a:pt x="54" y="5"/>
                      <a:pt x="46" y="6"/>
                      <a:pt x="38" y="6"/>
                    </a:cubicBezTo>
                    <a:cubicBezTo>
                      <a:pt x="38" y="4"/>
                      <a:pt x="38" y="2"/>
                      <a:pt x="38" y="0"/>
                    </a:cubicBezTo>
                    <a:cubicBezTo>
                      <a:pt x="34" y="0"/>
                      <a:pt x="34" y="0"/>
                      <a:pt x="34" y="0"/>
                    </a:cubicBezTo>
                    <a:cubicBezTo>
                      <a:pt x="23" y="2"/>
                      <a:pt x="12" y="4"/>
                      <a:pt x="0" y="6"/>
                    </a:cubicBezTo>
                    <a:cubicBezTo>
                      <a:pt x="0" y="23"/>
                      <a:pt x="0" y="40"/>
                      <a:pt x="0" y="57"/>
                    </a:cubicBezTo>
                    <a:cubicBezTo>
                      <a:pt x="12" y="59"/>
                      <a:pt x="23" y="61"/>
                      <a:pt x="34" y="63"/>
                    </a:cubicBezTo>
                    <a:cubicBezTo>
                      <a:pt x="38" y="63"/>
                      <a:pt x="38" y="63"/>
                      <a:pt x="38" y="63"/>
                    </a:cubicBezTo>
                    <a:cubicBezTo>
                      <a:pt x="38" y="61"/>
                      <a:pt x="38" y="59"/>
                      <a:pt x="38" y="57"/>
                    </a:cubicBezTo>
                    <a:cubicBezTo>
                      <a:pt x="46" y="57"/>
                      <a:pt x="53" y="57"/>
                      <a:pt x="60" y="57"/>
                    </a:cubicBezTo>
                    <a:cubicBezTo>
                      <a:pt x="62" y="57"/>
                      <a:pt x="63" y="57"/>
                      <a:pt x="64" y="56"/>
                    </a:cubicBezTo>
                    <a:cubicBezTo>
                      <a:pt x="65" y="55"/>
                      <a:pt x="65" y="53"/>
                      <a:pt x="65" y="52"/>
                    </a:cubicBezTo>
                    <a:cubicBezTo>
                      <a:pt x="65" y="37"/>
                      <a:pt x="65" y="23"/>
                      <a:pt x="65" y="8"/>
                    </a:cubicBezTo>
                    <a:close/>
                    <a:moveTo>
                      <a:pt x="25" y="41"/>
                    </a:moveTo>
                    <a:cubicBezTo>
                      <a:pt x="24" y="42"/>
                      <a:pt x="22" y="41"/>
                      <a:pt x="20" y="41"/>
                    </a:cubicBezTo>
                    <a:cubicBezTo>
                      <a:pt x="19" y="36"/>
                      <a:pt x="18" y="31"/>
                      <a:pt x="17" y="27"/>
                    </a:cubicBezTo>
                    <a:cubicBezTo>
                      <a:pt x="16" y="31"/>
                      <a:pt x="15" y="36"/>
                      <a:pt x="14" y="41"/>
                    </a:cubicBezTo>
                    <a:cubicBezTo>
                      <a:pt x="13" y="41"/>
                      <a:pt x="12" y="41"/>
                      <a:pt x="10" y="40"/>
                    </a:cubicBezTo>
                    <a:cubicBezTo>
                      <a:pt x="9" y="34"/>
                      <a:pt x="8" y="28"/>
                      <a:pt x="6" y="21"/>
                    </a:cubicBezTo>
                    <a:cubicBezTo>
                      <a:pt x="8" y="21"/>
                      <a:pt x="9" y="21"/>
                      <a:pt x="10" y="21"/>
                    </a:cubicBezTo>
                    <a:cubicBezTo>
                      <a:pt x="11" y="26"/>
                      <a:pt x="12" y="30"/>
                      <a:pt x="12" y="35"/>
                    </a:cubicBezTo>
                    <a:cubicBezTo>
                      <a:pt x="13" y="30"/>
                      <a:pt x="14" y="25"/>
                      <a:pt x="16" y="21"/>
                    </a:cubicBezTo>
                    <a:cubicBezTo>
                      <a:pt x="17" y="21"/>
                      <a:pt x="18" y="21"/>
                      <a:pt x="20" y="20"/>
                    </a:cubicBezTo>
                    <a:cubicBezTo>
                      <a:pt x="21" y="25"/>
                      <a:pt x="22" y="30"/>
                      <a:pt x="23" y="35"/>
                    </a:cubicBezTo>
                    <a:cubicBezTo>
                      <a:pt x="24" y="30"/>
                      <a:pt x="24" y="25"/>
                      <a:pt x="25" y="20"/>
                    </a:cubicBezTo>
                    <a:cubicBezTo>
                      <a:pt x="27" y="20"/>
                      <a:pt x="28" y="20"/>
                      <a:pt x="30" y="20"/>
                    </a:cubicBezTo>
                    <a:cubicBezTo>
                      <a:pt x="28" y="27"/>
                      <a:pt x="27" y="34"/>
                      <a:pt x="25" y="41"/>
                    </a:cubicBezTo>
                    <a:close/>
                    <a:moveTo>
                      <a:pt x="63" y="55"/>
                    </a:moveTo>
                    <a:cubicBezTo>
                      <a:pt x="55" y="55"/>
                      <a:pt x="46" y="55"/>
                      <a:pt x="38" y="55"/>
                    </a:cubicBezTo>
                    <a:cubicBezTo>
                      <a:pt x="38" y="53"/>
                      <a:pt x="38" y="51"/>
                      <a:pt x="38" y="49"/>
                    </a:cubicBezTo>
                    <a:cubicBezTo>
                      <a:pt x="45" y="49"/>
                      <a:pt x="51" y="49"/>
                      <a:pt x="57" y="49"/>
                    </a:cubicBezTo>
                    <a:cubicBezTo>
                      <a:pt x="57" y="48"/>
                      <a:pt x="57" y="47"/>
                      <a:pt x="57" y="46"/>
                    </a:cubicBezTo>
                    <a:cubicBezTo>
                      <a:pt x="51" y="46"/>
                      <a:pt x="45" y="46"/>
                      <a:pt x="38" y="46"/>
                    </a:cubicBezTo>
                    <a:cubicBezTo>
                      <a:pt x="38" y="45"/>
                      <a:pt x="38" y="43"/>
                      <a:pt x="38" y="42"/>
                    </a:cubicBezTo>
                    <a:cubicBezTo>
                      <a:pt x="45" y="42"/>
                      <a:pt x="51" y="42"/>
                      <a:pt x="57" y="42"/>
                    </a:cubicBezTo>
                    <a:cubicBezTo>
                      <a:pt x="57" y="41"/>
                      <a:pt x="57" y="40"/>
                      <a:pt x="57" y="39"/>
                    </a:cubicBezTo>
                    <a:cubicBezTo>
                      <a:pt x="51" y="39"/>
                      <a:pt x="45" y="39"/>
                      <a:pt x="38" y="39"/>
                    </a:cubicBezTo>
                    <a:cubicBezTo>
                      <a:pt x="38" y="38"/>
                      <a:pt x="38" y="37"/>
                      <a:pt x="38" y="36"/>
                    </a:cubicBezTo>
                    <a:cubicBezTo>
                      <a:pt x="45" y="36"/>
                      <a:pt x="51" y="36"/>
                      <a:pt x="57" y="36"/>
                    </a:cubicBezTo>
                    <a:cubicBezTo>
                      <a:pt x="57" y="35"/>
                      <a:pt x="57" y="34"/>
                      <a:pt x="57" y="33"/>
                    </a:cubicBezTo>
                    <a:cubicBezTo>
                      <a:pt x="51" y="33"/>
                      <a:pt x="45" y="33"/>
                      <a:pt x="38" y="33"/>
                    </a:cubicBezTo>
                    <a:cubicBezTo>
                      <a:pt x="38" y="31"/>
                      <a:pt x="38" y="30"/>
                      <a:pt x="38" y="29"/>
                    </a:cubicBezTo>
                    <a:cubicBezTo>
                      <a:pt x="45" y="29"/>
                      <a:pt x="51" y="29"/>
                      <a:pt x="57" y="29"/>
                    </a:cubicBezTo>
                    <a:cubicBezTo>
                      <a:pt x="57" y="28"/>
                      <a:pt x="57" y="27"/>
                      <a:pt x="57" y="26"/>
                    </a:cubicBezTo>
                    <a:cubicBezTo>
                      <a:pt x="51" y="26"/>
                      <a:pt x="45" y="26"/>
                      <a:pt x="38" y="26"/>
                    </a:cubicBezTo>
                    <a:cubicBezTo>
                      <a:pt x="38" y="25"/>
                      <a:pt x="38" y="24"/>
                      <a:pt x="38" y="22"/>
                    </a:cubicBezTo>
                    <a:cubicBezTo>
                      <a:pt x="45" y="22"/>
                      <a:pt x="51" y="22"/>
                      <a:pt x="57" y="22"/>
                    </a:cubicBezTo>
                    <a:cubicBezTo>
                      <a:pt x="57" y="21"/>
                      <a:pt x="57" y="20"/>
                      <a:pt x="57" y="19"/>
                    </a:cubicBezTo>
                    <a:cubicBezTo>
                      <a:pt x="51" y="19"/>
                      <a:pt x="45" y="19"/>
                      <a:pt x="38" y="19"/>
                    </a:cubicBezTo>
                    <a:cubicBezTo>
                      <a:pt x="38" y="18"/>
                      <a:pt x="38" y="17"/>
                      <a:pt x="38" y="16"/>
                    </a:cubicBezTo>
                    <a:cubicBezTo>
                      <a:pt x="45" y="16"/>
                      <a:pt x="51" y="16"/>
                      <a:pt x="57" y="16"/>
                    </a:cubicBezTo>
                    <a:cubicBezTo>
                      <a:pt x="57" y="15"/>
                      <a:pt x="57" y="14"/>
                      <a:pt x="57" y="13"/>
                    </a:cubicBezTo>
                    <a:cubicBezTo>
                      <a:pt x="51" y="13"/>
                      <a:pt x="45" y="13"/>
                      <a:pt x="38" y="13"/>
                    </a:cubicBezTo>
                    <a:cubicBezTo>
                      <a:pt x="38" y="11"/>
                      <a:pt x="38" y="9"/>
                      <a:pt x="38" y="8"/>
                    </a:cubicBezTo>
                    <a:cubicBezTo>
                      <a:pt x="46" y="8"/>
                      <a:pt x="55" y="8"/>
                      <a:pt x="63" y="8"/>
                    </a:cubicBezTo>
                    <a:cubicBezTo>
                      <a:pt x="63" y="23"/>
                      <a:pt x="63" y="39"/>
                      <a:pt x="63" y="55"/>
                    </a:cubicBez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9619" tIns="44810" rIns="89619" bIns="44810" numCol="1" anchor="t" anchorCtr="0" compatLnSpc="1">
                <a:prstTxWarp prst="textNoShape">
                  <a:avLst/>
                </a:prstTxWarp>
              </a:bodyPr>
              <a:lstStyle/>
              <a:p>
                <a:endParaRPr lang="en-US" sz="1764"/>
              </a:p>
            </p:txBody>
          </p:sp>
        </p:grpSp>
      </p:grpSp>
      <p:sp>
        <p:nvSpPr>
          <p:cNvPr id="31" name="Rectangle 30"/>
          <p:cNvSpPr/>
          <p:nvPr/>
        </p:nvSpPr>
        <p:spPr>
          <a:xfrm>
            <a:off x="4595149" y="3369420"/>
            <a:ext cx="2067624" cy="986884"/>
          </a:xfrm>
          <a:prstGeom prst="rect">
            <a:avLst/>
          </a:prstGeom>
          <a:solidFill>
            <a:schemeClr val="accent2"/>
          </a:solidFill>
          <a:ln cap="sq">
            <a:solidFill>
              <a:schemeClr val="tx1"/>
            </a:solidFill>
            <a:miter lim="800000"/>
          </a:ln>
        </p:spPr>
        <p:style>
          <a:lnRef idx="2">
            <a:schemeClr val="accent2">
              <a:shade val="50000"/>
            </a:schemeClr>
          </a:lnRef>
          <a:fillRef idx="1">
            <a:schemeClr val="accent2"/>
          </a:fillRef>
          <a:effectRef idx="0">
            <a:schemeClr val="accent2"/>
          </a:effectRef>
          <a:fontRef idx="minor">
            <a:schemeClr val="lt1"/>
          </a:fontRef>
        </p:style>
        <p:txBody>
          <a:bodyPr lIns="146304" tIns="91440" rIns="146304" bIns="91440" rtlCol="0" anchor="ctr"/>
          <a:lstStyle/>
          <a:p>
            <a:pPr marL="285750" indent="-227013">
              <a:lnSpc>
                <a:spcPct val="90000"/>
              </a:lnSpc>
              <a:spcBef>
                <a:spcPts val="600"/>
              </a:spcBef>
            </a:pPr>
            <a:r>
              <a:rPr lang="en-US" sz="1600" b="1" dirty="0" smtClean="0">
                <a:gradFill>
                  <a:gsLst>
                    <a:gs pos="94000">
                      <a:schemeClr val="bg1"/>
                    </a:gs>
                    <a:gs pos="62000">
                      <a:schemeClr val="bg1"/>
                    </a:gs>
                  </a:gsLst>
                  <a:lin ang="5400000" scaled="0"/>
                </a:gradFill>
              </a:rPr>
              <a:t>5: Callback handles success</a:t>
            </a:r>
            <a:endParaRPr lang="en-US" sz="1600" b="1" dirty="0">
              <a:gradFill>
                <a:gsLst>
                  <a:gs pos="94000">
                    <a:schemeClr val="bg1"/>
                  </a:gs>
                  <a:gs pos="62000">
                    <a:schemeClr val="bg1"/>
                  </a:gs>
                </a:gsLst>
                <a:lin ang="5400000" scaled="0"/>
              </a:gradFill>
            </a:endParaRPr>
          </a:p>
        </p:txBody>
      </p:sp>
      <p:sp>
        <p:nvSpPr>
          <p:cNvPr id="26" name="TextBox 25"/>
          <p:cNvSpPr txBox="1"/>
          <p:nvPr/>
        </p:nvSpPr>
        <p:spPr>
          <a:xfrm>
            <a:off x="436563" y="1463231"/>
            <a:ext cx="4855464" cy="2539157"/>
          </a:xfrm>
          <a:prstGeom prst="rect">
            <a:avLst/>
          </a:prstGeom>
          <a:noFill/>
        </p:spPr>
        <p:txBody>
          <a:bodyPr wrap="square" lIns="0" tIns="0" rIns="0" bIns="0" rtlCol="0">
            <a:spAutoFit/>
          </a:bodyPr>
          <a:lstStyle/>
          <a:p>
            <a:r>
              <a:rPr lang="en-US" sz="1100" dirty="0" err="1">
                <a:solidFill>
                  <a:srgbClr val="000000"/>
                </a:solidFill>
                <a:highlight>
                  <a:srgbClr val="FFFFFF"/>
                </a:highlight>
                <a:latin typeface="Consolas" panose="020B0609020204030204" pitchFamily="49" charset="0"/>
              </a:rPr>
              <a:t>Excel.run</a:t>
            </a:r>
            <a:r>
              <a:rPr lang="en-US" sz="1100" dirty="0">
                <a:solidFill>
                  <a:srgbClr val="000000"/>
                </a:solidFill>
                <a:highlight>
                  <a:srgbClr val="FFFFFF"/>
                </a:highlight>
                <a:latin typeface="Consolas" panose="020B0609020204030204" pitchFamily="49" charset="0"/>
              </a:rPr>
              <a:t>(</a:t>
            </a:r>
            <a:r>
              <a:rPr lang="en-US" sz="1100" dirty="0">
                <a:solidFill>
                  <a:srgbClr val="0000FF"/>
                </a:solidFill>
                <a:highlight>
                  <a:srgbClr val="FFFFFF"/>
                </a:highlight>
                <a:latin typeface="Consolas" panose="020B0609020204030204" pitchFamily="49" charset="0"/>
              </a:rPr>
              <a:t>function</a:t>
            </a:r>
            <a:r>
              <a:rPr lang="en-US" sz="1100" dirty="0">
                <a:solidFill>
                  <a:srgbClr val="000000"/>
                </a:solidFill>
                <a:highlight>
                  <a:srgbClr val="FFFFFF"/>
                </a:highlight>
                <a:latin typeface="Consolas" panose="020B0609020204030204" pitchFamily="49" charset="0"/>
              </a:rPr>
              <a:t> (</a:t>
            </a:r>
            <a:r>
              <a:rPr lang="en-US" sz="1100" dirty="0" err="1">
                <a:solidFill>
                  <a:srgbClr val="000000"/>
                </a:solidFill>
                <a:highlight>
                  <a:srgbClr val="FFFFFF"/>
                </a:highlight>
                <a:latin typeface="Consolas" panose="020B0609020204030204" pitchFamily="49" charset="0"/>
              </a:rPr>
              <a:t>ctx</a:t>
            </a:r>
            <a:r>
              <a:rPr lang="en-US" sz="1100" dirty="0">
                <a:solidFill>
                  <a:srgbClr val="000000"/>
                </a:solidFill>
                <a:highlight>
                  <a:srgbClr val="FFFFFF"/>
                </a:highlight>
                <a:latin typeface="Consolas" panose="020B0609020204030204" pitchFamily="49" charset="0"/>
              </a:rPr>
              <a:t>) {</a:t>
            </a:r>
          </a:p>
          <a:p>
            <a:r>
              <a:rPr lang="en-US" sz="1100" smtClean="0">
                <a:solidFill>
                  <a:srgbClr val="008000"/>
                </a:solidFill>
                <a:highlight>
                  <a:srgbClr val="FFFFFF"/>
                </a:highlight>
                <a:latin typeface="Consolas" panose="020B0609020204030204" pitchFamily="49" charset="0"/>
              </a:rPr>
              <a:t>    // </a:t>
            </a:r>
            <a:r>
              <a:rPr lang="en-US" sz="1100" dirty="0">
                <a:solidFill>
                  <a:srgbClr val="008000"/>
                </a:solidFill>
                <a:highlight>
                  <a:srgbClr val="FFFFFF"/>
                </a:highlight>
                <a:latin typeface="Consolas" panose="020B0609020204030204" pitchFamily="49" charset="0"/>
              </a:rPr>
              <a:t>Create a proxy object for the active worksheet</a:t>
            </a:r>
            <a:endParaRPr lang="en-US" sz="1100" dirty="0">
              <a:solidFill>
                <a:srgbClr val="000000"/>
              </a:solidFill>
              <a:highlight>
                <a:srgbClr val="FFFFFF"/>
              </a:highlight>
              <a:latin typeface="Consolas" panose="020B0609020204030204" pitchFamily="49" charset="0"/>
            </a:endParaRPr>
          </a:p>
          <a:p>
            <a:r>
              <a:rPr lang="en-US" sz="1100" smtClean="0">
                <a:solidFill>
                  <a:srgbClr val="008000"/>
                </a:solidFill>
                <a:highlight>
                  <a:srgbClr val="FFFFFF"/>
                </a:highlight>
                <a:latin typeface="Consolas" panose="020B0609020204030204" pitchFamily="49" charset="0"/>
              </a:rPr>
              <a:t>    </a:t>
            </a:r>
            <a:r>
              <a:rPr lang="en-US" sz="1100" smtClean="0">
                <a:solidFill>
                  <a:srgbClr val="0000FF"/>
                </a:solidFill>
                <a:highlight>
                  <a:srgbClr val="FFFFFF"/>
                </a:highlight>
                <a:latin typeface="Consolas" panose="020B0609020204030204" pitchFamily="49" charset="0"/>
              </a:rPr>
              <a:t>var</a:t>
            </a:r>
            <a:r>
              <a:rPr lang="en-US" sz="1100" smtClean="0">
                <a:solidFill>
                  <a:srgbClr val="000000"/>
                </a:solidFill>
                <a:highlight>
                  <a:srgbClr val="FFFFFF"/>
                </a:highlight>
                <a:latin typeface="Consolas" panose="020B0609020204030204" pitchFamily="49" charset="0"/>
              </a:rPr>
              <a:t> </a:t>
            </a:r>
            <a:r>
              <a:rPr lang="en-US" sz="1100" dirty="0">
                <a:solidFill>
                  <a:srgbClr val="000000"/>
                </a:solidFill>
                <a:highlight>
                  <a:srgbClr val="FFFFFF"/>
                </a:highlight>
                <a:latin typeface="Consolas" panose="020B0609020204030204" pitchFamily="49" charset="0"/>
              </a:rPr>
              <a:t>sheet = </a:t>
            </a:r>
            <a:r>
              <a:rPr lang="en-US" sz="1100" dirty="0" err="1">
                <a:solidFill>
                  <a:srgbClr val="000000"/>
                </a:solidFill>
                <a:highlight>
                  <a:srgbClr val="FFFFFF"/>
                </a:highlight>
                <a:latin typeface="Consolas" panose="020B0609020204030204" pitchFamily="49" charset="0"/>
              </a:rPr>
              <a:t>ctx.workbook.worksheets.getActiveWorksheet</a:t>
            </a:r>
            <a:r>
              <a:rPr lang="en-US" sz="1100" dirty="0">
                <a:solidFill>
                  <a:srgbClr val="000000"/>
                </a:solidFill>
                <a:highlight>
                  <a:srgbClr val="FFFFFF"/>
                </a:highlight>
                <a:latin typeface="Consolas" panose="020B0609020204030204" pitchFamily="49" charset="0"/>
              </a:rPr>
              <a:t>();</a:t>
            </a:r>
          </a:p>
          <a:p>
            <a:r>
              <a:rPr lang="en-US" sz="1100" smtClean="0">
                <a:solidFill>
                  <a:srgbClr val="000000"/>
                </a:solidFill>
                <a:highlight>
                  <a:srgbClr val="FFFFFF"/>
                </a:highlight>
                <a:latin typeface="Consolas" panose="020B0609020204030204" pitchFamily="49" charset="0"/>
              </a:rPr>
              <a:t>    sheet.getRange</a:t>
            </a:r>
            <a:r>
              <a:rPr lang="en-US" sz="1100" dirty="0">
                <a:solidFill>
                  <a:srgbClr val="000000"/>
                </a:solidFill>
                <a:highlight>
                  <a:srgbClr val="FFFFFF"/>
                </a:highlight>
                <a:latin typeface="Consolas" panose="020B0609020204030204" pitchFamily="49" charset="0"/>
              </a:rPr>
              <a:t>(</a:t>
            </a:r>
            <a:r>
              <a:rPr lang="en-US" sz="1100" dirty="0">
                <a:solidFill>
                  <a:srgbClr val="A31515"/>
                </a:solidFill>
                <a:highlight>
                  <a:srgbClr val="FFFFFF"/>
                </a:highlight>
                <a:latin typeface="Consolas" panose="020B0609020204030204" pitchFamily="49" charset="0"/>
              </a:rPr>
              <a:t>"A1"</a:t>
            </a:r>
            <a:r>
              <a:rPr lang="en-US" sz="1100" dirty="0">
                <a:solidFill>
                  <a:srgbClr val="000000"/>
                </a:solidFill>
                <a:highlight>
                  <a:srgbClr val="FFFFFF"/>
                </a:highlight>
                <a:latin typeface="Consolas" panose="020B0609020204030204" pitchFamily="49" charset="0"/>
              </a:rPr>
              <a:t>).values = </a:t>
            </a:r>
            <a:r>
              <a:rPr lang="en-US" sz="1100" dirty="0">
                <a:solidFill>
                  <a:srgbClr val="A31515"/>
                </a:solidFill>
                <a:highlight>
                  <a:srgbClr val="FFFFFF"/>
                </a:highlight>
                <a:latin typeface="Consolas" panose="020B0609020204030204" pitchFamily="49" charset="0"/>
              </a:rPr>
              <a:t>"Quarterly Sales Report"</a:t>
            </a:r>
            <a:r>
              <a:rPr lang="en-US" sz="1100" dirty="0">
                <a:solidFill>
                  <a:srgbClr val="000000"/>
                </a:solidFill>
                <a:highlight>
                  <a:srgbClr val="FFFFFF"/>
                </a:highlight>
                <a:latin typeface="Consolas" panose="020B0609020204030204" pitchFamily="49" charset="0"/>
              </a:rPr>
              <a:t>;</a:t>
            </a:r>
          </a:p>
          <a:p>
            <a:r>
              <a:rPr lang="en-US" sz="1100" smtClean="0">
                <a:solidFill>
                  <a:srgbClr val="000000"/>
                </a:solidFill>
                <a:highlight>
                  <a:srgbClr val="FFFFFF"/>
                </a:highlight>
                <a:latin typeface="Consolas" panose="020B0609020204030204" pitchFamily="49" charset="0"/>
              </a:rPr>
              <a:t>    sheet.getRange</a:t>
            </a:r>
            <a:r>
              <a:rPr lang="en-US" sz="1100" dirty="0">
                <a:solidFill>
                  <a:srgbClr val="000000"/>
                </a:solidFill>
                <a:highlight>
                  <a:srgbClr val="FFFFFF"/>
                </a:highlight>
                <a:latin typeface="Consolas" panose="020B0609020204030204" pitchFamily="49" charset="0"/>
              </a:rPr>
              <a:t>(</a:t>
            </a:r>
            <a:r>
              <a:rPr lang="en-US" sz="1100" dirty="0">
                <a:solidFill>
                  <a:srgbClr val="A31515"/>
                </a:solidFill>
                <a:highlight>
                  <a:srgbClr val="FFFFFF"/>
                </a:highlight>
                <a:latin typeface="Consolas" panose="020B0609020204030204" pitchFamily="49" charset="0"/>
              </a:rPr>
              <a:t>"A1"</a:t>
            </a:r>
            <a:r>
              <a:rPr lang="en-US" sz="1100" dirty="0">
                <a:solidFill>
                  <a:srgbClr val="000000"/>
                </a:solidFill>
                <a:highlight>
                  <a:srgbClr val="FFFFFF"/>
                </a:highlight>
                <a:latin typeface="Consolas" panose="020B0609020204030204" pitchFamily="49" charset="0"/>
              </a:rPr>
              <a:t>).format.font.name = </a:t>
            </a:r>
            <a:r>
              <a:rPr lang="en-US" sz="1100" dirty="0">
                <a:solidFill>
                  <a:srgbClr val="A31515"/>
                </a:solidFill>
                <a:highlight>
                  <a:srgbClr val="FFFFFF"/>
                </a:highlight>
                <a:latin typeface="Consolas" panose="020B0609020204030204" pitchFamily="49" charset="0"/>
              </a:rPr>
              <a:t>"Century"</a:t>
            </a:r>
            <a:r>
              <a:rPr lang="en-US" sz="1100" dirty="0">
                <a:solidFill>
                  <a:srgbClr val="000000"/>
                </a:solidFill>
                <a:highlight>
                  <a:srgbClr val="FFFFFF"/>
                </a:highlight>
                <a:latin typeface="Consolas" panose="020B0609020204030204" pitchFamily="49" charset="0"/>
              </a:rPr>
              <a:t>;</a:t>
            </a:r>
          </a:p>
          <a:p>
            <a:r>
              <a:rPr lang="en-US" sz="1100" smtClean="0">
                <a:solidFill>
                  <a:srgbClr val="000000"/>
                </a:solidFill>
                <a:highlight>
                  <a:srgbClr val="FFFFFF"/>
                </a:highlight>
                <a:latin typeface="Consolas" panose="020B0609020204030204" pitchFamily="49" charset="0"/>
              </a:rPr>
              <a:t>    sheet.getRange</a:t>
            </a:r>
            <a:r>
              <a:rPr lang="en-US" sz="1100" dirty="0">
                <a:solidFill>
                  <a:srgbClr val="000000"/>
                </a:solidFill>
                <a:highlight>
                  <a:srgbClr val="FFFFFF"/>
                </a:highlight>
                <a:latin typeface="Consolas" panose="020B0609020204030204" pitchFamily="49" charset="0"/>
              </a:rPr>
              <a:t>(</a:t>
            </a:r>
            <a:r>
              <a:rPr lang="en-US" sz="1100" dirty="0">
                <a:solidFill>
                  <a:srgbClr val="A31515"/>
                </a:solidFill>
                <a:highlight>
                  <a:srgbClr val="FFFFFF"/>
                </a:highlight>
                <a:latin typeface="Consolas" panose="020B0609020204030204" pitchFamily="49" charset="0"/>
              </a:rPr>
              <a:t>"A1"</a:t>
            </a:r>
            <a:r>
              <a:rPr lang="en-US" sz="1100" dirty="0">
                <a:solidFill>
                  <a:srgbClr val="000000"/>
                </a:solidFill>
                <a:highlight>
                  <a:srgbClr val="FFFFFF"/>
                </a:highlight>
                <a:latin typeface="Consolas" panose="020B0609020204030204" pitchFamily="49" charset="0"/>
              </a:rPr>
              <a:t>).</a:t>
            </a:r>
            <a:r>
              <a:rPr lang="en-US" sz="1100" dirty="0" err="1">
                <a:solidFill>
                  <a:srgbClr val="000000"/>
                </a:solidFill>
                <a:highlight>
                  <a:srgbClr val="FFFFFF"/>
                </a:highlight>
                <a:latin typeface="Consolas" panose="020B0609020204030204" pitchFamily="49" charset="0"/>
              </a:rPr>
              <a:t>format.font.size</a:t>
            </a:r>
            <a:r>
              <a:rPr lang="en-US" sz="1100" dirty="0">
                <a:solidFill>
                  <a:srgbClr val="000000"/>
                </a:solidFill>
                <a:highlight>
                  <a:srgbClr val="FFFFFF"/>
                </a:highlight>
                <a:latin typeface="Consolas" panose="020B0609020204030204" pitchFamily="49" charset="0"/>
              </a:rPr>
              <a:t> = 26;</a:t>
            </a:r>
          </a:p>
          <a:p>
            <a:r>
              <a:rPr lang="en-US" sz="1100" smtClean="0">
                <a:solidFill>
                  <a:srgbClr val="0000FF"/>
                </a:solidFill>
                <a:highlight>
                  <a:srgbClr val="FFFFFF"/>
                </a:highlight>
                <a:latin typeface="Consolas" panose="020B0609020204030204" pitchFamily="49" charset="0"/>
              </a:rPr>
              <a:t>    var</a:t>
            </a:r>
            <a:r>
              <a:rPr lang="en-US" sz="1100" smtClean="0">
                <a:solidFill>
                  <a:srgbClr val="000000"/>
                </a:solidFill>
                <a:highlight>
                  <a:srgbClr val="FFFFFF"/>
                </a:highlight>
                <a:latin typeface="Consolas" panose="020B0609020204030204" pitchFamily="49" charset="0"/>
              </a:rPr>
              <a:t> </a:t>
            </a:r>
            <a:r>
              <a:rPr lang="en-US" sz="1100" dirty="0">
                <a:solidFill>
                  <a:srgbClr val="000000"/>
                </a:solidFill>
                <a:highlight>
                  <a:srgbClr val="FFFFFF"/>
                </a:highlight>
                <a:latin typeface="Consolas" panose="020B0609020204030204" pitchFamily="49" charset="0"/>
              </a:rPr>
              <a:t>range = </a:t>
            </a:r>
            <a:r>
              <a:rPr lang="en-US" sz="1100" dirty="0" err="1">
                <a:solidFill>
                  <a:srgbClr val="000000"/>
                </a:solidFill>
                <a:highlight>
                  <a:srgbClr val="FFFFFF"/>
                </a:highlight>
                <a:latin typeface="Consolas" panose="020B0609020204030204" pitchFamily="49" charset="0"/>
              </a:rPr>
              <a:t>sheet.getRange</a:t>
            </a:r>
            <a:r>
              <a:rPr lang="en-US" sz="1100" dirty="0">
                <a:solidFill>
                  <a:srgbClr val="000000"/>
                </a:solidFill>
                <a:highlight>
                  <a:srgbClr val="FFFFFF"/>
                </a:highlight>
                <a:latin typeface="Consolas" panose="020B0609020204030204" pitchFamily="49" charset="0"/>
              </a:rPr>
              <a:t>(</a:t>
            </a:r>
            <a:r>
              <a:rPr lang="en-US" sz="1100" dirty="0">
                <a:solidFill>
                  <a:srgbClr val="A31515"/>
                </a:solidFill>
                <a:highlight>
                  <a:srgbClr val="FFFFFF"/>
                </a:highlight>
                <a:latin typeface="Consolas" panose="020B0609020204030204" pitchFamily="49" charset="0"/>
              </a:rPr>
              <a:t>"A2:E8"</a:t>
            </a:r>
            <a:r>
              <a:rPr lang="en-US" sz="1100" dirty="0">
                <a:solidFill>
                  <a:srgbClr val="000000"/>
                </a:solidFill>
                <a:highlight>
                  <a:srgbClr val="FFFFFF"/>
                </a:highlight>
                <a:latin typeface="Consolas" panose="020B0609020204030204" pitchFamily="49" charset="0"/>
              </a:rPr>
              <a:t>);</a:t>
            </a:r>
          </a:p>
          <a:p>
            <a:r>
              <a:rPr lang="en-US" sz="1100" smtClean="0">
                <a:solidFill>
                  <a:srgbClr val="000000"/>
                </a:solidFill>
                <a:highlight>
                  <a:srgbClr val="FFFFFF"/>
                </a:highlight>
                <a:latin typeface="Consolas" panose="020B0609020204030204" pitchFamily="49" charset="0"/>
              </a:rPr>
              <a:t>    range.values </a:t>
            </a:r>
            <a:r>
              <a:rPr lang="en-US" sz="1100" dirty="0">
                <a:solidFill>
                  <a:srgbClr val="000000"/>
                </a:solidFill>
                <a:highlight>
                  <a:srgbClr val="FFFFFF"/>
                </a:highlight>
                <a:latin typeface="Consolas" panose="020B0609020204030204" pitchFamily="49" charset="0"/>
              </a:rPr>
              <a:t>= values;</a:t>
            </a:r>
          </a:p>
          <a:p>
            <a:r>
              <a:rPr lang="en-US" sz="1100" smtClean="0">
                <a:solidFill>
                  <a:srgbClr val="000000"/>
                </a:solidFill>
                <a:highlight>
                  <a:srgbClr val="FFFFFF"/>
                </a:highlight>
                <a:latin typeface="Consolas" panose="020B0609020204030204" pitchFamily="49" charset="0"/>
              </a:rPr>
              <a:t>    sheet.getRange</a:t>
            </a:r>
            <a:r>
              <a:rPr lang="en-US" sz="1100" dirty="0">
                <a:solidFill>
                  <a:srgbClr val="000000"/>
                </a:solidFill>
                <a:highlight>
                  <a:srgbClr val="FFFFFF"/>
                </a:highlight>
                <a:latin typeface="Consolas" panose="020B0609020204030204" pitchFamily="49" charset="0"/>
              </a:rPr>
              <a:t>(</a:t>
            </a:r>
            <a:r>
              <a:rPr lang="en-US" sz="1100" dirty="0">
                <a:solidFill>
                  <a:srgbClr val="A31515"/>
                </a:solidFill>
                <a:highlight>
                  <a:srgbClr val="FFFFFF"/>
                </a:highlight>
                <a:latin typeface="Consolas" panose="020B0609020204030204" pitchFamily="49" charset="0"/>
              </a:rPr>
              <a:t>"A2:E2"</a:t>
            </a:r>
            <a:r>
              <a:rPr lang="en-US" sz="1100" dirty="0">
                <a:solidFill>
                  <a:srgbClr val="000000"/>
                </a:solidFill>
                <a:highlight>
                  <a:srgbClr val="FFFFFF"/>
                </a:highlight>
                <a:latin typeface="Consolas" panose="020B0609020204030204" pitchFamily="49" charset="0"/>
              </a:rPr>
              <a:t>).</a:t>
            </a:r>
            <a:r>
              <a:rPr lang="en-US" sz="1100" dirty="0" err="1">
                <a:solidFill>
                  <a:srgbClr val="000000"/>
                </a:solidFill>
                <a:highlight>
                  <a:srgbClr val="FFFFFF"/>
                </a:highlight>
                <a:latin typeface="Consolas" panose="020B0609020204030204" pitchFamily="49" charset="0"/>
              </a:rPr>
              <a:t>format.font.bold</a:t>
            </a:r>
            <a:r>
              <a:rPr lang="en-US" sz="1100" dirty="0">
                <a:solidFill>
                  <a:srgbClr val="000000"/>
                </a:solidFill>
                <a:highlight>
                  <a:srgbClr val="FFFFFF"/>
                </a:highlight>
                <a:latin typeface="Consolas" panose="020B0609020204030204" pitchFamily="49" charset="0"/>
              </a:rPr>
              <a:t> = </a:t>
            </a:r>
            <a:r>
              <a:rPr lang="en-US" sz="1100" dirty="0">
                <a:solidFill>
                  <a:srgbClr val="0000FF"/>
                </a:solidFill>
                <a:highlight>
                  <a:srgbClr val="FFFFFF"/>
                </a:highlight>
                <a:latin typeface="Consolas" panose="020B0609020204030204" pitchFamily="49" charset="0"/>
              </a:rPr>
              <a:t>true</a:t>
            </a:r>
            <a:r>
              <a:rPr lang="en-US" sz="1100" dirty="0">
                <a:solidFill>
                  <a:srgbClr val="000000"/>
                </a:solidFill>
                <a:highlight>
                  <a:srgbClr val="FFFFFF"/>
                </a:highlight>
                <a:latin typeface="Consolas" panose="020B0609020204030204" pitchFamily="49" charset="0"/>
              </a:rPr>
              <a:t>;</a:t>
            </a:r>
          </a:p>
          <a:p>
            <a:r>
              <a:rPr lang="en-US" sz="1100" smtClean="0">
                <a:solidFill>
                  <a:srgbClr val="000000"/>
                </a:solidFill>
                <a:highlight>
                  <a:srgbClr val="FFFFFF"/>
                </a:highlight>
                <a:latin typeface="Consolas" panose="020B0609020204030204" pitchFamily="49" charset="0"/>
              </a:rPr>
              <a:t>    </a:t>
            </a:r>
            <a:r>
              <a:rPr lang="en-US" sz="1100" smtClean="0">
                <a:solidFill>
                  <a:srgbClr val="0000FF"/>
                </a:solidFill>
                <a:highlight>
                  <a:srgbClr val="FFFFFF"/>
                </a:highlight>
                <a:latin typeface="Consolas" panose="020B0609020204030204" pitchFamily="49" charset="0"/>
              </a:rPr>
              <a:t>return</a:t>
            </a:r>
            <a:r>
              <a:rPr lang="en-US" sz="1100" smtClean="0">
                <a:solidFill>
                  <a:srgbClr val="000000"/>
                </a:solidFill>
                <a:highlight>
                  <a:srgbClr val="FFFFFF"/>
                </a:highlight>
                <a:latin typeface="Consolas" panose="020B0609020204030204" pitchFamily="49" charset="0"/>
              </a:rPr>
              <a:t> </a:t>
            </a:r>
            <a:r>
              <a:rPr lang="en-US" sz="1100" dirty="0" err="1">
                <a:solidFill>
                  <a:srgbClr val="000000"/>
                </a:solidFill>
                <a:highlight>
                  <a:srgbClr val="FFFFFF"/>
                </a:highlight>
                <a:latin typeface="Consolas" panose="020B0609020204030204" pitchFamily="49" charset="0"/>
              </a:rPr>
              <a:t>ctx.sync</a:t>
            </a:r>
            <a:r>
              <a:rPr lang="en-US" sz="1100" dirty="0">
                <a:solidFill>
                  <a:srgbClr val="000000"/>
                </a:solidFill>
                <a:highlight>
                  <a:srgbClr val="FFFFFF"/>
                </a:highlight>
                <a:latin typeface="Consolas" panose="020B0609020204030204" pitchFamily="49" charset="0"/>
              </a:rPr>
              <a:t>();</a:t>
            </a:r>
          </a:p>
          <a:p>
            <a:r>
              <a:rPr lang="en-US" sz="1100" dirty="0">
                <a:solidFill>
                  <a:srgbClr val="000000"/>
                </a:solidFill>
                <a:highlight>
                  <a:srgbClr val="FFFFFF"/>
                </a:highlight>
                <a:latin typeface="Consolas" panose="020B0609020204030204" pitchFamily="49" charset="0"/>
              </a:rPr>
              <a:t>})</a:t>
            </a:r>
          </a:p>
          <a:p>
            <a:r>
              <a:rPr lang="en-US" sz="1100" dirty="0">
                <a:solidFill>
                  <a:srgbClr val="000000"/>
                </a:solidFill>
                <a:highlight>
                  <a:srgbClr val="FFFFFF"/>
                </a:highlight>
                <a:latin typeface="Consolas" panose="020B0609020204030204" pitchFamily="49" charset="0"/>
              </a:rPr>
              <a:t>.then(</a:t>
            </a:r>
            <a:r>
              <a:rPr lang="en-US" sz="1100" dirty="0">
                <a:solidFill>
                  <a:srgbClr val="0000FF"/>
                </a:solidFill>
                <a:highlight>
                  <a:srgbClr val="FFFFFF"/>
                </a:highlight>
                <a:latin typeface="Consolas" panose="020B0609020204030204" pitchFamily="49" charset="0"/>
              </a:rPr>
              <a:t>function</a:t>
            </a:r>
            <a:r>
              <a:rPr lang="en-US" sz="1100" dirty="0">
                <a:solidFill>
                  <a:srgbClr val="000000"/>
                </a:solidFill>
                <a:highlight>
                  <a:srgbClr val="FFFFFF"/>
                </a:highlight>
                <a:latin typeface="Consolas" panose="020B0609020204030204" pitchFamily="49" charset="0"/>
              </a:rPr>
              <a:t> () {</a:t>
            </a:r>
          </a:p>
          <a:p>
            <a:r>
              <a:rPr lang="en-US" sz="1100" smtClean="0">
                <a:solidFill>
                  <a:srgbClr val="000000"/>
                </a:solidFill>
                <a:highlight>
                  <a:srgbClr val="FFFFFF"/>
                </a:highlight>
                <a:latin typeface="Consolas" panose="020B0609020204030204" pitchFamily="49" charset="0"/>
              </a:rPr>
              <a:t>    app.showNotification</a:t>
            </a:r>
            <a:r>
              <a:rPr lang="en-US" sz="1100" dirty="0">
                <a:solidFill>
                  <a:srgbClr val="000000"/>
                </a:solidFill>
                <a:highlight>
                  <a:srgbClr val="FFFFFF"/>
                </a:highlight>
                <a:latin typeface="Consolas" panose="020B0609020204030204" pitchFamily="49" charset="0"/>
              </a:rPr>
              <a:t>(</a:t>
            </a:r>
            <a:r>
              <a:rPr lang="en-US" sz="1100" dirty="0">
                <a:solidFill>
                  <a:srgbClr val="A31515"/>
                </a:solidFill>
                <a:highlight>
                  <a:srgbClr val="FFFFFF"/>
                </a:highlight>
                <a:latin typeface="Consolas" panose="020B0609020204030204" pitchFamily="49" charset="0"/>
              </a:rPr>
              <a:t>"Success"</a:t>
            </a:r>
            <a:r>
              <a:rPr lang="en-US" sz="1100" dirty="0">
                <a:solidFill>
                  <a:srgbClr val="000000"/>
                </a:solidFill>
                <a:highlight>
                  <a:srgbClr val="FFFFFF"/>
                </a:highlight>
                <a:latin typeface="Consolas" panose="020B0609020204030204" pitchFamily="49" charset="0"/>
              </a:rPr>
              <a:t>);</a:t>
            </a:r>
          </a:p>
          <a:p>
            <a:r>
              <a:rPr lang="en-US" sz="1100" smtClean="0">
                <a:solidFill>
                  <a:srgbClr val="000000"/>
                </a:solidFill>
                <a:highlight>
                  <a:srgbClr val="FFFFFF"/>
                </a:highlight>
                <a:latin typeface="Consolas" panose="020B0609020204030204" pitchFamily="49" charset="0"/>
              </a:rPr>
              <a:t>    console.log</a:t>
            </a:r>
            <a:r>
              <a:rPr lang="en-US" sz="1100" dirty="0">
                <a:solidFill>
                  <a:srgbClr val="000000"/>
                </a:solidFill>
                <a:highlight>
                  <a:srgbClr val="FFFFFF"/>
                </a:highlight>
                <a:latin typeface="Consolas" panose="020B0609020204030204" pitchFamily="49" charset="0"/>
              </a:rPr>
              <a:t>(</a:t>
            </a:r>
            <a:r>
              <a:rPr lang="en-US" sz="1100" dirty="0">
                <a:solidFill>
                  <a:srgbClr val="A31515"/>
                </a:solidFill>
                <a:highlight>
                  <a:srgbClr val="FFFFFF"/>
                </a:highlight>
                <a:latin typeface="Consolas" panose="020B0609020204030204" pitchFamily="49" charset="0"/>
              </a:rPr>
              <a:t>"Success!"</a:t>
            </a:r>
            <a:r>
              <a:rPr lang="en-US" sz="1100" dirty="0">
                <a:solidFill>
                  <a:srgbClr val="000000"/>
                </a:solidFill>
                <a:highlight>
                  <a:srgbClr val="FFFFFF"/>
                </a:highlight>
                <a:latin typeface="Consolas" panose="020B0609020204030204" pitchFamily="49" charset="0"/>
              </a:rPr>
              <a:t>);</a:t>
            </a:r>
          </a:p>
          <a:p>
            <a:r>
              <a:rPr lang="en-US" sz="1100" dirty="0">
                <a:solidFill>
                  <a:srgbClr val="000000"/>
                </a:solidFill>
                <a:highlight>
                  <a:srgbClr val="FFFFFF"/>
                </a:highlight>
                <a:latin typeface="Consolas" panose="020B0609020204030204" pitchFamily="49" charset="0"/>
              </a:rPr>
              <a:t>});</a:t>
            </a:r>
          </a:p>
        </p:txBody>
      </p:sp>
      <p:sp>
        <p:nvSpPr>
          <p:cNvPr id="6" name="Footer Placeholder 5"/>
          <p:cNvSpPr>
            <a:spLocks noGrp="1"/>
          </p:cNvSpPr>
          <p:nvPr>
            <p:ph type="ftr" sz="quarter" idx="10"/>
          </p:nvPr>
        </p:nvSpPr>
        <p:spPr/>
        <p:txBody>
          <a:bodyPr/>
          <a:lstStyle/>
          <a:p>
            <a:pPr>
              <a:defRPr/>
            </a:pPr>
            <a:r>
              <a:rPr lang="en-US" sz="1400" smtClean="0">
                <a:gradFill>
                  <a:gsLst>
                    <a:gs pos="8367">
                      <a:schemeClr val="accent2"/>
                    </a:gs>
                    <a:gs pos="100000">
                      <a:schemeClr val="accent2"/>
                    </a:gs>
                  </a:gsLst>
                  <a:lin ang="5400000" scaled="0"/>
                </a:gradFill>
                <a:latin typeface="Segoe UI Black" panose="020B0A02040204020203" pitchFamily="34" charset="0"/>
                <a:ea typeface="Segoe UI Black" panose="020B0A02040204020203" pitchFamily="34" charset="0"/>
                <a:cs typeface="Segoe UI Black" panose="020B0A02040204020203" pitchFamily="34" charset="0"/>
              </a:rPr>
              <a:t>3</a:t>
            </a:r>
            <a:r>
              <a:rPr lang="en-US" sz="1400" smtClean="0">
                <a:gradFill>
                  <a:gsLst>
                    <a:gs pos="8367">
                      <a:srgbClr val="000000"/>
                    </a:gs>
                    <a:gs pos="31000">
                      <a:srgbClr val="000000"/>
                    </a:gs>
                  </a:gsLst>
                  <a:lin ang="5400000" scaled="0"/>
                </a:gradFill>
              </a:rPr>
              <a:t> Getting started</a:t>
            </a:r>
          </a:p>
          <a:p>
            <a:endParaRPr lang="en-US" dirty="0"/>
          </a:p>
        </p:txBody>
      </p:sp>
    </p:spTree>
    <p:extLst>
      <p:ext uri="{BB962C8B-B14F-4D97-AF65-F5344CB8AC3E}">
        <p14:creationId xmlns:p14="http://schemas.microsoft.com/office/powerpoint/2010/main" val="34488156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Coding </a:t>
            </a:r>
            <a:r>
              <a:rPr lang="en-US" dirty="0"/>
              <a:t>p</a:t>
            </a:r>
            <a:r>
              <a:rPr lang="en-US" dirty="0" smtClean="0"/>
              <a:t>attern</a:t>
            </a:r>
            <a:endParaRPr lang="en-US" dirty="0"/>
          </a:p>
        </p:txBody>
      </p:sp>
      <p:grpSp>
        <p:nvGrpSpPr>
          <p:cNvPr id="5" name="Group 4"/>
          <p:cNvGrpSpPr/>
          <p:nvPr/>
        </p:nvGrpSpPr>
        <p:grpSpPr>
          <a:xfrm>
            <a:off x="7532478" y="1248524"/>
            <a:ext cx="3706451" cy="5266576"/>
            <a:chOff x="7559180" y="1202835"/>
            <a:chExt cx="3781758" cy="5373581"/>
          </a:xfrm>
        </p:grpSpPr>
        <p:pic>
          <p:nvPicPr>
            <p:cNvPr id="9" name="Picture 8"/>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555801" y="1485514"/>
              <a:ext cx="1687249" cy="1280060"/>
            </a:xfrm>
            <a:prstGeom prst="rect">
              <a:avLst/>
            </a:prstGeom>
          </p:spPr>
        </p:pic>
        <p:pic>
          <p:nvPicPr>
            <p:cNvPr id="10" name="Picture 9"/>
            <p:cNvPicPr>
              <a:picLocks noChangeAspect="1"/>
            </p:cNvPicPr>
            <p:nvPr/>
          </p:nvPicPr>
          <p:blipFill rotWithShape="1">
            <a:blip r:embed="rId4"/>
            <a:srcRect l="2435" t="2229" r="2273" b="719"/>
            <a:stretch/>
          </p:blipFill>
          <p:spPr>
            <a:xfrm>
              <a:off x="9459986" y="3366823"/>
              <a:ext cx="1878880" cy="1193365"/>
            </a:xfrm>
            <a:prstGeom prst="rect">
              <a:avLst/>
            </a:prstGeom>
          </p:spPr>
        </p:pic>
        <p:pic>
          <p:nvPicPr>
            <p:cNvPr id="12" name="Picture 11"/>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9457914" y="5384387"/>
              <a:ext cx="1883024" cy="1192029"/>
            </a:xfrm>
            <a:prstGeom prst="rect">
              <a:avLst/>
            </a:prstGeom>
          </p:spPr>
        </p:pic>
        <p:sp>
          <p:nvSpPr>
            <p:cNvPr id="13" name="TextBox 12"/>
            <p:cNvSpPr txBox="1"/>
            <p:nvPr/>
          </p:nvSpPr>
          <p:spPr>
            <a:xfrm>
              <a:off x="10113037" y="1202835"/>
              <a:ext cx="572778" cy="408239"/>
            </a:xfrm>
            <a:prstGeom prst="rect">
              <a:avLst/>
            </a:prstGeom>
            <a:noFill/>
          </p:spPr>
          <p:txBody>
            <a:bodyPr wrap="none" rtlCol="0">
              <a:spAutoFit/>
            </a:bodyPr>
            <a:lstStyle/>
            <a:p>
              <a:r>
                <a:rPr lang="en-US" sz="2000" dirty="0">
                  <a:gradFill>
                    <a:gsLst>
                      <a:gs pos="96460">
                        <a:schemeClr val="tx1"/>
                      </a:gs>
                      <a:gs pos="84000">
                        <a:schemeClr val="tx1"/>
                      </a:gs>
                    </a:gsLst>
                    <a:lin ang="5400000" scaled="0"/>
                  </a:gradFill>
                  <a:latin typeface="+mj-lt"/>
                </a:rPr>
                <a:t>iOS</a:t>
              </a:r>
            </a:p>
          </p:txBody>
        </p:sp>
        <p:sp>
          <p:nvSpPr>
            <p:cNvPr id="14" name="TextBox 13"/>
            <p:cNvSpPr txBox="1"/>
            <p:nvPr/>
          </p:nvSpPr>
          <p:spPr>
            <a:xfrm>
              <a:off x="9855434" y="2973895"/>
              <a:ext cx="1087983" cy="408239"/>
            </a:xfrm>
            <a:prstGeom prst="rect">
              <a:avLst/>
            </a:prstGeom>
            <a:noFill/>
          </p:spPr>
          <p:txBody>
            <a:bodyPr wrap="none" rtlCol="0">
              <a:spAutoFit/>
            </a:bodyPr>
            <a:lstStyle>
              <a:defPPr>
                <a:defRPr lang="en-US"/>
              </a:defPPr>
              <a:lvl1pPr>
                <a:defRPr sz="2000">
                  <a:gradFill>
                    <a:gsLst>
                      <a:gs pos="96460">
                        <a:schemeClr val="tx1"/>
                      </a:gs>
                      <a:gs pos="84000">
                        <a:schemeClr val="tx1"/>
                      </a:gs>
                    </a:gsLst>
                    <a:lin ang="5400000" scaled="0"/>
                  </a:gradFill>
                  <a:latin typeface="+mj-lt"/>
                </a:defRPr>
              </a:lvl1pPr>
            </a:lstStyle>
            <a:p>
              <a:r>
                <a:rPr lang="en-US" dirty="0"/>
                <a:t>Desktop</a:t>
              </a:r>
            </a:p>
          </p:txBody>
        </p:sp>
        <p:sp>
          <p:nvSpPr>
            <p:cNvPr id="15" name="TextBox 14"/>
            <p:cNvSpPr txBox="1"/>
            <p:nvPr/>
          </p:nvSpPr>
          <p:spPr>
            <a:xfrm>
              <a:off x="10053174" y="4976148"/>
              <a:ext cx="692502" cy="408239"/>
            </a:xfrm>
            <a:prstGeom prst="rect">
              <a:avLst/>
            </a:prstGeom>
            <a:noFill/>
          </p:spPr>
          <p:txBody>
            <a:bodyPr wrap="none" rtlCol="0">
              <a:spAutoFit/>
            </a:bodyPr>
            <a:lstStyle>
              <a:defPPr>
                <a:defRPr lang="en-US"/>
              </a:defPPr>
              <a:lvl1pPr>
                <a:defRPr sz="2000">
                  <a:gradFill>
                    <a:gsLst>
                      <a:gs pos="96460">
                        <a:schemeClr val="tx1"/>
                      </a:gs>
                      <a:gs pos="84000">
                        <a:schemeClr val="tx1"/>
                      </a:gs>
                    </a:gsLst>
                    <a:lin ang="5400000" scaled="0"/>
                  </a:gradFill>
                  <a:latin typeface="+mj-lt"/>
                </a:defRPr>
              </a:lvl1pPr>
            </a:lstStyle>
            <a:p>
              <a:r>
                <a:rPr lang="en-US" dirty="0"/>
                <a:t>Web</a:t>
              </a:r>
            </a:p>
          </p:txBody>
        </p:sp>
        <p:cxnSp>
          <p:nvCxnSpPr>
            <p:cNvPr id="17" name="Elbow Connector 16"/>
            <p:cNvCxnSpPr/>
            <p:nvPr/>
          </p:nvCxnSpPr>
          <p:spPr>
            <a:xfrm rot="5400000" flipH="1" flipV="1">
              <a:off x="8190107" y="1631087"/>
              <a:ext cx="1089900" cy="1692602"/>
            </a:xfrm>
            <a:prstGeom prst="bentConnector2">
              <a:avLst/>
            </a:prstGeom>
            <a:ln w="31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p:cNvCxnSpPr/>
            <p:nvPr/>
          </p:nvCxnSpPr>
          <p:spPr>
            <a:xfrm>
              <a:off x="8550684" y="3870861"/>
              <a:ext cx="909302" cy="1"/>
            </a:xfrm>
            <a:prstGeom prst="straightConnector1">
              <a:avLst/>
            </a:prstGeom>
            <a:ln w="31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3" name="Elbow Connector 22"/>
            <p:cNvCxnSpPr/>
            <p:nvPr/>
          </p:nvCxnSpPr>
          <p:spPr>
            <a:xfrm rot="16200000" flipH="1">
              <a:off x="8038242" y="4717252"/>
              <a:ext cx="1201937" cy="1416704"/>
            </a:xfrm>
            <a:prstGeom prst="bentConnector2">
              <a:avLst/>
            </a:prstGeom>
            <a:ln w="3175">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3" name="Group 2"/>
            <p:cNvGrpSpPr/>
            <p:nvPr/>
          </p:nvGrpSpPr>
          <p:grpSpPr>
            <a:xfrm>
              <a:off x="7559180" y="3123147"/>
              <a:ext cx="741747" cy="1583472"/>
              <a:chOff x="6734540" y="2057985"/>
              <a:chExt cx="1604292" cy="3424820"/>
            </a:xfrm>
          </p:grpSpPr>
          <p:grpSp>
            <p:nvGrpSpPr>
              <p:cNvPr id="18" name="Group 17"/>
              <p:cNvGrpSpPr/>
              <p:nvPr/>
            </p:nvGrpSpPr>
            <p:grpSpPr>
              <a:xfrm>
                <a:off x="6734540" y="3930433"/>
                <a:ext cx="1604292" cy="1552372"/>
                <a:chOff x="8561388" y="1192213"/>
                <a:chExt cx="490538" cy="474663"/>
              </a:xfrm>
            </p:grpSpPr>
            <p:sp>
              <p:nvSpPr>
                <p:cNvPr id="20" name="Freeform 18"/>
                <p:cNvSpPr>
                  <a:spLocks noEditPoints="1"/>
                </p:cNvSpPr>
                <p:nvPr/>
              </p:nvSpPr>
              <p:spPr bwMode="auto">
                <a:xfrm>
                  <a:off x="8561388" y="1192213"/>
                  <a:ext cx="490538" cy="474663"/>
                </a:xfrm>
                <a:custGeom>
                  <a:avLst/>
                  <a:gdLst>
                    <a:gd name="T0" fmla="*/ 62 w 105"/>
                    <a:gd name="T1" fmla="*/ 102 h 102"/>
                    <a:gd name="T2" fmla="*/ 62 w 105"/>
                    <a:gd name="T3" fmla="*/ 92 h 102"/>
                    <a:gd name="T4" fmla="*/ 99 w 105"/>
                    <a:gd name="T5" fmla="*/ 92 h 102"/>
                    <a:gd name="T6" fmla="*/ 104 w 105"/>
                    <a:gd name="T7" fmla="*/ 89 h 102"/>
                    <a:gd name="T8" fmla="*/ 105 w 105"/>
                    <a:gd name="T9" fmla="*/ 79 h 102"/>
                    <a:gd name="T10" fmla="*/ 105 w 105"/>
                    <a:gd name="T11" fmla="*/ 16 h 102"/>
                    <a:gd name="T12" fmla="*/ 104 w 105"/>
                    <a:gd name="T13" fmla="*/ 10 h 102"/>
                    <a:gd name="T14" fmla="*/ 98 w 105"/>
                    <a:gd name="T15" fmla="*/ 9 h 102"/>
                    <a:gd name="T16" fmla="*/ 62 w 105"/>
                    <a:gd name="T17" fmla="*/ 9 h 102"/>
                    <a:gd name="T18" fmla="*/ 62 w 105"/>
                    <a:gd name="T19" fmla="*/ 0 h 102"/>
                    <a:gd name="T20" fmla="*/ 55 w 105"/>
                    <a:gd name="T21" fmla="*/ 0 h 102"/>
                    <a:gd name="T22" fmla="*/ 0 w 105"/>
                    <a:gd name="T23" fmla="*/ 9 h 102"/>
                    <a:gd name="T24" fmla="*/ 0 w 105"/>
                    <a:gd name="T25" fmla="*/ 93 h 102"/>
                    <a:gd name="T26" fmla="*/ 54 w 105"/>
                    <a:gd name="T27" fmla="*/ 102 h 102"/>
                    <a:gd name="T28" fmla="*/ 62 w 105"/>
                    <a:gd name="T29" fmla="*/ 102 h 102"/>
                    <a:gd name="T30" fmla="*/ 62 w 105"/>
                    <a:gd name="T31" fmla="*/ 81 h 102"/>
                    <a:gd name="T32" fmla="*/ 71 w 105"/>
                    <a:gd name="T33" fmla="*/ 81 h 102"/>
                    <a:gd name="T34" fmla="*/ 71 w 105"/>
                    <a:gd name="T35" fmla="*/ 73 h 102"/>
                    <a:gd name="T36" fmla="*/ 62 w 105"/>
                    <a:gd name="T37" fmla="*/ 73 h 102"/>
                    <a:gd name="T38" fmla="*/ 62 w 105"/>
                    <a:gd name="T39" fmla="*/ 68 h 102"/>
                    <a:gd name="T40" fmla="*/ 71 w 105"/>
                    <a:gd name="T41" fmla="*/ 68 h 102"/>
                    <a:gd name="T42" fmla="*/ 71 w 105"/>
                    <a:gd name="T43" fmla="*/ 59 h 102"/>
                    <a:gd name="T44" fmla="*/ 62 w 105"/>
                    <a:gd name="T45" fmla="*/ 59 h 102"/>
                    <a:gd name="T46" fmla="*/ 62 w 105"/>
                    <a:gd name="T47" fmla="*/ 55 h 102"/>
                    <a:gd name="T48" fmla="*/ 71 w 105"/>
                    <a:gd name="T49" fmla="*/ 55 h 102"/>
                    <a:gd name="T50" fmla="*/ 71 w 105"/>
                    <a:gd name="T51" fmla="*/ 46 h 102"/>
                    <a:gd name="T52" fmla="*/ 62 w 105"/>
                    <a:gd name="T53" fmla="*/ 46 h 102"/>
                    <a:gd name="T54" fmla="*/ 62 w 105"/>
                    <a:gd name="T55" fmla="*/ 41 h 102"/>
                    <a:gd name="T56" fmla="*/ 71 w 105"/>
                    <a:gd name="T57" fmla="*/ 41 h 102"/>
                    <a:gd name="T58" fmla="*/ 71 w 105"/>
                    <a:gd name="T59" fmla="*/ 33 h 102"/>
                    <a:gd name="T60" fmla="*/ 62 w 105"/>
                    <a:gd name="T61" fmla="*/ 33 h 102"/>
                    <a:gd name="T62" fmla="*/ 62 w 105"/>
                    <a:gd name="T63" fmla="*/ 28 h 102"/>
                    <a:gd name="T64" fmla="*/ 71 w 105"/>
                    <a:gd name="T65" fmla="*/ 28 h 102"/>
                    <a:gd name="T66" fmla="*/ 71 w 105"/>
                    <a:gd name="T67" fmla="*/ 20 h 102"/>
                    <a:gd name="T68" fmla="*/ 62 w 105"/>
                    <a:gd name="T69" fmla="*/ 20 h 102"/>
                    <a:gd name="T70" fmla="*/ 62 w 105"/>
                    <a:gd name="T71" fmla="*/ 13 h 102"/>
                    <a:gd name="T72" fmla="*/ 101 w 105"/>
                    <a:gd name="T73" fmla="*/ 13 h 102"/>
                    <a:gd name="T74" fmla="*/ 101 w 105"/>
                    <a:gd name="T75" fmla="*/ 88 h 102"/>
                    <a:gd name="T76" fmla="*/ 62 w 105"/>
                    <a:gd name="T77" fmla="*/ 88 h 102"/>
                    <a:gd name="T78" fmla="*/ 62 w 105"/>
                    <a:gd name="T79" fmla="*/ 81 h 102"/>
                    <a:gd name="T80" fmla="*/ 35 w 105"/>
                    <a:gd name="T81" fmla="*/ 70 h 102"/>
                    <a:gd name="T82" fmla="*/ 29 w 105"/>
                    <a:gd name="T83" fmla="*/ 55 h 102"/>
                    <a:gd name="T84" fmla="*/ 23 w 105"/>
                    <a:gd name="T85" fmla="*/ 69 h 102"/>
                    <a:gd name="T86" fmla="*/ 15 w 105"/>
                    <a:gd name="T87" fmla="*/ 69 h 102"/>
                    <a:gd name="T88" fmla="*/ 24 w 105"/>
                    <a:gd name="T89" fmla="*/ 51 h 102"/>
                    <a:gd name="T90" fmla="*/ 16 w 105"/>
                    <a:gd name="T91" fmla="*/ 32 h 102"/>
                    <a:gd name="T92" fmla="*/ 24 w 105"/>
                    <a:gd name="T93" fmla="*/ 32 h 102"/>
                    <a:gd name="T94" fmla="*/ 29 w 105"/>
                    <a:gd name="T95" fmla="*/ 46 h 102"/>
                    <a:gd name="T96" fmla="*/ 35 w 105"/>
                    <a:gd name="T97" fmla="*/ 31 h 102"/>
                    <a:gd name="T98" fmla="*/ 43 w 105"/>
                    <a:gd name="T99" fmla="*/ 31 h 102"/>
                    <a:gd name="T100" fmla="*/ 33 w 105"/>
                    <a:gd name="T101" fmla="*/ 50 h 102"/>
                    <a:gd name="T102" fmla="*/ 43 w 105"/>
                    <a:gd name="T103" fmla="*/ 70 h 102"/>
                    <a:gd name="T104" fmla="*/ 35 w 105"/>
                    <a:gd name="T105" fmla="*/ 70 h 1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105" h="102">
                      <a:moveTo>
                        <a:pt x="62" y="102"/>
                      </a:moveTo>
                      <a:cubicBezTo>
                        <a:pt x="62" y="99"/>
                        <a:pt x="62" y="95"/>
                        <a:pt x="62" y="92"/>
                      </a:cubicBezTo>
                      <a:cubicBezTo>
                        <a:pt x="74" y="92"/>
                        <a:pt x="86" y="92"/>
                        <a:pt x="99" y="92"/>
                      </a:cubicBezTo>
                      <a:cubicBezTo>
                        <a:pt x="101" y="92"/>
                        <a:pt x="104" y="91"/>
                        <a:pt x="104" y="89"/>
                      </a:cubicBezTo>
                      <a:cubicBezTo>
                        <a:pt x="105" y="86"/>
                        <a:pt x="105" y="82"/>
                        <a:pt x="105" y="79"/>
                      </a:cubicBezTo>
                      <a:cubicBezTo>
                        <a:pt x="105" y="58"/>
                        <a:pt x="105" y="37"/>
                        <a:pt x="105" y="16"/>
                      </a:cubicBezTo>
                      <a:cubicBezTo>
                        <a:pt x="105" y="14"/>
                        <a:pt x="105" y="12"/>
                        <a:pt x="104" y="10"/>
                      </a:cubicBezTo>
                      <a:cubicBezTo>
                        <a:pt x="102" y="9"/>
                        <a:pt x="100" y="9"/>
                        <a:pt x="98" y="9"/>
                      </a:cubicBezTo>
                      <a:cubicBezTo>
                        <a:pt x="86" y="9"/>
                        <a:pt x="74" y="9"/>
                        <a:pt x="62" y="9"/>
                      </a:cubicBezTo>
                      <a:cubicBezTo>
                        <a:pt x="62" y="6"/>
                        <a:pt x="62" y="3"/>
                        <a:pt x="62" y="0"/>
                      </a:cubicBezTo>
                      <a:cubicBezTo>
                        <a:pt x="55" y="0"/>
                        <a:pt x="55" y="0"/>
                        <a:pt x="55" y="0"/>
                      </a:cubicBezTo>
                      <a:cubicBezTo>
                        <a:pt x="36" y="3"/>
                        <a:pt x="18" y="6"/>
                        <a:pt x="0" y="9"/>
                      </a:cubicBezTo>
                      <a:cubicBezTo>
                        <a:pt x="0" y="37"/>
                        <a:pt x="0" y="65"/>
                        <a:pt x="0" y="93"/>
                      </a:cubicBezTo>
                      <a:cubicBezTo>
                        <a:pt x="18" y="96"/>
                        <a:pt x="36" y="99"/>
                        <a:pt x="54" y="102"/>
                      </a:cubicBezTo>
                      <a:lnTo>
                        <a:pt x="62" y="102"/>
                      </a:lnTo>
                      <a:close/>
                      <a:moveTo>
                        <a:pt x="62" y="81"/>
                      </a:moveTo>
                      <a:cubicBezTo>
                        <a:pt x="65" y="81"/>
                        <a:pt x="68" y="81"/>
                        <a:pt x="71" y="81"/>
                      </a:cubicBezTo>
                      <a:cubicBezTo>
                        <a:pt x="71" y="78"/>
                        <a:pt x="71" y="75"/>
                        <a:pt x="71" y="73"/>
                      </a:cubicBezTo>
                      <a:cubicBezTo>
                        <a:pt x="68" y="73"/>
                        <a:pt x="65" y="73"/>
                        <a:pt x="62" y="73"/>
                      </a:cubicBezTo>
                      <a:cubicBezTo>
                        <a:pt x="62" y="71"/>
                        <a:pt x="62" y="69"/>
                        <a:pt x="62" y="68"/>
                      </a:cubicBezTo>
                      <a:cubicBezTo>
                        <a:pt x="65" y="68"/>
                        <a:pt x="68" y="68"/>
                        <a:pt x="71" y="68"/>
                      </a:cubicBezTo>
                      <a:cubicBezTo>
                        <a:pt x="71" y="65"/>
                        <a:pt x="71" y="62"/>
                        <a:pt x="71" y="59"/>
                      </a:cubicBezTo>
                      <a:cubicBezTo>
                        <a:pt x="68" y="59"/>
                        <a:pt x="65" y="59"/>
                        <a:pt x="62" y="59"/>
                      </a:cubicBezTo>
                      <a:cubicBezTo>
                        <a:pt x="62" y="58"/>
                        <a:pt x="62" y="56"/>
                        <a:pt x="62" y="55"/>
                      </a:cubicBezTo>
                      <a:cubicBezTo>
                        <a:pt x="65" y="55"/>
                        <a:pt x="68" y="55"/>
                        <a:pt x="71" y="55"/>
                      </a:cubicBezTo>
                      <a:cubicBezTo>
                        <a:pt x="71" y="52"/>
                        <a:pt x="71" y="49"/>
                        <a:pt x="71" y="46"/>
                      </a:cubicBezTo>
                      <a:cubicBezTo>
                        <a:pt x="68" y="46"/>
                        <a:pt x="65" y="46"/>
                        <a:pt x="62" y="46"/>
                      </a:cubicBezTo>
                      <a:cubicBezTo>
                        <a:pt x="62" y="45"/>
                        <a:pt x="62" y="43"/>
                        <a:pt x="62" y="41"/>
                      </a:cubicBezTo>
                      <a:cubicBezTo>
                        <a:pt x="65" y="41"/>
                        <a:pt x="68" y="41"/>
                        <a:pt x="71" y="41"/>
                      </a:cubicBezTo>
                      <a:cubicBezTo>
                        <a:pt x="71" y="39"/>
                        <a:pt x="71" y="36"/>
                        <a:pt x="71" y="33"/>
                      </a:cubicBezTo>
                      <a:cubicBezTo>
                        <a:pt x="68" y="33"/>
                        <a:pt x="65" y="33"/>
                        <a:pt x="62" y="33"/>
                      </a:cubicBezTo>
                      <a:cubicBezTo>
                        <a:pt x="62" y="31"/>
                        <a:pt x="62" y="30"/>
                        <a:pt x="62" y="28"/>
                      </a:cubicBezTo>
                      <a:cubicBezTo>
                        <a:pt x="65" y="28"/>
                        <a:pt x="68" y="28"/>
                        <a:pt x="71" y="28"/>
                      </a:cubicBezTo>
                      <a:cubicBezTo>
                        <a:pt x="71" y="26"/>
                        <a:pt x="71" y="23"/>
                        <a:pt x="71" y="20"/>
                      </a:cubicBezTo>
                      <a:cubicBezTo>
                        <a:pt x="68" y="20"/>
                        <a:pt x="65" y="20"/>
                        <a:pt x="62" y="20"/>
                      </a:cubicBezTo>
                      <a:cubicBezTo>
                        <a:pt x="62" y="18"/>
                        <a:pt x="62" y="15"/>
                        <a:pt x="62" y="13"/>
                      </a:cubicBezTo>
                      <a:cubicBezTo>
                        <a:pt x="75" y="13"/>
                        <a:pt x="88" y="13"/>
                        <a:pt x="101" y="13"/>
                      </a:cubicBezTo>
                      <a:cubicBezTo>
                        <a:pt x="101" y="38"/>
                        <a:pt x="101" y="63"/>
                        <a:pt x="101" y="88"/>
                      </a:cubicBezTo>
                      <a:cubicBezTo>
                        <a:pt x="88" y="88"/>
                        <a:pt x="75" y="88"/>
                        <a:pt x="62" y="88"/>
                      </a:cubicBezTo>
                      <a:cubicBezTo>
                        <a:pt x="62" y="86"/>
                        <a:pt x="62" y="83"/>
                        <a:pt x="62" y="81"/>
                      </a:cubicBezTo>
                      <a:close/>
                      <a:moveTo>
                        <a:pt x="35" y="70"/>
                      </a:moveTo>
                      <a:cubicBezTo>
                        <a:pt x="33" y="65"/>
                        <a:pt x="30" y="60"/>
                        <a:pt x="29" y="55"/>
                      </a:cubicBezTo>
                      <a:cubicBezTo>
                        <a:pt x="27" y="60"/>
                        <a:pt x="25" y="64"/>
                        <a:pt x="23" y="69"/>
                      </a:cubicBezTo>
                      <a:cubicBezTo>
                        <a:pt x="20" y="69"/>
                        <a:pt x="18" y="69"/>
                        <a:pt x="15" y="69"/>
                      </a:cubicBezTo>
                      <a:cubicBezTo>
                        <a:pt x="18" y="63"/>
                        <a:pt x="21" y="57"/>
                        <a:pt x="24" y="51"/>
                      </a:cubicBezTo>
                      <a:cubicBezTo>
                        <a:pt x="22" y="44"/>
                        <a:pt x="19" y="38"/>
                        <a:pt x="16" y="32"/>
                      </a:cubicBezTo>
                      <a:cubicBezTo>
                        <a:pt x="19" y="32"/>
                        <a:pt x="21" y="32"/>
                        <a:pt x="24" y="32"/>
                      </a:cubicBezTo>
                      <a:cubicBezTo>
                        <a:pt x="26" y="36"/>
                        <a:pt x="28" y="41"/>
                        <a:pt x="29" y="46"/>
                      </a:cubicBezTo>
                      <a:cubicBezTo>
                        <a:pt x="31" y="41"/>
                        <a:pt x="33" y="36"/>
                        <a:pt x="35" y="31"/>
                      </a:cubicBezTo>
                      <a:cubicBezTo>
                        <a:pt x="38" y="31"/>
                        <a:pt x="40" y="31"/>
                        <a:pt x="43" y="31"/>
                      </a:cubicBezTo>
                      <a:cubicBezTo>
                        <a:pt x="40" y="37"/>
                        <a:pt x="37" y="44"/>
                        <a:pt x="33" y="50"/>
                      </a:cubicBezTo>
                      <a:cubicBezTo>
                        <a:pt x="37" y="57"/>
                        <a:pt x="40" y="64"/>
                        <a:pt x="43" y="70"/>
                      </a:cubicBezTo>
                      <a:cubicBezTo>
                        <a:pt x="40" y="70"/>
                        <a:pt x="38" y="70"/>
                        <a:pt x="35" y="70"/>
                      </a:cubicBezTo>
                      <a:close/>
                    </a:path>
                  </a:pathLst>
                </a:custGeom>
                <a:solidFill>
                  <a:schemeClr val="accent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9619" tIns="44810" rIns="89619" bIns="44810" numCol="1" anchor="t" anchorCtr="0" compatLnSpc="1">
                  <a:prstTxWarp prst="textNoShape">
                    <a:avLst/>
                  </a:prstTxWarp>
                </a:bodyPr>
                <a:lstStyle/>
                <a:p>
                  <a:endParaRPr lang="en-US" sz="1764"/>
                </a:p>
              </p:txBody>
            </p:sp>
            <p:sp>
              <p:nvSpPr>
                <p:cNvPr id="21" name="Freeform 19"/>
                <p:cNvSpPr>
                  <a:spLocks noEditPoints="1"/>
                </p:cNvSpPr>
                <p:nvPr/>
              </p:nvSpPr>
              <p:spPr bwMode="auto">
                <a:xfrm>
                  <a:off x="8915400" y="1285876"/>
                  <a:ext cx="79375" cy="284163"/>
                </a:xfrm>
                <a:custGeom>
                  <a:avLst/>
                  <a:gdLst>
                    <a:gd name="T0" fmla="*/ 17 w 17"/>
                    <a:gd name="T1" fmla="*/ 61 h 61"/>
                    <a:gd name="T2" fmla="*/ 0 w 17"/>
                    <a:gd name="T3" fmla="*/ 61 h 61"/>
                    <a:gd name="T4" fmla="*/ 0 w 17"/>
                    <a:gd name="T5" fmla="*/ 53 h 61"/>
                    <a:gd name="T6" fmla="*/ 17 w 17"/>
                    <a:gd name="T7" fmla="*/ 53 h 61"/>
                    <a:gd name="T8" fmla="*/ 17 w 17"/>
                    <a:gd name="T9" fmla="*/ 61 h 61"/>
                    <a:gd name="T10" fmla="*/ 17 w 17"/>
                    <a:gd name="T11" fmla="*/ 48 h 61"/>
                    <a:gd name="T12" fmla="*/ 0 w 17"/>
                    <a:gd name="T13" fmla="*/ 48 h 61"/>
                    <a:gd name="T14" fmla="*/ 0 w 17"/>
                    <a:gd name="T15" fmla="*/ 39 h 61"/>
                    <a:gd name="T16" fmla="*/ 17 w 17"/>
                    <a:gd name="T17" fmla="*/ 39 h 61"/>
                    <a:gd name="T18" fmla="*/ 17 w 17"/>
                    <a:gd name="T19" fmla="*/ 48 h 61"/>
                    <a:gd name="T20" fmla="*/ 17 w 17"/>
                    <a:gd name="T21" fmla="*/ 35 h 61"/>
                    <a:gd name="T22" fmla="*/ 0 w 17"/>
                    <a:gd name="T23" fmla="*/ 35 h 61"/>
                    <a:gd name="T24" fmla="*/ 0 w 17"/>
                    <a:gd name="T25" fmla="*/ 26 h 61"/>
                    <a:gd name="T26" fmla="*/ 17 w 17"/>
                    <a:gd name="T27" fmla="*/ 26 h 61"/>
                    <a:gd name="T28" fmla="*/ 17 w 17"/>
                    <a:gd name="T29" fmla="*/ 35 h 61"/>
                    <a:gd name="T30" fmla="*/ 17 w 17"/>
                    <a:gd name="T31" fmla="*/ 21 h 61"/>
                    <a:gd name="T32" fmla="*/ 0 w 17"/>
                    <a:gd name="T33" fmla="*/ 21 h 61"/>
                    <a:gd name="T34" fmla="*/ 0 w 17"/>
                    <a:gd name="T35" fmla="*/ 13 h 61"/>
                    <a:gd name="T36" fmla="*/ 17 w 17"/>
                    <a:gd name="T37" fmla="*/ 13 h 61"/>
                    <a:gd name="T38" fmla="*/ 17 w 17"/>
                    <a:gd name="T39" fmla="*/ 21 h 61"/>
                    <a:gd name="T40" fmla="*/ 17 w 17"/>
                    <a:gd name="T41" fmla="*/ 8 h 61"/>
                    <a:gd name="T42" fmla="*/ 0 w 17"/>
                    <a:gd name="T43" fmla="*/ 8 h 61"/>
                    <a:gd name="T44" fmla="*/ 0 w 17"/>
                    <a:gd name="T45" fmla="*/ 0 h 61"/>
                    <a:gd name="T46" fmla="*/ 17 w 17"/>
                    <a:gd name="T47" fmla="*/ 0 h 61"/>
                    <a:gd name="T48" fmla="*/ 17 w 17"/>
                    <a:gd name="T49" fmla="*/ 8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7" h="61">
                      <a:moveTo>
                        <a:pt x="17" y="61"/>
                      </a:moveTo>
                      <a:cubicBezTo>
                        <a:pt x="11" y="61"/>
                        <a:pt x="6" y="61"/>
                        <a:pt x="0" y="61"/>
                      </a:cubicBezTo>
                      <a:cubicBezTo>
                        <a:pt x="0" y="58"/>
                        <a:pt x="0" y="55"/>
                        <a:pt x="0" y="53"/>
                      </a:cubicBezTo>
                      <a:cubicBezTo>
                        <a:pt x="6" y="53"/>
                        <a:pt x="11" y="53"/>
                        <a:pt x="17" y="53"/>
                      </a:cubicBezTo>
                      <a:cubicBezTo>
                        <a:pt x="17" y="55"/>
                        <a:pt x="17" y="58"/>
                        <a:pt x="17" y="61"/>
                      </a:cubicBezTo>
                      <a:close/>
                      <a:moveTo>
                        <a:pt x="17" y="48"/>
                      </a:moveTo>
                      <a:cubicBezTo>
                        <a:pt x="11" y="48"/>
                        <a:pt x="6" y="48"/>
                        <a:pt x="0" y="48"/>
                      </a:cubicBezTo>
                      <a:cubicBezTo>
                        <a:pt x="0" y="45"/>
                        <a:pt x="0" y="42"/>
                        <a:pt x="0" y="39"/>
                      </a:cubicBezTo>
                      <a:cubicBezTo>
                        <a:pt x="6" y="39"/>
                        <a:pt x="11" y="39"/>
                        <a:pt x="17" y="39"/>
                      </a:cubicBezTo>
                      <a:cubicBezTo>
                        <a:pt x="17" y="42"/>
                        <a:pt x="17" y="45"/>
                        <a:pt x="17" y="48"/>
                      </a:cubicBezTo>
                      <a:close/>
                      <a:moveTo>
                        <a:pt x="17" y="35"/>
                      </a:moveTo>
                      <a:cubicBezTo>
                        <a:pt x="11" y="35"/>
                        <a:pt x="6" y="35"/>
                        <a:pt x="0" y="35"/>
                      </a:cubicBezTo>
                      <a:cubicBezTo>
                        <a:pt x="0" y="32"/>
                        <a:pt x="0" y="29"/>
                        <a:pt x="0" y="26"/>
                      </a:cubicBezTo>
                      <a:cubicBezTo>
                        <a:pt x="6" y="26"/>
                        <a:pt x="11" y="26"/>
                        <a:pt x="17" y="26"/>
                      </a:cubicBezTo>
                      <a:cubicBezTo>
                        <a:pt x="17" y="29"/>
                        <a:pt x="17" y="32"/>
                        <a:pt x="17" y="35"/>
                      </a:cubicBezTo>
                      <a:close/>
                      <a:moveTo>
                        <a:pt x="17" y="21"/>
                      </a:moveTo>
                      <a:cubicBezTo>
                        <a:pt x="11" y="21"/>
                        <a:pt x="6" y="21"/>
                        <a:pt x="0" y="21"/>
                      </a:cubicBezTo>
                      <a:cubicBezTo>
                        <a:pt x="0" y="19"/>
                        <a:pt x="0" y="16"/>
                        <a:pt x="0" y="13"/>
                      </a:cubicBezTo>
                      <a:cubicBezTo>
                        <a:pt x="6" y="13"/>
                        <a:pt x="11" y="13"/>
                        <a:pt x="17" y="13"/>
                      </a:cubicBezTo>
                      <a:cubicBezTo>
                        <a:pt x="17" y="16"/>
                        <a:pt x="17" y="19"/>
                        <a:pt x="17" y="21"/>
                      </a:cubicBezTo>
                      <a:close/>
                      <a:moveTo>
                        <a:pt x="17" y="8"/>
                      </a:moveTo>
                      <a:cubicBezTo>
                        <a:pt x="11" y="8"/>
                        <a:pt x="6" y="8"/>
                        <a:pt x="0" y="8"/>
                      </a:cubicBezTo>
                      <a:cubicBezTo>
                        <a:pt x="0" y="6"/>
                        <a:pt x="0" y="3"/>
                        <a:pt x="0" y="0"/>
                      </a:cubicBezTo>
                      <a:cubicBezTo>
                        <a:pt x="6" y="0"/>
                        <a:pt x="11" y="0"/>
                        <a:pt x="17" y="0"/>
                      </a:cubicBezTo>
                      <a:cubicBezTo>
                        <a:pt x="17" y="3"/>
                        <a:pt x="17" y="6"/>
                        <a:pt x="17" y="8"/>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9619" tIns="44810" rIns="89619" bIns="44810" numCol="1" anchor="t" anchorCtr="0" compatLnSpc="1">
                  <a:prstTxWarp prst="textNoShape">
                    <a:avLst/>
                  </a:prstTxWarp>
                </a:bodyPr>
                <a:lstStyle/>
                <a:p>
                  <a:endParaRPr lang="en-US" sz="1764"/>
                </a:p>
              </p:txBody>
            </p:sp>
            <p:sp>
              <p:nvSpPr>
                <p:cNvPr id="22" name="Freeform 20"/>
                <p:cNvSpPr>
                  <a:spLocks/>
                </p:cNvSpPr>
                <p:nvPr/>
              </p:nvSpPr>
              <p:spPr bwMode="auto">
                <a:xfrm>
                  <a:off x="8915400" y="1285876"/>
                  <a:ext cx="79375" cy="36513"/>
                </a:xfrm>
                <a:custGeom>
                  <a:avLst/>
                  <a:gdLst>
                    <a:gd name="T0" fmla="*/ 0 w 17"/>
                    <a:gd name="T1" fmla="*/ 8 h 8"/>
                    <a:gd name="T2" fmla="*/ 17 w 17"/>
                    <a:gd name="T3" fmla="*/ 8 h 8"/>
                    <a:gd name="T4" fmla="*/ 17 w 17"/>
                    <a:gd name="T5" fmla="*/ 0 h 8"/>
                    <a:gd name="T6" fmla="*/ 0 w 17"/>
                    <a:gd name="T7" fmla="*/ 0 h 8"/>
                    <a:gd name="T8" fmla="*/ 0 w 17"/>
                    <a:gd name="T9" fmla="*/ 8 h 8"/>
                  </a:gdLst>
                  <a:ahLst/>
                  <a:cxnLst>
                    <a:cxn ang="0">
                      <a:pos x="T0" y="T1"/>
                    </a:cxn>
                    <a:cxn ang="0">
                      <a:pos x="T2" y="T3"/>
                    </a:cxn>
                    <a:cxn ang="0">
                      <a:pos x="T4" y="T5"/>
                    </a:cxn>
                    <a:cxn ang="0">
                      <a:pos x="T6" y="T7"/>
                    </a:cxn>
                    <a:cxn ang="0">
                      <a:pos x="T8" y="T9"/>
                    </a:cxn>
                  </a:cxnLst>
                  <a:rect l="0" t="0" r="r" b="b"/>
                  <a:pathLst>
                    <a:path w="17" h="8">
                      <a:moveTo>
                        <a:pt x="0" y="8"/>
                      </a:moveTo>
                      <a:cubicBezTo>
                        <a:pt x="6" y="8"/>
                        <a:pt x="11" y="8"/>
                        <a:pt x="17" y="8"/>
                      </a:cubicBezTo>
                      <a:cubicBezTo>
                        <a:pt x="17" y="6"/>
                        <a:pt x="17" y="3"/>
                        <a:pt x="17" y="0"/>
                      </a:cubicBezTo>
                      <a:cubicBezTo>
                        <a:pt x="11" y="0"/>
                        <a:pt x="6" y="0"/>
                        <a:pt x="0" y="0"/>
                      </a:cubicBezTo>
                      <a:cubicBezTo>
                        <a:pt x="0" y="3"/>
                        <a:pt x="0" y="6"/>
                        <a:pt x="0" y="8"/>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9619" tIns="44810" rIns="89619" bIns="44810" numCol="1" anchor="t" anchorCtr="0" compatLnSpc="1">
                  <a:prstTxWarp prst="textNoShape">
                    <a:avLst/>
                  </a:prstTxWarp>
                </a:bodyPr>
                <a:lstStyle/>
                <a:p>
                  <a:endParaRPr lang="en-US" sz="1764"/>
                </a:p>
              </p:txBody>
            </p:sp>
            <p:sp>
              <p:nvSpPr>
                <p:cNvPr id="25" name="Freeform 21"/>
                <p:cNvSpPr>
                  <a:spLocks/>
                </p:cNvSpPr>
                <p:nvPr/>
              </p:nvSpPr>
              <p:spPr bwMode="auto">
                <a:xfrm>
                  <a:off x="8915400" y="1346201"/>
                  <a:ext cx="79375" cy="36513"/>
                </a:xfrm>
                <a:custGeom>
                  <a:avLst/>
                  <a:gdLst>
                    <a:gd name="T0" fmla="*/ 0 w 17"/>
                    <a:gd name="T1" fmla="*/ 8 h 8"/>
                    <a:gd name="T2" fmla="*/ 17 w 17"/>
                    <a:gd name="T3" fmla="*/ 8 h 8"/>
                    <a:gd name="T4" fmla="*/ 17 w 17"/>
                    <a:gd name="T5" fmla="*/ 0 h 8"/>
                    <a:gd name="T6" fmla="*/ 0 w 17"/>
                    <a:gd name="T7" fmla="*/ 0 h 8"/>
                    <a:gd name="T8" fmla="*/ 0 w 17"/>
                    <a:gd name="T9" fmla="*/ 8 h 8"/>
                  </a:gdLst>
                  <a:ahLst/>
                  <a:cxnLst>
                    <a:cxn ang="0">
                      <a:pos x="T0" y="T1"/>
                    </a:cxn>
                    <a:cxn ang="0">
                      <a:pos x="T2" y="T3"/>
                    </a:cxn>
                    <a:cxn ang="0">
                      <a:pos x="T4" y="T5"/>
                    </a:cxn>
                    <a:cxn ang="0">
                      <a:pos x="T6" y="T7"/>
                    </a:cxn>
                    <a:cxn ang="0">
                      <a:pos x="T8" y="T9"/>
                    </a:cxn>
                  </a:cxnLst>
                  <a:rect l="0" t="0" r="r" b="b"/>
                  <a:pathLst>
                    <a:path w="17" h="8">
                      <a:moveTo>
                        <a:pt x="0" y="8"/>
                      </a:moveTo>
                      <a:cubicBezTo>
                        <a:pt x="6" y="8"/>
                        <a:pt x="11" y="8"/>
                        <a:pt x="17" y="8"/>
                      </a:cubicBezTo>
                      <a:cubicBezTo>
                        <a:pt x="17" y="6"/>
                        <a:pt x="17" y="3"/>
                        <a:pt x="17" y="0"/>
                      </a:cubicBezTo>
                      <a:cubicBezTo>
                        <a:pt x="11" y="0"/>
                        <a:pt x="6" y="0"/>
                        <a:pt x="0" y="0"/>
                      </a:cubicBezTo>
                      <a:cubicBezTo>
                        <a:pt x="0" y="3"/>
                        <a:pt x="0" y="6"/>
                        <a:pt x="0" y="8"/>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9619" tIns="44810" rIns="89619" bIns="44810" numCol="1" anchor="t" anchorCtr="0" compatLnSpc="1">
                  <a:prstTxWarp prst="textNoShape">
                    <a:avLst/>
                  </a:prstTxWarp>
                </a:bodyPr>
                <a:lstStyle/>
                <a:p>
                  <a:endParaRPr lang="en-US" sz="1764"/>
                </a:p>
              </p:txBody>
            </p:sp>
            <p:sp>
              <p:nvSpPr>
                <p:cNvPr id="27" name="Freeform 22"/>
                <p:cNvSpPr>
                  <a:spLocks/>
                </p:cNvSpPr>
                <p:nvPr/>
              </p:nvSpPr>
              <p:spPr bwMode="auto">
                <a:xfrm>
                  <a:off x="8915400" y="1406526"/>
                  <a:ext cx="79375" cy="41275"/>
                </a:xfrm>
                <a:custGeom>
                  <a:avLst/>
                  <a:gdLst>
                    <a:gd name="T0" fmla="*/ 0 w 17"/>
                    <a:gd name="T1" fmla="*/ 9 h 9"/>
                    <a:gd name="T2" fmla="*/ 17 w 17"/>
                    <a:gd name="T3" fmla="*/ 9 h 9"/>
                    <a:gd name="T4" fmla="*/ 17 w 17"/>
                    <a:gd name="T5" fmla="*/ 0 h 9"/>
                    <a:gd name="T6" fmla="*/ 0 w 17"/>
                    <a:gd name="T7" fmla="*/ 0 h 9"/>
                    <a:gd name="T8" fmla="*/ 0 w 17"/>
                    <a:gd name="T9" fmla="*/ 9 h 9"/>
                  </a:gdLst>
                  <a:ahLst/>
                  <a:cxnLst>
                    <a:cxn ang="0">
                      <a:pos x="T0" y="T1"/>
                    </a:cxn>
                    <a:cxn ang="0">
                      <a:pos x="T2" y="T3"/>
                    </a:cxn>
                    <a:cxn ang="0">
                      <a:pos x="T4" y="T5"/>
                    </a:cxn>
                    <a:cxn ang="0">
                      <a:pos x="T6" y="T7"/>
                    </a:cxn>
                    <a:cxn ang="0">
                      <a:pos x="T8" y="T9"/>
                    </a:cxn>
                  </a:cxnLst>
                  <a:rect l="0" t="0" r="r" b="b"/>
                  <a:pathLst>
                    <a:path w="17" h="9">
                      <a:moveTo>
                        <a:pt x="0" y="9"/>
                      </a:moveTo>
                      <a:cubicBezTo>
                        <a:pt x="6" y="9"/>
                        <a:pt x="11" y="9"/>
                        <a:pt x="17" y="9"/>
                      </a:cubicBezTo>
                      <a:cubicBezTo>
                        <a:pt x="17" y="6"/>
                        <a:pt x="17" y="3"/>
                        <a:pt x="17" y="0"/>
                      </a:cubicBezTo>
                      <a:cubicBezTo>
                        <a:pt x="11" y="0"/>
                        <a:pt x="6" y="0"/>
                        <a:pt x="0" y="0"/>
                      </a:cubicBezTo>
                      <a:cubicBezTo>
                        <a:pt x="0" y="3"/>
                        <a:pt x="0" y="6"/>
                        <a:pt x="0" y="9"/>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9619" tIns="44810" rIns="89619" bIns="44810" numCol="1" anchor="t" anchorCtr="0" compatLnSpc="1">
                  <a:prstTxWarp prst="textNoShape">
                    <a:avLst/>
                  </a:prstTxWarp>
                </a:bodyPr>
                <a:lstStyle/>
                <a:p>
                  <a:endParaRPr lang="en-US" sz="1764"/>
                </a:p>
              </p:txBody>
            </p:sp>
            <p:sp>
              <p:nvSpPr>
                <p:cNvPr id="28" name="Freeform 23"/>
                <p:cNvSpPr>
                  <a:spLocks/>
                </p:cNvSpPr>
                <p:nvPr/>
              </p:nvSpPr>
              <p:spPr bwMode="auto">
                <a:xfrm>
                  <a:off x="8915400" y="1466851"/>
                  <a:ext cx="79375" cy="42863"/>
                </a:xfrm>
                <a:custGeom>
                  <a:avLst/>
                  <a:gdLst>
                    <a:gd name="T0" fmla="*/ 0 w 17"/>
                    <a:gd name="T1" fmla="*/ 9 h 9"/>
                    <a:gd name="T2" fmla="*/ 17 w 17"/>
                    <a:gd name="T3" fmla="*/ 9 h 9"/>
                    <a:gd name="T4" fmla="*/ 17 w 17"/>
                    <a:gd name="T5" fmla="*/ 0 h 9"/>
                    <a:gd name="T6" fmla="*/ 0 w 17"/>
                    <a:gd name="T7" fmla="*/ 0 h 9"/>
                    <a:gd name="T8" fmla="*/ 0 w 17"/>
                    <a:gd name="T9" fmla="*/ 9 h 9"/>
                  </a:gdLst>
                  <a:ahLst/>
                  <a:cxnLst>
                    <a:cxn ang="0">
                      <a:pos x="T0" y="T1"/>
                    </a:cxn>
                    <a:cxn ang="0">
                      <a:pos x="T2" y="T3"/>
                    </a:cxn>
                    <a:cxn ang="0">
                      <a:pos x="T4" y="T5"/>
                    </a:cxn>
                    <a:cxn ang="0">
                      <a:pos x="T6" y="T7"/>
                    </a:cxn>
                    <a:cxn ang="0">
                      <a:pos x="T8" y="T9"/>
                    </a:cxn>
                  </a:cxnLst>
                  <a:rect l="0" t="0" r="r" b="b"/>
                  <a:pathLst>
                    <a:path w="17" h="9">
                      <a:moveTo>
                        <a:pt x="0" y="9"/>
                      </a:moveTo>
                      <a:cubicBezTo>
                        <a:pt x="6" y="9"/>
                        <a:pt x="11" y="9"/>
                        <a:pt x="17" y="9"/>
                      </a:cubicBezTo>
                      <a:cubicBezTo>
                        <a:pt x="17" y="6"/>
                        <a:pt x="17" y="3"/>
                        <a:pt x="17" y="0"/>
                      </a:cubicBezTo>
                      <a:cubicBezTo>
                        <a:pt x="11" y="0"/>
                        <a:pt x="6" y="0"/>
                        <a:pt x="0" y="0"/>
                      </a:cubicBezTo>
                      <a:cubicBezTo>
                        <a:pt x="0" y="3"/>
                        <a:pt x="0" y="6"/>
                        <a:pt x="0" y="9"/>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9619" tIns="44810" rIns="89619" bIns="44810" numCol="1" anchor="t" anchorCtr="0" compatLnSpc="1">
                  <a:prstTxWarp prst="textNoShape">
                    <a:avLst/>
                  </a:prstTxWarp>
                </a:bodyPr>
                <a:lstStyle/>
                <a:p>
                  <a:endParaRPr lang="en-US" sz="1764"/>
                </a:p>
              </p:txBody>
            </p:sp>
            <p:sp>
              <p:nvSpPr>
                <p:cNvPr id="29" name="Freeform 24"/>
                <p:cNvSpPr>
                  <a:spLocks/>
                </p:cNvSpPr>
                <p:nvPr/>
              </p:nvSpPr>
              <p:spPr bwMode="auto">
                <a:xfrm>
                  <a:off x="8915400" y="1531938"/>
                  <a:ext cx="79375" cy="38100"/>
                </a:xfrm>
                <a:custGeom>
                  <a:avLst/>
                  <a:gdLst>
                    <a:gd name="T0" fmla="*/ 0 w 17"/>
                    <a:gd name="T1" fmla="*/ 8 h 8"/>
                    <a:gd name="T2" fmla="*/ 17 w 17"/>
                    <a:gd name="T3" fmla="*/ 8 h 8"/>
                    <a:gd name="T4" fmla="*/ 17 w 17"/>
                    <a:gd name="T5" fmla="*/ 0 h 8"/>
                    <a:gd name="T6" fmla="*/ 0 w 17"/>
                    <a:gd name="T7" fmla="*/ 0 h 8"/>
                    <a:gd name="T8" fmla="*/ 0 w 17"/>
                    <a:gd name="T9" fmla="*/ 8 h 8"/>
                  </a:gdLst>
                  <a:ahLst/>
                  <a:cxnLst>
                    <a:cxn ang="0">
                      <a:pos x="T0" y="T1"/>
                    </a:cxn>
                    <a:cxn ang="0">
                      <a:pos x="T2" y="T3"/>
                    </a:cxn>
                    <a:cxn ang="0">
                      <a:pos x="T4" y="T5"/>
                    </a:cxn>
                    <a:cxn ang="0">
                      <a:pos x="T6" y="T7"/>
                    </a:cxn>
                    <a:cxn ang="0">
                      <a:pos x="T8" y="T9"/>
                    </a:cxn>
                  </a:cxnLst>
                  <a:rect l="0" t="0" r="r" b="b"/>
                  <a:pathLst>
                    <a:path w="17" h="8">
                      <a:moveTo>
                        <a:pt x="0" y="8"/>
                      </a:moveTo>
                      <a:cubicBezTo>
                        <a:pt x="6" y="8"/>
                        <a:pt x="11" y="8"/>
                        <a:pt x="17" y="8"/>
                      </a:cubicBezTo>
                      <a:cubicBezTo>
                        <a:pt x="17" y="5"/>
                        <a:pt x="17" y="2"/>
                        <a:pt x="17" y="0"/>
                      </a:cubicBezTo>
                      <a:cubicBezTo>
                        <a:pt x="11" y="0"/>
                        <a:pt x="6" y="0"/>
                        <a:pt x="0" y="0"/>
                      </a:cubicBezTo>
                      <a:cubicBezTo>
                        <a:pt x="0" y="2"/>
                        <a:pt x="0" y="5"/>
                        <a:pt x="0" y="8"/>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9619" tIns="44810" rIns="89619" bIns="44810" numCol="1" anchor="t" anchorCtr="0" compatLnSpc="1">
                  <a:prstTxWarp prst="textNoShape">
                    <a:avLst/>
                  </a:prstTxWarp>
                </a:bodyPr>
                <a:lstStyle/>
                <a:p>
                  <a:endParaRPr lang="en-US" sz="1764"/>
                </a:p>
              </p:txBody>
            </p:sp>
          </p:grpSp>
          <p:sp>
            <p:nvSpPr>
              <p:cNvPr id="30" name="Freeform 25"/>
              <p:cNvSpPr>
                <a:spLocks noEditPoints="1"/>
              </p:cNvSpPr>
              <p:nvPr/>
            </p:nvSpPr>
            <p:spPr bwMode="auto">
              <a:xfrm>
                <a:off x="6734540" y="2057985"/>
                <a:ext cx="1600201" cy="1549932"/>
              </a:xfrm>
              <a:custGeom>
                <a:avLst/>
                <a:gdLst>
                  <a:gd name="T0" fmla="*/ 65 w 65"/>
                  <a:gd name="T1" fmla="*/ 8 h 63"/>
                  <a:gd name="T2" fmla="*/ 62 w 65"/>
                  <a:gd name="T3" fmla="*/ 6 h 63"/>
                  <a:gd name="T4" fmla="*/ 38 w 65"/>
                  <a:gd name="T5" fmla="*/ 6 h 63"/>
                  <a:gd name="T6" fmla="*/ 38 w 65"/>
                  <a:gd name="T7" fmla="*/ 0 h 63"/>
                  <a:gd name="T8" fmla="*/ 34 w 65"/>
                  <a:gd name="T9" fmla="*/ 0 h 63"/>
                  <a:gd name="T10" fmla="*/ 0 w 65"/>
                  <a:gd name="T11" fmla="*/ 6 h 63"/>
                  <a:gd name="T12" fmla="*/ 0 w 65"/>
                  <a:gd name="T13" fmla="*/ 57 h 63"/>
                  <a:gd name="T14" fmla="*/ 34 w 65"/>
                  <a:gd name="T15" fmla="*/ 63 h 63"/>
                  <a:gd name="T16" fmla="*/ 38 w 65"/>
                  <a:gd name="T17" fmla="*/ 63 h 63"/>
                  <a:gd name="T18" fmla="*/ 38 w 65"/>
                  <a:gd name="T19" fmla="*/ 57 h 63"/>
                  <a:gd name="T20" fmla="*/ 60 w 65"/>
                  <a:gd name="T21" fmla="*/ 57 h 63"/>
                  <a:gd name="T22" fmla="*/ 64 w 65"/>
                  <a:gd name="T23" fmla="*/ 56 h 63"/>
                  <a:gd name="T24" fmla="*/ 65 w 65"/>
                  <a:gd name="T25" fmla="*/ 52 h 63"/>
                  <a:gd name="T26" fmla="*/ 65 w 65"/>
                  <a:gd name="T27" fmla="*/ 8 h 63"/>
                  <a:gd name="T28" fmla="*/ 25 w 65"/>
                  <a:gd name="T29" fmla="*/ 41 h 63"/>
                  <a:gd name="T30" fmla="*/ 20 w 65"/>
                  <a:gd name="T31" fmla="*/ 41 h 63"/>
                  <a:gd name="T32" fmla="*/ 17 w 65"/>
                  <a:gd name="T33" fmla="*/ 27 h 63"/>
                  <a:gd name="T34" fmla="*/ 14 w 65"/>
                  <a:gd name="T35" fmla="*/ 41 h 63"/>
                  <a:gd name="T36" fmla="*/ 10 w 65"/>
                  <a:gd name="T37" fmla="*/ 40 h 63"/>
                  <a:gd name="T38" fmla="*/ 6 w 65"/>
                  <a:gd name="T39" fmla="*/ 21 h 63"/>
                  <a:gd name="T40" fmla="*/ 10 w 65"/>
                  <a:gd name="T41" fmla="*/ 21 h 63"/>
                  <a:gd name="T42" fmla="*/ 12 w 65"/>
                  <a:gd name="T43" fmla="*/ 35 h 63"/>
                  <a:gd name="T44" fmla="*/ 16 w 65"/>
                  <a:gd name="T45" fmla="*/ 21 h 63"/>
                  <a:gd name="T46" fmla="*/ 20 w 65"/>
                  <a:gd name="T47" fmla="*/ 20 h 63"/>
                  <a:gd name="T48" fmla="*/ 23 w 65"/>
                  <a:gd name="T49" fmla="*/ 35 h 63"/>
                  <a:gd name="T50" fmla="*/ 25 w 65"/>
                  <a:gd name="T51" fmla="*/ 20 h 63"/>
                  <a:gd name="T52" fmla="*/ 30 w 65"/>
                  <a:gd name="T53" fmla="*/ 20 h 63"/>
                  <a:gd name="T54" fmla="*/ 25 w 65"/>
                  <a:gd name="T55" fmla="*/ 41 h 63"/>
                  <a:gd name="T56" fmla="*/ 63 w 65"/>
                  <a:gd name="T57" fmla="*/ 55 h 63"/>
                  <a:gd name="T58" fmla="*/ 38 w 65"/>
                  <a:gd name="T59" fmla="*/ 55 h 63"/>
                  <a:gd name="T60" fmla="*/ 38 w 65"/>
                  <a:gd name="T61" fmla="*/ 49 h 63"/>
                  <a:gd name="T62" fmla="*/ 57 w 65"/>
                  <a:gd name="T63" fmla="*/ 49 h 63"/>
                  <a:gd name="T64" fmla="*/ 57 w 65"/>
                  <a:gd name="T65" fmla="*/ 46 h 63"/>
                  <a:gd name="T66" fmla="*/ 38 w 65"/>
                  <a:gd name="T67" fmla="*/ 46 h 63"/>
                  <a:gd name="T68" fmla="*/ 38 w 65"/>
                  <a:gd name="T69" fmla="*/ 42 h 63"/>
                  <a:gd name="T70" fmla="*/ 57 w 65"/>
                  <a:gd name="T71" fmla="*/ 42 h 63"/>
                  <a:gd name="T72" fmla="*/ 57 w 65"/>
                  <a:gd name="T73" fmla="*/ 39 h 63"/>
                  <a:gd name="T74" fmla="*/ 38 w 65"/>
                  <a:gd name="T75" fmla="*/ 39 h 63"/>
                  <a:gd name="T76" fmla="*/ 38 w 65"/>
                  <a:gd name="T77" fmla="*/ 36 h 63"/>
                  <a:gd name="T78" fmla="*/ 57 w 65"/>
                  <a:gd name="T79" fmla="*/ 36 h 63"/>
                  <a:gd name="T80" fmla="*/ 57 w 65"/>
                  <a:gd name="T81" fmla="*/ 33 h 63"/>
                  <a:gd name="T82" fmla="*/ 38 w 65"/>
                  <a:gd name="T83" fmla="*/ 33 h 63"/>
                  <a:gd name="T84" fmla="*/ 38 w 65"/>
                  <a:gd name="T85" fmla="*/ 29 h 63"/>
                  <a:gd name="T86" fmla="*/ 57 w 65"/>
                  <a:gd name="T87" fmla="*/ 29 h 63"/>
                  <a:gd name="T88" fmla="*/ 57 w 65"/>
                  <a:gd name="T89" fmla="*/ 26 h 63"/>
                  <a:gd name="T90" fmla="*/ 38 w 65"/>
                  <a:gd name="T91" fmla="*/ 26 h 63"/>
                  <a:gd name="T92" fmla="*/ 38 w 65"/>
                  <a:gd name="T93" fmla="*/ 22 h 63"/>
                  <a:gd name="T94" fmla="*/ 57 w 65"/>
                  <a:gd name="T95" fmla="*/ 22 h 63"/>
                  <a:gd name="T96" fmla="*/ 57 w 65"/>
                  <a:gd name="T97" fmla="*/ 19 h 63"/>
                  <a:gd name="T98" fmla="*/ 38 w 65"/>
                  <a:gd name="T99" fmla="*/ 19 h 63"/>
                  <a:gd name="T100" fmla="*/ 38 w 65"/>
                  <a:gd name="T101" fmla="*/ 16 h 63"/>
                  <a:gd name="T102" fmla="*/ 57 w 65"/>
                  <a:gd name="T103" fmla="*/ 16 h 63"/>
                  <a:gd name="T104" fmla="*/ 57 w 65"/>
                  <a:gd name="T105" fmla="*/ 13 h 63"/>
                  <a:gd name="T106" fmla="*/ 38 w 65"/>
                  <a:gd name="T107" fmla="*/ 13 h 63"/>
                  <a:gd name="T108" fmla="*/ 38 w 65"/>
                  <a:gd name="T109" fmla="*/ 8 h 63"/>
                  <a:gd name="T110" fmla="*/ 63 w 65"/>
                  <a:gd name="T111" fmla="*/ 8 h 63"/>
                  <a:gd name="T112" fmla="*/ 63 w 65"/>
                  <a:gd name="T113" fmla="*/ 55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65" h="63">
                    <a:moveTo>
                      <a:pt x="65" y="8"/>
                    </a:moveTo>
                    <a:cubicBezTo>
                      <a:pt x="65" y="7"/>
                      <a:pt x="64" y="5"/>
                      <a:pt x="62" y="6"/>
                    </a:cubicBezTo>
                    <a:cubicBezTo>
                      <a:pt x="54" y="5"/>
                      <a:pt x="46" y="6"/>
                      <a:pt x="38" y="6"/>
                    </a:cubicBezTo>
                    <a:cubicBezTo>
                      <a:pt x="38" y="4"/>
                      <a:pt x="38" y="2"/>
                      <a:pt x="38" y="0"/>
                    </a:cubicBezTo>
                    <a:cubicBezTo>
                      <a:pt x="34" y="0"/>
                      <a:pt x="34" y="0"/>
                      <a:pt x="34" y="0"/>
                    </a:cubicBezTo>
                    <a:cubicBezTo>
                      <a:pt x="23" y="2"/>
                      <a:pt x="12" y="4"/>
                      <a:pt x="0" y="6"/>
                    </a:cubicBezTo>
                    <a:cubicBezTo>
                      <a:pt x="0" y="23"/>
                      <a:pt x="0" y="40"/>
                      <a:pt x="0" y="57"/>
                    </a:cubicBezTo>
                    <a:cubicBezTo>
                      <a:pt x="12" y="59"/>
                      <a:pt x="23" y="61"/>
                      <a:pt x="34" y="63"/>
                    </a:cubicBezTo>
                    <a:cubicBezTo>
                      <a:pt x="38" y="63"/>
                      <a:pt x="38" y="63"/>
                      <a:pt x="38" y="63"/>
                    </a:cubicBezTo>
                    <a:cubicBezTo>
                      <a:pt x="38" y="61"/>
                      <a:pt x="38" y="59"/>
                      <a:pt x="38" y="57"/>
                    </a:cubicBezTo>
                    <a:cubicBezTo>
                      <a:pt x="46" y="57"/>
                      <a:pt x="53" y="57"/>
                      <a:pt x="60" y="57"/>
                    </a:cubicBezTo>
                    <a:cubicBezTo>
                      <a:pt x="62" y="57"/>
                      <a:pt x="63" y="57"/>
                      <a:pt x="64" y="56"/>
                    </a:cubicBezTo>
                    <a:cubicBezTo>
                      <a:pt x="65" y="55"/>
                      <a:pt x="65" y="53"/>
                      <a:pt x="65" y="52"/>
                    </a:cubicBezTo>
                    <a:cubicBezTo>
                      <a:pt x="65" y="37"/>
                      <a:pt x="65" y="23"/>
                      <a:pt x="65" y="8"/>
                    </a:cubicBezTo>
                    <a:close/>
                    <a:moveTo>
                      <a:pt x="25" y="41"/>
                    </a:moveTo>
                    <a:cubicBezTo>
                      <a:pt x="24" y="42"/>
                      <a:pt x="22" y="41"/>
                      <a:pt x="20" y="41"/>
                    </a:cubicBezTo>
                    <a:cubicBezTo>
                      <a:pt x="19" y="36"/>
                      <a:pt x="18" y="31"/>
                      <a:pt x="17" y="27"/>
                    </a:cubicBezTo>
                    <a:cubicBezTo>
                      <a:pt x="16" y="31"/>
                      <a:pt x="15" y="36"/>
                      <a:pt x="14" y="41"/>
                    </a:cubicBezTo>
                    <a:cubicBezTo>
                      <a:pt x="13" y="41"/>
                      <a:pt x="12" y="41"/>
                      <a:pt x="10" y="40"/>
                    </a:cubicBezTo>
                    <a:cubicBezTo>
                      <a:pt x="9" y="34"/>
                      <a:pt x="8" y="28"/>
                      <a:pt x="6" y="21"/>
                    </a:cubicBezTo>
                    <a:cubicBezTo>
                      <a:pt x="8" y="21"/>
                      <a:pt x="9" y="21"/>
                      <a:pt x="10" y="21"/>
                    </a:cubicBezTo>
                    <a:cubicBezTo>
                      <a:pt x="11" y="26"/>
                      <a:pt x="12" y="30"/>
                      <a:pt x="12" y="35"/>
                    </a:cubicBezTo>
                    <a:cubicBezTo>
                      <a:pt x="13" y="30"/>
                      <a:pt x="14" y="25"/>
                      <a:pt x="16" y="21"/>
                    </a:cubicBezTo>
                    <a:cubicBezTo>
                      <a:pt x="17" y="21"/>
                      <a:pt x="18" y="21"/>
                      <a:pt x="20" y="20"/>
                    </a:cubicBezTo>
                    <a:cubicBezTo>
                      <a:pt x="21" y="25"/>
                      <a:pt x="22" y="30"/>
                      <a:pt x="23" y="35"/>
                    </a:cubicBezTo>
                    <a:cubicBezTo>
                      <a:pt x="24" y="30"/>
                      <a:pt x="24" y="25"/>
                      <a:pt x="25" y="20"/>
                    </a:cubicBezTo>
                    <a:cubicBezTo>
                      <a:pt x="27" y="20"/>
                      <a:pt x="28" y="20"/>
                      <a:pt x="30" y="20"/>
                    </a:cubicBezTo>
                    <a:cubicBezTo>
                      <a:pt x="28" y="27"/>
                      <a:pt x="27" y="34"/>
                      <a:pt x="25" y="41"/>
                    </a:cubicBezTo>
                    <a:close/>
                    <a:moveTo>
                      <a:pt x="63" y="55"/>
                    </a:moveTo>
                    <a:cubicBezTo>
                      <a:pt x="55" y="55"/>
                      <a:pt x="46" y="55"/>
                      <a:pt x="38" y="55"/>
                    </a:cubicBezTo>
                    <a:cubicBezTo>
                      <a:pt x="38" y="53"/>
                      <a:pt x="38" y="51"/>
                      <a:pt x="38" y="49"/>
                    </a:cubicBezTo>
                    <a:cubicBezTo>
                      <a:pt x="45" y="49"/>
                      <a:pt x="51" y="49"/>
                      <a:pt x="57" y="49"/>
                    </a:cubicBezTo>
                    <a:cubicBezTo>
                      <a:pt x="57" y="48"/>
                      <a:pt x="57" y="47"/>
                      <a:pt x="57" y="46"/>
                    </a:cubicBezTo>
                    <a:cubicBezTo>
                      <a:pt x="51" y="46"/>
                      <a:pt x="45" y="46"/>
                      <a:pt x="38" y="46"/>
                    </a:cubicBezTo>
                    <a:cubicBezTo>
                      <a:pt x="38" y="45"/>
                      <a:pt x="38" y="43"/>
                      <a:pt x="38" y="42"/>
                    </a:cubicBezTo>
                    <a:cubicBezTo>
                      <a:pt x="45" y="42"/>
                      <a:pt x="51" y="42"/>
                      <a:pt x="57" y="42"/>
                    </a:cubicBezTo>
                    <a:cubicBezTo>
                      <a:pt x="57" y="41"/>
                      <a:pt x="57" y="40"/>
                      <a:pt x="57" y="39"/>
                    </a:cubicBezTo>
                    <a:cubicBezTo>
                      <a:pt x="51" y="39"/>
                      <a:pt x="45" y="39"/>
                      <a:pt x="38" y="39"/>
                    </a:cubicBezTo>
                    <a:cubicBezTo>
                      <a:pt x="38" y="38"/>
                      <a:pt x="38" y="37"/>
                      <a:pt x="38" y="36"/>
                    </a:cubicBezTo>
                    <a:cubicBezTo>
                      <a:pt x="45" y="36"/>
                      <a:pt x="51" y="36"/>
                      <a:pt x="57" y="36"/>
                    </a:cubicBezTo>
                    <a:cubicBezTo>
                      <a:pt x="57" y="35"/>
                      <a:pt x="57" y="34"/>
                      <a:pt x="57" y="33"/>
                    </a:cubicBezTo>
                    <a:cubicBezTo>
                      <a:pt x="51" y="33"/>
                      <a:pt x="45" y="33"/>
                      <a:pt x="38" y="33"/>
                    </a:cubicBezTo>
                    <a:cubicBezTo>
                      <a:pt x="38" y="31"/>
                      <a:pt x="38" y="30"/>
                      <a:pt x="38" y="29"/>
                    </a:cubicBezTo>
                    <a:cubicBezTo>
                      <a:pt x="45" y="29"/>
                      <a:pt x="51" y="29"/>
                      <a:pt x="57" y="29"/>
                    </a:cubicBezTo>
                    <a:cubicBezTo>
                      <a:pt x="57" y="28"/>
                      <a:pt x="57" y="27"/>
                      <a:pt x="57" y="26"/>
                    </a:cubicBezTo>
                    <a:cubicBezTo>
                      <a:pt x="51" y="26"/>
                      <a:pt x="45" y="26"/>
                      <a:pt x="38" y="26"/>
                    </a:cubicBezTo>
                    <a:cubicBezTo>
                      <a:pt x="38" y="25"/>
                      <a:pt x="38" y="24"/>
                      <a:pt x="38" y="22"/>
                    </a:cubicBezTo>
                    <a:cubicBezTo>
                      <a:pt x="45" y="22"/>
                      <a:pt x="51" y="22"/>
                      <a:pt x="57" y="22"/>
                    </a:cubicBezTo>
                    <a:cubicBezTo>
                      <a:pt x="57" y="21"/>
                      <a:pt x="57" y="20"/>
                      <a:pt x="57" y="19"/>
                    </a:cubicBezTo>
                    <a:cubicBezTo>
                      <a:pt x="51" y="19"/>
                      <a:pt x="45" y="19"/>
                      <a:pt x="38" y="19"/>
                    </a:cubicBezTo>
                    <a:cubicBezTo>
                      <a:pt x="38" y="18"/>
                      <a:pt x="38" y="17"/>
                      <a:pt x="38" y="16"/>
                    </a:cubicBezTo>
                    <a:cubicBezTo>
                      <a:pt x="45" y="16"/>
                      <a:pt x="51" y="16"/>
                      <a:pt x="57" y="16"/>
                    </a:cubicBezTo>
                    <a:cubicBezTo>
                      <a:pt x="57" y="15"/>
                      <a:pt x="57" y="14"/>
                      <a:pt x="57" y="13"/>
                    </a:cubicBezTo>
                    <a:cubicBezTo>
                      <a:pt x="51" y="13"/>
                      <a:pt x="45" y="13"/>
                      <a:pt x="38" y="13"/>
                    </a:cubicBezTo>
                    <a:cubicBezTo>
                      <a:pt x="38" y="11"/>
                      <a:pt x="38" y="9"/>
                      <a:pt x="38" y="8"/>
                    </a:cubicBezTo>
                    <a:cubicBezTo>
                      <a:pt x="46" y="8"/>
                      <a:pt x="55" y="8"/>
                      <a:pt x="63" y="8"/>
                    </a:cubicBezTo>
                    <a:cubicBezTo>
                      <a:pt x="63" y="23"/>
                      <a:pt x="63" y="39"/>
                      <a:pt x="63" y="55"/>
                    </a:cubicBez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9619" tIns="44810" rIns="89619" bIns="44810" numCol="1" anchor="t" anchorCtr="0" compatLnSpc="1">
                <a:prstTxWarp prst="textNoShape">
                  <a:avLst/>
                </a:prstTxWarp>
              </a:bodyPr>
              <a:lstStyle/>
              <a:p>
                <a:endParaRPr lang="en-US" sz="1764"/>
              </a:p>
            </p:txBody>
          </p:sp>
        </p:grpSp>
      </p:grpSp>
      <p:sp>
        <p:nvSpPr>
          <p:cNvPr id="31" name="Rectangle 30"/>
          <p:cNvSpPr/>
          <p:nvPr/>
        </p:nvSpPr>
        <p:spPr>
          <a:xfrm>
            <a:off x="5208612" y="5046562"/>
            <a:ext cx="2384385" cy="745000"/>
          </a:xfrm>
          <a:prstGeom prst="rect">
            <a:avLst/>
          </a:prstGeom>
          <a:solidFill>
            <a:schemeClr val="accent2"/>
          </a:solidFill>
          <a:ln cap="sq">
            <a:solidFill>
              <a:schemeClr val="tx1"/>
            </a:solidFill>
            <a:miter lim="800000"/>
          </a:ln>
        </p:spPr>
        <p:style>
          <a:lnRef idx="2">
            <a:schemeClr val="accent2">
              <a:shade val="50000"/>
            </a:schemeClr>
          </a:lnRef>
          <a:fillRef idx="1">
            <a:schemeClr val="accent2"/>
          </a:fillRef>
          <a:effectRef idx="0">
            <a:schemeClr val="accent2"/>
          </a:effectRef>
          <a:fontRef idx="minor">
            <a:schemeClr val="lt1"/>
          </a:fontRef>
        </p:style>
        <p:txBody>
          <a:bodyPr lIns="146304" tIns="91440" rIns="146304" bIns="91440" rtlCol="0" anchor="ctr"/>
          <a:lstStyle/>
          <a:p>
            <a:pPr marL="285750" indent="-227013">
              <a:lnSpc>
                <a:spcPct val="90000"/>
              </a:lnSpc>
              <a:spcBef>
                <a:spcPts val="600"/>
              </a:spcBef>
            </a:pPr>
            <a:r>
              <a:rPr lang="en-US" sz="1600" b="1" dirty="0" smtClean="0">
                <a:gradFill>
                  <a:gsLst>
                    <a:gs pos="94000">
                      <a:schemeClr val="bg1"/>
                    </a:gs>
                    <a:gs pos="62000">
                      <a:schemeClr val="bg1"/>
                    </a:gs>
                  </a:gsLst>
                  <a:lin ang="5400000" scaled="0"/>
                </a:gradFill>
              </a:rPr>
              <a:t>6: If exception, catch callback is called</a:t>
            </a:r>
            <a:endParaRPr lang="en-US" sz="1600" b="1" dirty="0">
              <a:gradFill>
                <a:gsLst>
                  <a:gs pos="94000">
                    <a:schemeClr val="bg1"/>
                  </a:gs>
                  <a:gs pos="62000">
                    <a:schemeClr val="bg1"/>
                  </a:gs>
                </a:gsLst>
                <a:lin ang="5400000" scaled="0"/>
              </a:gradFill>
            </a:endParaRPr>
          </a:p>
        </p:txBody>
      </p:sp>
      <p:sp>
        <p:nvSpPr>
          <p:cNvPr id="32" name="TextBox 31"/>
          <p:cNvSpPr txBox="1"/>
          <p:nvPr/>
        </p:nvSpPr>
        <p:spPr>
          <a:xfrm>
            <a:off x="436563" y="1463231"/>
            <a:ext cx="4855464" cy="3724096"/>
          </a:xfrm>
          <a:prstGeom prst="rect">
            <a:avLst/>
          </a:prstGeom>
          <a:noFill/>
        </p:spPr>
        <p:txBody>
          <a:bodyPr wrap="square" lIns="0" tIns="0" rIns="0" bIns="0" rtlCol="0">
            <a:spAutoFit/>
          </a:bodyPr>
          <a:lstStyle/>
          <a:p>
            <a:r>
              <a:rPr lang="en-US" sz="1100" dirty="0" err="1">
                <a:solidFill>
                  <a:srgbClr val="000000"/>
                </a:solidFill>
                <a:highlight>
                  <a:srgbClr val="FFFFFF"/>
                </a:highlight>
                <a:latin typeface="Consolas" panose="020B0609020204030204" pitchFamily="49" charset="0"/>
              </a:rPr>
              <a:t>Excel.run</a:t>
            </a:r>
            <a:r>
              <a:rPr lang="en-US" sz="1100" dirty="0">
                <a:solidFill>
                  <a:srgbClr val="000000"/>
                </a:solidFill>
                <a:highlight>
                  <a:srgbClr val="FFFFFF"/>
                </a:highlight>
                <a:latin typeface="Consolas" panose="020B0609020204030204" pitchFamily="49" charset="0"/>
              </a:rPr>
              <a:t>(</a:t>
            </a:r>
            <a:r>
              <a:rPr lang="en-US" sz="1100" dirty="0">
                <a:solidFill>
                  <a:srgbClr val="0000FF"/>
                </a:solidFill>
                <a:highlight>
                  <a:srgbClr val="FFFFFF"/>
                </a:highlight>
                <a:latin typeface="Consolas" panose="020B0609020204030204" pitchFamily="49" charset="0"/>
              </a:rPr>
              <a:t>function</a:t>
            </a:r>
            <a:r>
              <a:rPr lang="en-US" sz="1100" dirty="0">
                <a:solidFill>
                  <a:srgbClr val="000000"/>
                </a:solidFill>
                <a:highlight>
                  <a:srgbClr val="FFFFFF"/>
                </a:highlight>
                <a:latin typeface="Consolas" panose="020B0609020204030204" pitchFamily="49" charset="0"/>
              </a:rPr>
              <a:t> (</a:t>
            </a:r>
            <a:r>
              <a:rPr lang="en-US" sz="1100" dirty="0" err="1">
                <a:solidFill>
                  <a:srgbClr val="000000"/>
                </a:solidFill>
                <a:highlight>
                  <a:srgbClr val="FFFFFF"/>
                </a:highlight>
                <a:latin typeface="Consolas" panose="020B0609020204030204" pitchFamily="49" charset="0"/>
              </a:rPr>
              <a:t>ctx</a:t>
            </a:r>
            <a:r>
              <a:rPr lang="en-US" sz="1100" dirty="0">
                <a:solidFill>
                  <a:srgbClr val="000000"/>
                </a:solidFill>
                <a:highlight>
                  <a:srgbClr val="FFFFFF"/>
                </a:highlight>
                <a:latin typeface="Consolas" panose="020B0609020204030204" pitchFamily="49" charset="0"/>
              </a:rPr>
              <a:t>) {</a:t>
            </a:r>
          </a:p>
          <a:p>
            <a:r>
              <a:rPr lang="en-US" sz="1100" smtClean="0">
                <a:solidFill>
                  <a:srgbClr val="008000"/>
                </a:solidFill>
                <a:highlight>
                  <a:srgbClr val="FFFFFF"/>
                </a:highlight>
                <a:latin typeface="Consolas" panose="020B0609020204030204" pitchFamily="49" charset="0"/>
              </a:rPr>
              <a:t>    // </a:t>
            </a:r>
            <a:r>
              <a:rPr lang="en-US" sz="1100" dirty="0">
                <a:solidFill>
                  <a:srgbClr val="008000"/>
                </a:solidFill>
                <a:highlight>
                  <a:srgbClr val="FFFFFF"/>
                </a:highlight>
                <a:latin typeface="Consolas" panose="020B0609020204030204" pitchFamily="49" charset="0"/>
              </a:rPr>
              <a:t>Create a proxy object for the active worksheet</a:t>
            </a:r>
            <a:endParaRPr lang="en-US" sz="1100" dirty="0">
              <a:solidFill>
                <a:srgbClr val="000000"/>
              </a:solidFill>
              <a:highlight>
                <a:srgbClr val="FFFFFF"/>
              </a:highlight>
              <a:latin typeface="Consolas" panose="020B0609020204030204" pitchFamily="49" charset="0"/>
            </a:endParaRPr>
          </a:p>
          <a:p>
            <a:r>
              <a:rPr lang="en-US" sz="1100" smtClean="0">
                <a:solidFill>
                  <a:srgbClr val="008000"/>
                </a:solidFill>
                <a:highlight>
                  <a:srgbClr val="FFFFFF"/>
                </a:highlight>
                <a:latin typeface="Consolas" panose="020B0609020204030204" pitchFamily="49" charset="0"/>
              </a:rPr>
              <a:t>    </a:t>
            </a:r>
            <a:r>
              <a:rPr lang="en-US" sz="1100" smtClean="0">
                <a:solidFill>
                  <a:srgbClr val="0000FF"/>
                </a:solidFill>
                <a:highlight>
                  <a:srgbClr val="FFFFFF"/>
                </a:highlight>
                <a:latin typeface="Consolas" panose="020B0609020204030204" pitchFamily="49" charset="0"/>
              </a:rPr>
              <a:t>var</a:t>
            </a:r>
            <a:r>
              <a:rPr lang="en-US" sz="1100" smtClean="0">
                <a:solidFill>
                  <a:srgbClr val="000000"/>
                </a:solidFill>
                <a:highlight>
                  <a:srgbClr val="FFFFFF"/>
                </a:highlight>
                <a:latin typeface="Consolas" panose="020B0609020204030204" pitchFamily="49" charset="0"/>
              </a:rPr>
              <a:t> </a:t>
            </a:r>
            <a:r>
              <a:rPr lang="en-US" sz="1100" dirty="0">
                <a:solidFill>
                  <a:srgbClr val="000000"/>
                </a:solidFill>
                <a:highlight>
                  <a:srgbClr val="FFFFFF"/>
                </a:highlight>
                <a:latin typeface="Consolas" panose="020B0609020204030204" pitchFamily="49" charset="0"/>
              </a:rPr>
              <a:t>sheet = </a:t>
            </a:r>
            <a:r>
              <a:rPr lang="en-US" sz="1100" dirty="0" err="1">
                <a:solidFill>
                  <a:srgbClr val="000000"/>
                </a:solidFill>
                <a:highlight>
                  <a:srgbClr val="FFFFFF"/>
                </a:highlight>
                <a:latin typeface="Consolas" panose="020B0609020204030204" pitchFamily="49" charset="0"/>
              </a:rPr>
              <a:t>ctx.workbook.worksheets.getActiveWorksheet</a:t>
            </a:r>
            <a:r>
              <a:rPr lang="en-US" sz="1100" dirty="0">
                <a:solidFill>
                  <a:srgbClr val="000000"/>
                </a:solidFill>
                <a:highlight>
                  <a:srgbClr val="FFFFFF"/>
                </a:highlight>
                <a:latin typeface="Consolas" panose="020B0609020204030204" pitchFamily="49" charset="0"/>
              </a:rPr>
              <a:t>();</a:t>
            </a:r>
          </a:p>
          <a:p>
            <a:r>
              <a:rPr lang="en-US" sz="1100" smtClean="0">
                <a:solidFill>
                  <a:srgbClr val="000000"/>
                </a:solidFill>
                <a:highlight>
                  <a:srgbClr val="FFFFFF"/>
                </a:highlight>
                <a:latin typeface="Consolas" panose="020B0609020204030204" pitchFamily="49" charset="0"/>
              </a:rPr>
              <a:t>    sheet.getRange</a:t>
            </a:r>
            <a:r>
              <a:rPr lang="en-US" sz="1100" dirty="0">
                <a:solidFill>
                  <a:srgbClr val="000000"/>
                </a:solidFill>
                <a:highlight>
                  <a:srgbClr val="FFFFFF"/>
                </a:highlight>
                <a:latin typeface="Consolas" panose="020B0609020204030204" pitchFamily="49" charset="0"/>
              </a:rPr>
              <a:t>(</a:t>
            </a:r>
            <a:r>
              <a:rPr lang="en-US" sz="1100" dirty="0">
                <a:solidFill>
                  <a:srgbClr val="A31515"/>
                </a:solidFill>
                <a:highlight>
                  <a:srgbClr val="FFFFFF"/>
                </a:highlight>
                <a:latin typeface="Consolas" panose="020B0609020204030204" pitchFamily="49" charset="0"/>
              </a:rPr>
              <a:t>"A1"</a:t>
            </a:r>
            <a:r>
              <a:rPr lang="en-US" sz="1100" dirty="0">
                <a:solidFill>
                  <a:srgbClr val="000000"/>
                </a:solidFill>
                <a:highlight>
                  <a:srgbClr val="FFFFFF"/>
                </a:highlight>
                <a:latin typeface="Consolas" panose="020B0609020204030204" pitchFamily="49" charset="0"/>
              </a:rPr>
              <a:t>).values = </a:t>
            </a:r>
            <a:r>
              <a:rPr lang="en-US" sz="1100" dirty="0">
                <a:solidFill>
                  <a:srgbClr val="A31515"/>
                </a:solidFill>
                <a:highlight>
                  <a:srgbClr val="FFFFFF"/>
                </a:highlight>
                <a:latin typeface="Consolas" panose="020B0609020204030204" pitchFamily="49" charset="0"/>
              </a:rPr>
              <a:t>"Quarterly Sales Report"</a:t>
            </a:r>
            <a:r>
              <a:rPr lang="en-US" sz="1100" dirty="0">
                <a:solidFill>
                  <a:srgbClr val="000000"/>
                </a:solidFill>
                <a:highlight>
                  <a:srgbClr val="FFFFFF"/>
                </a:highlight>
                <a:latin typeface="Consolas" panose="020B0609020204030204" pitchFamily="49" charset="0"/>
              </a:rPr>
              <a:t>;</a:t>
            </a:r>
          </a:p>
          <a:p>
            <a:r>
              <a:rPr lang="en-US" sz="1100" smtClean="0">
                <a:solidFill>
                  <a:srgbClr val="000000"/>
                </a:solidFill>
                <a:highlight>
                  <a:srgbClr val="FFFFFF"/>
                </a:highlight>
                <a:latin typeface="Consolas" panose="020B0609020204030204" pitchFamily="49" charset="0"/>
              </a:rPr>
              <a:t>    sheet.getRange</a:t>
            </a:r>
            <a:r>
              <a:rPr lang="en-US" sz="1100" dirty="0">
                <a:solidFill>
                  <a:srgbClr val="000000"/>
                </a:solidFill>
                <a:highlight>
                  <a:srgbClr val="FFFFFF"/>
                </a:highlight>
                <a:latin typeface="Consolas" panose="020B0609020204030204" pitchFamily="49" charset="0"/>
              </a:rPr>
              <a:t>(</a:t>
            </a:r>
            <a:r>
              <a:rPr lang="en-US" sz="1100" dirty="0">
                <a:solidFill>
                  <a:srgbClr val="A31515"/>
                </a:solidFill>
                <a:highlight>
                  <a:srgbClr val="FFFFFF"/>
                </a:highlight>
                <a:latin typeface="Consolas" panose="020B0609020204030204" pitchFamily="49" charset="0"/>
              </a:rPr>
              <a:t>"A1"</a:t>
            </a:r>
            <a:r>
              <a:rPr lang="en-US" sz="1100" dirty="0">
                <a:solidFill>
                  <a:srgbClr val="000000"/>
                </a:solidFill>
                <a:highlight>
                  <a:srgbClr val="FFFFFF"/>
                </a:highlight>
                <a:latin typeface="Consolas" panose="020B0609020204030204" pitchFamily="49" charset="0"/>
              </a:rPr>
              <a:t>).format.font.name = </a:t>
            </a:r>
            <a:r>
              <a:rPr lang="en-US" sz="1100" dirty="0">
                <a:solidFill>
                  <a:srgbClr val="A31515"/>
                </a:solidFill>
                <a:highlight>
                  <a:srgbClr val="FFFFFF"/>
                </a:highlight>
                <a:latin typeface="Consolas" panose="020B0609020204030204" pitchFamily="49" charset="0"/>
              </a:rPr>
              <a:t>"Century"</a:t>
            </a:r>
            <a:r>
              <a:rPr lang="en-US" sz="1100" dirty="0">
                <a:solidFill>
                  <a:srgbClr val="000000"/>
                </a:solidFill>
                <a:highlight>
                  <a:srgbClr val="FFFFFF"/>
                </a:highlight>
                <a:latin typeface="Consolas" panose="020B0609020204030204" pitchFamily="49" charset="0"/>
              </a:rPr>
              <a:t>;</a:t>
            </a:r>
          </a:p>
          <a:p>
            <a:r>
              <a:rPr lang="en-US" sz="1100" smtClean="0">
                <a:solidFill>
                  <a:srgbClr val="000000"/>
                </a:solidFill>
                <a:highlight>
                  <a:srgbClr val="FFFFFF"/>
                </a:highlight>
                <a:latin typeface="Consolas" panose="020B0609020204030204" pitchFamily="49" charset="0"/>
              </a:rPr>
              <a:t>    sheet.getRange</a:t>
            </a:r>
            <a:r>
              <a:rPr lang="en-US" sz="1100" dirty="0">
                <a:solidFill>
                  <a:srgbClr val="000000"/>
                </a:solidFill>
                <a:highlight>
                  <a:srgbClr val="FFFFFF"/>
                </a:highlight>
                <a:latin typeface="Consolas" panose="020B0609020204030204" pitchFamily="49" charset="0"/>
              </a:rPr>
              <a:t>(</a:t>
            </a:r>
            <a:r>
              <a:rPr lang="en-US" sz="1100" dirty="0">
                <a:solidFill>
                  <a:srgbClr val="A31515"/>
                </a:solidFill>
                <a:highlight>
                  <a:srgbClr val="FFFFFF"/>
                </a:highlight>
                <a:latin typeface="Consolas" panose="020B0609020204030204" pitchFamily="49" charset="0"/>
              </a:rPr>
              <a:t>"A1"</a:t>
            </a:r>
            <a:r>
              <a:rPr lang="en-US" sz="1100" dirty="0">
                <a:solidFill>
                  <a:srgbClr val="000000"/>
                </a:solidFill>
                <a:highlight>
                  <a:srgbClr val="FFFFFF"/>
                </a:highlight>
                <a:latin typeface="Consolas" panose="020B0609020204030204" pitchFamily="49" charset="0"/>
              </a:rPr>
              <a:t>).</a:t>
            </a:r>
            <a:r>
              <a:rPr lang="en-US" sz="1100" dirty="0" err="1">
                <a:solidFill>
                  <a:srgbClr val="000000"/>
                </a:solidFill>
                <a:highlight>
                  <a:srgbClr val="FFFFFF"/>
                </a:highlight>
                <a:latin typeface="Consolas" panose="020B0609020204030204" pitchFamily="49" charset="0"/>
              </a:rPr>
              <a:t>format.font.size</a:t>
            </a:r>
            <a:r>
              <a:rPr lang="en-US" sz="1100" dirty="0">
                <a:solidFill>
                  <a:srgbClr val="000000"/>
                </a:solidFill>
                <a:highlight>
                  <a:srgbClr val="FFFFFF"/>
                </a:highlight>
                <a:latin typeface="Consolas" panose="020B0609020204030204" pitchFamily="49" charset="0"/>
              </a:rPr>
              <a:t> = 26;</a:t>
            </a:r>
          </a:p>
          <a:p>
            <a:r>
              <a:rPr lang="en-US" sz="1100" smtClean="0">
                <a:solidFill>
                  <a:srgbClr val="0000FF"/>
                </a:solidFill>
                <a:highlight>
                  <a:srgbClr val="FFFFFF"/>
                </a:highlight>
                <a:latin typeface="Consolas" panose="020B0609020204030204" pitchFamily="49" charset="0"/>
              </a:rPr>
              <a:t>    var</a:t>
            </a:r>
            <a:r>
              <a:rPr lang="en-US" sz="1100" smtClean="0">
                <a:solidFill>
                  <a:srgbClr val="000000"/>
                </a:solidFill>
                <a:highlight>
                  <a:srgbClr val="FFFFFF"/>
                </a:highlight>
                <a:latin typeface="Consolas" panose="020B0609020204030204" pitchFamily="49" charset="0"/>
              </a:rPr>
              <a:t> </a:t>
            </a:r>
            <a:r>
              <a:rPr lang="en-US" sz="1100" dirty="0">
                <a:solidFill>
                  <a:srgbClr val="000000"/>
                </a:solidFill>
                <a:highlight>
                  <a:srgbClr val="FFFFFF"/>
                </a:highlight>
                <a:latin typeface="Consolas" panose="020B0609020204030204" pitchFamily="49" charset="0"/>
              </a:rPr>
              <a:t>range = </a:t>
            </a:r>
            <a:r>
              <a:rPr lang="en-US" sz="1100" dirty="0" err="1">
                <a:solidFill>
                  <a:srgbClr val="000000"/>
                </a:solidFill>
                <a:highlight>
                  <a:srgbClr val="FFFFFF"/>
                </a:highlight>
                <a:latin typeface="Consolas" panose="020B0609020204030204" pitchFamily="49" charset="0"/>
              </a:rPr>
              <a:t>sheet.getRange</a:t>
            </a:r>
            <a:r>
              <a:rPr lang="en-US" sz="1100" dirty="0">
                <a:solidFill>
                  <a:srgbClr val="000000"/>
                </a:solidFill>
                <a:highlight>
                  <a:srgbClr val="FFFFFF"/>
                </a:highlight>
                <a:latin typeface="Consolas" panose="020B0609020204030204" pitchFamily="49" charset="0"/>
              </a:rPr>
              <a:t>(</a:t>
            </a:r>
            <a:r>
              <a:rPr lang="en-US" sz="1100" dirty="0">
                <a:solidFill>
                  <a:srgbClr val="A31515"/>
                </a:solidFill>
                <a:highlight>
                  <a:srgbClr val="FFFFFF"/>
                </a:highlight>
                <a:latin typeface="Consolas" panose="020B0609020204030204" pitchFamily="49" charset="0"/>
              </a:rPr>
              <a:t>"A2:E8"</a:t>
            </a:r>
            <a:r>
              <a:rPr lang="en-US" sz="1100" dirty="0">
                <a:solidFill>
                  <a:srgbClr val="000000"/>
                </a:solidFill>
                <a:highlight>
                  <a:srgbClr val="FFFFFF"/>
                </a:highlight>
                <a:latin typeface="Consolas" panose="020B0609020204030204" pitchFamily="49" charset="0"/>
              </a:rPr>
              <a:t>);</a:t>
            </a:r>
          </a:p>
          <a:p>
            <a:r>
              <a:rPr lang="en-US" sz="1100" smtClean="0">
                <a:solidFill>
                  <a:srgbClr val="000000"/>
                </a:solidFill>
                <a:highlight>
                  <a:srgbClr val="FFFFFF"/>
                </a:highlight>
                <a:latin typeface="Consolas" panose="020B0609020204030204" pitchFamily="49" charset="0"/>
              </a:rPr>
              <a:t>    range.values </a:t>
            </a:r>
            <a:r>
              <a:rPr lang="en-US" sz="1100" dirty="0">
                <a:solidFill>
                  <a:srgbClr val="000000"/>
                </a:solidFill>
                <a:highlight>
                  <a:srgbClr val="FFFFFF"/>
                </a:highlight>
                <a:latin typeface="Consolas" panose="020B0609020204030204" pitchFamily="49" charset="0"/>
              </a:rPr>
              <a:t>= values;</a:t>
            </a:r>
          </a:p>
          <a:p>
            <a:r>
              <a:rPr lang="en-US" sz="1100" smtClean="0">
                <a:solidFill>
                  <a:srgbClr val="000000"/>
                </a:solidFill>
                <a:highlight>
                  <a:srgbClr val="FFFFFF"/>
                </a:highlight>
                <a:latin typeface="Consolas" panose="020B0609020204030204" pitchFamily="49" charset="0"/>
              </a:rPr>
              <a:t>    sheet.getRange</a:t>
            </a:r>
            <a:r>
              <a:rPr lang="en-US" sz="1100" dirty="0">
                <a:solidFill>
                  <a:srgbClr val="000000"/>
                </a:solidFill>
                <a:highlight>
                  <a:srgbClr val="FFFFFF"/>
                </a:highlight>
                <a:latin typeface="Consolas" panose="020B0609020204030204" pitchFamily="49" charset="0"/>
              </a:rPr>
              <a:t>(</a:t>
            </a:r>
            <a:r>
              <a:rPr lang="en-US" sz="1100" dirty="0">
                <a:solidFill>
                  <a:srgbClr val="A31515"/>
                </a:solidFill>
                <a:highlight>
                  <a:srgbClr val="FFFFFF"/>
                </a:highlight>
                <a:latin typeface="Consolas" panose="020B0609020204030204" pitchFamily="49" charset="0"/>
              </a:rPr>
              <a:t>"A2:E2"</a:t>
            </a:r>
            <a:r>
              <a:rPr lang="en-US" sz="1100" dirty="0">
                <a:solidFill>
                  <a:srgbClr val="000000"/>
                </a:solidFill>
                <a:highlight>
                  <a:srgbClr val="FFFFFF"/>
                </a:highlight>
                <a:latin typeface="Consolas" panose="020B0609020204030204" pitchFamily="49" charset="0"/>
              </a:rPr>
              <a:t>).</a:t>
            </a:r>
            <a:r>
              <a:rPr lang="en-US" sz="1100" dirty="0" err="1">
                <a:solidFill>
                  <a:srgbClr val="000000"/>
                </a:solidFill>
                <a:highlight>
                  <a:srgbClr val="FFFFFF"/>
                </a:highlight>
                <a:latin typeface="Consolas" panose="020B0609020204030204" pitchFamily="49" charset="0"/>
              </a:rPr>
              <a:t>format.font.bold</a:t>
            </a:r>
            <a:r>
              <a:rPr lang="en-US" sz="1100" dirty="0">
                <a:solidFill>
                  <a:srgbClr val="000000"/>
                </a:solidFill>
                <a:highlight>
                  <a:srgbClr val="FFFFFF"/>
                </a:highlight>
                <a:latin typeface="Consolas" panose="020B0609020204030204" pitchFamily="49" charset="0"/>
              </a:rPr>
              <a:t> = </a:t>
            </a:r>
            <a:r>
              <a:rPr lang="en-US" sz="1100" dirty="0">
                <a:solidFill>
                  <a:srgbClr val="0000FF"/>
                </a:solidFill>
                <a:highlight>
                  <a:srgbClr val="FFFFFF"/>
                </a:highlight>
                <a:latin typeface="Consolas" panose="020B0609020204030204" pitchFamily="49" charset="0"/>
              </a:rPr>
              <a:t>true</a:t>
            </a:r>
            <a:r>
              <a:rPr lang="en-US" sz="1100" dirty="0">
                <a:solidFill>
                  <a:srgbClr val="000000"/>
                </a:solidFill>
                <a:highlight>
                  <a:srgbClr val="FFFFFF"/>
                </a:highlight>
                <a:latin typeface="Consolas" panose="020B0609020204030204" pitchFamily="49" charset="0"/>
              </a:rPr>
              <a:t>;</a:t>
            </a:r>
          </a:p>
          <a:p>
            <a:r>
              <a:rPr lang="en-US" sz="1100" smtClean="0">
                <a:solidFill>
                  <a:srgbClr val="000000"/>
                </a:solidFill>
                <a:highlight>
                  <a:srgbClr val="FFFFFF"/>
                </a:highlight>
                <a:latin typeface="Consolas" panose="020B0609020204030204" pitchFamily="49" charset="0"/>
              </a:rPr>
              <a:t>    </a:t>
            </a:r>
            <a:r>
              <a:rPr lang="en-US" sz="1100" smtClean="0">
                <a:solidFill>
                  <a:srgbClr val="0000FF"/>
                </a:solidFill>
                <a:highlight>
                  <a:srgbClr val="FFFFFF"/>
                </a:highlight>
                <a:latin typeface="Consolas" panose="020B0609020204030204" pitchFamily="49" charset="0"/>
              </a:rPr>
              <a:t>return</a:t>
            </a:r>
            <a:r>
              <a:rPr lang="en-US" sz="1100" smtClean="0">
                <a:solidFill>
                  <a:srgbClr val="000000"/>
                </a:solidFill>
                <a:highlight>
                  <a:srgbClr val="FFFFFF"/>
                </a:highlight>
                <a:latin typeface="Consolas" panose="020B0609020204030204" pitchFamily="49" charset="0"/>
              </a:rPr>
              <a:t> </a:t>
            </a:r>
            <a:r>
              <a:rPr lang="en-US" sz="1100" dirty="0" err="1">
                <a:solidFill>
                  <a:srgbClr val="000000"/>
                </a:solidFill>
                <a:highlight>
                  <a:srgbClr val="FFFFFF"/>
                </a:highlight>
                <a:latin typeface="Consolas" panose="020B0609020204030204" pitchFamily="49" charset="0"/>
              </a:rPr>
              <a:t>ctx.sync</a:t>
            </a:r>
            <a:r>
              <a:rPr lang="en-US" sz="1100" dirty="0">
                <a:solidFill>
                  <a:srgbClr val="000000"/>
                </a:solidFill>
                <a:highlight>
                  <a:srgbClr val="FFFFFF"/>
                </a:highlight>
                <a:latin typeface="Consolas" panose="020B0609020204030204" pitchFamily="49" charset="0"/>
              </a:rPr>
              <a:t>();</a:t>
            </a:r>
          </a:p>
          <a:p>
            <a:r>
              <a:rPr lang="en-US" sz="1100" dirty="0">
                <a:solidFill>
                  <a:srgbClr val="000000"/>
                </a:solidFill>
                <a:highlight>
                  <a:srgbClr val="FFFFFF"/>
                </a:highlight>
                <a:latin typeface="Consolas" panose="020B0609020204030204" pitchFamily="49" charset="0"/>
              </a:rPr>
              <a:t>})</a:t>
            </a:r>
          </a:p>
          <a:p>
            <a:r>
              <a:rPr lang="en-US" sz="1100" dirty="0">
                <a:solidFill>
                  <a:srgbClr val="000000"/>
                </a:solidFill>
                <a:highlight>
                  <a:srgbClr val="FFFFFF"/>
                </a:highlight>
                <a:latin typeface="Consolas" panose="020B0609020204030204" pitchFamily="49" charset="0"/>
              </a:rPr>
              <a:t>.then(</a:t>
            </a:r>
            <a:r>
              <a:rPr lang="en-US" sz="1100" dirty="0">
                <a:solidFill>
                  <a:srgbClr val="0000FF"/>
                </a:solidFill>
                <a:highlight>
                  <a:srgbClr val="FFFFFF"/>
                </a:highlight>
                <a:latin typeface="Consolas" panose="020B0609020204030204" pitchFamily="49" charset="0"/>
              </a:rPr>
              <a:t>function</a:t>
            </a:r>
            <a:r>
              <a:rPr lang="en-US" sz="1100" dirty="0">
                <a:solidFill>
                  <a:srgbClr val="000000"/>
                </a:solidFill>
                <a:highlight>
                  <a:srgbClr val="FFFFFF"/>
                </a:highlight>
                <a:latin typeface="Consolas" panose="020B0609020204030204" pitchFamily="49" charset="0"/>
              </a:rPr>
              <a:t> () {</a:t>
            </a:r>
          </a:p>
          <a:p>
            <a:r>
              <a:rPr lang="en-US" sz="1100" smtClean="0">
                <a:solidFill>
                  <a:srgbClr val="000000"/>
                </a:solidFill>
                <a:highlight>
                  <a:srgbClr val="FFFFFF"/>
                </a:highlight>
                <a:latin typeface="Consolas" panose="020B0609020204030204" pitchFamily="49" charset="0"/>
              </a:rPr>
              <a:t>    app.showNotification</a:t>
            </a:r>
            <a:r>
              <a:rPr lang="en-US" sz="1100" dirty="0">
                <a:solidFill>
                  <a:srgbClr val="000000"/>
                </a:solidFill>
                <a:highlight>
                  <a:srgbClr val="FFFFFF"/>
                </a:highlight>
                <a:latin typeface="Consolas" panose="020B0609020204030204" pitchFamily="49" charset="0"/>
              </a:rPr>
              <a:t>(</a:t>
            </a:r>
            <a:r>
              <a:rPr lang="en-US" sz="1100" dirty="0">
                <a:solidFill>
                  <a:srgbClr val="A31515"/>
                </a:solidFill>
                <a:highlight>
                  <a:srgbClr val="FFFFFF"/>
                </a:highlight>
                <a:latin typeface="Consolas" panose="020B0609020204030204" pitchFamily="49" charset="0"/>
              </a:rPr>
              <a:t>"Success"</a:t>
            </a:r>
            <a:r>
              <a:rPr lang="en-US" sz="1100" dirty="0">
                <a:solidFill>
                  <a:srgbClr val="000000"/>
                </a:solidFill>
                <a:highlight>
                  <a:srgbClr val="FFFFFF"/>
                </a:highlight>
                <a:latin typeface="Consolas" panose="020B0609020204030204" pitchFamily="49" charset="0"/>
              </a:rPr>
              <a:t>);</a:t>
            </a:r>
          </a:p>
          <a:p>
            <a:r>
              <a:rPr lang="en-US" sz="1100" smtClean="0">
                <a:solidFill>
                  <a:srgbClr val="000000"/>
                </a:solidFill>
                <a:highlight>
                  <a:srgbClr val="FFFFFF"/>
                </a:highlight>
                <a:latin typeface="Consolas" panose="020B0609020204030204" pitchFamily="49" charset="0"/>
              </a:rPr>
              <a:t>    console.log</a:t>
            </a:r>
            <a:r>
              <a:rPr lang="en-US" sz="1100" dirty="0">
                <a:solidFill>
                  <a:srgbClr val="000000"/>
                </a:solidFill>
                <a:highlight>
                  <a:srgbClr val="FFFFFF"/>
                </a:highlight>
                <a:latin typeface="Consolas" panose="020B0609020204030204" pitchFamily="49" charset="0"/>
              </a:rPr>
              <a:t>(</a:t>
            </a:r>
            <a:r>
              <a:rPr lang="en-US" sz="1100" dirty="0">
                <a:solidFill>
                  <a:srgbClr val="A31515"/>
                </a:solidFill>
                <a:highlight>
                  <a:srgbClr val="FFFFFF"/>
                </a:highlight>
                <a:latin typeface="Consolas" panose="020B0609020204030204" pitchFamily="49" charset="0"/>
              </a:rPr>
              <a:t>"Success!"</a:t>
            </a:r>
            <a:r>
              <a:rPr lang="en-US" sz="1100" dirty="0">
                <a:solidFill>
                  <a:srgbClr val="000000"/>
                </a:solidFill>
                <a:highlight>
                  <a:srgbClr val="FFFFFF"/>
                </a:highlight>
                <a:latin typeface="Consolas" panose="020B0609020204030204" pitchFamily="49" charset="0"/>
              </a:rPr>
              <a:t>);</a:t>
            </a:r>
          </a:p>
          <a:p>
            <a:r>
              <a:rPr lang="en-US" sz="1100" dirty="0">
                <a:solidFill>
                  <a:srgbClr val="000000"/>
                </a:solidFill>
                <a:highlight>
                  <a:srgbClr val="FFFFFF"/>
                </a:highlight>
                <a:latin typeface="Consolas" panose="020B0609020204030204" pitchFamily="49" charset="0"/>
              </a:rPr>
              <a:t>})</a:t>
            </a:r>
          </a:p>
          <a:p>
            <a:r>
              <a:rPr lang="en-US" sz="1100" dirty="0">
                <a:solidFill>
                  <a:srgbClr val="000000"/>
                </a:solidFill>
                <a:highlight>
                  <a:srgbClr val="FFFFFF"/>
                </a:highlight>
                <a:latin typeface="Consolas" panose="020B0609020204030204" pitchFamily="49" charset="0"/>
              </a:rPr>
              <a:t>.catch(</a:t>
            </a:r>
            <a:r>
              <a:rPr lang="en-US" sz="1100" dirty="0">
                <a:solidFill>
                  <a:srgbClr val="0000FF"/>
                </a:solidFill>
                <a:highlight>
                  <a:srgbClr val="FFFFFF"/>
                </a:highlight>
                <a:latin typeface="Consolas" panose="020B0609020204030204" pitchFamily="49" charset="0"/>
              </a:rPr>
              <a:t>function</a:t>
            </a:r>
            <a:r>
              <a:rPr lang="en-US" sz="1100" dirty="0">
                <a:solidFill>
                  <a:srgbClr val="000000"/>
                </a:solidFill>
                <a:highlight>
                  <a:srgbClr val="FFFFFF"/>
                </a:highlight>
                <a:latin typeface="Consolas" panose="020B0609020204030204" pitchFamily="49" charset="0"/>
              </a:rPr>
              <a:t> (error) {</a:t>
            </a:r>
          </a:p>
          <a:p>
            <a:r>
              <a:rPr lang="en-US" sz="1100" smtClean="0">
                <a:solidFill>
                  <a:srgbClr val="000000"/>
                </a:solidFill>
                <a:highlight>
                  <a:srgbClr val="FFFFFF"/>
                </a:highlight>
                <a:latin typeface="Consolas" panose="020B0609020204030204" pitchFamily="49" charset="0"/>
              </a:rPr>
              <a:t>    app.showNotification</a:t>
            </a:r>
            <a:r>
              <a:rPr lang="en-US" sz="1100" dirty="0">
                <a:solidFill>
                  <a:srgbClr val="000000"/>
                </a:solidFill>
                <a:highlight>
                  <a:srgbClr val="FFFFFF"/>
                </a:highlight>
                <a:latin typeface="Consolas" panose="020B0609020204030204" pitchFamily="49" charset="0"/>
              </a:rPr>
              <a:t>(</a:t>
            </a:r>
            <a:r>
              <a:rPr lang="en-US" sz="1100" dirty="0">
                <a:solidFill>
                  <a:srgbClr val="A31515"/>
                </a:solidFill>
                <a:highlight>
                  <a:srgbClr val="FFFFFF"/>
                </a:highlight>
                <a:latin typeface="Consolas" panose="020B0609020204030204" pitchFamily="49" charset="0"/>
              </a:rPr>
              <a:t>"Error: "</a:t>
            </a:r>
            <a:r>
              <a:rPr lang="en-US" sz="1100" dirty="0">
                <a:solidFill>
                  <a:srgbClr val="000000"/>
                </a:solidFill>
                <a:highlight>
                  <a:srgbClr val="FFFFFF"/>
                </a:highlight>
                <a:latin typeface="Consolas" panose="020B0609020204030204" pitchFamily="49" charset="0"/>
              </a:rPr>
              <a:t> + error);</a:t>
            </a:r>
          </a:p>
          <a:p>
            <a:r>
              <a:rPr lang="en-US" sz="1100" smtClean="0">
                <a:solidFill>
                  <a:srgbClr val="000000"/>
                </a:solidFill>
                <a:highlight>
                  <a:srgbClr val="FFFFFF"/>
                </a:highlight>
                <a:latin typeface="Consolas" panose="020B0609020204030204" pitchFamily="49" charset="0"/>
              </a:rPr>
              <a:t>    console.log</a:t>
            </a:r>
            <a:r>
              <a:rPr lang="en-US" sz="1100" dirty="0">
                <a:solidFill>
                  <a:srgbClr val="000000"/>
                </a:solidFill>
                <a:highlight>
                  <a:srgbClr val="FFFFFF"/>
                </a:highlight>
                <a:latin typeface="Consolas" panose="020B0609020204030204" pitchFamily="49" charset="0"/>
              </a:rPr>
              <a:t>(</a:t>
            </a:r>
            <a:r>
              <a:rPr lang="en-US" sz="1100" dirty="0">
                <a:solidFill>
                  <a:srgbClr val="A31515"/>
                </a:solidFill>
                <a:highlight>
                  <a:srgbClr val="FFFFFF"/>
                </a:highlight>
                <a:latin typeface="Consolas" panose="020B0609020204030204" pitchFamily="49" charset="0"/>
              </a:rPr>
              <a:t>"Error: "</a:t>
            </a:r>
            <a:r>
              <a:rPr lang="en-US" sz="1100" dirty="0">
                <a:solidFill>
                  <a:srgbClr val="000000"/>
                </a:solidFill>
                <a:highlight>
                  <a:srgbClr val="FFFFFF"/>
                </a:highlight>
                <a:latin typeface="Consolas" panose="020B0609020204030204" pitchFamily="49" charset="0"/>
              </a:rPr>
              <a:t> + error);</a:t>
            </a:r>
          </a:p>
          <a:p>
            <a:r>
              <a:rPr lang="en-US" sz="1100" smtClean="0">
                <a:solidFill>
                  <a:srgbClr val="0000FF"/>
                </a:solidFill>
                <a:highlight>
                  <a:srgbClr val="FFFFFF"/>
                </a:highlight>
                <a:latin typeface="Consolas" panose="020B0609020204030204" pitchFamily="49" charset="0"/>
              </a:rPr>
              <a:t>    if</a:t>
            </a:r>
            <a:r>
              <a:rPr lang="en-US" sz="1100" smtClean="0">
                <a:solidFill>
                  <a:srgbClr val="000000"/>
                </a:solidFill>
                <a:highlight>
                  <a:srgbClr val="FFFFFF"/>
                </a:highlight>
                <a:latin typeface="Consolas" panose="020B0609020204030204" pitchFamily="49" charset="0"/>
              </a:rPr>
              <a:t> </a:t>
            </a:r>
            <a:r>
              <a:rPr lang="en-US" sz="1100" dirty="0">
                <a:solidFill>
                  <a:srgbClr val="000000"/>
                </a:solidFill>
                <a:highlight>
                  <a:srgbClr val="FFFFFF"/>
                </a:highlight>
                <a:latin typeface="Consolas" panose="020B0609020204030204" pitchFamily="49" charset="0"/>
              </a:rPr>
              <a:t>(error </a:t>
            </a:r>
            <a:r>
              <a:rPr lang="en-US" sz="1100" dirty="0" err="1">
                <a:solidFill>
                  <a:srgbClr val="0000FF"/>
                </a:solidFill>
                <a:highlight>
                  <a:srgbClr val="FFFFFF"/>
                </a:highlight>
                <a:latin typeface="Consolas" panose="020B0609020204030204" pitchFamily="49" charset="0"/>
              </a:rPr>
              <a:t>instanceof</a:t>
            </a:r>
            <a:r>
              <a:rPr lang="en-US" sz="1100" dirty="0">
                <a:solidFill>
                  <a:srgbClr val="000000"/>
                </a:solidFill>
                <a:highlight>
                  <a:srgbClr val="FFFFFF"/>
                </a:highlight>
                <a:latin typeface="Consolas" panose="020B0609020204030204" pitchFamily="49" charset="0"/>
              </a:rPr>
              <a:t> </a:t>
            </a:r>
            <a:r>
              <a:rPr lang="en-US" sz="1100" dirty="0" err="1">
                <a:solidFill>
                  <a:srgbClr val="000000"/>
                </a:solidFill>
                <a:highlight>
                  <a:srgbClr val="FFFFFF"/>
                </a:highlight>
                <a:latin typeface="Consolas" panose="020B0609020204030204" pitchFamily="49" charset="0"/>
              </a:rPr>
              <a:t>OfficeExtension.Error</a:t>
            </a:r>
            <a:r>
              <a:rPr lang="en-US" sz="1100" dirty="0">
                <a:solidFill>
                  <a:srgbClr val="000000"/>
                </a:solidFill>
                <a:highlight>
                  <a:srgbClr val="FFFFFF"/>
                </a:highlight>
                <a:latin typeface="Consolas" panose="020B0609020204030204" pitchFamily="49" charset="0"/>
              </a:rPr>
              <a:t>) {</a:t>
            </a:r>
          </a:p>
          <a:p>
            <a:r>
              <a:rPr lang="en-US" sz="1100" smtClean="0">
                <a:solidFill>
                  <a:srgbClr val="000000"/>
                </a:solidFill>
                <a:highlight>
                  <a:srgbClr val="FFFFFF"/>
                </a:highlight>
                <a:latin typeface="Consolas" panose="020B0609020204030204" pitchFamily="49" charset="0"/>
              </a:rPr>
              <a:t>        console.log</a:t>
            </a:r>
            <a:r>
              <a:rPr lang="en-US" sz="1100" dirty="0">
                <a:solidFill>
                  <a:srgbClr val="000000"/>
                </a:solidFill>
                <a:highlight>
                  <a:srgbClr val="FFFFFF"/>
                </a:highlight>
                <a:latin typeface="Consolas" panose="020B0609020204030204" pitchFamily="49" charset="0"/>
              </a:rPr>
              <a:t>(</a:t>
            </a:r>
            <a:r>
              <a:rPr lang="en-US" sz="1100" dirty="0">
                <a:solidFill>
                  <a:srgbClr val="A31515"/>
                </a:solidFill>
                <a:highlight>
                  <a:srgbClr val="FFFFFF"/>
                </a:highlight>
                <a:latin typeface="Consolas" panose="020B0609020204030204" pitchFamily="49" charset="0"/>
              </a:rPr>
              <a:t>"Debug info: </a:t>
            </a:r>
            <a:r>
              <a:rPr lang="en-US" sz="1100">
                <a:solidFill>
                  <a:srgbClr val="A31515"/>
                </a:solidFill>
                <a:highlight>
                  <a:srgbClr val="FFFFFF"/>
                </a:highlight>
                <a:latin typeface="Consolas" panose="020B0609020204030204" pitchFamily="49" charset="0"/>
              </a:rPr>
              <a:t>"</a:t>
            </a:r>
            <a:r>
              <a:rPr lang="en-US" sz="1100">
                <a:solidFill>
                  <a:srgbClr val="000000"/>
                </a:solidFill>
                <a:highlight>
                  <a:srgbClr val="FFFFFF"/>
                </a:highlight>
                <a:latin typeface="Consolas" panose="020B0609020204030204" pitchFamily="49" charset="0"/>
              </a:rPr>
              <a:t> </a:t>
            </a:r>
            <a:r>
              <a:rPr lang="en-US" sz="1100" smtClean="0">
                <a:solidFill>
                  <a:srgbClr val="000000"/>
                </a:solidFill>
                <a:highlight>
                  <a:srgbClr val="FFFFFF"/>
                </a:highlight>
                <a:latin typeface="Consolas" panose="020B0609020204030204" pitchFamily="49" charset="0"/>
              </a:rPr>
              <a:t>+  error.debugInfo</a:t>
            </a:r>
            <a:r>
              <a:rPr lang="en-US" sz="1100" dirty="0">
                <a:solidFill>
                  <a:srgbClr val="000000"/>
                </a:solidFill>
                <a:highlight>
                  <a:srgbClr val="FFFFFF"/>
                </a:highlight>
                <a:latin typeface="Consolas" panose="020B0609020204030204" pitchFamily="49" charset="0"/>
              </a:rPr>
              <a:t>);</a:t>
            </a:r>
          </a:p>
          <a:p>
            <a:r>
              <a:rPr lang="en-US" sz="1100" smtClean="0">
                <a:solidFill>
                  <a:srgbClr val="000000"/>
                </a:solidFill>
                <a:highlight>
                  <a:srgbClr val="FFFFFF"/>
                </a:highlight>
                <a:latin typeface="Consolas" panose="020B0609020204030204" pitchFamily="49" charset="0"/>
              </a:rPr>
              <a:t>    }</a:t>
            </a:r>
            <a:endParaRPr lang="en-US" sz="1100" dirty="0">
              <a:solidFill>
                <a:srgbClr val="000000"/>
              </a:solidFill>
              <a:highlight>
                <a:srgbClr val="FFFFFF"/>
              </a:highlight>
              <a:latin typeface="Consolas" panose="020B0609020204030204" pitchFamily="49" charset="0"/>
            </a:endParaRPr>
          </a:p>
          <a:p>
            <a:r>
              <a:rPr lang="en-US" sz="1100" dirty="0">
                <a:solidFill>
                  <a:srgbClr val="000000"/>
                </a:solidFill>
                <a:highlight>
                  <a:srgbClr val="FFFFFF"/>
                </a:highlight>
                <a:latin typeface="Consolas" panose="020B0609020204030204" pitchFamily="49" charset="0"/>
              </a:rPr>
              <a:t>});</a:t>
            </a:r>
            <a:endParaRPr lang="en-US" sz="1100" spc="-70" dirty="0">
              <a:gradFill>
                <a:gsLst>
                  <a:gs pos="2917">
                    <a:schemeClr val="bg2"/>
                  </a:gs>
                  <a:gs pos="95000">
                    <a:schemeClr val="bg2"/>
                  </a:gs>
                </a:gsLst>
                <a:lin ang="5400000" scaled="0"/>
              </a:gradFill>
            </a:endParaRPr>
          </a:p>
        </p:txBody>
      </p:sp>
      <p:sp>
        <p:nvSpPr>
          <p:cNvPr id="6" name="Footer Placeholder 5"/>
          <p:cNvSpPr>
            <a:spLocks noGrp="1"/>
          </p:cNvSpPr>
          <p:nvPr>
            <p:ph type="ftr" sz="quarter" idx="10"/>
          </p:nvPr>
        </p:nvSpPr>
        <p:spPr/>
        <p:txBody>
          <a:bodyPr/>
          <a:lstStyle/>
          <a:p>
            <a:pPr>
              <a:defRPr/>
            </a:pPr>
            <a:r>
              <a:rPr lang="en-US" sz="1400" smtClean="0">
                <a:gradFill>
                  <a:gsLst>
                    <a:gs pos="8367">
                      <a:schemeClr val="accent2"/>
                    </a:gs>
                    <a:gs pos="100000">
                      <a:schemeClr val="accent2"/>
                    </a:gs>
                  </a:gsLst>
                  <a:lin ang="5400000" scaled="0"/>
                </a:gradFill>
                <a:latin typeface="Segoe UI Black" panose="020B0A02040204020203" pitchFamily="34" charset="0"/>
                <a:ea typeface="Segoe UI Black" panose="020B0A02040204020203" pitchFamily="34" charset="0"/>
                <a:cs typeface="Segoe UI Black" panose="020B0A02040204020203" pitchFamily="34" charset="0"/>
              </a:rPr>
              <a:t>3</a:t>
            </a:r>
            <a:r>
              <a:rPr lang="en-US" sz="1400" smtClean="0">
                <a:gradFill>
                  <a:gsLst>
                    <a:gs pos="8367">
                      <a:srgbClr val="000000"/>
                    </a:gs>
                    <a:gs pos="31000">
                      <a:srgbClr val="000000"/>
                    </a:gs>
                  </a:gsLst>
                  <a:lin ang="5400000" scaled="0"/>
                </a:gradFill>
              </a:rPr>
              <a:t> Getting started</a:t>
            </a:r>
          </a:p>
          <a:p>
            <a:endParaRPr lang="en-US" dirty="0"/>
          </a:p>
        </p:txBody>
      </p:sp>
    </p:spTree>
    <p:extLst>
      <p:ext uri="{BB962C8B-B14F-4D97-AF65-F5344CB8AC3E}">
        <p14:creationId xmlns:p14="http://schemas.microsoft.com/office/powerpoint/2010/main" val="32946278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bwMode="auto">
          <a:xfrm>
            <a:off x="0" y="0"/>
            <a:ext cx="6261100" cy="6992669"/>
          </a:xfrm>
          <a:prstGeom prst="rect">
            <a:avLst/>
          </a:prstGeom>
          <a:solidFill>
            <a:schemeClr val="tx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5720" tIns="45720" rIns="45720" bIns="45720" numCol="1" spcCol="0" rtlCol="0" fromWordArt="0" anchor="ctr" anchorCtr="0" forceAA="0" compatLnSpc="1">
            <a:prstTxWarp prst="textNoShape">
              <a:avLst/>
            </a:prstTxWarp>
            <a:noAutofit/>
          </a:bodyPr>
          <a:lstStyle/>
          <a:p>
            <a:pPr algn="ctr" defTabSz="914099" fontAlgn="base">
              <a:spcBef>
                <a:spcPct val="0"/>
              </a:spcBef>
              <a:spcAft>
                <a:spcPct val="0"/>
              </a:spcAft>
            </a:pPr>
            <a:endParaRPr lang="en-US" sz="2200" dirty="0">
              <a:gradFill>
                <a:gsLst>
                  <a:gs pos="0">
                    <a:srgbClr val="FFFFFF"/>
                  </a:gs>
                  <a:gs pos="100000">
                    <a:srgbClr val="FFFFFF"/>
                  </a:gs>
                </a:gsLst>
                <a:lin ang="5400000" scaled="0"/>
              </a:gradFill>
              <a:ea typeface="Segoe UI" pitchFamily="34" charset="0"/>
              <a:cs typeface="Segoe UI" pitchFamily="34" charset="0"/>
            </a:endParaRPr>
          </a:p>
        </p:txBody>
      </p:sp>
      <p:sp>
        <p:nvSpPr>
          <p:cNvPr id="9" name="Text Placeholder 8"/>
          <p:cNvSpPr>
            <a:spLocks noGrp="1"/>
          </p:cNvSpPr>
          <p:nvPr>
            <p:ph type="body" sz="quarter" idx="10"/>
          </p:nvPr>
        </p:nvSpPr>
        <p:spPr>
          <a:xfrm>
            <a:off x="6638051" y="1212850"/>
            <a:ext cx="5512900" cy="4327338"/>
          </a:xfrm>
        </p:spPr>
        <p:txBody>
          <a:bodyPr/>
          <a:lstStyle/>
          <a:p>
            <a:pPr marL="336076" indent="-336076">
              <a:spcAft>
                <a:spcPts val="588"/>
              </a:spcAft>
            </a:pPr>
            <a:r>
              <a:rPr lang="en-US" sz="2800" dirty="0">
                <a:gradFill>
                  <a:gsLst>
                    <a:gs pos="2917">
                      <a:schemeClr val="tx1"/>
                    </a:gs>
                    <a:gs pos="30000">
                      <a:schemeClr val="tx1"/>
                    </a:gs>
                  </a:gsLst>
                  <a:lin ang="5400000" scaled="0"/>
                </a:gradFill>
              </a:rPr>
              <a:t>CRUD and navigation of a </a:t>
            </a:r>
            <a:r>
              <a:rPr lang="en-US" sz="2800" dirty="0" smtClean="0">
                <a:gradFill>
                  <a:gsLst>
                    <a:gs pos="2917">
                      <a:schemeClr val="tx1"/>
                    </a:gs>
                    <a:gs pos="30000">
                      <a:schemeClr val="tx1"/>
                    </a:gs>
                  </a:gsLst>
                  <a:lin ang="5400000" scaled="0"/>
                </a:gradFill>
              </a:rPr>
              <a:t/>
            </a:r>
            <a:br>
              <a:rPr lang="en-US" sz="2800" dirty="0" smtClean="0">
                <a:gradFill>
                  <a:gsLst>
                    <a:gs pos="2917">
                      <a:schemeClr val="tx1"/>
                    </a:gs>
                    <a:gs pos="30000">
                      <a:schemeClr val="tx1"/>
                    </a:gs>
                  </a:gsLst>
                  <a:lin ang="5400000" scaled="0"/>
                </a:gradFill>
              </a:rPr>
            </a:br>
            <a:r>
              <a:rPr lang="en-US" sz="2800" dirty="0" smtClean="0">
                <a:gradFill>
                  <a:gsLst>
                    <a:gs pos="2917">
                      <a:schemeClr val="tx1"/>
                    </a:gs>
                    <a:gs pos="30000">
                      <a:schemeClr val="tx1"/>
                    </a:gs>
                  </a:gsLst>
                  <a:lin ang="5400000" scaled="0"/>
                </a:gradFill>
              </a:rPr>
              <a:t>Word </a:t>
            </a:r>
            <a:r>
              <a:rPr lang="en-US" sz="2800" dirty="0">
                <a:gradFill>
                  <a:gsLst>
                    <a:gs pos="2917">
                      <a:schemeClr val="tx1"/>
                    </a:gs>
                    <a:gs pos="30000">
                      <a:schemeClr val="tx1"/>
                    </a:gs>
                  </a:gsLst>
                  <a:lin ang="5400000" scaled="0"/>
                </a:gradFill>
              </a:rPr>
              <a:t>doc’s core elements</a:t>
            </a:r>
          </a:p>
          <a:p>
            <a:pPr marL="336076" indent="-336076">
              <a:spcAft>
                <a:spcPts val="588"/>
              </a:spcAft>
            </a:pPr>
            <a:r>
              <a:rPr lang="en-US" sz="2800" dirty="0">
                <a:gradFill>
                  <a:gsLst>
                    <a:gs pos="2917">
                      <a:schemeClr val="tx1"/>
                    </a:gs>
                    <a:gs pos="30000">
                      <a:schemeClr val="tx1"/>
                    </a:gs>
                  </a:gsLst>
                  <a:lin ang="5400000" scaled="0"/>
                </a:gradFill>
              </a:rPr>
              <a:t>Rich text and paragraph formatting</a:t>
            </a:r>
          </a:p>
          <a:p>
            <a:pPr marL="336076" indent="-336076">
              <a:spcAft>
                <a:spcPts val="588"/>
              </a:spcAft>
            </a:pPr>
            <a:r>
              <a:rPr lang="en-US" sz="2800" dirty="0">
                <a:gradFill>
                  <a:gsLst>
                    <a:gs pos="2917">
                      <a:schemeClr val="tx1"/>
                    </a:gs>
                    <a:gs pos="30000">
                      <a:schemeClr val="tx1"/>
                    </a:gs>
                  </a:gsLst>
                  <a:lin ang="5400000" scaled="0"/>
                </a:gradFill>
              </a:rPr>
              <a:t>External data binding through content controls</a:t>
            </a:r>
          </a:p>
          <a:p>
            <a:pPr marL="336076" indent="-336076">
              <a:spcAft>
                <a:spcPts val="588"/>
              </a:spcAft>
            </a:pPr>
            <a:r>
              <a:rPr lang="en-US" sz="2800" dirty="0">
                <a:gradFill>
                  <a:gsLst>
                    <a:gs pos="2917">
                      <a:schemeClr val="tx1"/>
                    </a:gs>
                    <a:gs pos="30000">
                      <a:schemeClr val="tx1"/>
                    </a:gs>
                  </a:gsLst>
                  <a:lin ang="5400000" scaled="0"/>
                </a:gradFill>
              </a:rPr>
              <a:t>Rich search and selection</a:t>
            </a:r>
          </a:p>
          <a:p>
            <a:pPr marL="336076" indent="-336076">
              <a:spcAft>
                <a:spcPts val="588"/>
              </a:spcAft>
            </a:pPr>
            <a:r>
              <a:rPr lang="en-US" sz="2800" dirty="0">
                <a:gradFill>
                  <a:gsLst>
                    <a:gs pos="2917">
                      <a:schemeClr val="tx1"/>
                    </a:gs>
                    <a:gs pos="30000">
                      <a:schemeClr val="tx1"/>
                    </a:gs>
                  </a:gsLst>
                  <a:lin ang="5400000" scaled="0"/>
                </a:gradFill>
              </a:rPr>
              <a:t>Insert pictures and other </a:t>
            </a:r>
            <a:r>
              <a:rPr lang="en-US" sz="2800" dirty="0" smtClean="0">
                <a:gradFill>
                  <a:gsLst>
                    <a:gs pos="2917">
                      <a:schemeClr val="tx1"/>
                    </a:gs>
                    <a:gs pos="30000">
                      <a:schemeClr val="tx1"/>
                    </a:gs>
                  </a:gsLst>
                  <a:lin ang="5400000" scaled="0"/>
                </a:gradFill>
              </a:rPr>
              <a:t>documents</a:t>
            </a:r>
            <a:endParaRPr lang="en-US" sz="2800" dirty="0">
              <a:gradFill>
                <a:gsLst>
                  <a:gs pos="2917">
                    <a:schemeClr val="tx1"/>
                  </a:gs>
                  <a:gs pos="30000">
                    <a:schemeClr val="tx1"/>
                  </a:gs>
                </a:gsLst>
                <a:lin ang="5400000" scaled="0"/>
              </a:gradFill>
            </a:endParaRPr>
          </a:p>
        </p:txBody>
      </p:sp>
      <p:sp>
        <p:nvSpPr>
          <p:cNvPr id="3" name="Title 2"/>
          <p:cNvSpPr>
            <a:spLocks noGrp="1"/>
          </p:cNvSpPr>
          <p:nvPr>
            <p:ph type="title"/>
          </p:nvPr>
        </p:nvSpPr>
        <p:spPr>
          <a:xfrm>
            <a:off x="246064" y="295274"/>
            <a:ext cx="6015036" cy="917575"/>
          </a:xfrm>
        </p:spPr>
        <p:txBody>
          <a:bodyPr/>
          <a:lstStyle/>
          <a:p>
            <a:r>
              <a:rPr lang="en-US" dirty="0" smtClean="0">
                <a:gradFill>
                  <a:gsLst>
                    <a:gs pos="11504">
                      <a:schemeClr val="bg1"/>
                    </a:gs>
                    <a:gs pos="61000">
                      <a:schemeClr val="bg1"/>
                    </a:gs>
                  </a:gsLst>
                  <a:lin ang="5400000" scaled="0"/>
                </a:gradFill>
              </a:rPr>
              <a:t>New Word APIs</a:t>
            </a:r>
            <a:endParaRPr lang="en-US" dirty="0">
              <a:gradFill>
                <a:gsLst>
                  <a:gs pos="11504">
                    <a:schemeClr val="bg1"/>
                  </a:gs>
                  <a:gs pos="61000">
                    <a:schemeClr val="bg1"/>
                  </a:gs>
                </a:gsLst>
                <a:lin ang="5400000" scaled="0"/>
              </a:gradFill>
            </a:endParaRPr>
          </a:p>
        </p:txBody>
      </p:sp>
      <p:grpSp>
        <p:nvGrpSpPr>
          <p:cNvPr id="67" name="Group 66"/>
          <p:cNvGrpSpPr/>
          <p:nvPr/>
        </p:nvGrpSpPr>
        <p:grpSpPr>
          <a:xfrm>
            <a:off x="270339" y="1517011"/>
            <a:ext cx="5490700" cy="3958646"/>
            <a:chOff x="448138" y="1219876"/>
            <a:chExt cx="6218883" cy="4483646"/>
          </a:xfrm>
        </p:grpSpPr>
        <p:sp>
          <p:nvSpPr>
            <p:cNvPr id="10" name="TextBox 9"/>
            <p:cNvSpPr txBox="1"/>
            <p:nvPr/>
          </p:nvSpPr>
          <p:spPr>
            <a:xfrm>
              <a:off x="1375772" y="1219876"/>
              <a:ext cx="1366770" cy="457200"/>
            </a:xfrm>
            <a:prstGeom prst="rect">
              <a:avLst/>
            </a:prstGeom>
            <a:solidFill>
              <a:schemeClr val="accent2"/>
            </a:solidFill>
            <a:ln w="12700" cap="sq">
              <a:solidFill>
                <a:schemeClr val="bg1"/>
              </a:solidFill>
              <a:miter lim="800000"/>
            </a:ln>
          </p:spPr>
          <p:txBody>
            <a:bodyPr wrap="none" lIns="146304" tIns="91440" rIns="146304" bIns="91440" rtlCol="0">
              <a:noAutofit/>
            </a:bodyPr>
            <a:lstStyle/>
            <a:p>
              <a:pPr algn="ctr">
                <a:lnSpc>
                  <a:spcPct val="90000"/>
                </a:lnSpc>
                <a:spcAft>
                  <a:spcPts val="600"/>
                </a:spcAft>
              </a:pPr>
              <a:r>
                <a:rPr lang="en-US" dirty="0" smtClean="0">
                  <a:gradFill>
                    <a:gsLst>
                      <a:gs pos="7965">
                        <a:schemeClr val="bg1"/>
                      </a:gs>
                      <a:gs pos="34000">
                        <a:schemeClr val="bg1"/>
                      </a:gs>
                    </a:gsLst>
                    <a:lin ang="5400000" scaled="0"/>
                  </a:gradFill>
                </a:rPr>
                <a:t>Document</a:t>
              </a:r>
            </a:p>
          </p:txBody>
        </p:sp>
        <p:sp>
          <p:nvSpPr>
            <p:cNvPr id="12" name="TextBox 11"/>
            <p:cNvSpPr txBox="1"/>
            <p:nvPr/>
          </p:nvSpPr>
          <p:spPr>
            <a:xfrm>
              <a:off x="1375772" y="2089962"/>
              <a:ext cx="1366770" cy="457200"/>
            </a:xfrm>
            <a:prstGeom prst="rect">
              <a:avLst/>
            </a:prstGeom>
            <a:solidFill>
              <a:schemeClr val="accent2"/>
            </a:solidFill>
            <a:ln w="12700" cap="sq">
              <a:solidFill>
                <a:schemeClr val="bg1"/>
              </a:solidFill>
              <a:miter lim="800000"/>
            </a:ln>
          </p:spPr>
          <p:txBody>
            <a:bodyPr wrap="none" lIns="146304" tIns="91440" rIns="146304" bIns="91440" rtlCol="0">
              <a:noAutofit/>
            </a:bodyPr>
            <a:lstStyle>
              <a:defPPr>
                <a:defRPr lang="en-US"/>
              </a:defPPr>
              <a:lvl1pPr algn="ctr">
                <a:lnSpc>
                  <a:spcPct val="90000"/>
                </a:lnSpc>
                <a:spcAft>
                  <a:spcPts val="600"/>
                </a:spcAft>
                <a:defRPr sz="2000">
                  <a:gradFill>
                    <a:gsLst>
                      <a:gs pos="7965">
                        <a:schemeClr val="bg1"/>
                      </a:gs>
                      <a:gs pos="34000">
                        <a:schemeClr val="bg1"/>
                      </a:gs>
                    </a:gsLst>
                    <a:lin ang="5400000" scaled="0"/>
                  </a:gradFill>
                </a:defRPr>
              </a:lvl1pPr>
            </a:lstStyle>
            <a:p>
              <a:r>
                <a:rPr lang="en-US" sz="1800" dirty="0"/>
                <a:t>Section</a:t>
              </a:r>
            </a:p>
          </p:txBody>
        </p:sp>
        <p:sp>
          <p:nvSpPr>
            <p:cNvPr id="13" name="TextBox 12"/>
            <p:cNvSpPr txBox="1"/>
            <p:nvPr/>
          </p:nvSpPr>
          <p:spPr>
            <a:xfrm>
              <a:off x="5300251" y="1463075"/>
              <a:ext cx="1366770" cy="457200"/>
            </a:xfrm>
            <a:prstGeom prst="rect">
              <a:avLst/>
            </a:prstGeom>
            <a:solidFill>
              <a:schemeClr val="accent2"/>
            </a:solidFill>
            <a:ln w="12700" cap="sq">
              <a:solidFill>
                <a:schemeClr val="bg1"/>
              </a:solidFill>
              <a:miter lim="800000"/>
            </a:ln>
          </p:spPr>
          <p:txBody>
            <a:bodyPr wrap="none" lIns="146304" tIns="91440" rIns="146304" bIns="91440" rtlCol="0">
              <a:noAutofit/>
            </a:bodyPr>
            <a:lstStyle>
              <a:defPPr>
                <a:defRPr lang="en-US"/>
              </a:defPPr>
              <a:lvl1pPr algn="ctr">
                <a:lnSpc>
                  <a:spcPct val="90000"/>
                </a:lnSpc>
                <a:spcAft>
                  <a:spcPts val="600"/>
                </a:spcAft>
                <a:defRPr sz="2000">
                  <a:gradFill>
                    <a:gsLst>
                      <a:gs pos="7965">
                        <a:schemeClr val="bg1"/>
                      </a:gs>
                      <a:gs pos="34000">
                        <a:schemeClr val="bg1"/>
                      </a:gs>
                    </a:gsLst>
                    <a:lin ang="5400000" scaled="0"/>
                  </a:gradFill>
                </a:defRPr>
              </a:lvl1pPr>
            </a:lstStyle>
            <a:p>
              <a:r>
                <a:rPr lang="en-US" sz="1800" dirty="0"/>
                <a:t>Selection</a:t>
              </a:r>
            </a:p>
          </p:txBody>
        </p:sp>
        <p:sp>
          <p:nvSpPr>
            <p:cNvPr id="14" name="TextBox 13"/>
            <p:cNvSpPr txBox="1"/>
            <p:nvPr/>
          </p:nvSpPr>
          <p:spPr>
            <a:xfrm>
              <a:off x="3569323" y="2089962"/>
              <a:ext cx="1366770" cy="457200"/>
            </a:xfrm>
            <a:prstGeom prst="rect">
              <a:avLst/>
            </a:prstGeom>
            <a:solidFill>
              <a:schemeClr val="accent2"/>
            </a:solidFill>
            <a:ln w="12700" cap="sq">
              <a:solidFill>
                <a:schemeClr val="bg1"/>
              </a:solidFill>
              <a:miter lim="800000"/>
            </a:ln>
          </p:spPr>
          <p:txBody>
            <a:bodyPr wrap="none" lIns="146304" tIns="91440" rIns="146304" bIns="91440" rtlCol="0">
              <a:noAutofit/>
            </a:bodyPr>
            <a:lstStyle>
              <a:defPPr>
                <a:defRPr lang="en-US"/>
              </a:defPPr>
              <a:lvl1pPr algn="ctr">
                <a:lnSpc>
                  <a:spcPct val="90000"/>
                </a:lnSpc>
                <a:spcAft>
                  <a:spcPts val="600"/>
                </a:spcAft>
                <a:defRPr sz="2000">
                  <a:gradFill>
                    <a:gsLst>
                      <a:gs pos="7965">
                        <a:schemeClr val="bg1"/>
                      </a:gs>
                      <a:gs pos="34000">
                        <a:schemeClr val="bg1"/>
                      </a:gs>
                    </a:gsLst>
                    <a:lin ang="5400000" scaled="0"/>
                  </a:gradFill>
                </a:defRPr>
              </a:lvl1pPr>
            </a:lstStyle>
            <a:p>
              <a:r>
                <a:rPr lang="en-US" sz="1800" dirty="0"/>
                <a:t>Body</a:t>
              </a:r>
            </a:p>
          </p:txBody>
        </p:sp>
        <p:sp>
          <p:nvSpPr>
            <p:cNvPr id="15" name="TextBox 14"/>
            <p:cNvSpPr txBox="1"/>
            <p:nvPr/>
          </p:nvSpPr>
          <p:spPr>
            <a:xfrm>
              <a:off x="448138" y="3277548"/>
              <a:ext cx="1366770" cy="457200"/>
            </a:xfrm>
            <a:prstGeom prst="rect">
              <a:avLst/>
            </a:prstGeom>
            <a:solidFill>
              <a:schemeClr val="accent2"/>
            </a:solidFill>
            <a:ln w="12700" cap="sq">
              <a:solidFill>
                <a:schemeClr val="bg1"/>
              </a:solidFill>
              <a:miter lim="800000"/>
            </a:ln>
          </p:spPr>
          <p:txBody>
            <a:bodyPr wrap="none" lIns="146304" tIns="91440" rIns="146304" bIns="91440" rtlCol="0">
              <a:noAutofit/>
            </a:bodyPr>
            <a:lstStyle>
              <a:defPPr>
                <a:defRPr lang="en-US"/>
              </a:defPPr>
              <a:lvl1pPr algn="ctr">
                <a:lnSpc>
                  <a:spcPct val="90000"/>
                </a:lnSpc>
                <a:spcAft>
                  <a:spcPts val="600"/>
                </a:spcAft>
                <a:defRPr sz="2000">
                  <a:gradFill>
                    <a:gsLst>
                      <a:gs pos="7965">
                        <a:schemeClr val="bg1"/>
                      </a:gs>
                      <a:gs pos="34000">
                        <a:schemeClr val="bg1"/>
                      </a:gs>
                    </a:gsLst>
                    <a:lin ang="5400000" scaled="0"/>
                  </a:gradFill>
                </a:defRPr>
              </a:lvl1pPr>
            </a:lstStyle>
            <a:p>
              <a:r>
                <a:rPr lang="en-US" sz="1800" dirty="0"/>
                <a:t>Header</a:t>
              </a:r>
            </a:p>
          </p:txBody>
        </p:sp>
        <p:sp>
          <p:nvSpPr>
            <p:cNvPr id="16" name="TextBox 15"/>
            <p:cNvSpPr txBox="1"/>
            <p:nvPr/>
          </p:nvSpPr>
          <p:spPr>
            <a:xfrm>
              <a:off x="448138" y="4147634"/>
              <a:ext cx="1366770" cy="457200"/>
            </a:xfrm>
            <a:prstGeom prst="rect">
              <a:avLst/>
            </a:prstGeom>
            <a:solidFill>
              <a:schemeClr val="accent2"/>
            </a:solidFill>
            <a:ln w="12700" cap="sq">
              <a:solidFill>
                <a:schemeClr val="bg1"/>
              </a:solidFill>
              <a:miter lim="800000"/>
            </a:ln>
          </p:spPr>
          <p:txBody>
            <a:bodyPr wrap="none" lIns="146304" tIns="91440" rIns="146304" bIns="91440" rtlCol="0">
              <a:noAutofit/>
            </a:bodyPr>
            <a:lstStyle>
              <a:defPPr>
                <a:defRPr lang="en-US"/>
              </a:defPPr>
              <a:lvl1pPr algn="ctr">
                <a:lnSpc>
                  <a:spcPct val="90000"/>
                </a:lnSpc>
                <a:spcAft>
                  <a:spcPts val="600"/>
                </a:spcAft>
                <a:defRPr sz="2000">
                  <a:gradFill>
                    <a:gsLst>
                      <a:gs pos="7965">
                        <a:schemeClr val="bg1"/>
                      </a:gs>
                      <a:gs pos="34000">
                        <a:schemeClr val="bg1"/>
                      </a:gs>
                    </a:gsLst>
                    <a:lin ang="5400000" scaled="0"/>
                  </a:gradFill>
                </a:defRPr>
              </a:lvl1pPr>
            </a:lstStyle>
            <a:p>
              <a:r>
                <a:rPr lang="en-US" sz="1800" dirty="0"/>
                <a:t>Footer</a:t>
              </a:r>
            </a:p>
          </p:txBody>
        </p:sp>
        <p:sp>
          <p:nvSpPr>
            <p:cNvPr id="17" name="TextBox 16"/>
            <p:cNvSpPr txBox="1"/>
            <p:nvPr/>
          </p:nvSpPr>
          <p:spPr>
            <a:xfrm>
              <a:off x="448138" y="5017722"/>
              <a:ext cx="1366770" cy="457200"/>
            </a:xfrm>
            <a:prstGeom prst="rect">
              <a:avLst/>
            </a:prstGeom>
            <a:solidFill>
              <a:schemeClr val="accent2"/>
            </a:solidFill>
            <a:ln w="12700" cap="sq">
              <a:solidFill>
                <a:schemeClr val="bg1"/>
              </a:solidFill>
              <a:miter lim="800000"/>
            </a:ln>
          </p:spPr>
          <p:txBody>
            <a:bodyPr wrap="none" lIns="146304" tIns="91440" rIns="146304" bIns="91440" rtlCol="0">
              <a:noAutofit/>
            </a:bodyPr>
            <a:lstStyle>
              <a:defPPr>
                <a:defRPr lang="en-US"/>
              </a:defPPr>
              <a:lvl1pPr algn="ctr">
                <a:lnSpc>
                  <a:spcPct val="90000"/>
                </a:lnSpc>
                <a:spcAft>
                  <a:spcPts val="600"/>
                </a:spcAft>
                <a:defRPr sz="2000">
                  <a:gradFill>
                    <a:gsLst>
                      <a:gs pos="7965">
                        <a:schemeClr val="bg1"/>
                      </a:gs>
                      <a:gs pos="34000">
                        <a:schemeClr val="bg1"/>
                      </a:gs>
                    </a:gsLst>
                    <a:lin ang="5400000" scaled="0"/>
                  </a:gradFill>
                </a:defRPr>
              </a:lvl1pPr>
            </a:lstStyle>
            <a:p>
              <a:r>
                <a:rPr lang="en-US" sz="1800" dirty="0"/>
                <a:t>Picture</a:t>
              </a:r>
            </a:p>
          </p:txBody>
        </p:sp>
        <p:sp>
          <p:nvSpPr>
            <p:cNvPr id="18" name="TextBox 17"/>
            <p:cNvSpPr txBox="1"/>
            <p:nvPr/>
          </p:nvSpPr>
          <p:spPr>
            <a:xfrm>
              <a:off x="2486098" y="4328082"/>
              <a:ext cx="1366770" cy="457200"/>
            </a:xfrm>
            <a:prstGeom prst="rect">
              <a:avLst/>
            </a:prstGeom>
            <a:solidFill>
              <a:schemeClr val="accent2"/>
            </a:solidFill>
            <a:ln w="12700" cap="sq">
              <a:solidFill>
                <a:schemeClr val="bg1"/>
              </a:solidFill>
              <a:miter lim="800000"/>
            </a:ln>
          </p:spPr>
          <p:txBody>
            <a:bodyPr wrap="none" lIns="146304" tIns="91440" rIns="146304" bIns="91440" rtlCol="0">
              <a:noAutofit/>
            </a:bodyPr>
            <a:lstStyle>
              <a:defPPr>
                <a:defRPr lang="en-US"/>
              </a:defPPr>
              <a:lvl1pPr algn="ctr">
                <a:lnSpc>
                  <a:spcPct val="90000"/>
                </a:lnSpc>
                <a:spcAft>
                  <a:spcPts val="600"/>
                </a:spcAft>
                <a:defRPr sz="2000">
                  <a:gradFill>
                    <a:gsLst>
                      <a:gs pos="7965">
                        <a:schemeClr val="bg1"/>
                      </a:gs>
                      <a:gs pos="34000">
                        <a:schemeClr val="bg1"/>
                      </a:gs>
                    </a:gsLst>
                    <a:lin ang="5400000" scaled="0"/>
                  </a:gradFill>
                </a:defRPr>
              </a:lvl1pPr>
            </a:lstStyle>
            <a:p>
              <a:r>
                <a:rPr lang="en-US" sz="1800" dirty="0"/>
                <a:t>Paragraph</a:t>
              </a:r>
            </a:p>
          </p:txBody>
        </p:sp>
        <p:sp>
          <p:nvSpPr>
            <p:cNvPr id="19" name="TextBox 18"/>
            <p:cNvSpPr txBox="1"/>
            <p:nvPr/>
          </p:nvSpPr>
          <p:spPr>
            <a:xfrm>
              <a:off x="4434787" y="3595773"/>
              <a:ext cx="1366770" cy="457200"/>
            </a:xfrm>
            <a:prstGeom prst="rect">
              <a:avLst/>
            </a:prstGeom>
            <a:solidFill>
              <a:schemeClr val="accent2"/>
            </a:solidFill>
            <a:ln w="12700" cap="sq">
              <a:solidFill>
                <a:schemeClr val="bg1"/>
              </a:solidFill>
              <a:miter lim="800000"/>
            </a:ln>
          </p:spPr>
          <p:txBody>
            <a:bodyPr wrap="none" lIns="146304" tIns="91440" rIns="146304" bIns="91440" rtlCol="0">
              <a:noAutofit/>
            </a:bodyPr>
            <a:lstStyle>
              <a:defPPr>
                <a:defRPr lang="en-US"/>
              </a:defPPr>
              <a:lvl1pPr algn="ctr">
                <a:lnSpc>
                  <a:spcPct val="90000"/>
                </a:lnSpc>
                <a:spcAft>
                  <a:spcPts val="600"/>
                </a:spcAft>
                <a:defRPr sz="2000">
                  <a:gradFill>
                    <a:gsLst>
                      <a:gs pos="7965">
                        <a:schemeClr val="bg1"/>
                      </a:gs>
                      <a:gs pos="34000">
                        <a:schemeClr val="bg1"/>
                      </a:gs>
                    </a:gsLst>
                    <a:lin ang="5400000" scaled="0"/>
                  </a:gradFill>
                </a:defRPr>
              </a:lvl1pPr>
            </a:lstStyle>
            <a:p>
              <a:r>
                <a:rPr lang="en-US" sz="1800" dirty="0"/>
                <a:t>Range</a:t>
              </a:r>
            </a:p>
          </p:txBody>
        </p:sp>
        <p:cxnSp>
          <p:nvCxnSpPr>
            <p:cNvPr id="23" name="Elbow Connector 22"/>
            <p:cNvCxnSpPr>
              <a:stCxn id="10" idx="3"/>
              <a:endCxn id="18" idx="0"/>
            </p:cNvCxnSpPr>
            <p:nvPr/>
          </p:nvCxnSpPr>
          <p:spPr>
            <a:xfrm>
              <a:off x="2742542" y="1448476"/>
              <a:ext cx="426941" cy="2879606"/>
            </a:xfrm>
            <a:prstGeom prst="bentConnector2">
              <a:avLst/>
            </a:prstGeom>
            <a:ln w="12700" cap="sq">
              <a:solidFill>
                <a:schemeClr val="bg1"/>
              </a:solidFill>
              <a:miter lim="800000"/>
              <a:headEnd type="diamond"/>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p:cNvCxnSpPr>
              <a:stCxn id="12" idx="3"/>
            </p:cNvCxnSpPr>
            <p:nvPr/>
          </p:nvCxnSpPr>
          <p:spPr>
            <a:xfrm>
              <a:off x="2742542" y="2318562"/>
              <a:ext cx="826781" cy="2233"/>
            </a:xfrm>
            <a:prstGeom prst="line">
              <a:avLst/>
            </a:prstGeom>
            <a:ln w="12700" cap="sq">
              <a:solidFill>
                <a:schemeClr val="bg1"/>
              </a:solidFill>
              <a:miter lim="800000"/>
              <a:headEnd type="diamond"/>
              <a:tailEnd type="diamond"/>
            </a:ln>
          </p:spPr>
          <p:style>
            <a:lnRef idx="1">
              <a:schemeClr val="accent1"/>
            </a:lnRef>
            <a:fillRef idx="0">
              <a:schemeClr val="accent1"/>
            </a:fillRef>
            <a:effectRef idx="0">
              <a:schemeClr val="accent1"/>
            </a:effectRef>
            <a:fontRef idx="minor">
              <a:schemeClr val="tx1"/>
            </a:fontRef>
          </p:style>
        </p:cxnSp>
        <p:cxnSp>
          <p:nvCxnSpPr>
            <p:cNvPr id="27" name="Straight Connector 26"/>
            <p:cNvCxnSpPr>
              <a:endCxn id="13" idx="1"/>
            </p:cNvCxnSpPr>
            <p:nvPr/>
          </p:nvCxnSpPr>
          <p:spPr>
            <a:xfrm>
              <a:off x="3169483" y="1691675"/>
              <a:ext cx="2130768" cy="0"/>
            </a:xfrm>
            <a:prstGeom prst="line">
              <a:avLst/>
            </a:prstGeom>
            <a:ln w="12700">
              <a:solidFill>
                <a:schemeClr val="bg1"/>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0" name="Elbow Connector 39"/>
            <p:cNvCxnSpPr>
              <a:stCxn id="14" idx="2"/>
              <a:endCxn id="13" idx="2"/>
            </p:cNvCxnSpPr>
            <p:nvPr/>
          </p:nvCxnSpPr>
          <p:spPr>
            <a:xfrm rot="5400000" flipH="1" flipV="1">
              <a:off x="4804728" y="1368255"/>
              <a:ext cx="626887" cy="1730928"/>
            </a:xfrm>
            <a:prstGeom prst="bentConnector3">
              <a:avLst>
                <a:gd name="adj1" fmla="val -36466"/>
              </a:avLst>
            </a:prstGeom>
            <a:ln w="12700" cap="sq">
              <a:solidFill>
                <a:schemeClr val="bg1"/>
              </a:solidFill>
              <a:miter lim="800000"/>
              <a:headEnd type="none"/>
              <a:tailEnd type="none"/>
            </a:ln>
          </p:spPr>
          <p:style>
            <a:lnRef idx="1">
              <a:schemeClr val="accent1"/>
            </a:lnRef>
            <a:fillRef idx="0">
              <a:schemeClr val="accent1"/>
            </a:fillRef>
            <a:effectRef idx="0">
              <a:schemeClr val="accent1"/>
            </a:effectRef>
            <a:fontRef idx="minor">
              <a:schemeClr val="tx1"/>
            </a:fontRef>
          </p:style>
        </p:cxnSp>
        <p:cxnSp>
          <p:nvCxnSpPr>
            <p:cNvPr id="43" name="Straight Arrow Connector 42"/>
            <p:cNvCxnSpPr>
              <a:endCxn id="19" idx="0"/>
            </p:cNvCxnSpPr>
            <p:nvPr/>
          </p:nvCxnSpPr>
          <p:spPr>
            <a:xfrm>
              <a:off x="5116010" y="2777924"/>
              <a:ext cx="2162" cy="817849"/>
            </a:xfrm>
            <a:prstGeom prst="straightConnector1">
              <a:avLst/>
            </a:prstGeom>
            <a:ln w="12700" cap="sq">
              <a:solidFill>
                <a:schemeClr val="bg1"/>
              </a:solidFill>
              <a:miter lim="800000"/>
              <a:headEnd type="none"/>
              <a:tailEnd type="triangle"/>
            </a:ln>
          </p:spPr>
          <p:style>
            <a:lnRef idx="1">
              <a:schemeClr val="accent1"/>
            </a:lnRef>
            <a:fillRef idx="0">
              <a:schemeClr val="accent1"/>
            </a:fillRef>
            <a:effectRef idx="0">
              <a:schemeClr val="accent1"/>
            </a:effectRef>
            <a:fontRef idx="minor">
              <a:schemeClr val="tx1"/>
            </a:fontRef>
          </p:style>
        </p:cxnSp>
        <p:cxnSp>
          <p:nvCxnSpPr>
            <p:cNvPr id="46" name="Elbow Connector 45"/>
            <p:cNvCxnSpPr/>
            <p:nvPr/>
          </p:nvCxnSpPr>
          <p:spPr>
            <a:xfrm flipV="1">
              <a:off x="1814908" y="4789747"/>
              <a:ext cx="1354575" cy="458808"/>
            </a:xfrm>
            <a:prstGeom prst="bentConnector3">
              <a:avLst>
                <a:gd name="adj1" fmla="val 100066"/>
              </a:avLst>
            </a:prstGeom>
            <a:ln w="12700" cap="sq">
              <a:solidFill>
                <a:schemeClr val="bg1"/>
              </a:solidFill>
              <a:miter lim="800000"/>
              <a:headEnd type="none"/>
              <a:tailEnd type="diamond"/>
            </a:ln>
          </p:spPr>
          <p:style>
            <a:lnRef idx="1">
              <a:schemeClr val="accent1"/>
            </a:lnRef>
            <a:fillRef idx="0">
              <a:schemeClr val="accent1"/>
            </a:fillRef>
            <a:effectRef idx="0">
              <a:schemeClr val="accent1"/>
            </a:effectRef>
            <a:fontRef idx="minor">
              <a:schemeClr val="tx1"/>
            </a:fontRef>
          </p:style>
        </p:cxnSp>
        <p:cxnSp>
          <p:nvCxnSpPr>
            <p:cNvPr id="51" name="Elbow Connector 50"/>
            <p:cNvCxnSpPr>
              <a:stCxn id="16" idx="3"/>
            </p:cNvCxnSpPr>
            <p:nvPr/>
          </p:nvCxnSpPr>
          <p:spPr>
            <a:xfrm flipV="1">
              <a:off x="1814908" y="2551627"/>
              <a:ext cx="288530" cy="1824607"/>
            </a:xfrm>
            <a:prstGeom prst="bentConnector2">
              <a:avLst/>
            </a:prstGeom>
            <a:ln w="12700" cap="sq">
              <a:solidFill>
                <a:schemeClr val="bg1"/>
              </a:solidFill>
              <a:miter lim="800000"/>
              <a:headEnd type="none"/>
              <a:tailEnd type="diamond"/>
            </a:ln>
          </p:spPr>
          <p:style>
            <a:lnRef idx="1">
              <a:schemeClr val="accent1"/>
            </a:lnRef>
            <a:fillRef idx="0">
              <a:schemeClr val="accent1"/>
            </a:fillRef>
            <a:effectRef idx="0">
              <a:schemeClr val="accent1"/>
            </a:effectRef>
            <a:fontRef idx="minor">
              <a:schemeClr val="tx1"/>
            </a:fontRef>
          </p:style>
        </p:cxnSp>
        <p:cxnSp>
          <p:nvCxnSpPr>
            <p:cNvPr id="53" name="Straight Connector 52"/>
            <p:cNvCxnSpPr>
              <a:stCxn id="15" idx="3"/>
            </p:cNvCxnSpPr>
            <p:nvPr/>
          </p:nvCxnSpPr>
          <p:spPr>
            <a:xfrm flipV="1">
              <a:off x="1814908" y="3504441"/>
              <a:ext cx="1354575" cy="1707"/>
            </a:xfrm>
            <a:prstGeom prst="line">
              <a:avLst/>
            </a:prstGeom>
            <a:ln w="12700" cap="sq">
              <a:solidFill>
                <a:schemeClr val="bg1"/>
              </a:solidFill>
              <a:miter lim="800000"/>
              <a:headEnd type="none"/>
              <a:tailEnd type="none"/>
            </a:ln>
          </p:spPr>
          <p:style>
            <a:lnRef idx="1">
              <a:schemeClr val="accent1"/>
            </a:lnRef>
            <a:fillRef idx="0">
              <a:schemeClr val="accent1"/>
            </a:fillRef>
            <a:effectRef idx="0">
              <a:schemeClr val="accent1"/>
            </a:effectRef>
            <a:fontRef idx="minor">
              <a:schemeClr val="tx1"/>
            </a:fontRef>
          </p:style>
        </p:cxnSp>
        <p:cxnSp>
          <p:nvCxnSpPr>
            <p:cNvPr id="57" name="Straight Arrow Connector 56"/>
            <p:cNvCxnSpPr>
              <a:endCxn id="19" idx="2"/>
            </p:cNvCxnSpPr>
            <p:nvPr/>
          </p:nvCxnSpPr>
          <p:spPr>
            <a:xfrm flipV="1">
              <a:off x="5116010" y="4052973"/>
              <a:ext cx="2162" cy="1193349"/>
            </a:xfrm>
            <a:prstGeom prst="straightConnector1">
              <a:avLst/>
            </a:prstGeom>
            <a:ln w="12700" cap="sq">
              <a:solidFill>
                <a:schemeClr val="bg1"/>
              </a:solidFill>
              <a:miter lim="800000"/>
              <a:headEnd type="none"/>
              <a:tailEnd type="triangle"/>
            </a:ln>
          </p:spPr>
          <p:style>
            <a:lnRef idx="1">
              <a:schemeClr val="accent1"/>
            </a:lnRef>
            <a:fillRef idx="0">
              <a:schemeClr val="accent1"/>
            </a:fillRef>
            <a:effectRef idx="0">
              <a:schemeClr val="accent1"/>
            </a:effectRef>
            <a:fontRef idx="minor">
              <a:schemeClr val="tx1"/>
            </a:fontRef>
          </p:style>
        </p:cxnSp>
        <p:sp>
          <p:nvSpPr>
            <p:cNvPr id="21" name="TextBox 20"/>
            <p:cNvSpPr txBox="1"/>
            <p:nvPr/>
          </p:nvSpPr>
          <p:spPr>
            <a:xfrm>
              <a:off x="4135166" y="5246322"/>
              <a:ext cx="1961687" cy="457200"/>
            </a:xfrm>
            <a:prstGeom prst="rect">
              <a:avLst/>
            </a:prstGeom>
            <a:solidFill>
              <a:schemeClr val="accent2"/>
            </a:solidFill>
            <a:ln w="12700" cap="sq">
              <a:solidFill>
                <a:schemeClr val="bg1"/>
              </a:solidFill>
              <a:miter lim="800000"/>
            </a:ln>
          </p:spPr>
          <p:txBody>
            <a:bodyPr wrap="none" lIns="146304" tIns="91440" rIns="146304" bIns="91440" rtlCol="0">
              <a:noAutofit/>
            </a:bodyPr>
            <a:lstStyle>
              <a:defPPr>
                <a:defRPr lang="en-US"/>
              </a:defPPr>
              <a:lvl1pPr algn="ctr">
                <a:lnSpc>
                  <a:spcPct val="90000"/>
                </a:lnSpc>
                <a:spcAft>
                  <a:spcPts val="600"/>
                </a:spcAft>
                <a:defRPr sz="2000">
                  <a:gradFill>
                    <a:gsLst>
                      <a:gs pos="7965">
                        <a:schemeClr val="bg1"/>
                      </a:gs>
                      <a:gs pos="34000">
                        <a:schemeClr val="bg1"/>
                      </a:gs>
                    </a:gsLst>
                    <a:lin ang="5400000" scaled="0"/>
                  </a:gradFill>
                </a:defRPr>
              </a:lvl1pPr>
            </a:lstStyle>
            <a:p>
              <a:r>
                <a:rPr lang="en-US" sz="1800" dirty="0" smtClean="0"/>
                <a:t>Content control</a:t>
              </a:r>
              <a:endParaRPr lang="en-US" sz="1800" dirty="0"/>
            </a:p>
          </p:txBody>
        </p:sp>
        <p:cxnSp>
          <p:nvCxnSpPr>
            <p:cNvPr id="59" name="Elbow Connector 58"/>
            <p:cNvCxnSpPr>
              <a:stCxn id="19" idx="3"/>
              <a:endCxn id="20" idx="0"/>
            </p:cNvCxnSpPr>
            <p:nvPr/>
          </p:nvCxnSpPr>
          <p:spPr>
            <a:xfrm>
              <a:off x="5801557" y="3824373"/>
              <a:ext cx="313253" cy="503709"/>
            </a:xfrm>
            <a:prstGeom prst="bentConnector2">
              <a:avLst/>
            </a:prstGeom>
            <a:ln w="12700" cap="sq">
              <a:solidFill>
                <a:schemeClr val="bg1"/>
              </a:solidFill>
              <a:miter lim="800000"/>
              <a:headEnd type="none"/>
              <a:tailEnd type="none"/>
            </a:ln>
          </p:spPr>
          <p:style>
            <a:lnRef idx="1">
              <a:schemeClr val="accent1"/>
            </a:lnRef>
            <a:fillRef idx="0">
              <a:schemeClr val="accent1"/>
            </a:fillRef>
            <a:effectRef idx="0">
              <a:schemeClr val="accent1"/>
            </a:effectRef>
            <a:fontRef idx="minor">
              <a:schemeClr val="tx1"/>
            </a:fontRef>
          </p:style>
        </p:cxnSp>
        <p:cxnSp>
          <p:nvCxnSpPr>
            <p:cNvPr id="64" name="Straight Connector 63"/>
            <p:cNvCxnSpPr/>
            <p:nvPr/>
          </p:nvCxnSpPr>
          <p:spPr>
            <a:xfrm>
              <a:off x="3852868" y="4556682"/>
              <a:ext cx="1263142" cy="0"/>
            </a:xfrm>
            <a:prstGeom prst="line">
              <a:avLst/>
            </a:prstGeom>
            <a:ln w="12700" cap="sq">
              <a:solidFill>
                <a:schemeClr val="bg1"/>
              </a:solidFill>
              <a:miter lim="800000"/>
              <a:headEnd type="none"/>
              <a:tailEnd type="none"/>
            </a:ln>
          </p:spPr>
          <p:style>
            <a:lnRef idx="1">
              <a:schemeClr val="accent1"/>
            </a:lnRef>
            <a:fillRef idx="0">
              <a:schemeClr val="accent1"/>
            </a:fillRef>
            <a:effectRef idx="0">
              <a:schemeClr val="accent1"/>
            </a:effectRef>
            <a:fontRef idx="minor">
              <a:schemeClr val="tx1"/>
            </a:fontRef>
          </p:style>
        </p:cxnSp>
        <p:sp>
          <p:nvSpPr>
            <p:cNvPr id="20" name="TextBox 19"/>
            <p:cNvSpPr txBox="1"/>
            <p:nvPr/>
          </p:nvSpPr>
          <p:spPr>
            <a:xfrm>
              <a:off x="5562599" y="4328082"/>
              <a:ext cx="1104421" cy="457200"/>
            </a:xfrm>
            <a:prstGeom prst="rect">
              <a:avLst/>
            </a:prstGeom>
            <a:solidFill>
              <a:schemeClr val="accent2"/>
            </a:solidFill>
            <a:ln w="12700" cap="sq">
              <a:solidFill>
                <a:schemeClr val="bg1"/>
              </a:solidFill>
              <a:miter lim="800000"/>
            </a:ln>
          </p:spPr>
          <p:txBody>
            <a:bodyPr wrap="none" lIns="146304" tIns="91440" rIns="146304" bIns="91440" rtlCol="0">
              <a:noAutofit/>
            </a:bodyPr>
            <a:lstStyle>
              <a:defPPr>
                <a:defRPr lang="en-US"/>
              </a:defPPr>
              <a:lvl1pPr algn="ctr">
                <a:lnSpc>
                  <a:spcPct val="90000"/>
                </a:lnSpc>
                <a:spcAft>
                  <a:spcPts val="600"/>
                </a:spcAft>
                <a:defRPr sz="2000">
                  <a:gradFill>
                    <a:gsLst>
                      <a:gs pos="7965">
                        <a:schemeClr val="bg1"/>
                      </a:gs>
                      <a:gs pos="34000">
                        <a:schemeClr val="bg1"/>
                      </a:gs>
                    </a:gsLst>
                    <a:lin ang="5400000" scaled="0"/>
                  </a:gradFill>
                </a:defRPr>
              </a:lvl1pPr>
            </a:lstStyle>
            <a:p>
              <a:r>
                <a:rPr lang="en-US" sz="1800" dirty="0"/>
                <a:t>Font</a:t>
              </a:r>
            </a:p>
          </p:txBody>
        </p:sp>
      </p:grpSp>
      <p:sp>
        <p:nvSpPr>
          <p:cNvPr id="4" name="Footer Placeholder 3"/>
          <p:cNvSpPr>
            <a:spLocks noGrp="1"/>
          </p:cNvSpPr>
          <p:nvPr>
            <p:ph type="ftr" sz="quarter" idx="11"/>
          </p:nvPr>
        </p:nvSpPr>
        <p:spPr/>
        <p:txBody>
          <a:bodyPr/>
          <a:lstStyle/>
          <a:p>
            <a:pPr>
              <a:defRPr/>
            </a:pPr>
            <a:r>
              <a:rPr lang="en-US" sz="1400" smtClean="0">
                <a:gradFill>
                  <a:gsLst>
                    <a:gs pos="8367">
                      <a:schemeClr val="accent2"/>
                    </a:gs>
                    <a:gs pos="100000">
                      <a:schemeClr val="accent2"/>
                    </a:gs>
                  </a:gsLst>
                  <a:lin ang="5400000" scaled="0"/>
                </a:gradFill>
                <a:latin typeface="Segoe UI Black" panose="020B0A02040204020203" pitchFamily="34" charset="0"/>
                <a:ea typeface="Segoe UI Black" panose="020B0A02040204020203" pitchFamily="34" charset="0"/>
                <a:cs typeface="Segoe UI Black" panose="020B0A02040204020203" pitchFamily="34" charset="0"/>
              </a:rPr>
              <a:t>3</a:t>
            </a:r>
            <a:r>
              <a:rPr lang="en-US" sz="1400" smtClean="0">
                <a:gradFill>
                  <a:gsLst>
                    <a:gs pos="8367">
                      <a:srgbClr val="000000"/>
                    </a:gs>
                    <a:gs pos="31000">
                      <a:srgbClr val="000000"/>
                    </a:gs>
                  </a:gsLst>
                  <a:lin ang="5400000" scaled="0"/>
                </a:gradFill>
              </a:rPr>
              <a:t> Getting started</a:t>
            </a:r>
          </a:p>
          <a:p>
            <a:endParaRPr lang="en-US" dirty="0"/>
          </a:p>
        </p:txBody>
      </p:sp>
    </p:spTree>
    <p:extLst>
      <p:ext uri="{BB962C8B-B14F-4D97-AF65-F5344CB8AC3E}">
        <p14:creationId xmlns:p14="http://schemas.microsoft.com/office/powerpoint/2010/main" val="1497695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reeform 13"/>
          <p:cNvSpPr>
            <a:spLocks noChangeAspect="1" noEditPoints="1"/>
          </p:cNvSpPr>
          <p:nvPr/>
        </p:nvSpPr>
        <p:spPr bwMode="black">
          <a:xfrm>
            <a:off x="5897188" y="353809"/>
            <a:ext cx="6264649" cy="6277323"/>
          </a:xfrm>
          <a:custGeom>
            <a:avLst/>
            <a:gdLst>
              <a:gd name="T0" fmla="*/ 246 w 416"/>
              <a:gd name="T1" fmla="*/ 43 h 416"/>
              <a:gd name="T2" fmla="*/ 0 w 416"/>
              <a:gd name="T3" fmla="*/ 43 h 416"/>
              <a:gd name="T4" fmla="*/ 246 w 416"/>
              <a:gd name="T5" fmla="*/ 416 h 416"/>
              <a:gd name="T6" fmla="*/ 402 w 416"/>
              <a:gd name="T7" fmla="*/ 374 h 416"/>
              <a:gd name="T8" fmla="*/ 416 w 416"/>
              <a:gd name="T9" fmla="*/ 57 h 416"/>
              <a:gd name="T10" fmla="*/ 156 w 416"/>
              <a:gd name="T11" fmla="*/ 275 h 416"/>
              <a:gd name="T12" fmla="*/ 111 w 416"/>
              <a:gd name="T13" fmla="*/ 187 h 416"/>
              <a:gd name="T14" fmla="*/ 110 w 416"/>
              <a:gd name="T15" fmla="*/ 181 h 416"/>
              <a:gd name="T16" fmla="*/ 110 w 416"/>
              <a:gd name="T17" fmla="*/ 173 h 416"/>
              <a:gd name="T18" fmla="*/ 109 w 416"/>
              <a:gd name="T19" fmla="*/ 178 h 416"/>
              <a:gd name="T20" fmla="*/ 108 w 416"/>
              <a:gd name="T21" fmla="*/ 185 h 416"/>
              <a:gd name="T22" fmla="*/ 90 w 416"/>
              <a:gd name="T23" fmla="*/ 270 h 416"/>
              <a:gd name="T24" fmla="*/ 40 w 416"/>
              <a:gd name="T25" fmla="*/ 145 h 416"/>
              <a:gd name="T26" fmla="*/ 77 w 416"/>
              <a:gd name="T27" fmla="*/ 227 h 416"/>
              <a:gd name="T28" fmla="*/ 77 w 416"/>
              <a:gd name="T29" fmla="*/ 233 h 416"/>
              <a:gd name="T30" fmla="*/ 78 w 416"/>
              <a:gd name="T31" fmla="*/ 241 h 416"/>
              <a:gd name="T32" fmla="*/ 78 w 416"/>
              <a:gd name="T33" fmla="*/ 238 h 416"/>
              <a:gd name="T34" fmla="*/ 79 w 416"/>
              <a:gd name="T35" fmla="*/ 231 h 416"/>
              <a:gd name="T36" fmla="*/ 98 w 416"/>
              <a:gd name="T37" fmla="*/ 141 h 416"/>
              <a:gd name="T38" fmla="*/ 142 w 416"/>
              <a:gd name="T39" fmla="*/ 230 h 416"/>
              <a:gd name="T40" fmla="*/ 142 w 416"/>
              <a:gd name="T41" fmla="*/ 236 h 416"/>
              <a:gd name="T42" fmla="*/ 143 w 416"/>
              <a:gd name="T43" fmla="*/ 244 h 416"/>
              <a:gd name="T44" fmla="*/ 144 w 416"/>
              <a:gd name="T45" fmla="*/ 240 h 416"/>
              <a:gd name="T46" fmla="*/ 144 w 416"/>
              <a:gd name="T47" fmla="*/ 232 h 416"/>
              <a:gd name="T48" fmla="*/ 161 w 416"/>
              <a:gd name="T49" fmla="*/ 138 h 416"/>
              <a:gd name="T50" fmla="*/ 156 w 416"/>
              <a:gd name="T51" fmla="*/ 275 h 416"/>
              <a:gd name="T52" fmla="*/ 246 w 416"/>
              <a:gd name="T53" fmla="*/ 360 h 416"/>
              <a:gd name="T54" fmla="*/ 369 w 416"/>
              <a:gd name="T55" fmla="*/ 322 h 416"/>
              <a:gd name="T56" fmla="*/ 246 w 416"/>
              <a:gd name="T57" fmla="*/ 303 h 416"/>
              <a:gd name="T58" fmla="*/ 369 w 416"/>
              <a:gd name="T59" fmla="*/ 279 h 416"/>
              <a:gd name="T60" fmla="*/ 246 w 416"/>
              <a:gd name="T61" fmla="*/ 260 h 416"/>
              <a:gd name="T62" fmla="*/ 369 w 416"/>
              <a:gd name="T63" fmla="*/ 237 h 416"/>
              <a:gd name="T64" fmla="*/ 246 w 416"/>
              <a:gd name="T65" fmla="*/ 218 h 416"/>
              <a:gd name="T66" fmla="*/ 369 w 416"/>
              <a:gd name="T67" fmla="*/ 194 h 416"/>
              <a:gd name="T68" fmla="*/ 246 w 416"/>
              <a:gd name="T69" fmla="*/ 175 h 416"/>
              <a:gd name="T70" fmla="*/ 369 w 416"/>
              <a:gd name="T71" fmla="*/ 152 h 416"/>
              <a:gd name="T72" fmla="*/ 246 w 416"/>
              <a:gd name="T73" fmla="*/ 133 h 416"/>
              <a:gd name="T74" fmla="*/ 369 w 416"/>
              <a:gd name="T75" fmla="*/ 109 h 416"/>
              <a:gd name="T76" fmla="*/ 246 w 416"/>
              <a:gd name="T77" fmla="*/ 90 h 416"/>
              <a:gd name="T78" fmla="*/ 402 w 416"/>
              <a:gd name="T79" fmla="*/ 57 h 4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416" h="416">
                <a:moveTo>
                  <a:pt x="402" y="43"/>
                </a:moveTo>
                <a:cubicBezTo>
                  <a:pt x="246" y="43"/>
                  <a:pt x="246" y="43"/>
                  <a:pt x="246" y="43"/>
                </a:cubicBezTo>
                <a:cubicBezTo>
                  <a:pt x="246" y="0"/>
                  <a:pt x="246" y="0"/>
                  <a:pt x="246" y="0"/>
                </a:cubicBezTo>
                <a:cubicBezTo>
                  <a:pt x="0" y="43"/>
                  <a:pt x="0" y="43"/>
                  <a:pt x="0" y="43"/>
                </a:cubicBezTo>
                <a:cubicBezTo>
                  <a:pt x="0" y="374"/>
                  <a:pt x="0" y="374"/>
                  <a:pt x="0" y="374"/>
                </a:cubicBezTo>
                <a:cubicBezTo>
                  <a:pt x="246" y="416"/>
                  <a:pt x="246" y="416"/>
                  <a:pt x="246" y="416"/>
                </a:cubicBezTo>
                <a:cubicBezTo>
                  <a:pt x="246" y="374"/>
                  <a:pt x="246" y="374"/>
                  <a:pt x="246" y="374"/>
                </a:cubicBezTo>
                <a:cubicBezTo>
                  <a:pt x="402" y="374"/>
                  <a:pt x="402" y="374"/>
                  <a:pt x="402" y="374"/>
                </a:cubicBezTo>
                <a:cubicBezTo>
                  <a:pt x="410" y="374"/>
                  <a:pt x="416" y="368"/>
                  <a:pt x="416" y="360"/>
                </a:cubicBezTo>
                <a:cubicBezTo>
                  <a:pt x="416" y="57"/>
                  <a:pt x="416" y="57"/>
                  <a:pt x="416" y="57"/>
                </a:cubicBezTo>
                <a:cubicBezTo>
                  <a:pt x="416" y="49"/>
                  <a:pt x="410" y="43"/>
                  <a:pt x="402" y="43"/>
                </a:cubicBezTo>
                <a:close/>
                <a:moveTo>
                  <a:pt x="156" y="275"/>
                </a:moveTo>
                <a:cubicBezTo>
                  <a:pt x="129" y="272"/>
                  <a:pt x="129" y="272"/>
                  <a:pt x="129" y="272"/>
                </a:cubicBezTo>
                <a:cubicBezTo>
                  <a:pt x="111" y="187"/>
                  <a:pt x="111" y="187"/>
                  <a:pt x="111" y="187"/>
                </a:cubicBezTo>
                <a:cubicBezTo>
                  <a:pt x="111" y="187"/>
                  <a:pt x="111" y="186"/>
                  <a:pt x="110" y="185"/>
                </a:cubicBezTo>
                <a:cubicBezTo>
                  <a:pt x="110" y="184"/>
                  <a:pt x="110" y="182"/>
                  <a:pt x="110" y="181"/>
                </a:cubicBezTo>
                <a:cubicBezTo>
                  <a:pt x="110" y="180"/>
                  <a:pt x="110" y="179"/>
                  <a:pt x="110" y="177"/>
                </a:cubicBezTo>
                <a:cubicBezTo>
                  <a:pt x="110" y="175"/>
                  <a:pt x="110" y="174"/>
                  <a:pt x="110" y="173"/>
                </a:cubicBezTo>
                <a:cubicBezTo>
                  <a:pt x="109" y="173"/>
                  <a:pt x="109" y="173"/>
                  <a:pt x="109" y="173"/>
                </a:cubicBezTo>
                <a:cubicBezTo>
                  <a:pt x="109" y="174"/>
                  <a:pt x="109" y="175"/>
                  <a:pt x="109" y="178"/>
                </a:cubicBezTo>
                <a:cubicBezTo>
                  <a:pt x="109" y="179"/>
                  <a:pt x="109" y="180"/>
                  <a:pt x="109" y="181"/>
                </a:cubicBezTo>
                <a:cubicBezTo>
                  <a:pt x="108" y="182"/>
                  <a:pt x="108" y="184"/>
                  <a:pt x="108" y="185"/>
                </a:cubicBezTo>
                <a:cubicBezTo>
                  <a:pt x="108" y="186"/>
                  <a:pt x="108" y="187"/>
                  <a:pt x="108" y="187"/>
                </a:cubicBezTo>
                <a:cubicBezTo>
                  <a:pt x="90" y="270"/>
                  <a:pt x="90" y="270"/>
                  <a:pt x="90" y="270"/>
                </a:cubicBezTo>
                <a:cubicBezTo>
                  <a:pt x="64" y="269"/>
                  <a:pt x="64" y="269"/>
                  <a:pt x="64" y="269"/>
                </a:cubicBezTo>
                <a:cubicBezTo>
                  <a:pt x="40" y="145"/>
                  <a:pt x="40" y="145"/>
                  <a:pt x="40" y="145"/>
                </a:cubicBezTo>
                <a:cubicBezTo>
                  <a:pt x="63" y="143"/>
                  <a:pt x="63" y="143"/>
                  <a:pt x="63" y="143"/>
                </a:cubicBezTo>
                <a:cubicBezTo>
                  <a:pt x="77" y="227"/>
                  <a:pt x="77" y="227"/>
                  <a:pt x="77" y="227"/>
                </a:cubicBezTo>
                <a:cubicBezTo>
                  <a:pt x="77" y="229"/>
                  <a:pt x="77" y="229"/>
                  <a:pt x="77" y="230"/>
                </a:cubicBezTo>
                <a:cubicBezTo>
                  <a:pt x="77" y="231"/>
                  <a:pt x="77" y="232"/>
                  <a:pt x="77" y="233"/>
                </a:cubicBezTo>
                <a:cubicBezTo>
                  <a:pt x="77" y="234"/>
                  <a:pt x="77" y="236"/>
                  <a:pt x="77" y="237"/>
                </a:cubicBezTo>
                <a:cubicBezTo>
                  <a:pt x="78" y="239"/>
                  <a:pt x="78" y="240"/>
                  <a:pt x="78" y="241"/>
                </a:cubicBezTo>
                <a:cubicBezTo>
                  <a:pt x="78" y="241"/>
                  <a:pt x="78" y="241"/>
                  <a:pt x="78" y="241"/>
                </a:cubicBezTo>
                <a:cubicBezTo>
                  <a:pt x="78" y="240"/>
                  <a:pt x="78" y="239"/>
                  <a:pt x="78" y="238"/>
                </a:cubicBezTo>
                <a:cubicBezTo>
                  <a:pt x="78" y="237"/>
                  <a:pt x="78" y="236"/>
                  <a:pt x="79" y="234"/>
                </a:cubicBezTo>
                <a:cubicBezTo>
                  <a:pt x="79" y="233"/>
                  <a:pt x="79" y="232"/>
                  <a:pt x="79" y="231"/>
                </a:cubicBezTo>
                <a:cubicBezTo>
                  <a:pt x="79" y="230"/>
                  <a:pt x="79" y="229"/>
                  <a:pt x="80" y="227"/>
                </a:cubicBezTo>
                <a:cubicBezTo>
                  <a:pt x="98" y="141"/>
                  <a:pt x="98" y="141"/>
                  <a:pt x="98" y="141"/>
                </a:cubicBezTo>
                <a:cubicBezTo>
                  <a:pt x="123" y="140"/>
                  <a:pt x="123" y="140"/>
                  <a:pt x="123" y="140"/>
                </a:cubicBezTo>
                <a:cubicBezTo>
                  <a:pt x="142" y="230"/>
                  <a:pt x="142" y="230"/>
                  <a:pt x="142" y="230"/>
                </a:cubicBezTo>
                <a:cubicBezTo>
                  <a:pt x="142" y="230"/>
                  <a:pt x="142" y="231"/>
                  <a:pt x="142" y="232"/>
                </a:cubicBezTo>
                <a:cubicBezTo>
                  <a:pt x="142" y="233"/>
                  <a:pt x="142" y="234"/>
                  <a:pt x="142" y="236"/>
                </a:cubicBezTo>
                <a:cubicBezTo>
                  <a:pt x="143" y="237"/>
                  <a:pt x="143" y="238"/>
                  <a:pt x="143" y="239"/>
                </a:cubicBezTo>
                <a:cubicBezTo>
                  <a:pt x="143" y="240"/>
                  <a:pt x="143" y="241"/>
                  <a:pt x="143" y="244"/>
                </a:cubicBezTo>
                <a:cubicBezTo>
                  <a:pt x="143" y="244"/>
                  <a:pt x="143" y="244"/>
                  <a:pt x="143" y="244"/>
                </a:cubicBezTo>
                <a:cubicBezTo>
                  <a:pt x="143" y="243"/>
                  <a:pt x="143" y="241"/>
                  <a:pt x="144" y="240"/>
                </a:cubicBezTo>
                <a:cubicBezTo>
                  <a:pt x="144" y="239"/>
                  <a:pt x="144" y="237"/>
                  <a:pt x="144" y="236"/>
                </a:cubicBezTo>
                <a:cubicBezTo>
                  <a:pt x="144" y="234"/>
                  <a:pt x="144" y="233"/>
                  <a:pt x="144" y="232"/>
                </a:cubicBezTo>
                <a:cubicBezTo>
                  <a:pt x="144" y="231"/>
                  <a:pt x="145" y="230"/>
                  <a:pt x="145" y="229"/>
                </a:cubicBezTo>
                <a:cubicBezTo>
                  <a:pt x="161" y="138"/>
                  <a:pt x="161" y="138"/>
                  <a:pt x="161" y="138"/>
                </a:cubicBezTo>
                <a:cubicBezTo>
                  <a:pt x="188" y="136"/>
                  <a:pt x="188" y="136"/>
                  <a:pt x="188" y="136"/>
                </a:cubicBezTo>
                <a:lnTo>
                  <a:pt x="156" y="275"/>
                </a:lnTo>
                <a:close/>
                <a:moveTo>
                  <a:pt x="402" y="360"/>
                </a:moveTo>
                <a:cubicBezTo>
                  <a:pt x="246" y="360"/>
                  <a:pt x="246" y="360"/>
                  <a:pt x="246" y="360"/>
                </a:cubicBezTo>
                <a:cubicBezTo>
                  <a:pt x="246" y="322"/>
                  <a:pt x="246" y="322"/>
                  <a:pt x="246" y="322"/>
                </a:cubicBezTo>
                <a:cubicBezTo>
                  <a:pt x="369" y="322"/>
                  <a:pt x="369" y="322"/>
                  <a:pt x="369" y="322"/>
                </a:cubicBezTo>
                <a:cubicBezTo>
                  <a:pt x="369" y="303"/>
                  <a:pt x="369" y="303"/>
                  <a:pt x="369" y="303"/>
                </a:cubicBezTo>
                <a:cubicBezTo>
                  <a:pt x="246" y="303"/>
                  <a:pt x="246" y="303"/>
                  <a:pt x="246" y="303"/>
                </a:cubicBezTo>
                <a:cubicBezTo>
                  <a:pt x="246" y="279"/>
                  <a:pt x="246" y="279"/>
                  <a:pt x="246" y="279"/>
                </a:cubicBezTo>
                <a:cubicBezTo>
                  <a:pt x="369" y="279"/>
                  <a:pt x="369" y="279"/>
                  <a:pt x="369" y="279"/>
                </a:cubicBezTo>
                <a:cubicBezTo>
                  <a:pt x="369" y="260"/>
                  <a:pt x="369" y="260"/>
                  <a:pt x="369" y="260"/>
                </a:cubicBezTo>
                <a:cubicBezTo>
                  <a:pt x="246" y="260"/>
                  <a:pt x="246" y="260"/>
                  <a:pt x="246" y="260"/>
                </a:cubicBezTo>
                <a:cubicBezTo>
                  <a:pt x="246" y="237"/>
                  <a:pt x="246" y="237"/>
                  <a:pt x="246" y="237"/>
                </a:cubicBezTo>
                <a:cubicBezTo>
                  <a:pt x="369" y="237"/>
                  <a:pt x="369" y="237"/>
                  <a:pt x="369" y="237"/>
                </a:cubicBezTo>
                <a:cubicBezTo>
                  <a:pt x="369" y="218"/>
                  <a:pt x="369" y="218"/>
                  <a:pt x="369" y="218"/>
                </a:cubicBezTo>
                <a:cubicBezTo>
                  <a:pt x="246" y="218"/>
                  <a:pt x="246" y="218"/>
                  <a:pt x="246" y="218"/>
                </a:cubicBezTo>
                <a:cubicBezTo>
                  <a:pt x="246" y="194"/>
                  <a:pt x="246" y="194"/>
                  <a:pt x="246" y="194"/>
                </a:cubicBezTo>
                <a:cubicBezTo>
                  <a:pt x="369" y="194"/>
                  <a:pt x="369" y="194"/>
                  <a:pt x="369" y="194"/>
                </a:cubicBezTo>
                <a:cubicBezTo>
                  <a:pt x="369" y="175"/>
                  <a:pt x="369" y="175"/>
                  <a:pt x="369" y="175"/>
                </a:cubicBezTo>
                <a:cubicBezTo>
                  <a:pt x="246" y="175"/>
                  <a:pt x="246" y="175"/>
                  <a:pt x="246" y="175"/>
                </a:cubicBezTo>
                <a:cubicBezTo>
                  <a:pt x="246" y="152"/>
                  <a:pt x="246" y="152"/>
                  <a:pt x="246" y="152"/>
                </a:cubicBezTo>
                <a:cubicBezTo>
                  <a:pt x="369" y="152"/>
                  <a:pt x="369" y="152"/>
                  <a:pt x="369" y="152"/>
                </a:cubicBezTo>
                <a:cubicBezTo>
                  <a:pt x="369" y="133"/>
                  <a:pt x="369" y="133"/>
                  <a:pt x="369" y="133"/>
                </a:cubicBezTo>
                <a:cubicBezTo>
                  <a:pt x="246" y="133"/>
                  <a:pt x="246" y="133"/>
                  <a:pt x="246" y="133"/>
                </a:cubicBezTo>
                <a:cubicBezTo>
                  <a:pt x="246" y="109"/>
                  <a:pt x="246" y="109"/>
                  <a:pt x="246" y="109"/>
                </a:cubicBezTo>
                <a:cubicBezTo>
                  <a:pt x="369" y="109"/>
                  <a:pt x="369" y="109"/>
                  <a:pt x="369" y="109"/>
                </a:cubicBezTo>
                <a:cubicBezTo>
                  <a:pt x="369" y="90"/>
                  <a:pt x="369" y="90"/>
                  <a:pt x="369" y="90"/>
                </a:cubicBezTo>
                <a:cubicBezTo>
                  <a:pt x="246" y="90"/>
                  <a:pt x="246" y="90"/>
                  <a:pt x="246" y="90"/>
                </a:cubicBezTo>
                <a:cubicBezTo>
                  <a:pt x="246" y="57"/>
                  <a:pt x="246" y="57"/>
                  <a:pt x="246" y="57"/>
                </a:cubicBezTo>
                <a:cubicBezTo>
                  <a:pt x="402" y="57"/>
                  <a:pt x="402" y="57"/>
                  <a:pt x="402" y="57"/>
                </a:cubicBezTo>
                <a:lnTo>
                  <a:pt x="402" y="360"/>
                </a:lnTo>
                <a:close/>
              </a:path>
            </a:pathLst>
          </a:custGeom>
          <a:solidFill>
            <a:schemeClr val="accent2">
              <a:lumMod val="50000"/>
              <a:alpha val="3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3" name="Title 2"/>
          <p:cNvSpPr>
            <a:spLocks noGrp="1"/>
          </p:cNvSpPr>
          <p:nvPr>
            <p:ph type="title"/>
          </p:nvPr>
        </p:nvSpPr>
        <p:spPr/>
        <p:txBody>
          <a:bodyPr/>
          <a:lstStyle/>
          <a:p>
            <a:r>
              <a:rPr lang="en-US" smtClean="0"/>
              <a:t>Demo:</a:t>
            </a:r>
            <a:br>
              <a:rPr lang="en-US" smtClean="0"/>
            </a:br>
            <a:r>
              <a:rPr lang="en-US" smtClean="0"/>
              <a:t>New Word 2016 APIs</a:t>
            </a:r>
            <a:endParaRPr lang="en-US" dirty="0"/>
          </a:p>
        </p:txBody>
      </p:sp>
      <p:sp>
        <p:nvSpPr>
          <p:cNvPr id="7" name="Text Placeholder 6"/>
          <p:cNvSpPr>
            <a:spLocks noGrp="1"/>
          </p:cNvSpPr>
          <p:nvPr>
            <p:ph type="body" sz="quarter" idx="12"/>
          </p:nvPr>
        </p:nvSpPr>
        <p:spPr/>
        <p:txBody>
          <a:bodyPr/>
          <a:lstStyle/>
          <a:p>
            <a:endParaRPr lang="en-US"/>
          </a:p>
        </p:txBody>
      </p:sp>
    </p:spTree>
    <p:extLst>
      <p:ext uri="{BB962C8B-B14F-4D97-AF65-F5344CB8AC3E}">
        <p14:creationId xmlns:p14="http://schemas.microsoft.com/office/powerpoint/2010/main" val="16257215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Rectangle 27"/>
          <p:cNvSpPr/>
          <p:nvPr/>
        </p:nvSpPr>
        <p:spPr bwMode="auto">
          <a:xfrm>
            <a:off x="0" y="0"/>
            <a:ext cx="6263640" cy="6992669"/>
          </a:xfrm>
          <a:prstGeom prst="rect">
            <a:avLst/>
          </a:prstGeom>
          <a:solidFill>
            <a:schemeClr val="tx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5720" tIns="45720" rIns="45720" bIns="45720" numCol="1" spcCol="0" rtlCol="0" fromWordArt="0" anchor="ctr" anchorCtr="0" forceAA="0" compatLnSpc="1">
            <a:prstTxWarp prst="textNoShape">
              <a:avLst/>
            </a:prstTxWarp>
            <a:noAutofit/>
          </a:bodyPr>
          <a:lstStyle/>
          <a:p>
            <a:pPr algn="ctr" defTabSz="914099" fontAlgn="base">
              <a:spcBef>
                <a:spcPct val="0"/>
              </a:spcBef>
              <a:spcAft>
                <a:spcPct val="0"/>
              </a:spcAft>
            </a:pPr>
            <a:endParaRPr lang="en-US" sz="2200" dirty="0">
              <a:gradFill>
                <a:gsLst>
                  <a:gs pos="0">
                    <a:srgbClr val="FFFFFF"/>
                  </a:gs>
                  <a:gs pos="100000">
                    <a:srgbClr val="FFFFFF"/>
                  </a:gs>
                </a:gsLst>
                <a:lin ang="5400000" scaled="0"/>
              </a:gradFill>
              <a:ea typeface="Segoe UI" pitchFamily="34" charset="0"/>
              <a:cs typeface="Segoe UI" pitchFamily="34" charset="0"/>
            </a:endParaRPr>
          </a:p>
        </p:txBody>
      </p:sp>
      <p:sp>
        <p:nvSpPr>
          <p:cNvPr id="9" name="Text Placeholder 8"/>
          <p:cNvSpPr>
            <a:spLocks noGrp="1"/>
          </p:cNvSpPr>
          <p:nvPr>
            <p:ph type="body" sz="quarter" idx="10"/>
          </p:nvPr>
        </p:nvSpPr>
        <p:spPr>
          <a:xfrm>
            <a:off x="6675531" y="1212850"/>
            <a:ext cx="5551619" cy="3933384"/>
          </a:xfrm>
        </p:spPr>
        <p:txBody>
          <a:bodyPr/>
          <a:lstStyle/>
          <a:p>
            <a:r>
              <a:rPr lang="en-US" sz="2800" dirty="0"/>
              <a:t>CRUD and </a:t>
            </a:r>
            <a:r>
              <a:rPr lang="en-US" sz="2800" dirty="0" smtClean="0"/>
              <a:t>navigation of a </a:t>
            </a:r>
            <a:r>
              <a:rPr lang="en-US" sz="2800" dirty="0"/>
              <a:t>workbook’s </a:t>
            </a:r>
            <a:r>
              <a:rPr lang="en-US" sz="2800" dirty="0" smtClean="0"/>
              <a:t>core elements</a:t>
            </a:r>
            <a:endParaRPr lang="en-US" sz="2800" dirty="0"/>
          </a:p>
          <a:p>
            <a:r>
              <a:rPr lang="en-US" sz="2800" dirty="0"/>
              <a:t>Rich formatting and content/formula editing for cells, ranges and tables</a:t>
            </a:r>
          </a:p>
          <a:p>
            <a:r>
              <a:rPr lang="en-US" sz="2800" dirty="0"/>
              <a:t>Data visualization through </a:t>
            </a:r>
            <a:r>
              <a:rPr lang="en-US" sz="2800" dirty="0" smtClean="0"/>
              <a:t/>
            </a:r>
            <a:br>
              <a:rPr lang="en-US" sz="2800" dirty="0" smtClean="0"/>
            </a:br>
            <a:r>
              <a:rPr lang="en-US" sz="2800" dirty="0" smtClean="0"/>
              <a:t>native </a:t>
            </a:r>
            <a:r>
              <a:rPr lang="en-US" sz="2800" dirty="0"/>
              <a:t>charts</a:t>
            </a:r>
          </a:p>
          <a:p>
            <a:r>
              <a:rPr lang="en-US" sz="2800" dirty="0"/>
              <a:t>Basic manipulation of external data bindings</a:t>
            </a:r>
          </a:p>
        </p:txBody>
      </p:sp>
      <p:sp>
        <p:nvSpPr>
          <p:cNvPr id="3" name="Title 2"/>
          <p:cNvSpPr>
            <a:spLocks noGrp="1"/>
          </p:cNvSpPr>
          <p:nvPr>
            <p:ph type="title"/>
          </p:nvPr>
        </p:nvSpPr>
        <p:spPr>
          <a:xfrm>
            <a:off x="246064" y="295274"/>
            <a:ext cx="6017576" cy="917575"/>
          </a:xfrm>
        </p:spPr>
        <p:txBody>
          <a:bodyPr/>
          <a:lstStyle/>
          <a:p>
            <a:r>
              <a:rPr lang="en-US" dirty="0">
                <a:gradFill>
                  <a:gsLst>
                    <a:gs pos="11504">
                      <a:schemeClr val="bg1"/>
                    </a:gs>
                    <a:gs pos="61000">
                      <a:schemeClr val="bg1"/>
                    </a:gs>
                  </a:gsLst>
                  <a:lin ang="5400000" scaled="0"/>
                </a:gradFill>
              </a:rPr>
              <a:t>New Excel APIs</a:t>
            </a:r>
          </a:p>
        </p:txBody>
      </p:sp>
      <p:cxnSp>
        <p:nvCxnSpPr>
          <p:cNvPr id="6" name="Straight Arrow Connector 5"/>
          <p:cNvCxnSpPr>
            <a:stCxn id="60" idx="0"/>
            <a:endCxn id="33" idx="2"/>
          </p:cNvCxnSpPr>
          <p:nvPr/>
        </p:nvCxnSpPr>
        <p:spPr>
          <a:xfrm flipV="1">
            <a:off x="1962302" y="2867514"/>
            <a:ext cx="0" cy="191765"/>
          </a:xfrm>
          <a:prstGeom prst="straightConnector1">
            <a:avLst/>
          </a:prstGeom>
          <a:ln w="12700">
            <a:solidFill>
              <a:schemeClr val="bg1"/>
            </a:solidFill>
            <a:headEnd type="none"/>
            <a:tailEnd type="diamond"/>
          </a:ln>
        </p:spPr>
        <p:style>
          <a:lnRef idx="1">
            <a:schemeClr val="accent1"/>
          </a:lnRef>
          <a:fillRef idx="0">
            <a:schemeClr val="accent1"/>
          </a:fillRef>
          <a:effectRef idx="0">
            <a:schemeClr val="accent1"/>
          </a:effectRef>
          <a:fontRef idx="minor">
            <a:schemeClr val="tx1"/>
          </a:fontRef>
        </p:style>
      </p:cxnSp>
      <p:cxnSp>
        <p:nvCxnSpPr>
          <p:cNvPr id="8" name="Straight Connector 7"/>
          <p:cNvCxnSpPr/>
          <p:nvPr/>
        </p:nvCxnSpPr>
        <p:spPr>
          <a:xfrm flipV="1">
            <a:off x="1962302" y="1661036"/>
            <a:ext cx="0" cy="1019721"/>
          </a:xfrm>
          <a:prstGeom prst="line">
            <a:avLst/>
          </a:prstGeom>
          <a:ln w="12700">
            <a:solidFill>
              <a:schemeClr val="bg1"/>
            </a:solidFill>
            <a:headEnd type="none"/>
            <a:tailEnd type="none"/>
          </a:ln>
        </p:spPr>
        <p:style>
          <a:lnRef idx="1">
            <a:schemeClr val="accent1"/>
          </a:lnRef>
          <a:fillRef idx="0">
            <a:schemeClr val="accent1"/>
          </a:fillRef>
          <a:effectRef idx="0">
            <a:schemeClr val="accent1"/>
          </a:effectRef>
          <a:fontRef idx="minor">
            <a:schemeClr val="tx1"/>
          </a:fontRef>
        </p:style>
      </p:cxnSp>
      <p:grpSp>
        <p:nvGrpSpPr>
          <p:cNvPr id="20" name="Group 19"/>
          <p:cNvGrpSpPr/>
          <p:nvPr/>
        </p:nvGrpSpPr>
        <p:grpSpPr>
          <a:xfrm>
            <a:off x="270339" y="1474171"/>
            <a:ext cx="5762161" cy="4044327"/>
            <a:chOff x="270338" y="1339303"/>
            <a:chExt cx="7053169" cy="4950456"/>
          </a:xfrm>
        </p:grpSpPr>
        <p:grpSp>
          <p:nvGrpSpPr>
            <p:cNvPr id="2" name="Group 1"/>
            <p:cNvGrpSpPr/>
            <p:nvPr/>
          </p:nvGrpSpPr>
          <p:grpSpPr>
            <a:xfrm>
              <a:off x="270338" y="1339303"/>
              <a:ext cx="7053169" cy="4950456"/>
              <a:chOff x="270338" y="1557013"/>
              <a:chExt cx="7053169" cy="4950456"/>
            </a:xfrm>
          </p:grpSpPr>
          <p:sp>
            <p:nvSpPr>
              <p:cNvPr id="32" name="TextBox 31"/>
              <p:cNvSpPr txBox="1"/>
              <p:nvPr/>
            </p:nvSpPr>
            <p:spPr>
              <a:xfrm>
                <a:off x="3604181" y="1557013"/>
                <a:ext cx="1366770" cy="457200"/>
              </a:xfrm>
              <a:prstGeom prst="rect">
                <a:avLst/>
              </a:prstGeom>
              <a:solidFill>
                <a:schemeClr val="accent4"/>
              </a:solidFill>
              <a:ln w="12700" cap="sq">
                <a:solidFill>
                  <a:schemeClr val="bg1"/>
                </a:solidFill>
                <a:miter lim="800000"/>
              </a:ln>
            </p:spPr>
            <p:txBody>
              <a:bodyPr wrap="none" lIns="146304" tIns="91440" rIns="146304" bIns="91440" rtlCol="0">
                <a:noAutofit/>
              </a:bodyPr>
              <a:lstStyle>
                <a:defPPr>
                  <a:defRPr lang="en-US"/>
                </a:defPPr>
                <a:lvl1pPr algn="ctr">
                  <a:lnSpc>
                    <a:spcPct val="90000"/>
                  </a:lnSpc>
                  <a:spcAft>
                    <a:spcPts val="600"/>
                  </a:spcAft>
                  <a:defRPr sz="2000">
                    <a:gradFill>
                      <a:gsLst>
                        <a:gs pos="7965">
                          <a:schemeClr val="bg1"/>
                        </a:gs>
                        <a:gs pos="34000">
                          <a:schemeClr val="bg1"/>
                        </a:gs>
                      </a:gsLst>
                      <a:lin ang="5400000" scaled="0"/>
                    </a:gradFill>
                  </a:defRPr>
                </a:lvl1pPr>
              </a:lstStyle>
              <a:p>
                <a:r>
                  <a:rPr lang="en-US" sz="1600" dirty="0" smtClean="0"/>
                  <a:t>Workbook</a:t>
                </a:r>
                <a:endParaRPr lang="en-US" sz="1600" dirty="0"/>
              </a:p>
            </p:txBody>
          </p:sp>
          <p:sp>
            <p:nvSpPr>
              <p:cNvPr id="33" name="TextBox 32"/>
              <p:cNvSpPr txBox="1"/>
              <p:nvPr/>
            </p:nvSpPr>
            <p:spPr>
              <a:xfrm>
                <a:off x="1657999" y="2805334"/>
                <a:ext cx="1366770" cy="457200"/>
              </a:xfrm>
              <a:prstGeom prst="rect">
                <a:avLst/>
              </a:prstGeom>
              <a:solidFill>
                <a:schemeClr val="accent4"/>
              </a:solidFill>
              <a:ln w="12700" cap="sq">
                <a:solidFill>
                  <a:schemeClr val="bg1"/>
                </a:solidFill>
                <a:miter lim="800000"/>
              </a:ln>
            </p:spPr>
            <p:txBody>
              <a:bodyPr wrap="none" lIns="146304" tIns="91440" rIns="146304" bIns="91440" rtlCol="0">
                <a:noAutofit/>
              </a:bodyPr>
              <a:lstStyle>
                <a:defPPr>
                  <a:defRPr lang="en-US"/>
                </a:defPPr>
                <a:lvl1pPr algn="ctr">
                  <a:lnSpc>
                    <a:spcPct val="90000"/>
                  </a:lnSpc>
                  <a:spcAft>
                    <a:spcPts val="600"/>
                  </a:spcAft>
                  <a:defRPr sz="2000">
                    <a:gradFill>
                      <a:gsLst>
                        <a:gs pos="7965">
                          <a:schemeClr val="bg1"/>
                        </a:gs>
                        <a:gs pos="34000">
                          <a:schemeClr val="bg1"/>
                        </a:gs>
                      </a:gsLst>
                      <a:lin ang="5400000" scaled="0"/>
                    </a:gradFill>
                  </a:defRPr>
                </a:lvl1pPr>
              </a:lstStyle>
              <a:p>
                <a:r>
                  <a:rPr lang="en-US" sz="1600" dirty="0" smtClean="0"/>
                  <a:t>Names</a:t>
                </a:r>
                <a:endParaRPr lang="en-US" sz="1600" dirty="0"/>
              </a:p>
            </p:txBody>
          </p:sp>
          <p:sp>
            <p:nvSpPr>
              <p:cNvPr id="37" name="TextBox 36"/>
              <p:cNvSpPr txBox="1"/>
              <p:nvPr/>
            </p:nvSpPr>
            <p:spPr>
              <a:xfrm>
                <a:off x="2639631" y="4709040"/>
                <a:ext cx="1366770" cy="457200"/>
              </a:xfrm>
              <a:prstGeom prst="rect">
                <a:avLst/>
              </a:prstGeom>
              <a:solidFill>
                <a:schemeClr val="accent4"/>
              </a:solidFill>
              <a:ln w="12700" cap="sq">
                <a:solidFill>
                  <a:schemeClr val="bg1"/>
                </a:solidFill>
                <a:miter lim="800000"/>
              </a:ln>
            </p:spPr>
            <p:txBody>
              <a:bodyPr wrap="none" lIns="146304" tIns="91440" rIns="146304" bIns="91440" rtlCol="0">
                <a:noAutofit/>
              </a:bodyPr>
              <a:lstStyle>
                <a:defPPr>
                  <a:defRPr lang="en-US"/>
                </a:defPPr>
                <a:lvl1pPr algn="ctr">
                  <a:lnSpc>
                    <a:spcPct val="90000"/>
                  </a:lnSpc>
                  <a:spcAft>
                    <a:spcPts val="600"/>
                  </a:spcAft>
                  <a:defRPr sz="2000">
                    <a:gradFill>
                      <a:gsLst>
                        <a:gs pos="7965">
                          <a:schemeClr val="bg1"/>
                        </a:gs>
                        <a:gs pos="34000">
                          <a:schemeClr val="bg1"/>
                        </a:gs>
                      </a:gsLst>
                      <a:lin ang="5400000" scaled="0"/>
                    </a:gradFill>
                  </a:defRPr>
                </a:lvl1pPr>
              </a:lstStyle>
              <a:p>
                <a:r>
                  <a:rPr lang="en-US" sz="1600" dirty="0" smtClean="0"/>
                  <a:t>Format</a:t>
                </a:r>
                <a:endParaRPr lang="en-US" sz="1600" dirty="0"/>
              </a:p>
            </p:txBody>
          </p:sp>
          <p:sp>
            <p:nvSpPr>
              <p:cNvPr id="38" name="TextBox 37"/>
              <p:cNvSpPr txBox="1"/>
              <p:nvPr/>
            </p:nvSpPr>
            <p:spPr>
              <a:xfrm>
                <a:off x="3587463" y="3495675"/>
                <a:ext cx="1366770" cy="457200"/>
              </a:xfrm>
              <a:prstGeom prst="rect">
                <a:avLst/>
              </a:prstGeom>
              <a:solidFill>
                <a:schemeClr val="accent4"/>
              </a:solidFill>
              <a:ln w="12700" cap="sq">
                <a:solidFill>
                  <a:schemeClr val="bg1"/>
                </a:solidFill>
                <a:miter lim="800000"/>
              </a:ln>
            </p:spPr>
            <p:txBody>
              <a:bodyPr wrap="none" lIns="146304" tIns="91440" rIns="146304" bIns="91440" rtlCol="0">
                <a:noAutofit/>
              </a:bodyPr>
              <a:lstStyle>
                <a:defPPr>
                  <a:defRPr lang="en-US"/>
                </a:defPPr>
                <a:lvl1pPr algn="ctr">
                  <a:lnSpc>
                    <a:spcPct val="90000"/>
                  </a:lnSpc>
                  <a:spcAft>
                    <a:spcPts val="600"/>
                  </a:spcAft>
                  <a:defRPr sz="2000">
                    <a:gradFill>
                      <a:gsLst>
                        <a:gs pos="7965">
                          <a:schemeClr val="bg1"/>
                        </a:gs>
                        <a:gs pos="34000">
                          <a:schemeClr val="bg1"/>
                        </a:gs>
                      </a:gsLst>
                      <a:lin ang="5400000" scaled="0"/>
                    </a:gradFill>
                  </a:defRPr>
                </a:lvl1pPr>
              </a:lstStyle>
              <a:p>
                <a:r>
                  <a:rPr lang="en-US" sz="1600" dirty="0" smtClean="0"/>
                  <a:t>Charts</a:t>
                </a:r>
                <a:endParaRPr lang="en-US" sz="1600" dirty="0"/>
              </a:p>
            </p:txBody>
          </p:sp>
          <p:sp>
            <p:nvSpPr>
              <p:cNvPr id="60" name="TextBox 59"/>
              <p:cNvSpPr txBox="1"/>
              <p:nvPr/>
            </p:nvSpPr>
            <p:spPr>
              <a:xfrm>
                <a:off x="1657999" y="3497263"/>
                <a:ext cx="1366770" cy="457200"/>
              </a:xfrm>
              <a:prstGeom prst="rect">
                <a:avLst/>
              </a:prstGeom>
              <a:solidFill>
                <a:schemeClr val="accent4"/>
              </a:solidFill>
              <a:ln w="12700" cap="sq">
                <a:solidFill>
                  <a:schemeClr val="bg1"/>
                </a:solidFill>
                <a:miter lim="800000"/>
              </a:ln>
            </p:spPr>
            <p:txBody>
              <a:bodyPr wrap="none" lIns="146304" tIns="91440" rIns="146304" bIns="91440" rtlCol="0">
                <a:noAutofit/>
              </a:bodyPr>
              <a:lstStyle>
                <a:defPPr>
                  <a:defRPr lang="en-US"/>
                </a:defPPr>
                <a:lvl1pPr algn="ctr">
                  <a:lnSpc>
                    <a:spcPct val="90000"/>
                  </a:lnSpc>
                  <a:spcAft>
                    <a:spcPts val="600"/>
                  </a:spcAft>
                  <a:defRPr sz="2000">
                    <a:gradFill>
                      <a:gsLst>
                        <a:gs pos="7965">
                          <a:schemeClr val="bg1"/>
                        </a:gs>
                        <a:gs pos="34000">
                          <a:schemeClr val="bg1"/>
                        </a:gs>
                      </a:gsLst>
                      <a:lin ang="5400000" scaled="0"/>
                    </a:gradFill>
                  </a:defRPr>
                </a:lvl1pPr>
              </a:lstStyle>
              <a:p>
                <a:r>
                  <a:rPr lang="en-US" sz="1600" dirty="0" smtClean="0"/>
                  <a:t>Range</a:t>
                </a:r>
                <a:endParaRPr lang="en-US" sz="1600" dirty="0"/>
              </a:p>
            </p:txBody>
          </p:sp>
          <p:sp>
            <p:nvSpPr>
              <p:cNvPr id="61" name="TextBox 60"/>
              <p:cNvSpPr txBox="1"/>
              <p:nvPr/>
            </p:nvSpPr>
            <p:spPr>
              <a:xfrm>
                <a:off x="1867553" y="5313211"/>
                <a:ext cx="1366770" cy="457200"/>
              </a:xfrm>
              <a:prstGeom prst="rect">
                <a:avLst/>
              </a:prstGeom>
              <a:solidFill>
                <a:schemeClr val="accent4"/>
              </a:solidFill>
              <a:ln w="12700" cap="sq">
                <a:solidFill>
                  <a:schemeClr val="bg1"/>
                </a:solidFill>
                <a:miter lim="800000"/>
              </a:ln>
            </p:spPr>
            <p:txBody>
              <a:bodyPr wrap="none" lIns="146304" tIns="91440" rIns="146304" bIns="91440" rtlCol="0">
                <a:noAutofit/>
              </a:bodyPr>
              <a:lstStyle>
                <a:defPPr>
                  <a:defRPr lang="en-US"/>
                </a:defPPr>
                <a:lvl1pPr algn="ctr">
                  <a:lnSpc>
                    <a:spcPct val="90000"/>
                  </a:lnSpc>
                  <a:spcAft>
                    <a:spcPts val="600"/>
                  </a:spcAft>
                  <a:defRPr sz="2000">
                    <a:gradFill>
                      <a:gsLst>
                        <a:gs pos="7965">
                          <a:schemeClr val="bg1"/>
                        </a:gs>
                        <a:gs pos="34000">
                          <a:schemeClr val="bg1"/>
                        </a:gs>
                      </a:gsLst>
                      <a:lin ang="5400000" scaled="0"/>
                    </a:gradFill>
                  </a:defRPr>
                </a:lvl1pPr>
              </a:lstStyle>
              <a:p>
                <a:r>
                  <a:rPr lang="en-US" sz="1600" dirty="0" smtClean="0"/>
                  <a:t>Font</a:t>
                </a:r>
                <a:endParaRPr lang="en-US" sz="1600" dirty="0"/>
              </a:p>
            </p:txBody>
          </p:sp>
          <p:sp>
            <p:nvSpPr>
              <p:cNvPr id="62" name="TextBox 61"/>
              <p:cNvSpPr txBox="1"/>
              <p:nvPr/>
            </p:nvSpPr>
            <p:spPr>
              <a:xfrm>
                <a:off x="1658983" y="5681740"/>
                <a:ext cx="1366770" cy="457200"/>
              </a:xfrm>
              <a:prstGeom prst="rect">
                <a:avLst/>
              </a:prstGeom>
              <a:solidFill>
                <a:schemeClr val="accent4"/>
              </a:solidFill>
              <a:ln w="12700" cap="sq">
                <a:solidFill>
                  <a:schemeClr val="bg1"/>
                </a:solidFill>
                <a:miter lim="800000"/>
              </a:ln>
            </p:spPr>
            <p:txBody>
              <a:bodyPr wrap="none" lIns="146304" tIns="91440" rIns="146304" bIns="91440" rtlCol="0">
                <a:noAutofit/>
              </a:bodyPr>
              <a:lstStyle>
                <a:defPPr>
                  <a:defRPr lang="en-US"/>
                </a:defPPr>
                <a:lvl1pPr algn="ctr">
                  <a:lnSpc>
                    <a:spcPct val="90000"/>
                  </a:lnSpc>
                  <a:spcAft>
                    <a:spcPts val="600"/>
                  </a:spcAft>
                  <a:defRPr sz="2000">
                    <a:gradFill>
                      <a:gsLst>
                        <a:gs pos="7965">
                          <a:schemeClr val="bg1"/>
                        </a:gs>
                        <a:gs pos="34000">
                          <a:schemeClr val="bg1"/>
                        </a:gs>
                      </a:gsLst>
                      <a:lin ang="5400000" scaled="0"/>
                    </a:gradFill>
                  </a:defRPr>
                </a:lvl1pPr>
              </a:lstStyle>
              <a:p>
                <a:r>
                  <a:rPr lang="en-US" sz="1600" dirty="0" smtClean="0"/>
                  <a:t>Fill</a:t>
                </a:r>
                <a:endParaRPr lang="en-US" sz="1600" dirty="0"/>
              </a:p>
            </p:txBody>
          </p:sp>
          <p:sp>
            <p:nvSpPr>
              <p:cNvPr id="63" name="TextBox 62"/>
              <p:cNvSpPr txBox="1"/>
              <p:nvPr/>
            </p:nvSpPr>
            <p:spPr>
              <a:xfrm>
                <a:off x="1450414" y="6050269"/>
                <a:ext cx="1366770" cy="457200"/>
              </a:xfrm>
              <a:prstGeom prst="rect">
                <a:avLst/>
              </a:prstGeom>
              <a:solidFill>
                <a:schemeClr val="accent4"/>
              </a:solidFill>
              <a:ln w="12700" cap="sq">
                <a:solidFill>
                  <a:schemeClr val="bg1"/>
                </a:solidFill>
                <a:miter lim="800000"/>
              </a:ln>
            </p:spPr>
            <p:txBody>
              <a:bodyPr wrap="none" lIns="146304" tIns="91440" rIns="146304" bIns="91440" rtlCol="0">
                <a:noAutofit/>
              </a:bodyPr>
              <a:lstStyle>
                <a:defPPr>
                  <a:defRPr lang="en-US"/>
                </a:defPPr>
                <a:lvl1pPr algn="ctr">
                  <a:lnSpc>
                    <a:spcPct val="90000"/>
                  </a:lnSpc>
                  <a:spcAft>
                    <a:spcPts val="600"/>
                  </a:spcAft>
                  <a:defRPr sz="2000">
                    <a:gradFill>
                      <a:gsLst>
                        <a:gs pos="7965">
                          <a:schemeClr val="bg1"/>
                        </a:gs>
                        <a:gs pos="34000">
                          <a:schemeClr val="bg1"/>
                        </a:gs>
                      </a:gsLst>
                      <a:lin ang="5400000" scaled="0"/>
                    </a:gradFill>
                  </a:defRPr>
                </a:lvl1pPr>
              </a:lstStyle>
              <a:p>
                <a:r>
                  <a:rPr lang="en-US" sz="1600" dirty="0" smtClean="0"/>
                  <a:t>Borders</a:t>
                </a:r>
                <a:endParaRPr lang="en-US" sz="1600" dirty="0"/>
              </a:p>
            </p:txBody>
          </p:sp>
          <p:sp>
            <p:nvSpPr>
              <p:cNvPr id="66" name="TextBox 65"/>
              <p:cNvSpPr txBox="1"/>
              <p:nvPr/>
            </p:nvSpPr>
            <p:spPr>
              <a:xfrm>
                <a:off x="5754651" y="3492119"/>
                <a:ext cx="1366770" cy="457200"/>
              </a:xfrm>
              <a:prstGeom prst="rect">
                <a:avLst/>
              </a:prstGeom>
              <a:solidFill>
                <a:schemeClr val="accent4"/>
              </a:solidFill>
              <a:ln w="12700" cap="sq">
                <a:solidFill>
                  <a:schemeClr val="bg1"/>
                </a:solidFill>
                <a:miter lim="800000"/>
              </a:ln>
            </p:spPr>
            <p:txBody>
              <a:bodyPr wrap="none" lIns="146304" tIns="91440" rIns="146304" bIns="91440" rtlCol="0">
                <a:noAutofit/>
              </a:bodyPr>
              <a:lstStyle>
                <a:defPPr>
                  <a:defRPr lang="en-US"/>
                </a:defPPr>
                <a:lvl1pPr algn="ctr">
                  <a:lnSpc>
                    <a:spcPct val="90000"/>
                  </a:lnSpc>
                  <a:spcAft>
                    <a:spcPts val="600"/>
                  </a:spcAft>
                  <a:defRPr sz="2000">
                    <a:gradFill>
                      <a:gsLst>
                        <a:gs pos="7965">
                          <a:schemeClr val="bg1"/>
                        </a:gs>
                        <a:gs pos="34000">
                          <a:schemeClr val="bg1"/>
                        </a:gs>
                      </a:gsLst>
                      <a:lin ang="5400000" scaled="0"/>
                    </a:gradFill>
                  </a:defRPr>
                </a:lvl1pPr>
              </a:lstStyle>
              <a:p>
                <a:r>
                  <a:rPr lang="en-US" sz="1600" dirty="0" smtClean="0"/>
                  <a:t>Rows</a:t>
                </a:r>
                <a:endParaRPr lang="en-US" sz="1600" dirty="0"/>
              </a:p>
            </p:txBody>
          </p:sp>
          <p:sp>
            <p:nvSpPr>
              <p:cNvPr id="68" name="TextBox 67"/>
              <p:cNvSpPr txBox="1"/>
              <p:nvPr/>
            </p:nvSpPr>
            <p:spPr>
              <a:xfrm>
                <a:off x="5956737" y="3851736"/>
                <a:ext cx="1366770" cy="457200"/>
              </a:xfrm>
              <a:prstGeom prst="rect">
                <a:avLst/>
              </a:prstGeom>
              <a:solidFill>
                <a:schemeClr val="accent4"/>
              </a:solidFill>
              <a:ln w="12700" cap="sq">
                <a:solidFill>
                  <a:schemeClr val="bg1"/>
                </a:solidFill>
                <a:miter lim="800000"/>
              </a:ln>
            </p:spPr>
            <p:txBody>
              <a:bodyPr wrap="none" lIns="146304" tIns="91440" rIns="146304" bIns="91440" rtlCol="0">
                <a:noAutofit/>
              </a:bodyPr>
              <a:lstStyle>
                <a:defPPr>
                  <a:defRPr lang="en-US"/>
                </a:defPPr>
                <a:lvl1pPr algn="ctr">
                  <a:lnSpc>
                    <a:spcPct val="90000"/>
                  </a:lnSpc>
                  <a:spcAft>
                    <a:spcPts val="600"/>
                  </a:spcAft>
                  <a:defRPr sz="2000">
                    <a:gradFill>
                      <a:gsLst>
                        <a:gs pos="7965">
                          <a:schemeClr val="bg1"/>
                        </a:gs>
                        <a:gs pos="34000">
                          <a:schemeClr val="bg1"/>
                        </a:gs>
                      </a:gsLst>
                      <a:lin ang="5400000" scaled="0"/>
                    </a:gradFill>
                  </a:defRPr>
                </a:lvl1pPr>
              </a:lstStyle>
              <a:p>
                <a:r>
                  <a:rPr lang="en-US" sz="1600" dirty="0" smtClean="0"/>
                  <a:t>Columns</a:t>
                </a:r>
                <a:endParaRPr lang="en-US" sz="1600" dirty="0"/>
              </a:p>
            </p:txBody>
          </p:sp>
          <p:sp>
            <p:nvSpPr>
              <p:cNvPr id="69" name="TextBox 68"/>
              <p:cNvSpPr txBox="1"/>
              <p:nvPr/>
            </p:nvSpPr>
            <p:spPr>
              <a:xfrm>
                <a:off x="4448587" y="4426465"/>
                <a:ext cx="1366770" cy="457200"/>
              </a:xfrm>
              <a:prstGeom prst="rect">
                <a:avLst/>
              </a:prstGeom>
              <a:solidFill>
                <a:schemeClr val="accent4"/>
              </a:solidFill>
              <a:ln w="12700" cap="sq">
                <a:solidFill>
                  <a:schemeClr val="bg1"/>
                </a:solidFill>
                <a:miter lim="800000"/>
              </a:ln>
            </p:spPr>
            <p:txBody>
              <a:bodyPr wrap="none" lIns="146304" tIns="91440" rIns="146304" bIns="91440" rtlCol="0">
                <a:noAutofit/>
              </a:bodyPr>
              <a:lstStyle>
                <a:defPPr>
                  <a:defRPr lang="en-US"/>
                </a:defPPr>
                <a:lvl1pPr algn="ctr">
                  <a:lnSpc>
                    <a:spcPct val="90000"/>
                  </a:lnSpc>
                  <a:spcAft>
                    <a:spcPts val="600"/>
                  </a:spcAft>
                  <a:defRPr sz="2000">
                    <a:gradFill>
                      <a:gsLst>
                        <a:gs pos="7965">
                          <a:schemeClr val="bg1"/>
                        </a:gs>
                        <a:gs pos="34000">
                          <a:schemeClr val="bg1"/>
                        </a:gs>
                      </a:gsLst>
                      <a:lin ang="5400000" scaled="0"/>
                    </a:gradFill>
                  </a:defRPr>
                </a:lvl1pPr>
              </a:lstStyle>
              <a:p>
                <a:r>
                  <a:rPr lang="en-US" sz="1600" dirty="0" smtClean="0"/>
                  <a:t>Legend</a:t>
                </a:r>
                <a:endParaRPr lang="en-US" sz="1600" dirty="0"/>
              </a:p>
            </p:txBody>
          </p:sp>
          <p:sp>
            <p:nvSpPr>
              <p:cNvPr id="70" name="TextBox 69"/>
              <p:cNvSpPr txBox="1"/>
              <p:nvPr/>
            </p:nvSpPr>
            <p:spPr>
              <a:xfrm>
                <a:off x="4687315" y="4789257"/>
                <a:ext cx="1366770" cy="457200"/>
              </a:xfrm>
              <a:prstGeom prst="rect">
                <a:avLst/>
              </a:prstGeom>
              <a:solidFill>
                <a:schemeClr val="accent4"/>
              </a:solidFill>
              <a:ln w="12700" cap="sq">
                <a:solidFill>
                  <a:schemeClr val="bg1"/>
                </a:solidFill>
                <a:miter lim="800000"/>
              </a:ln>
            </p:spPr>
            <p:txBody>
              <a:bodyPr wrap="none" lIns="146304" tIns="91440" rIns="146304" bIns="91440" rtlCol="0">
                <a:noAutofit/>
              </a:bodyPr>
              <a:lstStyle>
                <a:defPPr>
                  <a:defRPr lang="en-US"/>
                </a:defPPr>
                <a:lvl1pPr algn="ctr">
                  <a:lnSpc>
                    <a:spcPct val="90000"/>
                  </a:lnSpc>
                  <a:spcAft>
                    <a:spcPts val="600"/>
                  </a:spcAft>
                  <a:defRPr sz="2000">
                    <a:gradFill>
                      <a:gsLst>
                        <a:gs pos="7965">
                          <a:schemeClr val="bg1"/>
                        </a:gs>
                        <a:gs pos="34000">
                          <a:schemeClr val="bg1"/>
                        </a:gs>
                      </a:gsLst>
                      <a:lin ang="5400000" scaled="0"/>
                    </a:gradFill>
                  </a:defRPr>
                </a:lvl1pPr>
              </a:lstStyle>
              <a:p>
                <a:r>
                  <a:rPr lang="en-US" sz="1600" dirty="0" smtClean="0"/>
                  <a:t>Axis</a:t>
                </a:r>
                <a:endParaRPr lang="en-US" sz="1600" dirty="0"/>
              </a:p>
            </p:txBody>
          </p:sp>
          <p:sp>
            <p:nvSpPr>
              <p:cNvPr id="71" name="TextBox 70"/>
              <p:cNvSpPr txBox="1"/>
              <p:nvPr/>
            </p:nvSpPr>
            <p:spPr>
              <a:xfrm>
                <a:off x="4926043" y="5152049"/>
                <a:ext cx="1366770" cy="457200"/>
              </a:xfrm>
              <a:prstGeom prst="rect">
                <a:avLst/>
              </a:prstGeom>
              <a:solidFill>
                <a:schemeClr val="accent4"/>
              </a:solidFill>
              <a:ln w="12700" cap="sq">
                <a:solidFill>
                  <a:schemeClr val="bg1"/>
                </a:solidFill>
                <a:miter lim="800000"/>
              </a:ln>
            </p:spPr>
            <p:txBody>
              <a:bodyPr wrap="none" lIns="146304" tIns="91440" rIns="146304" bIns="91440" rtlCol="0">
                <a:noAutofit/>
              </a:bodyPr>
              <a:lstStyle>
                <a:defPPr>
                  <a:defRPr lang="en-US"/>
                </a:defPPr>
                <a:lvl1pPr algn="ctr">
                  <a:lnSpc>
                    <a:spcPct val="90000"/>
                  </a:lnSpc>
                  <a:spcAft>
                    <a:spcPts val="600"/>
                  </a:spcAft>
                  <a:defRPr sz="2000">
                    <a:gradFill>
                      <a:gsLst>
                        <a:gs pos="7965">
                          <a:schemeClr val="bg1"/>
                        </a:gs>
                        <a:gs pos="34000">
                          <a:schemeClr val="bg1"/>
                        </a:gs>
                      </a:gsLst>
                      <a:lin ang="5400000" scaled="0"/>
                    </a:gradFill>
                  </a:defRPr>
                </a:lvl1pPr>
              </a:lstStyle>
              <a:p>
                <a:r>
                  <a:rPr lang="en-US" sz="1600" dirty="0" smtClean="0"/>
                  <a:t>Title</a:t>
                </a:r>
                <a:endParaRPr lang="en-US" sz="1600" dirty="0"/>
              </a:p>
            </p:txBody>
          </p:sp>
          <p:sp>
            <p:nvSpPr>
              <p:cNvPr id="72" name="TextBox 71"/>
              <p:cNvSpPr txBox="1"/>
              <p:nvPr/>
            </p:nvSpPr>
            <p:spPr>
              <a:xfrm>
                <a:off x="5164771" y="5514841"/>
                <a:ext cx="1366770" cy="457200"/>
              </a:xfrm>
              <a:prstGeom prst="rect">
                <a:avLst/>
              </a:prstGeom>
              <a:solidFill>
                <a:schemeClr val="accent4"/>
              </a:solidFill>
              <a:ln w="12700" cap="sq">
                <a:solidFill>
                  <a:schemeClr val="bg1"/>
                </a:solidFill>
                <a:miter lim="800000"/>
              </a:ln>
            </p:spPr>
            <p:txBody>
              <a:bodyPr wrap="none" lIns="146304" tIns="91440" rIns="146304" bIns="91440" rtlCol="0">
                <a:noAutofit/>
              </a:bodyPr>
              <a:lstStyle>
                <a:defPPr>
                  <a:defRPr lang="en-US"/>
                </a:defPPr>
                <a:lvl1pPr algn="ctr">
                  <a:lnSpc>
                    <a:spcPct val="90000"/>
                  </a:lnSpc>
                  <a:spcAft>
                    <a:spcPts val="600"/>
                  </a:spcAft>
                  <a:defRPr sz="2000">
                    <a:gradFill>
                      <a:gsLst>
                        <a:gs pos="7965">
                          <a:schemeClr val="bg1"/>
                        </a:gs>
                        <a:gs pos="34000">
                          <a:schemeClr val="bg1"/>
                        </a:gs>
                      </a:gsLst>
                      <a:lin ang="5400000" scaled="0"/>
                    </a:gradFill>
                  </a:defRPr>
                </a:lvl1pPr>
              </a:lstStyle>
              <a:p>
                <a:r>
                  <a:rPr lang="en-US" sz="1600" dirty="0" smtClean="0"/>
                  <a:t>Series</a:t>
                </a:r>
                <a:endParaRPr lang="en-US" sz="1600" dirty="0"/>
              </a:p>
            </p:txBody>
          </p:sp>
          <p:cxnSp>
            <p:nvCxnSpPr>
              <p:cNvPr id="4" name="Elbow Connector 3"/>
              <p:cNvCxnSpPr/>
              <p:nvPr/>
            </p:nvCxnSpPr>
            <p:spPr>
              <a:xfrm rot="16200000" flipV="1">
                <a:off x="4692785" y="2056168"/>
                <a:ext cx="1084484" cy="528148"/>
              </a:xfrm>
              <a:prstGeom prst="bentConnector3">
                <a:avLst>
                  <a:gd name="adj1" fmla="val 99185"/>
                </a:avLst>
              </a:prstGeom>
              <a:ln w="12700" cap="sq">
                <a:solidFill>
                  <a:schemeClr val="bg1"/>
                </a:solidFill>
                <a:miter lim="800000"/>
                <a:headEnd type="none"/>
                <a:tailEnd type="diamond"/>
              </a:ln>
            </p:spPr>
            <p:style>
              <a:lnRef idx="1">
                <a:schemeClr val="accent1"/>
              </a:lnRef>
              <a:fillRef idx="0">
                <a:schemeClr val="accent1"/>
              </a:fillRef>
              <a:effectRef idx="0">
                <a:schemeClr val="accent1"/>
              </a:effectRef>
              <a:fontRef idx="minor">
                <a:schemeClr val="tx1"/>
              </a:fontRef>
            </p:style>
          </p:cxnSp>
          <p:cxnSp>
            <p:nvCxnSpPr>
              <p:cNvPr id="22" name="Elbow Connector 21"/>
              <p:cNvCxnSpPr>
                <a:stCxn id="30" idx="0"/>
                <a:endCxn id="32" idx="1"/>
              </p:cNvCxnSpPr>
              <p:nvPr/>
            </p:nvCxnSpPr>
            <p:spPr>
              <a:xfrm rot="5400000" flipH="1" flipV="1">
                <a:off x="2126577" y="710156"/>
                <a:ext cx="402146" cy="2553061"/>
              </a:xfrm>
              <a:prstGeom prst="bentConnector2">
                <a:avLst/>
              </a:prstGeom>
              <a:ln w="12700" cap="sq">
                <a:solidFill>
                  <a:schemeClr val="bg1"/>
                </a:solidFill>
                <a:miter lim="800000"/>
                <a:headEnd type="none"/>
                <a:tailEnd type="diamond"/>
              </a:ln>
            </p:spPr>
            <p:style>
              <a:lnRef idx="1">
                <a:schemeClr val="accent1"/>
              </a:lnRef>
              <a:fillRef idx="0">
                <a:schemeClr val="accent1"/>
              </a:fillRef>
              <a:effectRef idx="0">
                <a:schemeClr val="accent1"/>
              </a:effectRef>
              <a:fontRef idx="minor">
                <a:schemeClr val="tx1"/>
              </a:fontRef>
            </p:style>
          </p:cxnSp>
          <p:sp>
            <p:nvSpPr>
              <p:cNvPr id="30" name="TextBox 29"/>
              <p:cNvSpPr txBox="1"/>
              <p:nvPr/>
            </p:nvSpPr>
            <p:spPr>
              <a:xfrm>
                <a:off x="270338" y="2187759"/>
                <a:ext cx="1561564" cy="457200"/>
              </a:xfrm>
              <a:prstGeom prst="rect">
                <a:avLst/>
              </a:prstGeom>
              <a:solidFill>
                <a:schemeClr val="accent4"/>
              </a:solidFill>
              <a:ln w="12700" cap="sq">
                <a:solidFill>
                  <a:schemeClr val="bg1"/>
                </a:solidFill>
                <a:miter lim="800000"/>
              </a:ln>
            </p:spPr>
            <p:txBody>
              <a:bodyPr wrap="none" lIns="146304" tIns="91440" rIns="146304" bIns="91440" rtlCol="0">
                <a:noAutofit/>
              </a:bodyPr>
              <a:lstStyle/>
              <a:p>
                <a:pPr algn="ctr">
                  <a:lnSpc>
                    <a:spcPct val="90000"/>
                  </a:lnSpc>
                  <a:spcAft>
                    <a:spcPts val="600"/>
                  </a:spcAft>
                </a:pPr>
                <a:r>
                  <a:rPr lang="en-US" sz="1600" dirty="0" smtClean="0">
                    <a:gradFill>
                      <a:gsLst>
                        <a:gs pos="7965">
                          <a:schemeClr val="bg1"/>
                        </a:gs>
                        <a:gs pos="34000">
                          <a:schemeClr val="bg1"/>
                        </a:gs>
                      </a:gsLst>
                      <a:lin ang="5400000" scaled="0"/>
                    </a:gradFill>
                  </a:rPr>
                  <a:t>Worksheets</a:t>
                </a:r>
              </a:p>
            </p:txBody>
          </p:sp>
          <p:cxnSp>
            <p:nvCxnSpPr>
              <p:cNvPr id="26" name="Elbow Connector 25"/>
              <p:cNvCxnSpPr>
                <a:endCxn id="30" idx="2"/>
              </p:cNvCxnSpPr>
              <p:nvPr/>
            </p:nvCxnSpPr>
            <p:spPr>
              <a:xfrm rot="16200000" flipV="1">
                <a:off x="814902" y="2881177"/>
                <a:ext cx="1079316" cy="606879"/>
              </a:xfrm>
              <a:prstGeom prst="bentConnector3">
                <a:avLst>
                  <a:gd name="adj1" fmla="val 1463"/>
                </a:avLst>
              </a:prstGeom>
              <a:ln w="12700" cap="sq">
                <a:solidFill>
                  <a:schemeClr val="bg1"/>
                </a:solidFill>
                <a:miter lim="800000"/>
                <a:headEnd type="none"/>
                <a:tailEnd type="diamond"/>
              </a:ln>
            </p:spPr>
            <p:style>
              <a:lnRef idx="1">
                <a:schemeClr val="accent1"/>
              </a:lnRef>
              <a:fillRef idx="0">
                <a:schemeClr val="accent1"/>
              </a:fillRef>
              <a:effectRef idx="0">
                <a:schemeClr val="accent1"/>
              </a:effectRef>
              <a:fontRef idx="minor">
                <a:schemeClr val="tx1"/>
              </a:fontRef>
            </p:style>
          </p:cxnSp>
          <p:cxnSp>
            <p:nvCxnSpPr>
              <p:cNvPr id="76" name="Straight Connector 75"/>
              <p:cNvCxnSpPr>
                <a:stCxn id="30" idx="3"/>
              </p:cNvCxnSpPr>
              <p:nvPr/>
            </p:nvCxnSpPr>
            <p:spPr>
              <a:xfrm>
                <a:off x="1831902" y="2416359"/>
                <a:ext cx="439183" cy="0"/>
              </a:xfrm>
              <a:prstGeom prst="line">
                <a:avLst/>
              </a:prstGeom>
              <a:ln w="12700" cap="sq">
                <a:solidFill>
                  <a:schemeClr val="bg1"/>
                </a:solidFill>
                <a:miter lim="800000"/>
                <a:headEnd type="diamond"/>
                <a:tailEnd type="none"/>
              </a:ln>
            </p:spPr>
            <p:style>
              <a:lnRef idx="1">
                <a:schemeClr val="accent1"/>
              </a:lnRef>
              <a:fillRef idx="0">
                <a:schemeClr val="accent1"/>
              </a:fillRef>
              <a:effectRef idx="0">
                <a:schemeClr val="accent1"/>
              </a:effectRef>
              <a:fontRef idx="minor">
                <a:schemeClr val="tx1"/>
              </a:fontRef>
            </p:style>
          </p:cxnSp>
          <p:sp>
            <p:nvSpPr>
              <p:cNvPr id="65" name="TextBox 64"/>
              <p:cNvSpPr txBox="1"/>
              <p:nvPr/>
            </p:nvSpPr>
            <p:spPr>
              <a:xfrm>
                <a:off x="4800129" y="2805334"/>
                <a:ext cx="1366770" cy="457200"/>
              </a:xfrm>
              <a:prstGeom prst="rect">
                <a:avLst/>
              </a:prstGeom>
              <a:solidFill>
                <a:schemeClr val="accent4"/>
              </a:solidFill>
              <a:ln w="12700" cap="sq">
                <a:solidFill>
                  <a:schemeClr val="bg1"/>
                </a:solidFill>
                <a:miter lim="800000"/>
              </a:ln>
            </p:spPr>
            <p:txBody>
              <a:bodyPr wrap="none" lIns="146304" tIns="91440" rIns="146304" bIns="91440" rtlCol="0">
                <a:noAutofit/>
              </a:bodyPr>
              <a:lstStyle>
                <a:defPPr>
                  <a:defRPr lang="en-US"/>
                </a:defPPr>
                <a:lvl1pPr algn="ctr">
                  <a:lnSpc>
                    <a:spcPct val="90000"/>
                  </a:lnSpc>
                  <a:spcAft>
                    <a:spcPts val="600"/>
                  </a:spcAft>
                  <a:defRPr sz="2000">
                    <a:gradFill>
                      <a:gsLst>
                        <a:gs pos="7965">
                          <a:schemeClr val="bg1"/>
                        </a:gs>
                        <a:gs pos="34000">
                          <a:schemeClr val="bg1"/>
                        </a:gs>
                      </a:gsLst>
                      <a:lin ang="5400000" scaled="0"/>
                    </a:gradFill>
                  </a:defRPr>
                </a:lvl1pPr>
              </a:lstStyle>
              <a:p>
                <a:r>
                  <a:rPr lang="en-US" sz="1600" dirty="0" smtClean="0"/>
                  <a:t>Tables</a:t>
                </a:r>
                <a:endParaRPr lang="en-US" sz="1600" dirty="0"/>
              </a:p>
            </p:txBody>
          </p:sp>
          <p:cxnSp>
            <p:nvCxnSpPr>
              <p:cNvPr id="80" name="Straight Connector 79"/>
              <p:cNvCxnSpPr/>
              <p:nvPr/>
            </p:nvCxnSpPr>
            <p:spPr>
              <a:xfrm flipV="1">
                <a:off x="4270848" y="2419534"/>
                <a:ext cx="0" cy="1075760"/>
              </a:xfrm>
              <a:prstGeom prst="line">
                <a:avLst/>
              </a:prstGeom>
              <a:ln w="12700" cap="sq">
                <a:solidFill>
                  <a:schemeClr val="bg1"/>
                </a:solidFill>
                <a:miter lim="800000"/>
                <a:headEnd type="none"/>
                <a:tailEnd type="none"/>
              </a:ln>
            </p:spPr>
            <p:style>
              <a:lnRef idx="1">
                <a:schemeClr val="accent1"/>
              </a:lnRef>
              <a:fillRef idx="0">
                <a:schemeClr val="accent1"/>
              </a:fillRef>
              <a:effectRef idx="0">
                <a:schemeClr val="accent1"/>
              </a:effectRef>
              <a:fontRef idx="minor">
                <a:schemeClr val="tx1"/>
              </a:fontRef>
            </p:style>
          </p:cxnSp>
          <p:cxnSp>
            <p:nvCxnSpPr>
              <p:cNvPr id="82" name="Elbow Connector 81"/>
              <p:cNvCxnSpPr>
                <a:stCxn id="38" idx="2"/>
                <a:endCxn id="69" idx="1"/>
              </p:cNvCxnSpPr>
              <p:nvPr/>
            </p:nvCxnSpPr>
            <p:spPr>
              <a:xfrm rot="16200000" flipH="1">
                <a:off x="4008622" y="4215100"/>
                <a:ext cx="702190" cy="177739"/>
              </a:xfrm>
              <a:prstGeom prst="bentConnector2">
                <a:avLst/>
              </a:prstGeom>
              <a:ln w="12700" cap="sq">
                <a:solidFill>
                  <a:schemeClr val="bg1"/>
                </a:solidFill>
                <a:miter lim="800000"/>
                <a:headEnd type="diamond"/>
                <a:tailEnd type="none"/>
              </a:ln>
            </p:spPr>
            <p:style>
              <a:lnRef idx="1">
                <a:schemeClr val="accent1"/>
              </a:lnRef>
              <a:fillRef idx="0">
                <a:schemeClr val="accent1"/>
              </a:fillRef>
              <a:effectRef idx="0">
                <a:schemeClr val="accent1"/>
              </a:effectRef>
              <a:fontRef idx="minor">
                <a:schemeClr val="tx1"/>
              </a:fontRef>
            </p:style>
          </p:cxnSp>
          <p:cxnSp>
            <p:nvCxnSpPr>
              <p:cNvPr id="84" name="Straight Connector 83"/>
              <p:cNvCxnSpPr>
                <a:stCxn id="60" idx="3"/>
                <a:endCxn id="38" idx="1"/>
              </p:cNvCxnSpPr>
              <p:nvPr/>
            </p:nvCxnSpPr>
            <p:spPr>
              <a:xfrm flipV="1">
                <a:off x="3024769" y="3724275"/>
                <a:ext cx="562694" cy="1588"/>
              </a:xfrm>
              <a:prstGeom prst="line">
                <a:avLst/>
              </a:prstGeom>
              <a:ln w="12700" cap="sq">
                <a:solidFill>
                  <a:schemeClr val="bg1"/>
                </a:solidFill>
                <a:miter lim="800000"/>
                <a:headEnd type="diamond"/>
                <a:tailEnd type="diamond"/>
              </a:ln>
            </p:spPr>
            <p:style>
              <a:lnRef idx="1">
                <a:schemeClr val="accent1"/>
              </a:lnRef>
              <a:fillRef idx="0">
                <a:schemeClr val="accent1"/>
              </a:fillRef>
              <a:effectRef idx="0">
                <a:schemeClr val="accent1"/>
              </a:effectRef>
              <a:fontRef idx="minor">
                <a:schemeClr val="tx1"/>
              </a:fontRef>
            </p:style>
          </p:cxnSp>
          <p:cxnSp>
            <p:nvCxnSpPr>
              <p:cNvPr id="86" name="Straight Connector 85"/>
              <p:cNvCxnSpPr>
                <a:stCxn id="37" idx="0"/>
              </p:cNvCxnSpPr>
              <p:nvPr/>
            </p:nvCxnSpPr>
            <p:spPr>
              <a:xfrm flipV="1">
                <a:off x="3323016" y="3720719"/>
                <a:ext cx="0" cy="988321"/>
              </a:xfrm>
              <a:prstGeom prst="line">
                <a:avLst/>
              </a:prstGeom>
              <a:ln w="12700" cap="sq">
                <a:solidFill>
                  <a:schemeClr val="bg1"/>
                </a:solidFill>
                <a:miter lim="800000"/>
                <a:headEnd type="none"/>
                <a:tailEnd type="none"/>
              </a:ln>
            </p:spPr>
            <p:style>
              <a:lnRef idx="1">
                <a:schemeClr val="accent1"/>
              </a:lnRef>
              <a:fillRef idx="0">
                <a:schemeClr val="accent1"/>
              </a:fillRef>
              <a:effectRef idx="0">
                <a:schemeClr val="accent1"/>
              </a:effectRef>
              <a:fontRef idx="minor">
                <a:schemeClr val="tx1"/>
              </a:fontRef>
            </p:style>
          </p:cxnSp>
          <p:cxnSp>
            <p:nvCxnSpPr>
              <p:cNvPr id="88" name="Elbow Connector 87"/>
              <p:cNvCxnSpPr>
                <a:stCxn id="61" idx="0"/>
                <a:endCxn id="37" idx="1"/>
              </p:cNvCxnSpPr>
              <p:nvPr/>
            </p:nvCxnSpPr>
            <p:spPr>
              <a:xfrm rot="5400000" flipH="1" flipV="1">
                <a:off x="2407499" y="5081080"/>
                <a:ext cx="375571" cy="88693"/>
              </a:xfrm>
              <a:prstGeom prst="bentConnector2">
                <a:avLst/>
              </a:prstGeom>
              <a:ln w="12700" cap="sq">
                <a:solidFill>
                  <a:schemeClr val="bg1"/>
                </a:solidFill>
                <a:miter lim="800000"/>
                <a:headEnd type="none"/>
                <a:tailEnd type="diamond"/>
              </a:ln>
            </p:spPr>
            <p:style>
              <a:lnRef idx="1">
                <a:schemeClr val="accent1"/>
              </a:lnRef>
              <a:fillRef idx="0">
                <a:schemeClr val="accent1"/>
              </a:fillRef>
              <a:effectRef idx="0">
                <a:schemeClr val="accent1"/>
              </a:effectRef>
              <a:fontRef idx="minor">
                <a:schemeClr val="tx1"/>
              </a:fontRef>
            </p:style>
          </p:cxnSp>
          <p:cxnSp>
            <p:nvCxnSpPr>
              <p:cNvPr id="90" name="Elbow Connector 89"/>
              <p:cNvCxnSpPr>
                <a:stCxn id="66" idx="0"/>
                <a:endCxn id="65" idx="3"/>
              </p:cNvCxnSpPr>
              <p:nvPr/>
            </p:nvCxnSpPr>
            <p:spPr>
              <a:xfrm rot="16200000" flipV="1">
                <a:off x="6073376" y="3127458"/>
                <a:ext cx="458185" cy="271137"/>
              </a:xfrm>
              <a:prstGeom prst="bentConnector2">
                <a:avLst/>
              </a:prstGeom>
              <a:ln w="12700" cap="sq">
                <a:solidFill>
                  <a:schemeClr val="bg1"/>
                </a:solidFill>
                <a:miter lim="800000"/>
                <a:headEnd type="none"/>
                <a:tailEnd type="diamond"/>
              </a:ln>
            </p:spPr>
            <p:style>
              <a:lnRef idx="1">
                <a:schemeClr val="accent1"/>
              </a:lnRef>
              <a:fillRef idx="0">
                <a:schemeClr val="accent1"/>
              </a:fillRef>
              <a:effectRef idx="0">
                <a:schemeClr val="accent1"/>
              </a:effectRef>
              <a:fontRef idx="minor">
                <a:schemeClr val="tx1"/>
              </a:fontRef>
            </p:style>
          </p:cxnSp>
        </p:grpSp>
        <p:sp>
          <p:nvSpPr>
            <p:cNvPr id="46" name="Freeform 45"/>
            <p:cNvSpPr/>
            <p:nvPr/>
          </p:nvSpPr>
          <p:spPr bwMode="auto">
            <a:xfrm>
              <a:off x="2271085" y="2130509"/>
              <a:ext cx="140150" cy="73600"/>
            </a:xfrm>
            <a:custGeom>
              <a:avLst/>
              <a:gdLst>
                <a:gd name="connsiteX0" fmla="*/ 61913 w 123826"/>
                <a:gd name="connsiteY0" fmla="*/ 0 h 65027"/>
                <a:gd name="connsiteX1" fmla="*/ 123826 w 123826"/>
                <a:gd name="connsiteY1" fmla="*/ 61913 h 65027"/>
                <a:gd name="connsiteX2" fmla="*/ 123198 w 123826"/>
                <a:gd name="connsiteY2" fmla="*/ 65027 h 65027"/>
                <a:gd name="connsiteX3" fmla="*/ 111576 w 123826"/>
                <a:gd name="connsiteY3" fmla="*/ 65027 h 65027"/>
                <a:gd name="connsiteX4" fmla="*/ 112205 w 123826"/>
                <a:gd name="connsiteY4" fmla="*/ 61912 h 65027"/>
                <a:gd name="connsiteX5" fmla="*/ 61913 w 123826"/>
                <a:gd name="connsiteY5" fmla="*/ 11620 h 65027"/>
                <a:gd name="connsiteX6" fmla="*/ 11621 w 123826"/>
                <a:gd name="connsiteY6" fmla="*/ 61912 h 65027"/>
                <a:gd name="connsiteX7" fmla="*/ 12250 w 123826"/>
                <a:gd name="connsiteY7" fmla="*/ 65027 h 65027"/>
                <a:gd name="connsiteX8" fmla="*/ 629 w 123826"/>
                <a:gd name="connsiteY8" fmla="*/ 65027 h 65027"/>
                <a:gd name="connsiteX9" fmla="*/ 0 w 123826"/>
                <a:gd name="connsiteY9" fmla="*/ 61913 h 65027"/>
                <a:gd name="connsiteX10" fmla="*/ 61913 w 123826"/>
                <a:gd name="connsiteY10" fmla="*/ 0 h 650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3826" h="65027">
                  <a:moveTo>
                    <a:pt x="61913" y="0"/>
                  </a:moveTo>
                  <a:cubicBezTo>
                    <a:pt x="96107" y="0"/>
                    <a:pt x="123826" y="27719"/>
                    <a:pt x="123826" y="61913"/>
                  </a:cubicBezTo>
                  <a:lnTo>
                    <a:pt x="123198" y="65027"/>
                  </a:lnTo>
                  <a:lnTo>
                    <a:pt x="111576" y="65027"/>
                  </a:lnTo>
                  <a:lnTo>
                    <a:pt x="112205" y="61912"/>
                  </a:lnTo>
                  <a:cubicBezTo>
                    <a:pt x="112205" y="34136"/>
                    <a:pt x="89689" y="11620"/>
                    <a:pt x="61913" y="11620"/>
                  </a:cubicBezTo>
                  <a:cubicBezTo>
                    <a:pt x="34137" y="11620"/>
                    <a:pt x="11621" y="34136"/>
                    <a:pt x="11621" y="61912"/>
                  </a:cubicBezTo>
                  <a:lnTo>
                    <a:pt x="12250" y="65027"/>
                  </a:lnTo>
                  <a:lnTo>
                    <a:pt x="629" y="65027"/>
                  </a:lnTo>
                  <a:lnTo>
                    <a:pt x="0" y="61913"/>
                  </a:lnTo>
                  <a:cubicBezTo>
                    <a:pt x="0" y="27719"/>
                    <a:pt x="27719" y="0"/>
                    <a:pt x="61913" y="0"/>
                  </a:cubicBezTo>
                  <a:close/>
                </a:path>
              </a:pathLst>
            </a:custGeom>
            <a:solidFill>
              <a:schemeClr val="bg1"/>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1600" dirty="0">
                <a:gradFill>
                  <a:gsLst>
                    <a:gs pos="0">
                      <a:srgbClr val="FFFFFF"/>
                    </a:gs>
                    <a:gs pos="100000">
                      <a:srgbClr val="FFFFFF"/>
                    </a:gs>
                  </a:gsLst>
                  <a:lin ang="5400000" scaled="0"/>
                </a:gradFill>
              </a:endParaRPr>
            </a:p>
          </p:txBody>
        </p:sp>
        <p:cxnSp>
          <p:nvCxnSpPr>
            <p:cNvPr id="17" name="Straight Connector 16"/>
            <p:cNvCxnSpPr/>
            <p:nvPr/>
          </p:nvCxnSpPr>
          <p:spPr>
            <a:xfrm>
              <a:off x="2404092" y="2198649"/>
              <a:ext cx="3095009" cy="4542"/>
            </a:xfrm>
            <a:prstGeom prst="line">
              <a:avLst/>
            </a:prstGeom>
            <a:ln w="12700">
              <a:solidFill>
                <a:schemeClr val="bg1"/>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7" name="Footer Placeholder 6"/>
          <p:cNvSpPr>
            <a:spLocks noGrp="1"/>
          </p:cNvSpPr>
          <p:nvPr>
            <p:ph type="ftr" sz="quarter" idx="11"/>
          </p:nvPr>
        </p:nvSpPr>
        <p:spPr/>
        <p:txBody>
          <a:bodyPr/>
          <a:lstStyle/>
          <a:p>
            <a:pPr>
              <a:defRPr/>
            </a:pPr>
            <a:r>
              <a:rPr lang="en-US" sz="1400" smtClean="0">
                <a:gradFill>
                  <a:gsLst>
                    <a:gs pos="8367">
                      <a:schemeClr val="accent2"/>
                    </a:gs>
                    <a:gs pos="100000">
                      <a:schemeClr val="accent2"/>
                    </a:gs>
                  </a:gsLst>
                  <a:lin ang="5400000" scaled="0"/>
                </a:gradFill>
                <a:latin typeface="Segoe UI Black" panose="020B0A02040204020203" pitchFamily="34" charset="0"/>
                <a:ea typeface="Segoe UI Black" panose="020B0A02040204020203" pitchFamily="34" charset="0"/>
                <a:cs typeface="Segoe UI Black" panose="020B0A02040204020203" pitchFamily="34" charset="0"/>
              </a:rPr>
              <a:t>3</a:t>
            </a:r>
            <a:r>
              <a:rPr lang="en-US" sz="1400" smtClean="0">
                <a:gradFill>
                  <a:gsLst>
                    <a:gs pos="8367">
                      <a:srgbClr val="000000"/>
                    </a:gs>
                    <a:gs pos="31000">
                      <a:srgbClr val="000000"/>
                    </a:gs>
                  </a:gsLst>
                  <a:lin ang="5400000" scaled="0"/>
                </a:gradFill>
              </a:rPr>
              <a:t> Getting started</a:t>
            </a:r>
          </a:p>
          <a:p>
            <a:endParaRPr lang="en-US" dirty="0"/>
          </a:p>
        </p:txBody>
      </p:sp>
    </p:spTree>
    <p:extLst>
      <p:ext uri="{BB962C8B-B14F-4D97-AF65-F5344CB8AC3E}">
        <p14:creationId xmlns:p14="http://schemas.microsoft.com/office/powerpoint/2010/main" val="7108554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reeform 5"/>
          <p:cNvSpPr>
            <a:spLocks noChangeAspect="1" noEditPoints="1"/>
          </p:cNvSpPr>
          <p:nvPr/>
        </p:nvSpPr>
        <p:spPr bwMode="black">
          <a:xfrm>
            <a:off x="5897189" y="353810"/>
            <a:ext cx="6264649" cy="6283729"/>
          </a:xfrm>
          <a:custGeom>
            <a:avLst/>
            <a:gdLst>
              <a:gd name="T0" fmla="*/ 367 w 414"/>
              <a:gd name="T1" fmla="*/ 274 h 415"/>
              <a:gd name="T2" fmla="*/ 301 w 414"/>
              <a:gd name="T3" fmla="*/ 189 h 415"/>
              <a:gd name="T4" fmla="*/ 367 w 414"/>
              <a:gd name="T5" fmla="*/ 189 h 415"/>
              <a:gd name="T6" fmla="*/ 301 w 414"/>
              <a:gd name="T7" fmla="*/ 326 h 415"/>
              <a:gd name="T8" fmla="*/ 301 w 414"/>
              <a:gd name="T9" fmla="*/ 293 h 415"/>
              <a:gd name="T10" fmla="*/ 367 w 414"/>
              <a:gd name="T11" fmla="*/ 170 h 415"/>
              <a:gd name="T12" fmla="*/ 301 w 414"/>
              <a:gd name="T13" fmla="*/ 85 h 415"/>
              <a:gd name="T14" fmla="*/ 367 w 414"/>
              <a:gd name="T15" fmla="*/ 85 h 415"/>
              <a:gd name="T16" fmla="*/ 367 w 414"/>
              <a:gd name="T17" fmla="*/ 326 h 415"/>
              <a:gd name="T18" fmla="*/ 301 w 414"/>
              <a:gd name="T19" fmla="*/ 326 h 415"/>
              <a:gd name="T20" fmla="*/ 367 w 414"/>
              <a:gd name="T21" fmla="*/ 241 h 415"/>
              <a:gd name="T22" fmla="*/ 301 w 414"/>
              <a:gd name="T23" fmla="*/ 222 h 415"/>
              <a:gd name="T24" fmla="*/ 301 w 414"/>
              <a:gd name="T25" fmla="*/ 189 h 415"/>
              <a:gd name="T26" fmla="*/ 367 w 414"/>
              <a:gd name="T27" fmla="*/ 170 h 415"/>
              <a:gd name="T28" fmla="*/ 301 w 414"/>
              <a:gd name="T29" fmla="*/ 170 h 415"/>
              <a:gd name="T30" fmla="*/ 367 w 414"/>
              <a:gd name="T31" fmla="*/ 118 h 415"/>
              <a:gd name="T32" fmla="*/ 400 w 414"/>
              <a:gd name="T33" fmla="*/ 42 h 415"/>
              <a:gd name="T34" fmla="*/ 0 w 414"/>
              <a:gd name="T35" fmla="*/ 42 h 415"/>
              <a:gd name="T36" fmla="*/ 245 w 414"/>
              <a:gd name="T37" fmla="*/ 368 h 415"/>
              <a:gd name="T38" fmla="*/ 414 w 414"/>
              <a:gd name="T39" fmla="*/ 56 h 415"/>
              <a:gd name="T40" fmla="*/ 118 w 414"/>
              <a:gd name="T41" fmla="*/ 232 h 415"/>
              <a:gd name="T42" fmla="*/ 117 w 414"/>
              <a:gd name="T43" fmla="*/ 225 h 415"/>
              <a:gd name="T44" fmla="*/ 114 w 414"/>
              <a:gd name="T45" fmla="*/ 224 h 415"/>
              <a:gd name="T46" fmla="*/ 112 w 414"/>
              <a:gd name="T47" fmla="*/ 232 h 415"/>
              <a:gd name="T48" fmla="*/ 98 w 414"/>
              <a:gd name="T49" fmla="*/ 206 h 415"/>
              <a:gd name="T50" fmla="*/ 113 w 414"/>
              <a:gd name="T51" fmla="*/ 176 h 415"/>
              <a:gd name="T52" fmla="*/ 116 w 414"/>
              <a:gd name="T53" fmla="*/ 185 h 415"/>
              <a:gd name="T54" fmla="*/ 118 w 414"/>
              <a:gd name="T55" fmla="*/ 186 h 415"/>
              <a:gd name="T56" fmla="*/ 120 w 414"/>
              <a:gd name="T57" fmla="*/ 176 h 415"/>
              <a:gd name="T58" fmla="*/ 134 w 414"/>
              <a:gd name="T59" fmla="*/ 205 h 415"/>
              <a:gd name="T60" fmla="*/ 400 w 414"/>
              <a:gd name="T61" fmla="*/ 354 h 415"/>
              <a:gd name="T62" fmla="*/ 282 w 414"/>
              <a:gd name="T63" fmla="*/ 326 h 415"/>
              <a:gd name="T64" fmla="*/ 245 w 414"/>
              <a:gd name="T65" fmla="*/ 274 h 415"/>
              <a:gd name="T66" fmla="*/ 245 w 414"/>
              <a:gd name="T67" fmla="*/ 241 h 415"/>
              <a:gd name="T68" fmla="*/ 282 w 414"/>
              <a:gd name="T69" fmla="*/ 189 h 415"/>
              <a:gd name="T70" fmla="*/ 282 w 414"/>
              <a:gd name="T71" fmla="*/ 170 h 415"/>
              <a:gd name="T72" fmla="*/ 245 w 414"/>
              <a:gd name="T73" fmla="*/ 118 h 415"/>
              <a:gd name="T74" fmla="*/ 245 w 414"/>
              <a:gd name="T75" fmla="*/ 85 h 415"/>
              <a:gd name="T76" fmla="*/ 400 w 414"/>
              <a:gd name="T77" fmla="*/ 354 h 415"/>
              <a:gd name="T78" fmla="*/ 301 w 414"/>
              <a:gd name="T79" fmla="*/ 326 h 415"/>
              <a:gd name="T80" fmla="*/ 367 w 414"/>
              <a:gd name="T81" fmla="*/ 241 h 415"/>
              <a:gd name="T82" fmla="*/ 367 w 414"/>
              <a:gd name="T83" fmla="*/ 274 h 415"/>
              <a:gd name="T84" fmla="*/ 301 w 414"/>
              <a:gd name="T85" fmla="*/ 189 h 415"/>
              <a:gd name="T86" fmla="*/ 367 w 414"/>
              <a:gd name="T87" fmla="*/ 189 h 415"/>
              <a:gd name="T88" fmla="*/ 301 w 414"/>
              <a:gd name="T89" fmla="*/ 170 h 415"/>
              <a:gd name="T90" fmla="*/ 367 w 414"/>
              <a:gd name="T91" fmla="*/ 85 h 415"/>
              <a:gd name="T92" fmla="*/ 367 w 414"/>
              <a:gd name="T93" fmla="*/ 118 h 4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414" h="415">
                <a:moveTo>
                  <a:pt x="301" y="241"/>
                </a:moveTo>
                <a:cubicBezTo>
                  <a:pt x="301" y="274"/>
                  <a:pt x="301" y="274"/>
                  <a:pt x="301" y="274"/>
                </a:cubicBezTo>
                <a:cubicBezTo>
                  <a:pt x="367" y="274"/>
                  <a:pt x="367" y="274"/>
                  <a:pt x="367" y="274"/>
                </a:cubicBezTo>
                <a:cubicBezTo>
                  <a:pt x="367" y="241"/>
                  <a:pt x="367" y="241"/>
                  <a:pt x="367" y="241"/>
                </a:cubicBezTo>
                <a:lnTo>
                  <a:pt x="301" y="241"/>
                </a:lnTo>
                <a:close/>
                <a:moveTo>
                  <a:pt x="301" y="189"/>
                </a:moveTo>
                <a:cubicBezTo>
                  <a:pt x="301" y="222"/>
                  <a:pt x="301" y="222"/>
                  <a:pt x="301" y="222"/>
                </a:cubicBezTo>
                <a:cubicBezTo>
                  <a:pt x="367" y="222"/>
                  <a:pt x="367" y="222"/>
                  <a:pt x="367" y="222"/>
                </a:cubicBezTo>
                <a:cubicBezTo>
                  <a:pt x="367" y="189"/>
                  <a:pt x="367" y="189"/>
                  <a:pt x="367" y="189"/>
                </a:cubicBezTo>
                <a:lnTo>
                  <a:pt x="301" y="189"/>
                </a:lnTo>
                <a:close/>
                <a:moveTo>
                  <a:pt x="301" y="293"/>
                </a:moveTo>
                <a:cubicBezTo>
                  <a:pt x="301" y="326"/>
                  <a:pt x="301" y="326"/>
                  <a:pt x="301" y="326"/>
                </a:cubicBezTo>
                <a:cubicBezTo>
                  <a:pt x="367" y="326"/>
                  <a:pt x="367" y="326"/>
                  <a:pt x="367" y="326"/>
                </a:cubicBezTo>
                <a:cubicBezTo>
                  <a:pt x="367" y="293"/>
                  <a:pt x="367" y="293"/>
                  <a:pt x="367" y="293"/>
                </a:cubicBezTo>
                <a:lnTo>
                  <a:pt x="301" y="293"/>
                </a:lnTo>
                <a:close/>
                <a:moveTo>
                  <a:pt x="301" y="137"/>
                </a:moveTo>
                <a:cubicBezTo>
                  <a:pt x="301" y="170"/>
                  <a:pt x="301" y="170"/>
                  <a:pt x="301" y="170"/>
                </a:cubicBezTo>
                <a:cubicBezTo>
                  <a:pt x="367" y="170"/>
                  <a:pt x="367" y="170"/>
                  <a:pt x="367" y="170"/>
                </a:cubicBezTo>
                <a:cubicBezTo>
                  <a:pt x="367" y="137"/>
                  <a:pt x="367" y="137"/>
                  <a:pt x="367" y="137"/>
                </a:cubicBezTo>
                <a:lnTo>
                  <a:pt x="301" y="137"/>
                </a:lnTo>
                <a:close/>
                <a:moveTo>
                  <a:pt x="301" y="85"/>
                </a:moveTo>
                <a:cubicBezTo>
                  <a:pt x="301" y="118"/>
                  <a:pt x="301" y="118"/>
                  <a:pt x="301" y="118"/>
                </a:cubicBezTo>
                <a:cubicBezTo>
                  <a:pt x="367" y="118"/>
                  <a:pt x="367" y="118"/>
                  <a:pt x="367" y="118"/>
                </a:cubicBezTo>
                <a:cubicBezTo>
                  <a:pt x="367" y="85"/>
                  <a:pt x="367" y="85"/>
                  <a:pt x="367" y="85"/>
                </a:cubicBezTo>
                <a:lnTo>
                  <a:pt x="301" y="85"/>
                </a:lnTo>
                <a:close/>
                <a:moveTo>
                  <a:pt x="301" y="326"/>
                </a:moveTo>
                <a:cubicBezTo>
                  <a:pt x="367" y="326"/>
                  <a:pt x="367" y="326"/>
                  <a:pt x="367" y="326"/>
                </a:cubicBezTo>
                <a:cubicBezTo>
                  <a:pt x="367" y="293"/>
                  <a:pt x="367" y="293"/>
                  <a:pt x="367" y="293"/>
                </a:cubicBezTo>
                <a:cubicBezTo>
                  <a:pt x="301" y="293"/>
                  <a:pt x="301" y="293"/>
                  <a:pt x="301" y="293"/>
                </a:cubicBezTo>
                <a:lnTo>
                  <a:pt x="301" y="326"/>
                </a:lnTo>
                <a:close/>
                <a:moveTo>
                  <a:pt x="301" y="274"/>
                </a:moveTo>
                <a:cubicBezTo>
                  <a:pt x="367" y="274"/>
                  <a:pt x="367" y="274"/>
                  <a:pt x="367" y="274"/>
                </a:cubicBezTo>
                <a:cubicBezTo>
                  <a:pt x="367" y="241"/>
                  <a:pt x="367" y="241"/>
                  <a:pt x="367" y="241"/>
                </a:cubicBezTo>
                <a:cubicBezTo>
                  <a:pt x="301" y="241"/>
                  <a:pt x="301" y="241"/>
                  <a:pt x="301" y="241"/>
                </a:cubicBezTo>
                <a:lnTo>
                  <a:pt x="301" y="274"/>
                </a:lnTo>
                <a:close/>
                <a:moveTo>
                  <a:pt x="301" y="222"/>
                </a:moveTo>
                <a:cubicBezTo>
                  <a:pt x="367" y="222"/>
                  <a:pt x="367" y="222"/>
                  <a:pt x="367" y="222"/>
                </a:cubicBezTo>
                <a:cubicBezTo>
                  <a:pt x="367" y="189"/>
                  <a:pt x="367" y="189"/>
                  <a:pt x="367" y="189"/>
                </a:cubicBezTo>
                <a:cubicBezTo>
                  <a:pt x="301" y="189"/>
                  <a:pt x="301" y="189"/>
                  <a:pt x="301" y="189"/>
                </a:cubicBezTo>
                <a:lnTo>
                  <a:pt x="301" y="222"/>
                </a:lnTo>
                <a:close/>
                <a:moveTo>
                  <a:pt x="301" y="170"/>
                </a:moveTo>
                <a:cubicBezTo>
                  <a:pt x="367" y="170"/>
                  <a:pt x="367" y="170"/>
                  <a:pt x="367" y="170"/>
                </a:cubicBezTo>
                <a:cubicBezTo>
                  <a:pt x="367" y="137"/>
                  <a:pt x="367" y="137"/>
                  <a:pt x="367" y="137"/>
                </a:cubicBezTo>
                <a:cubicBezTo>
                  <a:pt x="301" y="137"/>
                  <a:pt x="301" y="137"/>
                  <a:pt x="301" y="137"/>
                </a:cubicBezTo>
                <a:lnTo>
                  <a:pt x="301" y="170"/>
                </a:lnTo>
                <a:close/>
                <a:moveTo>
                  <a:pt x="301" y="85"/>
                </a:moveTo>
                <a:cubicBezTo>
                  <a:pt x="301" y="118"/>
                  <a:pt x="301" y="118"/>
                  <a:pt x="301" y="118"/>
                </a:cubicBezTo>
                <a:cubicBezTo>
                  <a:pt x="367" y="118"/>
                  <a:pt x="367" y="118"/>
                  <a:pt x="367" y="118"/>
                </a:cubicBezTo>
                <a:cubicBezTo>
                  <a:pt x="367" y="85"/>
                  <a:pt x="367" y="85"/>
                  <a:pt x="367" y="85"/>
                </a:cubicBezTo>
                <a:lnTo>
                  <a:pt x="301" y="85"/>
                </a:lnTo>
                <a:close/>
                <a:moveTo>
                  <a:pt x="400" y="42"/>
                </a:moveTo>
                <a:cubicBezTo>
                  <a:pt x="245" y="42"/>
                  <a:pt x="245" y="42"/>
                  <a:pt x="245" y="42"/>
                </a:cubicBezTo>
                <a:cubicBezTo>
                  <a:pt x="245" y="0"/>
                  <a:pt x="245" y="0"/>
                  <a:pt x="245" y="0"/>
                </a:cubicBezTo>
                <a:cubicBezTo>
                  <a:pt x="0" y="42"/>
                  <a:pt x="0" y="42"/>
                  <a:pt x="0" y="42"/>
                </a:cubicBezTo>
                <a:cubicBezTo>
                  <a:pt x="0" y="373"/>
                  <a:pt x="0" y="373"/>
                  <a:pt x="0" y="373"/>
                </a:cubicBezTo>
                <a:cubicBezTo>
                  <a:pt x="245" y="415"/>
                  <a:pt x="245" y="415"/>
                  <a:pt x="245" y="415"/>
                </a:cubicBezTo>
                <a:cubicBezTo>
                  <a:pt x="245" y="368"/>
                  <a:pt x="245" y="368"/>
                  <a:pt x="245" y="368"/>
                </a:cubicBezTo>
                <a:cubicBezTo>
                  <a:pt x="401" y="368"/>
                  <a:pt x="401" y="368"/>
                  <a:pt x="401" y="368"/>
                </a:cubicBezTo>
                <a:cubicBezTo>
                  <a:pt x="410" y="368"/>
                  <a:pt x="414" y="362"/>
                  <a:pt x="414" y="354"/>
                </a:cubicBezTo>
                <a:cubicBezTo>
                  <a:pt x="414" y="56"/>
                  <a:pt x="414" y="56"/>
                  <a:pt x="414" y="56"/>
                </a:cubicBezTo>
                <a:cubicBezTo>
                  <a:pt x="414" y="49"/>
                  <a:pt x="408" y="42"/>
                  <a:pt x="400" y="42"/>
                </a:cubicBezTo>
                <a:close/>
                <a:moveTo>
                  <a:pt x="139" y="282"/>
                </a:moveTo>
                <a:cubicBezTo>
                  <a:pt x="118" y="232"/>
                  <a:pt x="118" y="232"/>
                  <a:pt x="118" y="232"/>
                </a:cubicBezTo>
                <a:cubicBezTo>
                  <a:pt x="118" y="231"/>
                  <a:pt x="118" y="231"/>
                  <a:pt x="118" y="230"/>
                </a:cubicBezTo>
                <a:cubicBezTo>
                  <a:pt x="117" y="230"/>
                  <a:pt x="117" y="229"/>
                  <a:pt x="117" y="229"/>
                </a:cubicBezTo>
                <a:cubicBezTo>
                  <a:pt x="117" y="228"/>
                  <a:pt x="117" y="226"/>
                  <a:pt x="117" y="225"/>
                </a:cubicBezTo>
                <a:cubicBezTo>
                  <a:pt x="116" y="224"/>
                  <a:pt x="116" y="223"/>
                  <a:pt x="116" y="222"/>
                </a:cubicBezTo>
                <a:cubicBezTo>
                  <a:pt x="116" y="222"/>
                  <a:pt x="116" y="222"/>
                  <a:pt x="116" y="222"/>
                </a:cubicBezTo>
                <a:cubicBezTo>
                  <a:pt x="116" y="223"/>
                  <a:pt x="114" y="223"/>
                  <a:pt x="114" y="224"/>
                </a:cubicBezTo>
                <a:cubicBezTo>
                  <a:pt x="114" y="224"/>
                  <a:pt x="114" y="225"/>
                  <a:pt x="114" y="226"/>
                </a:cubicBezTo>
                <a:cubicBezTo>
                  <a:pt x="114" y="228"/>
                  <a:pt x="113" y="228"/>
                  <a:pt x="113" y="229"/>
                </a:cubicBezTo>
                <a:cubicBezTo>
                  <a:pt x="113" y="230"/>
                  <a:pt x="113" y="231"/>
                  <a:pt x="112" y="232"/>
                </a:cubicBezTo>
                <a:cubicBezTo>
                  <a:pt x="92" y="280"/>
                  <a:pt x="92" y="280"/>
                  <a:pt x="92" y="280"/>
                </a:cubicBezTo>
                <a:cubicBezTo>
                  <a:pt x="61" y="277"/>
                  <a:pt x="61" y="277"/>
                  <a:pt x="61" y="277"/>
                </a:cubicBezTo>
                <a:cubicBezTo>
                  <a:pt x="98" y="206"/>
                  <a:pt x="98" y="206"/>
                  <a:pt x="98" y="206"/>
                </a:cubicBezTo>
                <a:cubicBezTo>
                  <a:pt x="65" y="134"/>
                  <a:pt x="65" y="134"/>
                  <a:pt x="65" y="134"/>
                </a:cubicBezTo>
                <a:cubicBezTo>
                  <a:pt x="95" y="132"/>
                  <a:pt x="95" y="132"/>
                  <a:pt x="95" y="132"/>
                </a:cubicBezTo>
                <a:cubicBezTo>
                  <a:pt x="113" y="176"/>
                  <a:pt x="113" y="176"/>
                  <a:pt x="113" y="176"/>
                </a:cubicBezTo>
                <a:cubicBezTo>
                  <a:pt x="113" y="177"/>
                  <a:pt x="113" y="178"/>
                  <a:pt x="114" y="179"/>
                </a:cubicBezTo>
                <a:cubicBezTo>
                  <a:pt x="114" y="179"/>
                  <a:pt x="114" y="180"/>
                  <a:pt x="114" y="182"/>
                </a:cubicBezTo>
                <a:cubicBezTo>
                  <a:pt x="116" y="183"/>
                  <a:pt x="116" y="184"/>
                  <a:pt x="116" y="185"/>
                </a:cubicBezTo>
                <a:cubicBezTo>
                  <a:pt x="116" y="186"/>
                  <a:pt x="116" y="187"/>
                  <a:pt x="117" y="189"/>
                </a:cubicBezTo>
                <a:cubicBezTo>
                  <a:pt x="117" y="189"/>
                  <a:pt x="117" y="189"/>
                  <a:pt x="117" y="189"/>
                </a:cubicBezTo>
                <a:cubicBezTo>
                  <a:pt x="117" y="187"/>
                  <a:pt x="117" y="187"/>
                  <a:pt x="118" y="186"/>
                </a:cubicBezTo>
                <a:cubicBezTo>
                  <a:pt x="118" y="185"/>
                  <a:pt x="118" y="184"/>
                  <a:pt x="118" y="183"/>
                </a:cubicBezTo>
                <a:cubicBezTo>
                  <a:pt x="118" y="182"/>
                  <a:pt x="119" y="180"/>
                  <a:pt x="119" y="179"/>
                </a:cubicBezTo>
                <a:cubicBezTo>
                  <a:pt x="119" y="178"/>
                  <a:pt x="120" y="177"/>
                  <a:pt x="120" y="176"/>
                </a:cubicBezTo>
                <a:cubicBezTo>
                  <a:pt x="140" y="130"/>
                  <a:pt x="140" y="130"/>
                  <a:pt x="140" y="130"/>
                </a:cubicBezTo>
                <a:cubicBezTo>
                  <a:pt x="172" y="127"/>
                  <a:pt x="172" y="127"/>
                  <a:pt x="172" y="127"/>
                </a:cubicBezTo>
                <a:cubicBezTo>
                  <a:pt x="134" y="205"/>
                  <a:pt x="134" y="205"/>
                  <a:pt x="134" y="205"/>
                </a:cubicBezTo>
                <a:cubicBezTo>
                  <a:pt x="173" y="284"/>
                  <a:pt x="173" y="284"/>
                  <a:pt x="173" y="284"/>
                </a:cubicBezTo>
                <a:lnTo>
                  <a:pt x="139" y="282"/>
                </a:lnTo>
                <a:close/>
                <a:moveTo>
                  <a:pt x="400" y="354"/>
                </a:moveTo>
                <a:cubicBezTo>
                  <a:pt x="245" y="354"/>
                  <a:pt x="245" y="354"/>
                  <a:pt x="245" y="354"/>
                </a:cubicBezTo>
                <a:cubicBezTo>
                  <a:pt x="245" y="326"/>
                  <a:pt x="245" y="326"/>
                  <a:pt x="245" y="326"/>
                </a:cubicBezTo>
                <a:cubicBezTo>
                  <a:pt x="282" y="326"/>
                  <a:pt x="282" y="326"/>
                  <a:pt x="282" y="326"/>
                </a:cubicBezTo>
                <a:cubicBezTo>
                  <a:pt x="282" y="293"/>
                  <a:pt x="282" y="293"/>
                  <a:pt x="282" y="293"/>
                </a:cubicBezTo>
                <a:cubicBezTo>
                  <a:pt x="245" y="293"/>
                  <a:pt x="245" y="293"/>
                  <a:pt x="245" y="293"/>
                </a:cubicBezTo>
                <a:cubicBezTo>
                  <a:pt x="245" y="274"/>
                  <a:pt x="245" y="274"/>
                  <a:pt x="245" y="274"/>
                </a:cubicBezTo>
                <a:cubicBezTo>
                  <a:pt x="282" y="274"/>
                  <a:pt x="282" y="274"/>
                  <a:pt x="282" y="274"/>
                </a:cubicBezTo>
                <a:cubicBezTo>
                  <a:pt x="282" y="241"/>
                  <a:pt x="282" y="241"/>
                  <a:pt x="282" y="241"/>
                </a:cubicBezTo>
                <a:cubicBezTo>
                  <a:pt x="245" y="241"/>
                  <a:pt x="245" y="241"/>
                  <a:pt x="245" y="241"/>
                </a:cubicBezTo>
                <a:cubicBezTo>
                  <a:pt x="245" y="222"/>
                  <a:pt x="245" y="222"/>
                  <a:pt x="245" y="222"/>
                </a:cubicBezTo>
                <a:cubicBezTo>
                  <a:pt x="282" y="222"/>
                  <a:pt x="282" y="222"/>
                  <a:pt x="282" y="222"/>
                </a:cubicBezTo>
                <a:cubicBezTo>
                  <a:pt x="282" y="189"/>
                  <a:pt x="282" y="189"/>
                  <a:pt x="282" y="189"/>
                </a:cubicBezTo>
                <a:cubicBezTo>
                  <a:pt x="245" y="189"/>
                  <a:pt x="245" y="189"/>
                  <a:pt x="245" y="189"/>
                </a:cubicBezTo>
                <a:cubicBezTo>
                  <a:pt x="245" y="170"/>
                  <a:pt x="245" y="170"/>
                  <a:pt x="245" y="170"/>
                </a:cubicBezTo>
                <a:cubicBezTo>
                  <a:pt x="282" y="170"/>
                  <a:pt x="282" y="170"/>
                  <a:pt x="282" y="170"/>
                </a:cubicBezTo>
                <a:cubicBezTo>
                  <a:pt x="282" y="137"/>
                  <a:pt x="282" y="137"/>
                  <a:pt x="282" y="137"/>
                </a:cubicBezTo>
                <a:cubicBezTo>
                  <a:pt x="245" y="137"/>
                  <a:pt x="245" y="137"/>
                  <a:pt x="245" y="137"/>
                </a:cubicBezTo>
                <a:cubicBezTo>
                  <a:pt x="245" y="118"/>
                  <a:pt x="245" y="118"/>
                  <a:pt x="245" y="118"/>
                </a:cubicBezTo>
                <a:cubicBezTo>
                  <a:pt x="282" y="118"/>
                  <a:pt x="282" y="118"/>
                  <a:pt x="282" y="118"/>
                </a:cubicBezTo>
                <a:cubicBezTo>
                  <a:pt x="282" y="85"/>
                  <a:pt x="282" y="85"/>
                  <a:pt x="282" y="85"/>
                </a:cubicBezTo>
                <a:cubicBezTo>
                  <a:pt x="245" y="85"/>
                  <a:pt x="245" y="85"/>
                  <a:pt x="245" y="85"/>
                </a:cubicBezTo>
                <a:cubicBezTo>
                  <a:pt x="245" y="56"/>
                  <a:pt x="245" y="56"/>
                  <a:pt x="245" y="56"/>
                </a:cubicBezTo>
                <a:cubicBezTo>
                  <a:pt x="400" y="56"/>
                  <a:pt x="400" y="56"/>
                  <a:pt x="400" y="56"/>
                </a:cubicBezTo>
                <a:lnTo>
                  <a:pt x="400" y="354"/>
                </a:lnTo>
                <a:close/>
                <a:moveTo>
                  <a:pt x="367" y="293"/>
                </a:moveTo>
                <a:cubicBezTo>
                  <a:pt x="301" y="293"/>
                  <a:pt x="301" y="293"/>
                  <a:pt x="301" y="293"/>
                </a:cubicBezTo>
                <a:cubicBezTo>
                  <a:pt x="301" y="326"/>
                  <a:pt x="301" y="326"/>
                  <a:pt x="301" y="326"/>
                </a:cubicBezTo>
                <a:cubicBezTo>
                  <a:pt x="367" y="326"/>
                  <a:pt x="367" y="326"/>
                  <a:pt x="367" y="326"/>
                </a:cubicBezTo>
                <a:lnTo>
                  <a:pt x="367" y="293"/>
                </a:lnTo>
                <a:close/>
                <a:moveTo>
                  <a:pt x="367" y="241"/>
                </a:moveTo>
                <a:cubicBezTo>
                  <a:pt x="301" y="241"/>
                  <a:pt x="301" y="241"/>
                  <a:pt x="301" y="241"/>
                </a:cubicBezTo>
                <a:cubicBezTo>
                  <a:pt x="301" y="274"/>
                  <a:pt x="301" y="274"/>
                  <a:pt x="301" y="274"/>
                </a:cubicBezTo>
                <a:cubicBezTo>
                  <a:pt x="367" y="274"/>
                  <a:pt x="367" y="274"/>
                  <a:pt x="367" y="274"/>
                </a:cubicBezTo>
                <a:lnTo>
                  <a:pt x="367" y="241"/>
                </a:lnTo>
                <a:close/>
                <a:moveTo>
                  <a:pt x="367" y="189"/>
                </a:moveTo>
                <a:cubicBezTo>
                  <a:pt x="301" y="189"/>
                  <a:pt x="301" y="189"/>
                  <a:pt x="301" y="189"/>
                </a:cubicBezTo>
                <a:cubicBezTo>
                  <a:pt x="301" y="222"/>
                  <a:pt x="301" y="222"/>
                  <a:pt x="301" y="222"/>
                </a:cubicBezTo>
                <a:cubicBezTo>
                  <a:pt x="367" y="222"/>
                  <a:pt x="367" y="222"/>
                  <a:pt x="367" y="222"/>
                </a:cubicBezTo>
                <a:lnTo>
                  <a:pt x="367" y="189"/>
                </a:lnTo>
                <a:close/>
                <a:moveTo>
                  <a:pt x="367" y="137"/>
                </a:moveTo>
                <a:cubicBezTo>
                  <a:pt x="301" y="137"/>
                  <a:pt x="301" y="137"/>
                  <a:pt x="301" y="137"/>
                </a:cubicBezTo>
                <a:cubicBezTo>
                  <a:pt x="301" y="170"/>
                  <a:pt x="301" y="170"/>
                  <a:pt x="301" y="170"/>
                </a:cubicBezTo>
                <a:cubicBezTo>
                  <a:pt x="367" y="170"/>
                  <a:pt x="367" y="170"/>
                  <a:pt x="367" y="170"/>
                </a:cubicBezTo>
                <a:lnTo>
                  <a:pt x="367" y="137"/>
                </a:lnTo>
                <a:close/>
                <a:moveTo>
                  <a:pt x="367" y="85"/>
                </a:moveTo>
                <a:cubicBezTo>
                  <a:pt x="301" y="85"/>
                  <a:pt x="301" y="85"/>
                  <a:pt x="301" y="85"/>
                </a:cubicBezTo>
                <a:cubicBezTo>
                  <a:pt x="301" y="118"/>
                  <a:pt x="301" y="118"/>
                  <a:pt x="301" y="118"/>
                </a:cubicBezTo>
                <a:cubicBezTo>
                  <a:pt x="367" y="118"/>
                  <a:pt x="367" y="118"/>
                  <a:pt x="367" y="118"/>
                </a:cubicBezTo>
                <a:lnTo>
                  <a:pt x="367" y="85"/>
                </a:lnTo>
                <a:close/>
              </a:path>
            </a:pathLst>
          </a:custGeom>
          <a:solidFill>
            <a:schemeClr val="accent4">
              <a:lumMod val="50000"/>
              <a:alpha val="3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3" name="Title 2"/>
          <p:cNvSpPr>
            <a:spLocks noGrp="1"/>
          </p:cNvSpPr>
          <p:nvPr>
            <p:ph type="title"/>
          </p:nvPr>
        </p:nvSpPr>
        <p:spPr/>
        <p:txBody>
          <a:bodyPr/>
          <a:lstStyle/>
          <a:p>
            <a:r>
              <a:rPr lang="en-US" smtClean="0"/>
              <a:t>Demo:</a:t>
            </a:r>
            <a:br>
              <a:rPr lang="en-US" smtClean="0"/>
            </a:br>
            <a:r>
              <a:rPr lang="en-US" smtClean="0"/>
              <a:t>New Excel 2016 APIs</a:t>
            </a:r>
            <a:endParaRPr lang="en-US" dirty="0"/>
          </a:p>
        </p:txBody>
      </p:sp>
      <p:sp>
        <p:nvSpPr>
          <p:cNvPr id="8" name="Text Placeholder 7"/>
          <p:cNvSpPr>
            <a:spLocks noGrp="1"/>
          </p:cNvSpPr>
          <p:nvPr>
            <p:ph type="body" sz="quarter" idx="12"/>
          </p:nvPr>
        </p:nvSpPr>
        <p:spPr/>
        <p:txBody>
          <a:bodyPr/>
          <a:lstStyle/>
          <a:p>
            <a:endParaRPr lang="en-US"/>
          </a:p>
        </p:txBody>
      </p:sp>
    </p:spTree>
    <p:extLst>
      <p:ext uri="{BB962C8B-B14F-4D97-AF65-F5344CB8AC3E}">
        <p14:creationId xmlns:p14="http://schemas.microsoft.com/office/powerpoint/2010/main" val="36970546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sz="quarter" idx="11"/>
          </p:nvPr>
        </p:nvSpPr>
        <p:spPr>
          <a:xfrm>
            <a:off x="2103437" y="2076884"/>
            <a:ext cx="7699323" cy="1292662"/>
          </a:xfrm>
        </p:spPr>
        <p:txBody>
          <a:bodyPr/>
          <a:lstStyle/>
          <a:p>
            <a:r>
              <a:rPr lang="en-US" dirty="0" smtClean="0"/>
              <a:t>Packaging and deployment</a:t>
            </a:r>
            <a:endParaRPr lang="en-US" dirty="0"/>
          </a:p>
        </p:txBody>
      </p:sp>
      <p:sp>
        <p:nvSpPr>
          <p:cNvPr id="6" name="Text Placeholder 5"/>
          <p:cNvSpPr>
            <a:spLocks noGrp="1"/>
          </p:cNvSpPr>
          <p:nvPr>
            <p:ph type="body" sz="quarter" idx="12"/>
          </p:nvPr>
        </p:nvSpPr>
        <p:spPr/>
        <p:txBody>
          <a:bodyPr/>
          <a:lstStyle/>
          <a:p>
            <a:r>
              <a:rPr lang="en-US" dirty="0" smtClean="0"/>
              <a:t>4</a:t>
            </a:r>
            <a:endParaRPr lang="en-US" dirty="0"/>
          </a:p>
        </p:txBody>
      </p:sp>
    </p:spTree>
    <p:extLst>
      <p:ext uri="{BB962C8B-B14F-4D97-AF65-F5344CB8AC3E}">
        <p14:creationId xmlns:p14="http://schemas.microsoft.com/office/powerpoint/2010/main" val="38245646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type="body" sz="quarter" idx="10"/>
          </p:nvPr>
        </p:nvSpPr>
        <p:spPr>
          <a:xfrm>
            <a:off x="249239" y="1212850"/>
            <a:ext cx="11887200" cy="3447098"/>
          </a:xfrm>
        </p:spPr>
        <p:txBody>
          <a:bodyPr/>
          <a:lstStyle/>
          <a:p>
            <a:pPr marL="0" indent="0">
              <a:buNone/>
            </a:pPr>
            <a:r>
              <a:rPr lang="en-US" dirty="0" smtClean="0">
                <a:gradFill>
                  <a:gsLst>
                    <a:gs pos="22124">
                      <a:schemeClr val="accent3"/>
                    </a:gs>
                    <a:gs pos="51000">
                      <a:schemeClr val="accent3"/>
                    </a:gs>
                  </a:gsLst>
                  <a:lin ang="5400000" scaled="0"/>
                </a:gradFill>
                <a:latin typeface="Segoe UI Semilight" panose="020B0402040204020203" pitchFamily="34" charset="0"/>
                <a:cs typeface="Segoe UI Semilight" panose="020B0402040204020203" pitchFamily="34" charset="0"/>
              </a:rPr>
              <a:t>Steps</a:t>
            </a:r>
          </a:p>
          <a:p>
            <a:pPr marL="342900" lvl="1" indent="-304800"/>
            <a:r>
              <a:rPr lang="en-US" dirty="0" smtClean="0"/>
              <a:t>Deploy the remote web to Windows Azure or to other web server</a:t>
            </a:r>
          </a:p>
          <a:p>
            <a:pPr marL="342900" lvl="1" indent="-304800"/>
            <a:r>
              <a:rPr lang="en-US" dirty="0" smtClean="0"/>
              <a:t>Build app package which must include HTTPS URL of remote web</a:t>
            </a:r>
          </a:p>
          <a:p>
            <a:pPr marL="342900" lvl="1" indent="-304800"/>
            <a:r>
              <a:rPr lang="en-US" dirty="0" smtClean="0"/>
              <a:t>Upload app package to app catalog</a:t>
            </a:r>
          </a:p>
          <a:p>
            <a:pPr marL="0" indent="0">
              <a:buNone/>
            </a:pPr>
            <a:r>
              <a:rPr lang="en-US" dirty="0">
                <a:gradFill>
                  <a:gsLst>
                    <a:gs pos="22124">
                      <a:schemeClr val="accent3"/>
                    </a:gs>
                    <a:gs pos="51000">
                      <a:schemeClr val="accent3"/>
                    </a:gs>
                  </a:gsLst>
                  <a:lin ang="5400000" scaled="0"/>
                </a:gradFill>
                <a:latin typeface="Segoe UI Semilight" panose="020B0402040204020203" pitchFamily="34" charset="0"/>
                <a:cs typeface="Segoe UI Semilight" panose="020B0402040204020203" pitchFamily="34" charset="0"/>
              </a:rPr>
              <a:t>Choosing an add-in catalog</a:t>
            </a:r>
          </a:p>
          <a:p>
            <a:pPr marL="342900" lvl="1" indent="-304800"/>
            <a:r>
              <a:rPr lang="en-US" dirty="0"/>
              <a:t>SharePoint </a:t>
            </a:r>
            <a:r>
              <a:rPr lang="en-US" dirty="0" smtClean="0"/>
              <a:t>add-in catalog </a:t>
            </a:r>
            <a:r>
              <a:rPr lang="en-US" dirty="0"/>
              <a:t>is preferred because it offers several advantages</a:t>
            </a:r>
          </a:p>
          <a:p>
            <a:pPr marL="342900" lvl="1" indent="-304800"/>
            <a:r>
              <a:rPr lang="en-US" dirty="0"/>
              <a:t>File </a:t>
            </a:r>
            <a:r>
              <a:rPr lang="en-US" dirty="0" smtClean="0"/>
              <a:t>share add-in catalog </a:t>
            </a:r>
            <a:r>
              <a:rPr lang="en-US" dirty="0"/>
              <a:t>deployment is a simpler, less-powerful option</a:t>
            </a:r>
          </a:p>
        </p:txBody>
      </p:sp>
      <p:sp>
        <p:nvSpPr>
          <p:cNvPr id="4" name="Title 3"/>
          <p:cNvSpPr>
            <a:spLocks noGrp="1"/>
          </p:cNvSpPr>
          <p:nvPr>
            <p:ph type="title"/>
          </p:nvPr>
        </p:nvSpPr>
        <p:spPr/>
        <p:txBody>
          <a:bodyPr/>
          <a:lstStyle/>
          <a:p>
            <a:r>
              <a:rPr lang="en-US" dirty="0" smtClean="0"/>
              <a:t>Office add-in deployment</a:t>
            </a:r>
            <a:endParaRPr lang="en-US" dirty="0"/>
          </a:p>
        </p:txBody>
      </p:sp>
      <p:sp>
        <p:nvSpPr>
          <p:cNvPr id="7" name="Footer Placeholder 6"/>
          <p:cNvSpPr>
            <a:spLocks noGrp="1"/>
          </p:cNvSpPr>
          <p:nvPr>
            <p:ph type="ftr" sz="quarter" idx="11"/>
          </p:nvPr>
        </p:nvSpPr>
        <p:spPr/>
        <p:txBody>
          <a:bodyPr/>
          <a:lstStyle/>
          <a:p>
            <a:pPr>
              <a:defRPr/>
            </a:pPr>
            <a:r>
              <a:rPr lang="en-US" sz="1400" smtClean="0">
                <a:gradFill>
                  <a:gsLst>
                    <a:gs pos="8367">
                      <a:schemeClr val="accent3"/>
                    </a:gs>
                    <a:gs pos="100000">
                      <a:schemeClr val="accent3"/>
                    </a:gs>
                  </a:gsLst>
                  <a:lin ang="5400000" scaled="0"/>
                </a:gradFill>
                <a:latin typeface="Segoe UI Black" panose="020B0A02040204020203" pitchFamily="34" charset="0"/>
                <a:ea typeface="Segoe UI Black" panose="020B0A02040204020203" pitchFamily="34" charset="0"/>
                <a:cs typeface="Segoe UI Black" panose="020B0A02040204020203" pitchFamily="34" charset="0"/>
              </a:rPr>
              <a:t>4</a:t>
            </a:r>
            <a:r>
              <a:rPr lang="en-US" sz="1400" smtClean="0">
                <a:gradFill>
                  <a:gsLst>
                    <a:gs pos="8367">
                      <a:srgbClr val="000000"/>
                    </a:gs>
                    <a:gs pos="31000">
                      <a:srgbClr val="000000"/>
                    </a:gs>
                  </a:gsLst>
                  <a:lin ang="5400000" scaled="0"/>
                </a:gradFill>
              </a:rPr>
              <a:t> Packaging and deployment</a:t>
            </a:r>
          </a:p>
          <a:p>
            <a:endParaRPr lang="en-US" dirty="0"/>
          </a:p>
        </p:txBody>
      </p:sp>
    </p:spTree>
    <p:extLst>
      <p:ext uri="{BB962C8B-B14F-4D97-AF65-F5344CB8AC3E}">
        <p14:creationId xmlns:p14="http://schemas.microsoft.com/office/powerpoint/2010/main" val="41962370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type="body" sz="quarter" idx="10"/>
          </p:nvPr>
        </p:nvSpPr>
        <p:spPr>
          <a:xfrm>
            <a:off x="249238" y="1212850"/>
            <a:ext cx="12118021" cy="4001095"/>
          </a:xfrm>
        </p:spPr>
        <p:txBody>
          <a:bodyPr/>
          <a:lstStyle/>
          <a:p>
            <a:pPr marL="0" indent="0">
              <a:buNone/>
            </a:pPr>
            <a:r>
              <a:rPr lang="en-US" dirty="0">
                <a:gradFill>
                  <a:gsLst>
                    <a:gs pos="22124">
                      <a:schemeClr val="accent3"/>
                    </a:gs>
                    <a:gs pos="51000">
                      <a:schemeClr val="accent3"/>
                    </a:gs>
                  </a:gsLst>
                  <a:lin ang="5400000" scaled="0"/>
                </a:gradFill>
                <a:latin typeface="Segoe UI Semilight" panose="020B0402040204020203" pitchFamily="34" charset="0"/>
                <a:cs typeface="Segoe UI Semilight" panose="020B0402040204020203" pitchFamily="34" charset="0"/>
              </a:rPr>
              <a:t>Designed for private corporate networks</a:t>
            </a:r>
          </a:p>
          <a:p>
            <a:pPr marL="342900" lvl="1" indent="-304800"/>
            <a:r>
              <a:rPr lang="en-US" dirty="0"/>
              <a:t>Provides users with catalog of pre-screened and pre-approved apps</a:t>
            </a:r>
          </a:p>
          <a:p>
            <a:pPr marL="342900" lvl="1" indent="-304800"/>
            <a:r>
              <a:rPr lang="en-US" dirty="0"/>
              <a:t>Often used to deploy apps developed in-house of by </a:t>
            </a:r>
            <a:r>
              <a:rPr lang="en-US" dirty="0" smtClean="0"/>
              <a:t>third </a:t>
            </a:r>
            <a:r>
              <a:rPr lang="en-US" dirty="0"/>
              <a:t>party ISV</a:t>
            </a:r>
          </a:p>
          <a:p>
            <a:pPr marL="342900" lvl="1" indent="-304800"/>
            <a:r>
              <a:rPr lang="en-US" dirty="0"/>
              <a:t>Supports document-based apps </a:t>
            </a:r>
            <a:r>
              <a:rPr lang="en-US" i="1" dirty="0"/>
              <a:t>(i.e. Task pane apps and </a:t>
            </a:r>
            <a:r>
              <a:rPr lang="en-US" i="1" dirty="0" smtClean="0"/>
              <a:t>content </a:t>
            </a:r>
            <a:r>
              <a:rPr lang="en-US" i="1" dirty="0"/>
              <a:t>apps)</a:t>
            </a:r>
          </a:p>
          <a:p>
            <a:pPr marL="0" indent="0">
              <a:buNone/>
            </a:pPr>
            <a:r>
              <a:rPr lang="en-US" dirty="0">
                <a:gradFill>
                  <a:gsLst>
                    <a:gs pos="22124">
                      <a:schemeClr val="accent3"/>
                    </a:gs>
                    <a:gs pos="51000">
                      <a:schemeClr val="accent3"/>
                    </a:gs>
                  </a:gsLst>
                  <a:lin ang="5400000" scaled="0"/>
                </a:gradFill>
                <a:latin typeface="Segoe UI Semilight" panose="020B0402040204020203" pitchFamily="34" charset="0"/>
                <a:cs typeface="Segoe UI Semilight" panose="020B0402040204020203" pitchFamily="34" charset="0"/>
              </a:rPr>
              <a:t>SharePoint add-in catalog hosted using site collection</a:t>
            </a:r>
          </a:p>
          <a:p>
            <a:pPr marL="342900" lvl="1" indent="-304800"/>
            <a:r>
              <a:rPr lang="en-US" dirty="0"/>
              <a:t>Actual catalog is document library containing app manifests</a:t>
            </a:r>
          </a:p>
          <a:p>
            <a:pPr marL="342900" lvl="1" indent="-304800"/>
            <a:r>
              <a:rPr lang="en-US" dirty="0"/>
              <a:t>Administrator can configure app for Office security settings</a:t>
            </a:r>
          </a:p>
        </p:txBody>
      </p:sp>
      <p:sp>
        <p:nvSpPr>
          <p:cNvPr id="3" name="Title 2"/>
          <p:cNvSpPr>
            <a:spLocks noGrp="1"/>
          </p:cNvSpPr>
          <p:nvPr>
            <p:ph type="title"/>
          </p:nvPr>
        </p:nvSpPr>
        <p:spPr/>
        <p:txBody>
          <a:bodyPr/>
          <a:lstStyle/>
          <a:p>
            <a:r>
              <a:rPr lang="en-US" dirty="0" smtClean="0"/>
              <a:t>SharePoint add-in catalog</a:t>
            </a:r>
            <a:endParaRPr lang="en-US" dirty="0"/>
          </a:p>
        </p:txBody>
      </p:sp>
      <p:sp>
        <p:nvSpPr>
          <p:cNvPr id="8" name="Footer Placeholder 7"/>
          <p:cNvSpPr>
            <a:spLocks noGrp="1"/>
          </p:cNvSpPr>
          <p:nvPr>
            <p:ph type="ftr" sz="quarter" idx="11"/>
          </p:nvPr>
        </p:nvSpPr>
        <p:spPr/>
        <p:txBody>
          <a:bodyPr/>
          <a:lstStyle/>
          <a:p>
            <a:pPr>
              <a:defRPr/>
            </a:pPr>
            <a:r>
              <a:rPr lang="en-US" sz="1400" smtClean="0">
                <a:gradFill>
                  <a:gsLst>
                    <a:gs pos="8367">
                      <a:schemeClr val="accent3"/>
                    </a:gs>
                    <a:gs pos="100000">
                      <a:schemeClr val="accent3"/>
                    </a:gs>
                  </a:gsLst>
                  <a:lin ang="5400000" scaled="0"/>
                </a:gradFill>
                <a:latin typeface="Segoe UI Black" panose="020B0A02040204020203" pitchFamily="34" charset="0"/>
                <a:ea typeface="Segoe UI Black" panose="020B0A02040204020203" pitchFamily="34" charset="0"/>
                <a:cs typeface="Segoe UI Black" panose="020B0A02040204020203" pitchFamily="34" charset="0"/>
              </a:rPr>
              <a:t>4</a:t>
            </a:r>
            <a:r>
              <a:rPr lang="en-US" sz="1400" smtClean="0">
                <a:gradFill>
                  <a:gsLst>
                    <a:gs pos="8367">
                      <a:srgbClr val="000000"/>
                    </a:gs>
                    <a:gs pos="31000">
                      <a:srgbClr val="000000"/>
                    </a:gs>
                  </a:gsLst>
                  <a:lin ang="5400000" scaled="0"/>
                </a:gradFill>
              </a:rPr>
              <a:t> Packaging and deployment</a:t>
            </a:r>
          </a:p>
          <a:p>
            <a:endParaRPr lang="en-US" dirty="0"/>
          </a:p>
        </p:txBody>
      </p:sp>
    </p:spTree>
    <p:extLst>
      <p:ext uri="{BB962C8B-B14F-4D97-AF65-F5344CB8AC3E}">
        <p14:creationId xmlns:p14="http://schemas.microsoft.com/office/powerpoint/2010/main" val="40526621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type="body" sz="quarter" idx="10"/>
          </p:nvPr>
        </p:nvSpPr>
        <p:spPr>
          <a:xfrm>
            <a:off x="249239" y="1212850"/>
            <a:ext cx="11887200" cy="3040832"/>
          </a:xfrm>
        </p:spPr>
        <p:txBody>
          <a:bodyPr/>
          <a:lstStyle/>
          <a:p>
            <a:pPr marL="0" indent="0">
              <a:buNone/>
            </a:pPr>
            <a:r>
              <a:rPr lang="en-US" dirty="0">
                <a:gradFill>
                  <a:gsLst>
                    <a:gs pos="22124">
                      <a:schemeClr val="accent3"/>
                    </a:gs>
                    <a:gs pos="51000">
                      <a:schemeClr val="accent3"/>
                    </a:gs>
                  </a:gsLst>
                  <a:lin ang="5400000" scaled="0"/>
                </a:gradFill>
                <a:latin typeface="Segoe UI Semilight" panose="020B0402040204020203" pitchFamily="34" charset="0"/>
                <a:cs typeface="Segoe UI Semilight" panose="020B0402040204020203" pitchFamily="34" charset="0"/>
              </a:rPr>
              <a:t>Provides simplest means to deploy apps for Office</a:t>
            </a:r>
          </a:p>
          <a:p>
            <a:pPr marL="342900" lvl="1" indent="-304800"/>
            <a:r>
              <a:rPr lang="en-US" dirty="0"/>
              <a:t>Does not require either SharePoint or Exchange</a:t>
            </a:r>
          </a:p>
          <a:p>
            <a:pPr marL="342900" lvl="1" indent="-304800"/>
            <a:r>
              <a:rPr lang="en-US" dirty="0"/>
              <a:t>Apps for Office manifests copied to Windows File Share</a:t>
            </a:r>
          </a:p>
          <a:p>
            <a:pPr marL="342900" lvl="1" indent="-304800"/>
            <a:r>
              <a:rPr lang="en-US" dirty="0"/>
              <a:t>Office </a:t>
            </a:r>
            <a:r>
              <a:rPr lang="en-US" dirty="0" smtClean="0"/>
              <a:t>applications </a:t>
            </a:r>
            <a:r>
              <a:rPr lang="en-US" dirty="0"/>
              <a:t>configured to read file share to discover </a:t>
            </a:r>
            <a:r>
              <a:rPr lang="en-US" dirty="0" smtClean="0"/>
              <a:t>apps </a:t>
            </a:r>
            <a:r>
              <a:rPr lang="en-US" dirty="0"/>
              <a:t>for Office</a:t>
            </a:r>
          </a:p>
          <a:p>
            <a:pPr marL="342900" lvl="1" indent="-304800"/>
            <a:r>
              <a:rPr lang="en-US" dirty="0"/>
              <a:t>Client machine requires registry entry with file share path</a:t>
            </a:r>
          </a:p>
          <a:p>
            <a:endParaRPr lang="en-US" dirty="0"/>
          </a:p>
        </p:txBody>
      </p:sp>
      <p:sp>
        <p:nvSpPr>
          <p:cNvPr id="3" name="Title 2"/>
          <p:cNvSpPr>
            <a:spLocks noGrp="1"/>
          </p:cNvSpPr>
          <p:nvPr>
            <p:ph type="title"/>
          </p:nvPr>
        </p:nvSpPr>
        <p:spPr/>
        <p:txBody>
          <a:bodyPr/>
          <a:lstStyle/>
          <a:p>
            <a:r>
              <a:rPr lang="en-US" dirty="0" smtClean="0"/>
              <a:t>File share add-in catalog</a:t>
            </a:r>
            <a:endParaRPr lang="en-US" dirty="0"/>
          </a:p>
        </p:txBody>
      </p:sp>
      <p:sp>
        <p:nvSpPr>
          <p:cNvPr id="8" name="Footer Placeholder 7"/>
          <p:cNvSpPr>
            <a:spLocks noGrp="1"/>
          </p:cNvSpPr>
          <p:nvPr>
            <p:ph type="ftr" sz="quarter" idx="11"/>
          </p:nvPr>
        </p:nvSpPr>
        <p:spPr/>
        <p:txBody>
          <a:bodyPr/>
          <a:lstStyle/>
          <a:p>
            <a:pPr>
              <a:defRPr/>
            </a:pPr>
            <a:r>
              <a:rPr lang="en-US" sz="1400" smtClean="0">
                <a:gradFill>
                  <a:gsLst>
                    <a:gs pos="8367">
                      <a:schemeClr val="accent3"/>
                    </a:gs>
                    <a:gs pos="100000">
                      <a:schemeClr val="accent3"/>
                    </a:gs>
                  </a:gsLst>
                  <a:lin ang="5400000" scaled="0"/>
                </a:gradFill>
                <a:latin typeface="Segoe UI Black" panose="020B0A02040204020203" pitchFamily="34" charset="0"/>
                <a:ea typeface="Segoe UI Black" panose="020B0A02040204020203" pitchFamily="34" charset="0"/>
                <a:cs typeface="Segoe UI Black" panose="020B0A02040204020203" pitchFamily="34" charset="0"/>
              </a:rPr>
              <a:t>4</a:t>
            </a:r>
            <a:r>
              <a:rPr lang="en-US" sz="1400" smtClean="0">
                <a:gradFill>
                  <a:gsLst>
                    <a:gs pos="8367">
                      <a:srgbClr val="000000"/>
                    </a:gs>
                    <a:gs pos="31000">
                      <a:srgbClr val="000000"/>
                    </a:gs>
                  </a:gsLst>
                  <a:lin ang="5400000" scaled="0"/>
                </a:gradFill>
              </a:rPr>
              <a:t> Packaging and deployment</a:t>
            </a:r>
            <a:br>
              <a:rPr lang="en-US" sz="1400" smtClean="0">
                <a:gradFill>
                  <a:gsLst>
                    <a:gs pos="8367">
                      <a:srgbClr val="000000"/>
                    </a:gs>
                    <a:gs pos="31000">
                      <a:srgbClr val="000000"/>
                    </a:gs>
                  </a:gsLst>
                  <a:lin ang="5400000" scaled="0"/>
                </a:gradFill>
              </a:rPr>
            </a:br>
            <a:endParaRPr lang="en-US" dirty="0">
              <a:gradFill>
                <a:gsLst>
                  <a:gs pos="8367">
                    <a:srgbClr val="000000"/>
                  </a:gs>
                  <a:gs pos="31000">
                    <a:srgbClr val="000000"/>
                  </a:gs>
                </a:gsLst>
                <a:lin ang="5400000" scaled="0"/>
              </a:gradFill>
            </a:endParaRPr>
          </a:p>
        </p:txBody>
      </p:sp>
    </p:spTree>
    <p:extLst>
      <p:ext uri="{BB962C8B-B14F-4D97-AF65-F5344CB8AC3E}">
        <p14:creationId xmlns:p14="http://schemas.microsoft.com/office/powerpoint/2010/main" val="17907199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8" name="Group 17"/>
          <p:cNvGrpSpPr/>
          <p:nvPr/>
        </p:nvGrpSpPr>
        <p:grpSpPr>
          <a:xfrm>
            <a:off x="6498491" y="1798717"/>
            <a:ext cx="5709384" cy="3397090"/>
            <a:chOff x="4981575" y="2247900"/>
            <a:chExt cx="7177088" cy="4270375"/>
          </a:xfrm>
        </p:grpSpPr>
        <p:sp>
          <p:nvSpPr>
            <p:cNvPr id="7" name="Freeform 5"/>
            <p:cNvSpPr>
              <a:spLocks/>
            </p:cNvSpPr>
            <p:nvPr/>
          </p:nvSpPr>
          <p:spPr bwMode="auto">
            <a:xfrm>
              <a:off x="4981575" y="2247900"/>
              <a:ext cx="7177088" cy="4270375"/>
            </a:xfrm>
            <a:custGeom>
              <a:avLst/>
              <a:gdLst>
                <a:gd name="T0" fmla="*/ 1654 w 2000"/>
                <a:gd name="T1" fmla="*/ 494 h 1189"/>
                <a:gd name="T2" fmla="*/ 1644 w 2000"/>
                <a:gd name="T3" fmla="*/ 495 h 1189"/>
                <a:gd name="T4" fmla="*/ 1096 w 2000"/>
                <a:gd name="T5" fmla="*/ 0 h 1189"/>
                <a:gd name="T6" fmla="*/ 636 w 2000"/>
                <a:gd name="T7" fmla="*/ 248 h 1189"/>
                <a:gd name="T8" fmla="*/ 512 w 2000"/>
                <a:gd name="T9" fmla="*/ 215 h 1189"/>
                <a:gd name="T10" fmla="*/ 256 w 2000"/>
                <a:gd name="T11" fmla="*/ 471 h 1189"/>
                <a:gd name="T12" fmla="*/ 258 w 2000"/>
                <a:gd name="T13" fmla="*/ 505 h 1189"/>
                <a:gd name="T14" fmla="*/ 0 w 2000"/>
                <a:gd name="T15" fmla="*/ 840 h 1189"/>
                <a:gd name="T16" fmla="*/ 346 w 2000"/>
                <a:gd name="T17" fmla="*/ 1185 h 1189"/>
                <a:gd name="T18" fmla="*/ 504 w 2000"/>
                <a:gd name="T19" fmla="*/ 1186 h 1189"/>
                <a:gd name="T20" fmla="*/ 504 w 2000"/>
                <a:gd name="T21" fmla="*/ 594 h 1189"/>
                <a:gd name="T22" fmla="*/ 1216 w 2000"/>
                <a:gd name="T23" fmla="*/ 594 h 1189"/>
                <a:gd name="T24" fmla="*/ 1492 w 2000"/>
                <a:gd name="T25" fmla="*/ 869 h 1189"/>
                <a:gd name="T26" fmla="*/ 1492 w 2000"/>
                <a:gd name="T27" fmla="*/ 1188 h 1189"/>
                <a:gd name="T28" fmla="*/ 1610 w 2000"/>
                <a:gd name="T29" fmla="*/ 1189 h 1189"/>
                <a:gd name="T30" fmla="*/ 1661 w 2000"/>
                <a:gd name="T31" fmla="*/ 1185 h 1189"/>
                <a:gd name="T32" fmla="*/ 2000 w 2000"/>
                <a:gd name="T33" fmla="*/ 840 h 1189"/>
                <a:gd name="T34" fmla="*/ 1654 w 2000"/>
                <a:gd name="T35" fmla="*/ 494 h 11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000" h="1189">
                  <a:moveTo>
                    <a:pt x="1654" y="494"/>
                  </a:moveTo>
                  <a:cubicBezTo>
                    <a:pt x="1651" y="494"/>
                    <a:pt x="1648" y="494"/>
                    <a:pt x="1644" y="495"/>
                  </a:cubicBezTo>
                  <a:cubicBezTo>
                    <a:pt x="1616" y="217"/>
                    <a:pt x="1382" y="0"/>
                    <a:pt x="1096" y="0"/>
                  </a:cubicBezTo>
                  <a:cubicBezTo>
                    <a:pt x="904" y="0"/>
                    <a:pt x="734" y="98"/>
                    <a:pt x="636" y="248"/>
                  </a:cubicBezTo>
                  <a:cubicBezTo>
                    <a:pt x="599" y="227"/>
                    <a:pt x="556" y="215"/>
                    <a:pt x="512" y="215"/>
                  </a:cubicBezTo>
                  <a:cubicBezTo>
                    <a:pt x="370" y="215"/>
                    <a:pt x="256" y="330"/>
                    <a:pt x="256" y="471"/>
                  </a:cubicBezTo>
                  <a:cubicBezTo>
                    <a:pt x="256" y="482"/>
                    <a:pt x="257" y="494"/>
                    <a:pt x="258" y="505"/>
                  </a:cubicBezTo>
                  <a:cubicBezTo>
                    <a:pt x="110" y="544"/>
                    <a:pt x="0" y="679"/>
                    <a:pt x="0" y="840"/>
                  </a:cubicBezTo>
                  <a:cubicBezTo>
                    <a:pt x="0" y="1030"/>
                    <a:pt x="155" y="1185"/>
                    <a:pt x="346" y="1185"/>
                  </a:cubicBezTo>
                  <a:cubicBezTo>
                    <a:pt x="349" y="1185"/>
                    <a:pt x="410" y="1185"/>
                    <a:pt x="504" y="1186"/>
                  </a:cubicBezTo>
                  <a:cubicBezTo>
                    <a:pt x="504" y="594"/>
                    <a:pt x="504" y="594"/>
                    <a:pt x="504" y="594"/>
                  </a:cubicBezTo>
                  <a:cubicBezTo>
                    <a:pt x="1216" y="594"/>
                    <a:pt x="1216" y="594"/>
                    <a:pt x="1216" y="594"/>
                  </a:cubicBezTo>
                  <a:cubicBezTo>
                    <a:pt x="1492" y="869"/>
                    <a:pt x="1492" y="869"/>
                    <a:pt x="1492" y="869"/>
                  </a:cubicBezTo>
                  <a:cubicBezTo>
                    <a:pt x="1492" y="1188"/>
                    <a:pt x="1492" y="1188"/>
                    <a:pt x="1492" y="1188"/>
                  </a:cubicBezTo>
                  <a:cubicBezTo>
                    <a:pt x="1565" y="1188"/>
                    <a:pt x="1610" y="1189"/>
                    <a:pt x="1610" y="1189"/>
                  </a:cubicBezTo>
                  <a:cubicBezTo>
                    <a:pt x="1628" y="1189"/>
                    <a:pt x="1645" y="1188"/>
                    <a:pt x="1661" y="1185"/>
                  </a:cubicBezTo>
                  <a:cubicBezTo>
                    <a:pt x="1849" y="1182"/>
                    <a:pt x="2000" y="1029"/>
                    <a:pt x="2000" y="840"/>
                  </a:cubicBezTo>
                  <a:cubicBezTo>
                    <a:pt x="2000" y="649"/>
                    <a:pt x="1845" y="494"/>
                    <a:pt x="1654" y="494"/>
                  </a:cubicBezTo>
                  <a:close/>
                </a:path>
              </a:pathLst>
            </a:custGeom>
            <a:solidFill>
              <a:schemeClr val="bg2">
                <a:lumMod val="40000"/>
                <a:lumOff val="60000"/>
              </a:schemeClr>
            </a:solidFill>
            <a:ln>
              <a:noFill/>
            </a:ln>
          </p:spPr>
          <p:txBody>
            <a:bodyPr vert="horz" wrap="square" lIns="91440" tIns="45720" rIns="91440" bIns="45720" numCol="1" anchor="t" anchorCtr="0" compatLnSpc="1">
              <a:prstTxWarp prst="textNoShape">
                <a:avLst/>
              </a:prstTxWarp>
            </a:bodyPr>
            <a:lstStyle/>
            <a:p>
              <a:endParaRPr lang="en-US"/>
            </a:p>
          </p:txBody>
        </p:sp>
        <p:grpSp>
          <p:nvGrpSpPr>
            <p:cNvPr id="17" name="Group 16"/>
            <p:cNvGrpSpPr/>
            <p:nvPr/>
          </p:nvGrpSpPr>
          <p:grpSpPr>
            <a:xfrm>
              <a:off x="7134225" y="4381500"/>
              <a:ext cx="3197226" cy="2047875"/>
              <a:chOff x="7134225" y="4381500"/>
              <a:chExt cx="3197226" cy="2047875"/>
            </a:xfrm>
          </p:grpSpPr>
          <p:sp>
            <p:nvSpPr>
              <p:cNvPr id="8" name="Freeform 6"/>
              <p:cNvSpPr>
                <a:spLocks/>
              </p:cNvSpPr>
              <p:nvPr/>
            </p:nvSpPr>
            <p:spPr bwMode="auto">
              <a:xfrm>
                <a:off x="9351963" y="4381500"/>
                <a:ext cx="979488" cy="984250"/>
              </a:xfrm>
              <a:custGeom>
                <a:avLst/>
                <a:gdLst>
                  <a:gd name="T0" fmla="*/ 0 w 617"/>
                  <a:gd name="T1" fmla="*/ 0 h 620"/>
                  <a:gd name="T2" fmla="*/ 617 w 617"/>
                  <a:gd name="T3" fmla="*/ 620 h 620"/>
                  <a:gd name="T4" fmla="*/ 0 w 617"/>
                  <a:gd name="T5" fmla="*/ 620 h 620"/>
                  <a:gd name="T6" fmla="*/ 0 w 617"/>
                  <a:gd name="T7" fmla="*/ 0 h 620"/>
                </a:gdLst>
                <a:ahLst/>
                <a:cxnLst>
                  <a:cxn ang="0">
                    <a:pos x="T0" y="T1"/>
                  </a:cxn>
                  <a:cxn ang="0">
                    <a:pos x="T2" y="T3"/>
                  </a:cxn>
                  <a:cxn ang="0">
                    <a:pos x="T4" y="T5"/>
                  </a:cxn>
                  <a:cxn ang="0">
                    <a:pos x="T6" y="T7"/>
                  </a:cxn>
                </a:cxnLst>
                <a:rect l="0" t="0" r="r" b="b"/>
                <a:pathLst>
                  <a:path w="617" h="620">
                    <a:moveTo>
                      <a:pt x="0" y="0"/>
                    </a:moveTo>
                    <a:lnTo>
                      <a:pt x="617" y="620"/>
                    </a:lnTo>
                    <a:lnTo>
                      <a:pt x="0" y="620"/>
                    </a:lnTo>
                    <a:lnTo>
                      <a:pt x="0" y="0"/>
                    </a:lnTo>
                    <a:close/>
                  </a:path>
                </a:pathLst>
              </a:custGeom>
              <a:solidFill>
                <a:schemeClr val="accent2">
                  <a:lumMod val="7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9" name="Rectangle 7"/>
              <p:cNvSpPr>
                <a:spLocks noChangeArrowheads="1"/>
              </p:cNvSpPr>
              <p:nvPr/>
            </p:nvSpPr>
            <p:spPr bwMode="auto">
              <a:xfrm>
                <a:off x="7134225" y="5157788"/>
                <a:ext cx="1784350" cy="165100"/>
              </a:xfrm>
              <a:prstGeom prst="rect">
                <a:avLst/>
              </a:pr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10" name="Rectangle 8"/>
              <p:cNvSpPr>
                <a:spLocks noChangeArrowheads="1"/>
              </p:cNvSpPr>
              <p:nvPr/>
            </p:nvSpPr>
            <p:spPr bwMode="auto">
              <a:xfrm>
                <a:off x="7134225" y="4791075"/>
                <a:ext cx="1522413" cy="165100"/>
              </a:xfrm>
              <a:prstGeom prst="rect">
                <a:avLst/>
              </a:pr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11" name="Rectangle 9"/>
              <p:cNvSpPr>
                <a:spLocks noChangeArrowheads="1"/>
              </p:cNvSpPr>
              <p:nvPr/>
            </p:nvSpPr>
            <p:spPr bwMode="auto">
              <a:xfrm>
                <a:off x="7134225" y="5527675"/>
                <a:ext cx="1166813" cy="165100"/>
              </a:xfrm>
              <a:prstGeom prst="rect">
                <a:avLst/>
              </a:pr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12" name="Rectangle 10"/>
              <p:cNvSpPr>
                <a:spLocks noChangeArrowheads="1"/>
              </p:cNvSpPr>
              <p:nvPr/>
            </p:nvSpPr>
            <p:spPr bwMode="auto">
              <a:xfrm>
                <a:off x="8469313" y="5527675"/>
                <a:ext cx="1565275" cy="165100"/>
              </a:xfrm>
              <a:prstGeom prst="rect">
                <a:avLst/>
              </a:pr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13" name="Rectangle 11"/>
              <p:cNvSpPr>
                <a:spLocks noChangeArrowheads="1"/>
              </p:cNvSpPr>
              <p:nvPr/>
            </p:nvSpPr>
            <p:spPr bwMode="auto">
              <a:xfrm>
                <a:off x="7134225" y="5894388"/>
                <a:ext cx="1565275" cy="165100"/>
              </a:xfrm>
              <a:prstGeom prst="rect">
                <a:avLst/>
              </a:pr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14" name="Rectangle 12"/>
              <p:cNvSpPr>
                <a:spLocks noChangeArrowheads="1"/>
              </p:cNvSpPr>
              <p:nvPr/>
            </p:nvSpPr>
            <p:spPr bwMode="auto">
              <a:xfrm>
                <a:off x="8877300" y="5894388"/>
                <a:ext cx="584200" cy="165100"/>
              </a:xfrm>
              <a:prstGeom prst="rect">
                <a:avLst/>
              </a:pr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15" name="Rectangle 13"/>
              <p:cNvSpPr>
                <a:spLocks noChangeArrowheads="1"/>
              </p:cNvSpPr>
              <p:nvPr/>
            </p:nvSpPr>
            <p:spPr bwMode="auto">
              <a:xfrm>
                <a:off x="9639300" y="5894388"/>
                <a:ext cx="395288" cy="165100"/>
              </a:xfrm>
              <a:prstGeom prst="rect">
                <a:avLst/>
              </a:pr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16" name="Rectangle 14"/>
              <p:cNvSpPr>
                <a:spLocks noChangeArrowheads="1"/>
              </p:cNvSpPr>
              <p:nvPr/>
            </p:nvSpPr>
            <p:spPr bwMode="auto">
              <a:xfrm>
                <a:off x="7134225" y="6264275"/>
                <a:ext cx="2662238" cy="165100"/>
              </a:xfrm>
              <a:prstGeom prst="rect">
                <a:avLst/>
              </a:pr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grpSp>
      </p:grpSp>
      <p:sp>
        <p:nvSpPr>
          <p:cNvPr id="6" name="Text Placeholder 5"/>
          <p:cNvSpPr>
            <a:spLocks noGrp="1"/>
          </p:cNvSpPr>
          <p:nvPr>
            <p:ph type="body" sz="quarter" idx="10"/>
          </p:nvPr>
        </p:nvSpPr>
        <p:spPr>
          <a:xfrm>
            <a:off x="258763" y="2125663"/>
            <a:ext cx="5964238" cy="3625608"/>
          </a:xfrm>
        </p:spPr>
        <p:txBody>
          <a:bodyPr/>
          <a:lstStyle/>
          <a:p>
            <a:pPr marL="0" indent="0">
              <a:buNone/>
            </a:pPr>
            <a:r>
              <a:rPr lang="en-US" sz="2400" dirty="0" smtClean="0">
                <a:latin typeface="+mn-lt"/>
              </a:rPr>
              <a:t>MSDN: </a:t>
            </a:r>
            <a:r>
              <a:rPr lang="en-US" sz="2400" dirty="0">
                <a:latin typeface="+mn-lt"/>
              </a:rPr>
              <a:t>Create a task pane add-in with </a:t>
            </a:r>
            <a:r>
              <a:rPr lang="en-US" sz="2400" dirty="0" smtClean="0">
                <a:latin typeface="+mn-lt"/>
              </a:rPr>
              <a:t>Napa </a:t>
            </a:r>
            <a:r>
              <a:rPr lang="en-US" sz="2400" dirty="0">
                <a:latin typeface="+mn-lt"/>
              </a:rPr>
              <a:t>Office 365 Development </a:t>
            </a:r>
            <a:r>
              <a:rPr lang="en-US" sz="2400" dirty="0" smtClean="0">
                <a:latin typeface="+mn-lt"/>
              </a:rPr>
              <a:t>Tools</a:t>
            </a:r>
            <a:br>
              <a:rPr lang="en-US" sz="2400" dirty="0" smtClean="0">
                <a:latin typeface="+mn-lt"/>
              </a:rPr>
            </a:br>
            <a:r>
              <a:rPr lang="en-US" sz="1800" dirty="0" smtClean="0">
                <a:latin typeface="+mn-lt"/>
                <a:hlinkClick r:id="rId3"/>
              </a:rPr>
              <a:t>https</a:t>
            </a:r>
            <a:r>
              <a:rPr lang="en-US" sz="1800" dirty="0">
                <a:latin typeface="+mn-lt"/>
                <a:hlinkClick r:id="rId3"/>
              </a:rPr>
              <a:t>://msdn.microsoft.com/EN-US/library/office/jj554660.aspx</a:t>
            </a:r>
            <a:r>
              <a:rPr lang="en-US" sz="1800" dirty="0">
                <a:latin typeface="+mn-lt"/>
              </a:rPr>
              <a:t> </a:t>
            </a:r>
          </a:p>
          <a:p>
            <a:pPr marL="0" indent="0">
              <a:spcBef>
                <a:spcPts val="2400"/>
              </a:spcBef>
              <a:buNone/>
            </a:pPr>
            <a:r>
              <a:rPr lang="en-US" sz="2400" dirty="0" smtClean="0">
                <a:latin typeface="+mn-lt"/>
              </a:rPr>
              <a:t>MSDN: Word add-ins</a:t>
            </a:r>
            <a:r>
              <a:rPr lang="en-US" sz="2400" dirty="0">
                <a:latin typeface="+mn-lt"/>
              </a:rPr>
              <a:t/>
            </a:r>
            <a:br>
              <a:rPr lang="en-US" sz="2400" dirty="0">
                <a:latin typeface="+mn-lt"/>
              </a:rPr>
            </a:br>
            <a:r>
              <a:rPr lang="en-US" sz="1800" dirty="0" smtClean="0">
                <a:latin typeface="+mn-lt"/>
                <a:hlinkClick r:id="rId4"/>
              </a:rPr>
              <a:t>https</a:t>
            </a:r>
            <a:r>
              <a:rPr lang="en-US" sz="1800" dirty="0">
                <a:latin typeface="+mn-lt"/>
                <a:hlinkClick r:id="rId4"/>
              </a:rPr>
              <a:t>://msdn.microsoft.com/EN-US/library/office/dn833112.aspx</a:t>
            </a:r>
            <a:r>
              <a:rPr lang="en-US" sz="1800" dirty="0">
                <a:latin typeface="+mn-lt"/>
              </a:rPr>
              <a:t> </a:t>
            </a:r>
          </a:p>
          <a:p>
            <a:pPr marL="0" indent="0">
              <a:spcBef>
                <a:spcPts val="2400"/>
              </a:spcBef>
              <a:buNone/>
            </a:pPr>
            <a:r>
              <a:rPr lang="en-US" sz="2400" dirty="0">
                <a:latin typeface="+mn-lt"/>
              </a:rPr>
              <a:t>JavaScript API for </a:t>
            </a:r>
            <a:r>
              <a:rPr lang="en-US" sz="2400" dirty="0" smtClean="0">
                <a:latin typeface="+mn-lt"/>
              </a:rPr>
              <a:t>Office</a:t>
            </a:r>
            <a:br>
              <a:rPr lang="en-US" sz="2400" dirty="0" smtClean="0">
                <a:latin typeface="+mn-lt"/>
              </a:rPr>
            </a:br>
            <a:r>
              <a:rPr lang="en-US" sz="1800" dirty="0" smtClean="0">
                <a:latin typeface="+mn-lt"/>
                <a:hlinkClick r:id="rId5"/>
              </a:rPr>
              <a:t>https</a:t>
            </a:r>
            <a:r>
              <a:rPr lang="en-US" sz="1800" dirty="0">
                <a:latin typeface="+mn-lt"/>
                <a:hlinkClick r:id="rId5"/>
              </a:rPr>
              <a:t>://</a:t>
            </a:r>
            <a:r>
              <a:rPr lang="en-US" sz="1800" dirty="0" smtClean="0">
                <a:latin typeface="+mn-lt"/>
                <a:hlinkClick r:id="rId5"/>
              </a:rPr>
              <a:t>msdn.microsoft.com/en-us/library/fp142185.aspx</a:t>
            </a:r>
            <a:r>
              <a:rPr lang="en-US" sz="1800" dirty="0" smtClean="0">
                <a:latin typeface="+mn-lt"/>
              </a:rPr>
              <a:t> </a:t>
            </a:r>
            <a:endParaRPr lang="en-US" sz="1400" dirty="0" smtClean="0">
              <a:latin typeface="+mn-lt"/>
            </a:endParaRPr>
          </a:p>
        </p:txBody>
      </p:sp>
      <p:sp>
        <p:nvSpPr>
          <p:cNvPr id="5" name="Title 4"/>
          <p:cNvSpPr>
            <a:spLocks noGrp="1"/>
          </p:cNvSpPr>
          <p:nvPr>
            <p:ph type="title" idx="4294967295"/>
          </p:nvPr>
        </p:nvSpPr>
        <p:spPr>
          <a:xfrm>
            <a:off x="273053" y="295275"/>
            <a:ext cx="5949948" cy="917575"/>
          </a:xfrm>
        </p:spPr>
        <p:txBody>
          <a:bodyPr/>
          <a:lstStyle/>
          <a:p>
            <a:r>
              <a:rPr lang="en-US" dirty="0" smtClean="0"/>
              <a:t>Related documentation</a:t>
            </a:r>
            <a:endParaRPr lang="en-US" dirty="0"/>
          </a:p>
        </p:txBody>
      </p:sp>
      <p:sp>
        <p:nvSpPr>
          <p:cNvPr id="4" name="Footer Placeholder 3"/>
          <p:cNvSpPr>
            <a:spLocks noGrp="1"/>
          </p:cNvSpPr>
          <p:nvPr>
            <p:ph type="ftr" sz="quarter" idx="12"/>
          </p:nvPr>
        </p:nvSpPr>
        <p:spPr/>
        <p:txBody>
          <a:bodyPr/>
          <a:lstStyle/>
          <a:p>
            <a:pPr>
              <a:defRPr/>
            </a:pPr>
            <a:r>
              <a:rPr lang="en-US" sz="1400" smtClean="0">
                <a:gradFill>
                  <a:gsLst>
                    <a:gs pos="8367">
                      <a:schemeClr val="accent3"/>
                    </a:gs>
                    <a:gs pos="100000">
                      <a:schemeClr val="accent3"/>
                    </a:gs>
                  </a:gsLst>
                  <a:lin ang="5400000" scaled="0"/>
                </a:gradFill>
                <a:latin typeface="Segoe UI Black" panose="020B0A02040204020203" pitchFamily="34" charset="0"/>
                <a:ea typeface="Segoe UI Black" panose="020B0A02040204020203" pitchFamily="34" charset="0"/>
                <a:cs typeface="Segoe UI Black" panose="020B0A02040204020203" pitchFamily="34" charset="0"/>
              </a:rPr>
              <a:t>4</a:t>
            </a:r>
            <a:r>
              <a:rPr lang="en-US" sz="1400" smtClean="0">
                <a:gradFill>
                  <a:gsLst>
                    <a:gs pos="8367">
                      <a:srgbClr val="000000"/>
                    </a:gs>
                    <a:gs pos="31000">
                      <a:srgbClr val="000000"/>
                    </a:gs>
                  </a:gsLst>
                  <a:lin ang="5400000" scaled="0"/>
                </a:gradFill>
              </a:rPr>
              <a:t> Packaging and deployment</a:t>
            </a:r>
            <a:br>
              <a:rPr lang="en-US" sz="1400" smtClean="0">
                <a:gradFill>
                  <a:gsLst>
                    <a:gs pos="8367">
                      <a:srgbClr val="000000"/>
                    </a:gs>
                    <a:gs pos="31000">
                      <a:srgbClr val="000000"/>
                    </a:gs>
                  </a:gsLst>
                  <a:lin ang="5400000" scaled="0"/>
                </a:gradFill>
              </a:rPr>
            </a:br>
            <a:endParaRPr lang="en-US" dirty="0"/>
          </a:p>
        </p:txBody>
      </p:sp>
    </p:spTree>
    <p:extLst>
      <p:ext uri="{BB962C8B-B14F-4D97-AF65-F5344CB8AC3E}">
        <p14:creationId xmlns:p14="http://schemas.microsoft.com/office/powerpoint/2010/main" val="39095845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p:cNvSpPr>
            <a:spLocks noGrp="1"/>
          </p:cNvSpPr>
          <p:nvPr>
            <p:ph type="body" sz="quarter" idx="10"/>
          </p:nvPr>
        </p:nvSpPr>
        <p:spPr>
          <a:xfrm>
            <a:off x="246063" y="2118335"/>
            <a:ext cx="5514975" cy="2080570"/>
          </a:xfrm>
        </p:spPr>
        <p:txBody>
          <a:bodyPr/>
          <a:lstStyle/>
          <a:p>
            <a:pPr marL="0" indent="0">
              <a:buNone/>
            </a:pPr>
            <a:r>
              <a:rPr lang="en-US" dirty="0" smtClean="0"/>
              <a:t>Office add-in samples</a:t>
            </a:r>
            <a:br>
              <a:rPr lang="en-US" dirty="0" smtClean="0"/>
            </a:br>
            <a:r>
              <a:rPr lang="en-US" sz="2400" dirty="0" smtClean="0">
                <a:hlinkClick r:id="rId3"/>
              </a:rPr>
              <a:t>http</a:t>
            </a:r>
            <a:r>
              <a:rPr lang="en-US" sz="2400" dirty="0">
                <a:hlinkClick r:id="rId3"/>
              </a:rPr>
              <a:t>://dev.office.com/codesamples#?</a:t>
            </a:r>
            <a:r>
              <a:rPr lang="en-US" sz="2400" dirty="0" smtClean="0">
                <a:hlinkClick r:id="rId3"/>
              </a:rPr>
              <a:t>filters=office%20add-ins</a:t>
            </a:r>
            <a:endParaRPr lang="en-US" sz="2400" dirty="0" smtClean="0"/>
          </a:p>
          <a:p>
            <a:pPr marL="0" indent="0">
              <a:buNone/>
            </a:pPr>
            <a:endParaRPr lang="en-US" dirty="0"/>
          </a:p>
        </p:txBody>
      </p:sp>
      <p:sp>
        <p:nvSpPr>
          <p:cNvPr id="5" name="Title 4"/>
          <p:cNvSpPr>
            <a:spLocks noGrp="1"/>
          </p:cNvSpPr>
          <p:nvPr>
            <p:ph type="title" idx="4294967295"/>
          </p:nvPr>
        </p:nvSpPr>
        <p:spPr>
          <a:xfrm>
            <a:off x="258763" y="295275"/>
            <a:ext cx="6002337" cy="917575"/>
          </a:xfrm>
        </p:spPr>
        <p:txBody>
          <a:bodyPr/>
          <a:lstStyle/>
          <a:p>
            <a:r>
              <a:rPr lang="en-US" dirty="0" smtClean="0"/>
              <a:t>Related code samples</a:t>
            </a:r>
            <a:endParaRPr lang="en-US" dirty="0"/>
          </a:p>
        </p:txBody>
      </p:sp>
      <p:grpSp>
        <p:nvGrpSpPr>
          <p:cNvPr id="41" name="Group 40"/>
          <p:cNvGrpSpPr/>
          <p:nvPr/>
        </p:nvGrpSpPr>
        <p:grpSpPr>
          <a:xfrm>
            <a:off x="6691233" y="1636894"/>
            <a:ext cx="5288042" cy="3720734"/>
            <a:chOff x="6675438" y="2794366"/>
            <a:chExt cx="5288042" cy="3720734"/>
          </a:xfrm>
        </p:grpSpPr>
        <p:grpSp>
          <p:nvGrpSpPr>
            <p:cNvPr id="2" name="Group 1"/>
            <p:cNvGrpSpPr/>
            <p:nvPr/>
          </p:nvGrpSpPr>
          <p:grpSpPr>
            <a:xfrm>
              <a:off x="6675438" y="2794366"/>
              <a:ext cx="5288042" cy="3720734"/>
              <a:chOff x="6322933" y="4006684"/>
              <a:chExt cx="1956377" cy="1376532"/>
            </a:xfrm>
          </p:grpSpPr>
          <p:sp>
            <p:nvSpPr>
              <p:cNvPr id="4" name="Freeform 5"/>
              <p:cNvSpPr>
                <a:spLocks noEditPoints="1"/>
              </p:cNvSpPr>
              <p:nvPr/>
            </p:nvSpPr>
            <p:spPr bwMode="auto">
              <a:xfrm>
                <a:off x="6322933" y="4006684"/>
                <a:ext cx="1956377" cy="1376532"/>
              </a:xfrm>
              <a:custGeom>
                <a:avLst/>
                <a:gdLst>
                  <a:gd name="T0" fmla="*/ 2357 w 2411"/>
                  <a:gd name="T1" fmla="*/ 0 h 1695"/>
                  <a:gd name="T2" fmla="*/ 47 w 2411"/>
                  <a:gd name="T3" fmla="*/ 0 h 1695"/>
                  <a:gd name="T4" fmla="*/ 0 w 2411"/>
                  <a:gd name="T5" fmla="*/ 47 h 1695"/>
                  <a:gd name="T6" fmla="*/ 0 w 2411"/>
                  <a:gd name="T7" fmla="*/ 1406 h 1695"/>
                  <a:gd name="T8" fmla="*/ 47 w 2411"/>
                  <a:gd name="T9" fmla="*/ 1453 h 1695"/>
                  <a:gd name="T10" fmla="*/ 335 w 2411"/>
                  <a:gd name="T11" fmla="*/ 1453 h 1695"/>
                  <a:gd name="T12" fmla="*/ 335 w 2411"/>
                  <a:gd name="T13" fmla="*/ 1453 h 1695"/>
                  <a:gd name="T14" fmla="*/ 1101 w 2411"/>
                  <a:gd name="T15" fmla="*/ 1453 h 1695"/>
                  <a:gd name="T16" fmla="*/ 1101 w 2411"/>
                  <a:gd name="T17" fmla="*/ 1558 h 1695"/>
                  <a:gd name="T18" fmla="*/ 653 w 2411"/>
                  <a:gd name="T19" fmla="*/ 1558 h 1695"/>
                  <a:gd name="T20" fmla="*/ 605 w 2411"/>
                  <a:gd name="T21" fmla="*/ 1591 h 1695"/>
                  <a:gd name="T22" fmla="*/ 562 w 2411"/>
                  <a:gd name="T23" fmla="*/ 1638 h 1695"/>
                  <a:gd name="T24" fmla="*/ 562 w 2411"/>
                  <a:gd name="T25" fmla="*/ 1648 h 1695"/>
                  <a:gd name="T26" fmla="*/ 609 w 2411"/>
                  <a:gd name="T27" fmla="*/ 1695 h 1695"/>
                  <a:gd name="T28" fmla="*/ 1762 w 2411"/>
                  <a:gd name="T29" fmla="*/ 1695 h 1695"/>
                  <a:gd name="T30" fmla="*/ 1815 w 2411"/>
                  <a:gd name="T31" fmla="*/ 1648 h 1695"/>
                  <a:gd name="T32" fmla="*/ 1815 w 2411"/>
                  <a:gd name="T33" fmla="*/ 1638 h 1695"/>
                  <a:gd name="T34" fmla="*/ 1724 w 2411"/>
                  <a:gd name="T35" fmla="*/ 1558 h 1695"/>
                  <a:gd name="T36" fmla="*/ 1272 w 2411"/>
                  <a:gd name="T37" fmla="*/ 1558 h 1695"/>
                  <a:gd name="T38" fmla="*/ 1272 w 2411"/>
                  <a:gd name="T39" fmla="*/ 1453 h 1695"/>
                  <a:gd name="T40" fmla="*/ 2357 w 2411"/>
                  <a:gd name="T41" fmla="*/ 1453 h 1695"/>
                  <a:gd name="T42" fmla="*/ 2411 w 2411"/>
                  <a:gd name="T43" fmla="*/ 1406 h 1695"/>
                  <a:gd name="T44" fmla="*/ 2411 w 2411"/>
                  <a:gd name="T45" fmla="*/ 47 h 1695"/>
                  <a:gd name="T46" fmla="*/ 2357 w 2411"/>
                  <a:gd name="T47" fmla="*/ 0 h 1695"/>
                  <a:gd name="T48" fmla="*/ 2277 w 2411"/>
                  <a:gd name="T49" fmla="*/ 1322 h 1695"/>
                  <a:gd name="T50" fmla="*/ 128 w 2411"/>
                  <a:gd name="T51" fmla="*/ 1322 h 1695"/>
                  <a:gd name="T52" fmla="*/ 128 w 2411"/>
                  <a:gd name="T53" fmla="*/ 133 h 1695"/>
                  <a:gd name="T54" fmla="*/ 2277 w 2411"/>
                  <a:gd name="T55" fmla="*/ 133 h 1695"/>
                  <a:gd name="T56" fmla="*/ 2277 w 2411"/>
                  <a:gd name="T57" fmla="*/ 1322 h 1695"/>
                  <a:gd name="T58" fmla="*/ 2277 w 2411"/>
                  <a:gd name="T59" fmla="*/ 1322 h 16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2411" h="1695">
                    <a:moveTo>
                      <a:pt x="2357" y="0"/>
                    </a:moveTo>
                    <a:cubicBezTo>
                      <a:pt x="47" y="0"/>
                      <a:pt x="47" y="0"/>
                      <a:pt x="47" y="0"/>
                    </a:cubicBezTo>
                    <a:cubicBezTo>
                      <a:pt x="23" y="0"/>
                      <a:pt x="0" y="19"/>
                      <a:pt x="0" y="47"/>
                    </a:cubicBezTo>
                    <a:cubicBezTo>
                      <a:pt x="0" y="1406"/>
                      <a:pt x="0" y="1406"/>
                      <a:pt x="0" y="1406"/>
                    </a:cubicBezTo>
                    <a:cubicBezTo>
                      <a:pt x="0" y="1435"/>
                      <a:pt x="23" y="1453"/>
                      <a:pt x="47" y="1453"/>
                    </a:cubicBezTo>
                    <a:cubicBezTo>
                      <a:pt x="335" y="1453"/>
                      <a:pt x="335" y="1453"/>
                      <a:pt x="335" y="1453"/>
                    </a:cubicBezTo>
                    <a:cubicBezTo>
                      <a:pt x="335" y="1453"/>
                      <a:pt x="335" y="1453"/>
                      <a:pt x="335" y="1453"/>
                    </a:cubicBezTo>
                    <a:cubicBezTo>
                      <a:pt x="1101" y="1453"/>
                      <a:pt x="1101" y="1453"/>
                      <a:pt x="1101" y="1453"/>
                    </a:cubicBezTo>
                    <a:cubicBezTo>
                      <a:pt x="1101" y="1558"/>
                      <a:pt x="1101" y="1558"/>
                      <a:pt x="1101" y="1558"/>
                    </a:cubicBezTo>
                    <a:cubicBezTo>
                      <a:pt x="653" y="1558"/>
                      <a:pt x="653" y="1558"/>
                      <a:pt x="653" y="1558"/>
                    </a:cubicBezTo>
                    <a:cubicBezTo>
                      <a:pt x="628" y="1558"/>
                      <a:pt x="605" y="1591"/>
                      <a:pt x="605" y="1591"/>
                    </a:cubicBezTo>
                    <a:cubicBezTo>
                      <a:pt x="562" y="1638"/>
                      <a:pt x="562" y="1638"/>
                      <a:pt x="562" y="1638"/>
                    </a:cubicBezTo>
                    <a:cubicBezTo>
                      <a:pt x="562" y="1648"/>
                      <a:pt x="562" y="1648"/>
                      <a:pt x="562" y="1648"/>
                    </a:cubicBezTo>
                    <a:cubicBezTo>
                      <a:pt x="562" y="1676"/>
                      <a:pt x="581" y="1695"/>
                      <a:pt x="609" y="1695"/>
                    </a:cubicBezTo>
                    <a:cubicBezTo>
                      <a:pt x="1762" y="1695"/>
                      <a:pt x="1762" y="1695"/>
                      <a:pt x="1762" y="1695"/>
                    </a:cubicBezTo>
                    <a:cubicBezTo>
                      <a:pt x="1790" y="1695"/>
                      <a:pt x="1815" y="1676"/>
                      <a:pt x="1815" y="1648"/>
                    </a:cubicBezTo>
                    <a:cubicBezTo>
                      <a:pt x="1815" y="1638"/>
                      <a:pt x="1815" y="1638"/>
                      <a:pt x="1815" y="1638"/>
                    </a:cubicBezTo>
                    <a:cubicBezTo>
                      <a:pt x="1771" y="1591"/>
                      <a:pt x="1748" y="1558"/>
                      <a:pt x="1724" y="1558"/>
                    </a:cubicBezTo>
                    <a:cubicBezTo>
                      <a:pt x="1272" y="1558"/>
                      <a:pt x="1272" y="1558"/>
                      <a:pt x="1272" y="1558"/>
                    </a:cubicBezTo>
                    <a:cubicBezTo>
                      <a:pt x="1272" y="1453"/>
                      <a:pt x="1272" y="1453"/>
                      <a:pt x="1272" y="1453"/>
                    </a:cubicBezTo>
                    <a:cubicBezTo>
                      <a:pt x="2357" y="1453"/>
                      <a:pt x="2357" y="1453"/>
                      <a:pt x="2357" y="1453"/>
                    </a:cubicBezTo>
                    <a:cubicBezTo>
                      <a:pt x="2386" y="1453"/>
                      <a:pt x="2411" y="1435"/>
                      <a:pt x="2411" y="1406"/>
                    </a:cubicBezTo>
                    <a:cubicBezTo>
                      <a:pt x="2411" y="47"/>
                      <a:pt x="2411" y="47"/>
                      <a:pt x="2411" y="47"/>
                    </a:cubicBezTo>
                    <a:cubicBezTo>
                      <a:pt x="2411" y="19"/>
                      <a:pt x="2386" y="0"/>
                      <a:pt x="2357" y="0"/>
                    </a:cubicBezTo>
                    <a:close/>
                    <a:moveTo>
                      <a:pt x="2277" y="1322"/>
                    </a:moveTo>
                    <a:cubicBezTo>
                      <a:pt x="128" y="1322"/>
                      <a:pt x="128" y="1322"/>
                      <a:pt x="128" y="1322"/>
                    </a:cubicBezTo>
                    <a:cubicBezTo>
                      <a:pt x="128" y="133"/>
                      <a:pt x="128" y="133"/>
                      <a:pt x="128" y="133"/>
                    </a:cubicBezTo>
                    <a:cubicBezTo>
                      <a:pt x="2277" y="133"/>
                      <a:pt x="2277" y="133"/>
                      <a:pt x="2277" y="133"/>
                    </a:cubicBezTo>
                    <a:cubicBezTo>
                      <a:pt x="2277" y="1322"/>
                      <a:pt x="2277" y="1322"/>
                      <a:pt x="2277" y="1322"/>
                    </a:cubicBezTo>
                    <a:cubicBezTo>
                      <a:pt x="2277" y="1322"/>
                      <a:pt x="2277" y="1322"/>
                      <a:pt x="2277" y="1322"/>
                    </a:cubicBezTo>
                    <a:close/>
                  </a:path>
                </a:pathLst>
              </a:custGeom>
              <a:solidFill>
                <a:srgbClr val="01010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solidFill>
                    <a:srgbClr val="262626"/>
                  </a:solidFill>
                </a:endParaRPr>
              </a:p>
            </p:txBody>
          </p:sp>
          <p:sp>
            <p:nvSpPr>
              <p:cNvPr id="7" name="Rectangle 6"/>
              <p:cNvSpPr/>
              <p:nvPr/>
            </p:nvSpPr>
            <p:spPr bwMode="auto">
              <a:xfrm>
                <a:off x="6389393" y="4067657"/>
                <a:ext cx="1828122" cy="1050096"/>
              </a:xfrm>
              <a:prstGeom prst="rect">
                <a:avLst/>
              </a:prstGeom>
              <a:solidFill>
                <a:schemeClr val="bg2">
                  <a:lumMod val="20000"/>
                  <a:lumOff val="80000"/>
                </a:schemeClr>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grpSp>
        <p:sp>
          <p:nvSpPr>
            <p:cNvPr id="11" name="Rectangle 5"/>
            <p:cNvSpPr>
              <a:spLocks noChangeArrowheads="1"/>
            </p:cNvSpPr>
            <p:nvPr/>
          </p:nvSpPr>
          <p:spPr bwMode="auto">
            <a:xfrm>
              <a:off x="9486899" y="3108326"/>
              <a:ext cx="2162175" cy="974725"/>
            </a:xfrm>
            <a:prstGeom prst="rect">
              <a:avLst/>
            </a:prstGeom>
            <a:solidFill>
              <a:srgbClr val="FFB900"/>
            </a:solidFill>
            <a:ln>
              <a:noFill/>
            </a:ln>
          </p:spPr>
          <p:txBody>
            <a:bodyPr vert="horz" wrap="square" lIns="91440" tIns="45720" rIns="91440" bIns="45720" numCol="1" anchor="t" anchorCtr="0" compatLnSpc="1">
              <a:prstTxWarp prst="textNoShape">
                <a:avLst/>
              </a:prstTxWarp>
            </a:bodyPr>
            <a:lstStyle/>
            <a:p>
              <a:endParaRPr lang="en-US"/>
            </a:p>
          </p:txBody>
        </p:sp>
        <p:sp>
          <p:nvSpPr>
            <p:cNvPr id="12" name="Rectangle 6"/>
            <p:cNvSpPr>
              <a:spLocks noChangeArrowheads="1"/>
            </p:cNvSpPr>
            <p:nvPr/>
          </p:nvSpPr>
          <p:spPr bwMode="auto">
            <a:xfrm>
              <a:off x="9302750" y="3059113"/>
              <a:ext cx="57150" cy="2574925"/>
            </a:xfrm>
            <a:prstGeom prst="rect">
              <a:avLst/>
            </a:prstGeom>
            <a:solidFill>
              <a:schemeClr val="bg2">
                <a:lumMod val="7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3" name="Rectangle 7"/>
            <p:cNvSpPr>
              <a:spLocks noChangeArrowheads="1"/>
            </p:cNvSpPr>
            <p:nvPr/>
          </p:nvSpPr>
          <p:spPr bwMode="auto">
            <a:xfrm>
              <a:off x="9475788" y="4198938"/>
              <a:ext cx="2173286" cy="1416050"/>
            </a:xfrm>
            <a:prstGeom prst="rect">
              <a:avLst/>
            </a:prstGeom>
            <a:solidFill>
              <a:srgbClr val="FF8C00"/>
            </a:solidFill>
            <a:ln>
              <a:noFill/>
            </a:ln>
          </p:spPr>
          <p:txBody>
            <a:bodyPr vert="horz" wrap="square" lIns="91440" tIns="45720" rIns="91440" bIns="45720" numCol="1" anchor="t" anchorCtr="0" compatLnSpc="1">
              <a:prstTxWarp prst="textNoShape">
                <a:avLst/>
              </a:prstTxWarp>
            </a:bodyPr>
            <a:lstStyle/>
            <a:p>
              <a:endParaRPr lang="en-US"/>
            </a:p>
          </p:txBody>
        </p:sp>
        <p:sp>
          <p:nvSpPr>
            <p:cNvPr id="14" name="Rectangle 8"/>
            <p:cNvSpPr>
              <a:spLocks noChangeArrowheads="1"/>
            </p:cNvSpPr>
            <p:nvPr/>
          </p:nvSpPr>
          <p:spPr bwMode="auto">
            <a:xfrm>
              <a:off x="7035800" y="3097213"/>
              <a:ext cx="139700" cy="55563"/>
            </a:xfrm>
            <a:prstGeom prst="rect">
              <a:avLst/>
            </a:prstGeom>
            <a:solidFill>
              <a:schemeClr val="bg2">
                <a:lumMod val="7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5" name="Rectangle 9"/>
            <p:cNvSpPr>
              <a:spLocks noChangeArrowheads="1"/>
            </p:cNvSpPr>
            <p:nvPr/>
          </p:nvSpPr>
          <p:spPr bwMode="auto">
            <a:xfrm>
              <a:off x="7035800" y="3371851"/>
              <a:ext cx="139700" cy="55563"/>
            </a:xfrm>
            <a:prstGeom prst="rect">
              <a:avLst/>
            </a:prstGeom>
            <a:solidFill>
              <a:schemeClr val="bg2">
                <a:lumMod val="7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6" name="Rectangle 10"/>
            <p:cNvSpPr>
              <a:spLocks noChangeArrowheads="1"/>
            </p:cNvSpPr>
            <p:nvPr/>
          </p:nvSpPr>
          <p:spPr bwMode="auto">
            <a:xfrm>
              <a:off x="7035800" y="3646488"/>
              <a:ext cx="139700" cy="55563"/>
            </a:xfrm>
            <a:prstGeom prst="rect">
              <a:avLst/>
            </a:prstGeom>
            <a:solidFill>
              <a:schemeClr val="bg2">
                <a:lumMod val="7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7" name="Rectangle 11"/>
            <p:cNvSpPr>
              <a:spLocks noChangeArrowheads="1"/>
            </p:cNvSpPr>
            <p:nvPr/>
          </p:nvSpPr>
          <p:spPr bwMode="auto">
            <a:xfrm>
              <a:off x="7035800" y="3917951"/>
              <a:ext cx="139700" cy="55563"/>
            </a:xfrm>
            <a:prstGeom prst="rect">
              <a:avLst/>
            </a:prstGeom>
            <a:solidFill>
              <a:schemeClr val="bg2">
                <a:lumMod val="7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8" name="Rectangle 12"/>
            <p:cNvSpPr>
              <a:spLocks noChangeArrowheads="1"/>
            </p:cNvSpPr>
            <p:nvPr/>
          </p:nvSpPr>
          <p:spPr bwMode="auto">
            <a:xfrm>
              <a:off x="7035800" y="4192588"/>
              <a:ext cx="139700" cy="55563"/>
            </a:xfrm>
            <a:prstGeom prst="rect">
              <a:avLst/>
            </a:prstGeom>
            <a:solidFill>
              <a:schemeClr val="bg2">
                <a:lumMod val="7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9" name="Rectangle 13"/>
            <p:cNvSpPr>
              <a:spLocks noChangeArrowheads="1"/>
            </p:cNvSpPr>
            <p:nvPr/>
          </p:nvSpPr>
          <p:spPr bwMode="auto">
            <a:xfrm>
              <a:off x="7035800" y="4467226"/>
              <a:ext cx="139700" cy="55563"/>
            </a:xfrm>
            <a:prstGeom prst="rect">
              <a:avLst/>
            </a:prstGeom>
            <a:solidFill>
              <a:schemeClr val="bg2">
                <a:lumMod val="7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20" name="Rectangle 14"/>
            <p:cNvSpPr>
              <a:spLocks noChangeArrowheads="1"/>
            </p:cNvSpPr>
            <p:nvPr/>
          </p:nvSpPr>
          <p:spPr bwMode="auto">
            <a:xfrm>
              <a:off x="7035800" y="4741863"/>
              <a:ext cx="139700" cy="57150"/>
            </a:xfrm>
            <a:prstGeom prst="rect">
              <a:avLst/>
            </a:prstGeom>
            <a:solidFill>
              <a:schemeClr val="bg2">
                <a:lumMod val="7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21" name="Rectangle 15"/>
            <p:cNvSpPr>
              <a:spLocks noChangeArrowheads="1"/>
            </p:cNvSpPr>
            <p:nvPr/>
          </p:nvSpPr>
          <p:spPr bwMode="auto">
            <a:xfrm>
              <a:off x="7035800" y="5016501"/>
              <a:ext cx="139700" cy="57150"/>
            </a:xfrm>
            <a:prstGeom prst="rect">
              <a:avLst/>
            </a:prstGeom>
            <a:solidFill>
              <a:schemeClr val="bg2">
                <a:lumMod val="7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22" name="Rectangle 16"/>
            <p:cNvSpPr>
              <a:spLocks noChangeArrowheads="1"/>
            </p:cNvSpPr>
            <p:nvPr/>
          </p:nvSpPr>
          <p:spPr bwMode="auto">
            <a:xfrm>
              <a:off x="7035800" y="5291138"/>
              <a:ext cx="139700" cy="57150"/>
            </a:xfrm>
            <a:prstGeom prst="rect">
              <a:avLst/>
            </a:prstGeom>
            <a:solidFill>
              <a:schemeClr val="bg2">
                <a:lumMod val="7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23" name="Rectangle 17"/>
            <p:cNvSpPr>
              <a:spLocks noChangeArrowheads="1"/>
            </p:cNvSpPr>
            <p:nvPr/>
          </p:nvSpPr>
          <p:spPr bwMode="auto">
            <a:xfrm>
              <a:off x="7035800" y="5581651"/>
              <a:ext cx="139700" cy="55563"/>
            </a:xfrm>
            <a:prstGeom prst="rect">
              <a:avLst/>
            </a:prstGeom>
            <a:solidFill>
              <a:schemeClr val="bg2">
                <a:lumMod val="7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24" name="Freeform 18"/>
            <p:cNvSpPr>
              <a:spLocks/>
            </p:cNvSpPr>
            <p:nvPr/>
          </p:nvSpPr>
          <p:spPr bwMode="auto">
            <a:xfrm>
              <a:off x="7329488" y="5524501"/>
              <a:ext cx="101600" cy="169863"/>
            </a:xfrm>
            <a:custGeom>
              <a:avLst/>
              <a:gdLst>
                <a:gd name="T0" fmla="*/ 35 w 64"/>
                <a:gd name="T1" fmla="*/ 107 h 107"/>
                <a:gd name="T2" fmla="*/ 0 w 64"/>
                <a:gd name="T3" fmla="*/ 55 h 107"/>
                <a:gd name="T4" fmla="*/ 35 w 64"/>
                <a:gd name="T5" fmla="*/ 0 h 107"/>
                <a:gd name="T6" fmla="*/ 64 w 64"/>
                <a:gd name="T7" fmla="*/ 22 h 107"/>
                <a:gd name="T8" fmla="*/ 42 w 64"/>
                <a:gd name="T9" fmla="*/ 55 h 107"/>
                <a:gd name="T10" fmla="*/ 64 w 64"/>
                <a:gd name="T11" fmla="*/ 88 h 107"/>
                <a:gd name="T12" fmla="*/ 35 w 64"/>
                <a:gd name="T13" fmla="*/ 107 h 107"/>
              </a:gdLst>
              <a:ahLst/>
              <a:cxnLst>
                <a:cxn ang="0">
                  <a:pos x="T0" y="T1"/>
                </a:cxn>
                <a:cxn ang="0">
                  <a:pos x="T2" y="T3"/>
                </a:cxn>
                <a:cxn ang="0">
                  <a:pos x="T4" y="T5"/>
                </a:cxn>
                <a:cxn ang="0">
                  <a:pos x="T6" y="T7"/>
                </a:cxn>
                <a:cxn ang="0">
                  <a:pos x="T8" y="T9"/>
                </a:cxn>
                <a:cxn ang="0">
                  <a:pos x="T10" y="T11"/>
                </a:cxn>
                <a:cxn ang="0">
                  <a:pos x="T12" y="T13"/>
                </a:cxn>
              </a:cxnLst>
              <a:rect l="0" t="0" r="r" b="b"/>
              <a:pathLst>
                <a:path w="64" h="107">
                  <a:moveTo>
                    <a:pt x="35" y="107"/>
                  </a:moveTo>
                  <a:lnTo>
                    <a:pt x="0" y="55"/>
                  </a:lnTo>
                  <a:lnTo>
                    <a:pt x="35" y="0"/>
                  </a:lnTo>
                  <a:lnTo>
                    <a:pt x="64" y="22"/>
                  </a:lnTo>
                  <a:lnTo>
                    <a:pt x="42" y="55"/>
                  </a:lnTo>
                  <a:lnTo>
                    <a:pt x="64" y="88"/>
                  </a:lnTo>
                  <a:lnTo>
                    <a:pt x="35" y="107"/>
                  </a:lnTo>
                  <a:close/>
                </a:path>
              </a:pathLst>
            </a:custGeom>
            <a:solidFill>
              <a:srgbClr val="0D203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5" name="Freeform 19"/>
            <p:cNvSpPr>
              <a:spLocks/>
            </p:cNvSpPr>
            <p:nvPr/>
          </p:nvSpPr>
          <p:spPr bwMode="auto">
            <a:xfrm>
              <a:off x="7720013" y="5524501"/>
              <a:ext cx="101600" cy="169863"/>
            </a:xfrm>
            <a:custGeom>
              <a:avLst/>
              <a:gdLst>
                <a:gd name="T0" fmla="*/ 28 w 64"/>
                <a:gd name="T1" fmla="*/ 107 h 107"/>
                <a:gd name="T2" fmla="*/ 0 w 64"/>
                <a:gd name="T3" fmla="*/ 88 h 107"/>
                <a:gd name="T4" fmla="*/ 21 w 64"/>
                <a:gd name="T5" fmla="*/ 55 h 107"/>
                <a:gd name="T6" fmla="*/ 0 w 64"/>
                <a:gd name="T7" fmla="*/ 22 h 107"/>
                <a:gd name="T8" fmla="*/ 28 w 64"/>
                <a:gd name="T9" fmla="*/ 0 h 107"/>
                <a:gd name="T10" fmla="*/ 64 w 64"/>
                <a:gd name="T11" fmla="*/ 55 h 107"/>
                <a:gd name="T12" fmla="*/ 28 w 64"/>
                <a:gd name="T13" fmla="*/ 107 h 107"/>
              </a:gdLst>
              <a:ahLst/>
              <a:cxnLst>
                <a:cxn ang="0">
                  <a:pos x="T0" y="T1"/>
                </a:cxn>
                <a:cxn ang="0">
                  <a:pos x="T2" y="T3"/>
                </a:cxn>
                <a:cxn ang="0">
                  <a:pos x="T4" y="T5"/>
                </a:cxn>
                <a:cxn ang="0">
                  <a:pos x="T6" y="T7"/>
                </a:cxn>
                <a:cxn ang="0">
                  <a:pos x="T8" y="T9"/>
                </a:cxn>
                <a:cxn ang="0">
                  <a:pos x="T10" y="T11"/>
                </a:cxn>
                <a:cxn ang="0">
                  <a:pos x="T12" y="T13"/>
                </a:cxn>
              </a:cxnLst>
              <a:rect l="0" t="0" r="r" b="b"/>
              <a:pathLst>
                <a:path w="64" h="107">
                  <a:moveTo>
                    <a:pt x="28" y="107"/>
                  </a:moveTo>
                  <a:lnTo>
                    <a:pt x="0" y="88"/>
                  </a:lnTo>
                  <a:lnTo>
                    <a:pt x="21" y="55"/>
                  </a:lnTo>
                  <a:lnTo>
                    <a:pt x="0" y="22"/>
                  </a:lnTo>
                  <a:lnTo>
                    <a:pt x="28" y="0"/>
                  </a:lnTo>
                  <a:lnTo>
                    <a:pt x="64" y="55"/>
                  </a:lnTo>
                  <a:lnTo>
                    <a:pt x="28" y="107"/>
                  </a:lnTo>
                  <a:close/>
                </a:path>
              </a:pathLst>
            </a:custGeom>
            <a:solidFill>
              <a:srgbClr val="0D203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6" name="Freeform 20"/>
            <p:cNvSpPr>
              <a:spLocks/>
            </p:cNvSpPr>
            <p:nvPr/>
          </p:nvSpPr>
          <p:spPr bwMode="auto">
            <a:xfrm>
              <a:off x="7329488" y="3043238"/>
              <a:ext cx="101600" cy="166688"/>
            </a:xfrm>
            <a:custGeom>
              <a:avLst/>
              <a:gdLst>
                <a:gd name="T0" fmla="*/ 35 w 64"/>
                <a:gd name="T1" fmla="*/ 105 h 105"/>
                <a:gd name="T2" fmla="*/ 0 w 64"/>
                <a:gd name="T3" fmla="*/ 53 h 105"/>
                <a:gd name="T4" fmla="*/ 35 w 64"/>
                <a:gd name="T5" fmla="*/ 0 h 105"/>
                <a:gd name="T6" fmla="*/ 64 w 64"/>
                <a:gd name="T7" fmla="*/ 19 h 105"/>
                <a:gd name="T8" fmla="*/ 42 w 64"/>
                <a:gd name="T9" fmla="*/ 53 h 105"/>
                <a:gd name="T10" fmla="*/ 64 w 64"/>
                <a:gd name="T11" fmla="*/ 86 h 105"/>
                <a:gd name="T12" fmla="*/ 35 w 64"/>
                <a:gd name="T13" fmla="*/ 105 h 105"/>
              </a:gdLst>
              <a:ahLst/>
              <a:cxnLst>
                <a:cxn ang="0">
                  <a:pos x="T0" y="T1"/>
                </a:cxn>
                <a:cxn ang="0">
                  <a:pos x="T2" y="T3"/>
                </a:cxn>
                <a:cxn ang="0">
                  <a:pos x="T4" y="T5"/>
                </a:cxn>
                <a:cxn ang="0">
                  <a:pos x="T6" y="T7"/>
                </a:cxn>
                <a:cxn ang="0">
                  <a:pos x="T8" y="T9"/>
                </a:cxn>
                <a:cxn ang="0">
                  <a:pos x="T10" y="T11"/>
                </a:cxn>
                <a:cxn ang="0">
                  <a:pos x="T12" y="T13"/>
                </a:cxn>
              </a:cxnLst>
              <a:rect l="0" t="0" r="r" b="b"/>
              <a:pathLst>
                <a:path w="64" h="105">
                  <a:moveTo>
                    <a:pt x="35" y="105"/>
                  </a:moveTo>
                  <a:lnTo>
                    <a:pt x="0" y="53"/>
                  </a:lnTo>
                  <a:lnTo>
                    <a:pt x="35" y="0"/>
                  </a:lnTo>
                  <a:lnTo>
                    <a:pt x="64" y="19"/>
                  </a:lnTo>
                  <a:lnTo>
                    <a:pt x="42" y="53"/>
                  </a:lnTo>
                  <a:lnTo>
                    <a:pt x="64" y="86"/>
                  </a:lnTo>
                  <a:lnTo>
                    <a:pt x="35" y="105"/>
                  </a:lnTo>
                  <a:close/>
                </a:path>
              </a:pathLst>
            </a:custGeom>
            <a:solidFill>
              <a:srgbClr val="0D203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7" name="Freeform 21"/>
            <p:cNvSpPr>
              <a:spLocks/>
            </p:cNvSpPr>
            <p:nvPr/>
          </p:nvSpPr>
          <p:spPr bwMode="auto">
            <a:xfrm>
              <a:off x="7720013" y="3043238"/>
              <a:ext cx="101600" cy="166688"/>
            </a:xfrm>
            <a:custGeom>
              <a:avLst/>
              <a:gdLst>
                <a:gd name="T0" fmla="*/ 28 w 64"/>
                <a:gd name="T1" fmla="*/ 105 h 105"/>
                <a:gd name="T2" fmla="*/ 0 w 64"/>
                <a:gd name="T3" fmla="*/ 86 h 105"/>
                <a:gd name="T4" fmla="*/ 21 w 64"/>
                <a:gd name="T5" fmla="*/ 53 h 105"/>
                <a:gd name="T6" fmla="*/ 0 w 64"/>
                <a:gd name="T7" fmla="*/ 19 h 105"/>
                <a:gd name="T8" fmla="*/ 28 w 64"/>
                <a:gd name="T9" fmla="*/ 0 h 105"/>
                <a:gd name="T10" fmla="*/ 64 w 64"/>
                <a:gd name="T11" fmla="*/ 53 h 105"/>
                <a:gd name="T12" fmla="*/ 28 w 64"/>
                <a:gd name="T13" fmla="*/ 105 h 105"/>
              </a:gdLst>
              <a:ahLst/>
              <a:cxnLst>
                <a:cxn ang="0">
                  <a:pos x="T0" y="T1"/>
                </a:cxn>
                <a:cxn ang="0">
                  <a:pos x="T2" y="T3"/>
                </a:cxn>
                <a:cxn ang="0">
                  <a:pos x="T4" y="T5"/>
                </a:cxn>
                <a:cxn ang="0">
                  <a:pos x="T6" y="T7"/>
                </a:cxn>
                <a:cxn ang="0">
                  <a:pos x="T8" y="T9"/>
                </a:cxn>
                <a:cxn ang="0">
                  <a:pos x="T10" y="T11"/>
                </a:cxn>
                <a:cxn ang="0">
                  <a:pos x="T12" y="T13"/>
                </a:cxn>
              </a:cxnLst>
              <a:rect l="0" t="0" r="r" b="b"/>
              <a:pathLst>
                <a:path w="64" h="105">
                  <a:moveTo>
                    <a:pt x="28" y="105"/>
                  </a:moveTo>
                  <a:lnTo>
                    <a:pt x="0" y="86"/>
                  </a:lnTo>
                  <a:lnTo>
                    <a:pt x="21" y="53"/>
                  </a:lnTo>
                  <a:lnTo>
                    <a:pt x="0" y="19"/>
                  </a:lnTo>
                  <a:lnTo>
                    <a:pt x="28" y="0"/>
                  </a:lnTo>
                  <a:lnTo>
                    <a:pt x="64" y="53"/>
                  </a:lnTo>
                  <a:lnTo>
                    <a:pt x="28" y="105"/>
                  </a:lnTo>
                  <a:close/>
                </a:path>
              </a:pathLst>
            </a:custGeom>
            <a:solidFill>
              <a:srgbClr val="0D203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8" name="Rectangle 22"/>
            <p:cNvSpPr>
              <a:spLocks noChangeArrowheads="1"/>
            </p:cNvSpPr>
            <p:nvPr/>
          </p:nvSpPr>
          <p:spPr bwMode="auto">
            <a:xfrm>
              <a:off x="7494588" y="3097213"/>
              <a:ext cx="150813" cy="55563"/>
            </a:xfrm>
            <a:prstGeom prst="rect">
              <a:avLst/>
            </a:prstGeom>
            <a:solidFill>
              <a:srgbClr val="0D2038"/>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9" name="Rectangle 23"/>
            <p:cNvSpPr>
              <a:spLocks noChangeArrowheads="1"/>
            </p:cNvSpPr>
            <p:nvPr/>
          </p:nvSpPr>
          <p:spPr bwMode="auto">
            <a:xfrm>
              <a:off x="7340600" y="3341688"/>
              <a:ext cx="808038" cy="112713"/>
            </a:xfrm>
            <a:prstGeom prst="rect">
              <a:avLst/>
            </a:pr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30" name="Rectangle 24"/>
            <p:cNvSpPr>
              <a:spLocks noChangeArrowheads="1"/>
            </p:cNvSpPr>
            <p:nvPr/>
          </p:nvSpPr>
          <p:spPr bwMode="auto">
            <a:xfrm>
              <a:off x="7340600" y="3616326"/>
              <a:ext cx="549275" cy="112713"/>
            </a:xfrm>
            <a:prstGeom prst="rect">
              <a:avLst/>
            </a:prstGeom>
            <a:solidFill>
              <a:schemeClr val="bg2"/>
            </a:solidFill>
            <a:ln>
              <a:noFill/>
            </a:ln>
          </p:spPr>
          <p:txBody>
            <a:bodyPr vert="horz" wrap="square" lIns="91440" tIns="45720" rIns="91440" bIns="45720" numCol="1" anchor="t" anchorCtr="0" compatLnSpc="1">
              <a:prstTxWarp prst="textNoShape">
                <a:avLst/>
              </a:prstTxWarp>
            </a:bodyPr>
            <a:lstStyle/>
            <a:p>
              <a:endParaRPr lang="en-US"/>
            </a:p>
          </p:txBody>
        </p:sp>
        <p:sp>
          <p:nvSpPr>
            <p:cNvPr id="31" name="Rectangle 25"/>
            <p:cNvSpPr>
              <a:spLocks noChangeArrowheads="1"/>
            </p:cNvSpPr>
            <p:nvPr/>
          </p:nvSpPr>
          <p:spPr bwMode="auto">
            <a:xfrm>
              <a:off x="8008938" y="3616326"/>
              <a:ext cx="1114425" cy="112713"/>
            </a:xfrm>
            <a:prstGeom prst="rect">
              <a:avLst/>
            </a:pr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sp>
          <p:nvSpPr>
            <p:cNvPr id="32" name="Rectangle 26"/>
            <p:cNvSpPr>
              <a:spLocks noChangeArrowheads="1"/>
            </p:cNvSpPr>
            <p:nvPr/>
          </p:nvSpPr>
          <p:spPr bwMode="auto">
            <a:xfrm>
              <a:off x="7340600" y="3890963"/>
              <a:ext cx="898525" cy="112713"/>
            </a:xfrm>
            <a:prstGeom prst="rect">
              <a:avLst/>
            </a:prstGeom>
            <a:solidFill>
              <a:schemeClr val="accent3">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33" name="Rectangle 27"/>
            <p:cNvSpPr>
              <a:spLocks noChangeArrowheads="1"/>
            </p:cNvSpPr>
            <p:nvPr/>
          </p:nvSpPr>
          <p:spPr bwMode="auto">
            <a:xfrm>
              <a:off x="7340600" y="4165601"/>
              <a:ext cx="138113" cy="112713"/>
            </a:xfrm>
            <a:prstGeom prst="rect">
              <a:avLst/>
            </a:prstGeom>
            <a:solidFill>
              <a:schemeClr val="bg2"/>
            </a:solidFill>
            <a:ln>
              <a:noFill/>
            </a:ln>
          </p:spPr>
          <p:txBody>
            <a:bodyPr vert="horz" wrap="square" lIns="91440" tIns="45720" rIns="91440" bIns="45720" numCol="1" anchor="t" anchorCtr="0" compatLnSpc="1">
              <a:prstTxWarp prst="textNoShape">
                <a:avLst/>
              </a:prstTxWarp>
            </a:bodyPr>
            <a:lstStyle/>
            <a:p>
              <a:endParaRPr lang="en-US"/>
            </a:p>
          </p:txBody>
        </p:sp>
        <p:sp>
          <p:nvSpPr>
            <p:cNvPr id="34" name="Rectangle 28"/>
            <p:cNvSpPr>
              <a:spLocks noChangeArrowheads="1"/>
            </p:cNvSpPr>
            <p:nvPr/>
          </p:nvSpPr>
          <p:spPr bwMode="auto">
            <a:xfrm>
              <a:off x="7615238" y="4165601"/>
              <a:ext cx="608013" cy="112713"/>
            </a:xfrm>
            <a:prstGeom prst="rect">
              <a:avLst/>
            </a:prstGeom>
            <a:solidFill>
              <a:srgbClr val="354D5C"/>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5" name="Rectangle 29"/>
            <p:cNvSpPr>
              <a:spLocks noChangeArrowheads="1"/>
            </p:cNvSpPr>
            <p:nvPr/>
          </p:nvSpPr>
          <p:spPr bwMode="auto">
            <a:xfrm>
              <a:off x="8299450" y="4165601"/>
              <a:ext cx="609600" cy="112713"/>
            </a:xfrm>
            <a:prstGeom prst="rect">
              <a:avLst/>
            </a:pr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sp>
          <p:nvSpPr>
            <p:cNvPr id="36" name="Rectangle 30"/>
            <p:cNvSpPr>
              <a:spLocks noChangeArrowheads="1"/>
            </p:cNvSpPr>
            <p:nvPr/>
          </p:nvSpPr>
          <p:spPr bwMode="auto">
            <a:xfrm>
              <a:off x="7340600" y="4440238"/>
              <a:ext cx="714375" cy="112713"/>
            </a:xfrm>
            <a:prstGeom prst="rect">
              <a:avLst/>
            </a:prstGeom>
            <a:solidFill>
              <a:schemeClr val="accent3"/>
            </a:solidFill>
            <a:ln>
              <a:noFill/>
            </a:ln>
          </p:spPr>
          <p:txBody>
            <a:bodyPr vert="horz" wrap="square" lIns="91440" tIns="45720" rIns="91440" bIns="45720" numCol="1" anchor="t" anchorCtr="0" compatLnSpc="1">
              <a:prstTxWarp prst="textNoShape">
                <a:avLst/>
              </a:prstTxWarp>
            </a:bodyPr>
            <a:lstStyle/>
            <a:p>
              <a:endParaRPr lang="en-US"/>
            </a:p>
          </p:txBody>
        </p:sp>
        <p:sp>
          <p:nvSpPr>
            <p:cNvPr id="37" name="Rectangle 31"/>
            <p:cNvSpPr>
              <a:spLocks noChangeArrowheads="1"/>
            </p:cNvSpPr>
            <p:nvPr/>
          </p:nvSpPr>
          <p:spPr bwMode="auto">
            <a:xfrm>
              <a:off x="7340600" y="4714876"/>
              <a:ext cx="1627188" cy="109538"/>
            </a:xfrm>
            <a:prstGeom prst="rect">
              <a:avLst/>
            </a:prstGeom>
            <a:solidFill>
              <a:srgbClr val="5C2D91"/>
            </a:solidFill>
            <a:ln>
              <a:noFill/>
            </a:ln>
          </p:spPr>
          <p:txBody>
            <a:bodyPr vert="horz" wrap="square" lIns="91440" tIns="45720" rIns="91440" bIns="45720" numCol="1" anchor="t" anchorCtr="0" compatLnSpc="1">
              <a:prstTxWarp prst="textNoShape">
                <a:avLst/>
              </a:prstTxWarp>
            </a:bodyPr>
            <a:lstStyle/>
            <a:p>
              <a:endParaRPr lang="en-US"/>
            </a:p>
          </p:txBody>
        </p:sp>
        <p:sp>
          <p:nvSpPr>
            <p:cNvPr id="38" name="Rectangle 32"/>
            <p:cNvSpPr>
              <a:spLocks noChangeArrowheads="1"/>
            </p:cNvSpPr>
            <p:nvPr/>
          </p:nvSpPr>
          <p:spPr bwMode="auto">
            <a:xfrm>
              <a:off x="7340600" y="4986338"/>
              <a:ext cx="623888" cy="112713"/>
            </a:xfrm>
            <a:prstGeom prst="rect">
              <a:avLst/>
            </a:prstGeom>
            <a:solidFill>
              <a:schemeClr val="accent4"/>
            </a:solidFill>
            <a:ln>
              <a:noFill/>
            </a:ln>
          </p:spPr>
          <p:txBody>
            <a:bodyPr vert="horz" wrap="square" lIns="91440" tIns="45720" rIns="91440" bIns="45720" numCol="1" anchor="t" anchorCtr="0" compatLnSpc="1">
              <a:prstTxWarp prst="textNoShape">
                <a:avLst/>
              </a:prstTxWarp>
            </a:bodyPr>
            <a:lstStyle/>
            <a:p>
              <a:endParaRPr lang="en-US"/>
            </a:p>
          </p:txBody>
        </p:sp>
        <p:sp>
          <p:nvSpPr>
            <p:cNvPr id="39" name="Rectangle 33"/>
            <p:cNvSpPr>
              <a:spLocks noChangeArrowheads="1"/>
            </p:cNvSpPr>
            <p:nvPr/>
          </p:nvSpPr>
          <p:spPr bwMode="auto">
            <a:xfrm>
              <a:off x="7340600" y="5260976"/>
              <a:ext cx="1401763" cy="112713"/>
            </a:xfrm>
            <a:prstGeom prst="rect">
              <a:avLst/>
            </a:pr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sp>
          <p:nvSpPr>
            <p:cNvPr id="40" name="Freeform 34"/>
            <p:cNvSpPr>
              <a:spLocks/>
            </p:cNvSpPr>
            <p:nvPr/>
          </p:nvSpPr>
          <p:spPr bwMode="auto">
            <a:xfrm>
              <a:off x="7505700" y="5524501"/>
              <a:ext cx="134938" cy="136525"/>
            </a:xfrm>
            <a:custGeom>
              <a:avLst/>
              <a:gdLst>
                <a:gd name="T0" fmla="*/ 62 w 85"/>
                <a:gd name="T1" fmla="*/ 0 h 86"/>
                <a:gd name="T2" fmla="*/ 85 w 85"/>
                <a:gd name="T3" fmla="*/ 24 h 86"/>
                <a:gd name="T4" fmla="*/ 26 w 85"/>
                <a:gd name="T5" fmla="*/ 86 h 86"/>
                <a:gd name="T6" fmla="*/ 0 w 85"/>
                <a:gd name="T7" fmla="*/ 62 h 86"/>
                <a:gd name="T8" fmla="*/ 62 w 85"/>
                <a:gd name="T9" fmla="*/ 0 h 86"/>
              </a:gdLst>
              <a:ahLst/>
              <a:cxnLst>
                <a:cxn ang="0">
                  <a:pos x="T0" y="T1"/>
                </a:cxn>
                <a:cxn ang="0">
                  <a:pos x="T2" y="T3"/>
                </a:cxn>
                <a:cxn ang="0">
                  <a:pos x="T4" y="T5"/>
                </a:cxn>
                <a:cxn ang="0">
                  <a:pos x="T6" y="T7"/>
                </a:cxn>
                <a:cxn ang="0">
                  <a:pos x="T8" y="T9"/>
                </a:cxn>
              </a:cxnLst>
              <a:rect l="0" t="0" r="r" b="b"/>
              <a:pathLst>
                <a:path w="85" h="86">
                  <a:moveTo>
                    <a:pt x="62" y="0"/>
                  </a:moveTo>
                  <a:lnTo>
                    <a:pt x="85" y="24"/>
                  </a:lnTo>
                  <a:lnTo>
                    <a:pt x="26" y="86"/>
                  </a:lnTo>
                  <a:lnTo>
                    <a:pt x="0" y="62"/>
                  </a:lnTo>
                  <a:lnTo>
                    <a:pt x="62" y="0"/>
                  </a:lnTo>
                  <a:close/>
                </a:path>
              </a:pathLst>
            </a:custGeom>
            <a:solidFill>
              <a:srgbClr val="0D203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9" name="Footer Placeholder 8"/>
          <p:cNvSpPr>
            <a:spLocks noGrp="1"/>
          </p:cNvSpPr>
          <p:nvPr>
            <p:ph type="ftr" sz="quarter" idx="12"/>
          </p:nvPr>
        </p:nvSpPr>
        <p:spPr/>
        <p:txBody>
          <a:bodyPr/>
          <a:lstStyle/>
          <a:p>
            <a:pPr>
              <a:defRPr/>
            </a:pPr>
            <a:r>
              <a:rPr lang="en-US" sz="1400" smtClean="0">
                <a:gradFill>
                  <a:gsLst>
                    <a:gs pos="8367">
                      <a:schemeClr val="accent3"/>
                    </a:gs>
                    <a:gs pos="100000">
                      <a:schemeClr val="accent3"/>
                    </a:gs>
                  </a:gsLst>
                  <a:lin ang="5400000" scaled="0"/>
                </a:gradFill>
                <a:latin typeface="Segoe UI Black" panose="020B0A02040204020203" pitchFamily="34" charset="0"/>
                <a:ea typeface="Segoe UI Black" panose="020B0A02040204020203" pitchFamily="34" charset="0"/>
                <a:cs typeface="Segoe UI Black" panose="020B0A02040204020203" pitchFamily="34" charset="0"/>
              </a:rPr>
              <a:t>4</a:t>
            </a:r>
            <a:r>
              <a:rPr lang="en-US" sz="1400" smtClean="0">
                <a:gradFill>
                  <a:gsLst>
                    <a:gs pos="8367">
                      <a:srgbClr val="000000"/>
                    </a:gs>
                    <a:gs pos="31000">
                      <a:srgbClr val="000000"/>
                    </a:gs>
                  </a:gsLst>
                  <a:lin ang="5400000" scaled="0"/>
                </a:gradFill>
              </a:rPr>
              <a:t> Packaging and deployment</a:t>
            </a:r>
          </a:p>
          <a:p>
            <a:endParaRPr lang="en-US" dirty="0"/>
          </a:p>
        </p:txBody>
      </p:sp>
    </p:spTree>
    <p:extLst>
      <p:ext uri="{BB962C8B-B14F-4D97-AF65-F5344CB8AC3E}">
        <p14:creationId xmlns:p14="http://schemas.microsoft.com/office/powerpoint/2010/main" val="19788178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p:cNvSpPr>
            <a:spLocks noGrp="1"/>
          </p:cNvSpPr>
          <p:nvPr>
            <p:ph type="title"/>
          </p:nvPr>
        </p:nvSpPr>
        <p:spPr/>
        <p:txBody>
          <a:bodyPr/>
          <a:lstStyle/>
          <a:p>
            <a:r>
              <a:rPr lang="en-US" dirty="0" smtClean="0">
                <a:gradFill>
                  <a:gsLst>
                    <a:gs pos="3892">
                      <a:schemeClr val="tx1"/>
                    </a:gs>
                    <a:gs pos="13174">
                      <a:schemeClr val="tx1"/>
                    </a:gs>
                  </a:gsLst>
                  <a:lin ang="5400000" scaled="0"/>
                </a:gradFill>
              </a:rPr>
              <a:t>Summary</a:t>
            </a:r>
            <a:endParaRPr lang="en-US" dirty="0">
              <a:gradFill>
                <a:gsLst>
                  <a:gs pos="3892">
                    <a:schemeClr val="tx1"/>
                  </a:gs>
                  <a:gs pos="13174">
                    <a:schemeClr val="tx1"/>
                  </a:gs>
                </a:gsLst>
                <a:lin ang="5400000" scaled="0"/>
              </a:gradFill>
            </a:endParaRPr>
          </a:p>
        </p:txBody>
      </p:sp>
      <p:sp>
        <p:nvSpPr>
          <p:cNvPr id="6" name="Text Placeholder 5"/>
          <p:cNvSpPr>
            <a:spLocks noGrp="1"/>
          </p:cNvSpPr>
          <p:nvPr>
            <p:ph type="body" sz="quarter" idx="10"/>
          </p:nvPr>
        </p:nvSpPr>
        <p:spPr>
          <a:xfrm>
            <a:off x="274638" y="1212850"/>
            <a:ext cx="11887200" cy="3016210"/>
          </a:xfrm>
        </p:spPr>
        <p:txBody>
          <a:bodyPr/>
          <a:lstStyle/>
          <a:p>
            <a:pPr>
              <a:spcBef>
                <a:spcPts val="1200"/>
              </a:spcBef>
            </a:pPr>
            <a:r>
              <a:rPr lang="en-US" sz="3200" dirty="0"/>
              <a:t>Office add-ins Revisited</a:t>
            </a:r>
          </a:p>
          <a:p>
            <a:pPr>
              <a:spcBef>
                <a:spcPts val="1200"/>
              </a:spcBef>
            </a:pPr>
            <a:r>
              <a:rPr lang="en-US" sz="3200" dirty="0"/>
              <a:t>Generic Office.js APIs</a:t>
            </a:r>
          </a:p>
          <a:p>
            <a:pPr>
              <a:spcBef>
                <a:spcPts val="1200"/>
              </a:spcBef>
            </a:pPr>
            <a:r>
              <a:rPr lang="en-US" sz="3200" dirty="0"/>
              <a:t>Word APIs</a:t>
            </a:r>
          </a:p>
          <a:p>
            <a:pPr>
              <a:spcBef>
                <a:spcPts val="1200"/>
              </a:spcBef>
            </a:pPr>
            <a:r>
              <a:rPr lang="en-US" sz="3200" dirty="0"/>
              <a:t>Excel APIs</a:t>
            </a:r>
          </a:p>
          <a:p>
            <a:pPr>
              <a:spcBef>
                <a:spcPts val="1200"/>
              </a:spcBef>
            </a:pPr>
            <a:r>
              <a:rPr lang="en-US" sz="3200" dirty="0"/>
              <a:t>Deployment</a:t>
            </a:r>
          </a:p>
        </p:txBody>
      </p:sp>
      <p:grpSp>
        <p:nvGrpSpPr>
          <p:cNvPr id="4" name="Group 3"/>
          <p:cNvGrpSpPr/>
          <p:nvPr/>
        </p:nvGrpSpPr>
        <p:grpSpPr>
          <a:xfrm>
            <a:off x="5761038" y="1874249"/>
            <a:ext cx="6218237" cy="4530324"/>
            <a:chOff x="5308651" y="1710037"/>
            <a:chExt cx="6843741" cy="4986038"/>
          </a:xfrm>
        </p:grpSpPr>
        <p:grpSp>
          <p:nvGrpSpPr>
            <p:cNvPr id="198" name="Group 197"/>
            <p:cNvGrpSpPr/>
            <p:nvPr/>
          </p:nvGrpSpPr>
          <p:grpSpPr>
            <a:xfrm>
              <a:off x="8356600" y="5895975"/>
              <a:ext cx="2466975" cy="800100"/>
              <a:chOff x="8356600" y="5222875"/>
              <a:chExt cx="2466975" cy="800100"/>
            </a:xfrm>
          </p:grpSpPr>
          <p:sp>
            <p:nvSpPr>
              <p:cNvPr id="197" name="Rectangle 196"/>
              <p:cNvSpPr/>
              <p:nvPr/>
            </p:nvSpPr>
            <p:spPr bwMode="auto">
              <a:xfrm>
                <a:off x="8356600" y="5222875"/>
                <a:ext cx="2466975" cy="800100"/>
              </a:xfrm>
              <a:prstGeom prst="rect">
                <a:avLst/>
              </a:prstGeom>
              <a:solidFill>
                <a:schemeClr val="bg2"/>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grpSp>
            <p:nvGrpSpPr>
              <p:cNvPr id="196" name="Group 195"/>
              <p:cNvGrpSpPr/>
              <p:nvPr/>
            </p:nvGrpSpPr>
            <p:grpSpPr>
              <a:xfrm>
                <a:off x="8415948" y="5283201"/>
                <a:ext cx="2344108" cy="678908"/>
                <a:chOff x="8415948" y="5283201"/>
                <a:chExt cx="2344108" cy="678908"/>
              </a:xfrm>
            </p:grpSpPr>
            <p:sp>
              <p:nvSpPr>
                <p:cNvPr id="143" name="Rectangle 142"/>
                <p:cNvSpPr/>
                <p:nvPr/>
              </p:nvSpPr>
              <p:spPr bwMode="auto">
                <a:xfrm>
                  <a:off x="8415948" y="5283201"/>
                  <a:ext cx="124782" cy="124782"/>
                </a:xfrm>
                <a:prstGeom prst="rect">
                  <a:avLst/>
                </a:prstGeom>
                <a:solidFill>
                  <a:schemeClr val="tx1">
                    <a:lumMod val="25000"/>
                    <a:lumOff val="75000"/>
                  </a:schemeClr>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sp>
              <p:nvSpPr>
                <p:cNvPr id="145" name="Rectangle 144"/>
                <p:cNvSpPr/>
                <p:nvPr/>
              </p:nvSpPr>
              <p:spPr bwMode="auto">
                <a:xfrm>
                  <a:off x="8600892" y="5283201"/>
                  <a:ext cx="124782" cy="124782"/>
                </a:xfrm>
                <a:prstGeom prst="rect">
                  <a:avLst/>
                </a:prstGeom>
                <a:solidFill>
                  <a:schemeClr val="tx1">
                    <a:lumMod val="25000"/>
                    <a:lumOff val="75000"/>
                  </a:schemeClr>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sp>
              <p:nvSpPr>
                <p:cNvPr id="146" name="Rectangle 145"/>
                <p:cNvSpPr/>
                <p:nvPr/>
              </p:nvSpPr>
              <p:spPr bwMode="auto">
                <a:xfrm>
                  <a:off x="8785836" y="5283201"/>
                  <a:ext cx="124782" cy="124782"/>
                </a:xfrm>
                <a:prstGeom prst="rect">
                  <a:avLst/>
                </a:prstGeom>
                <a:solidFill>
                  <a:schemeClr val="tx1">
                    <a:lumMod val="25000"/>
                    <a:lumOff val="75000"/>
                  </a:schemeClr>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sp>
              <p:nvSpPr>
                <p:cNvPr id="147" name="Rectangle 146"/>
                <p:cNvSpPr/>
                <p:nvPr/>
              </p:nvSpPr>
              <p:spPr bwMode="auto">
                <a:xfrm>
                  <a:off x="8970780" y="5283201"/>
                  <a:ext cx="124782" cy="124782"/>
                </a:xfrm>
                <a:prstGeom prst="rect">
                  <a:avLst/>
                </a:prstGeom>
                <a:solidFill>
                  <a:schemeClr val="tx1">
                    <a:lumMod val="25000"/>
                    <a:lumOff val="75000"/>
                  </a:schemeClr>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sp>
              <p:nvSpPr>
                <p:cNvPr id="148" name="Rectangle 147"/>
                <p:cNvSpPr/>
                <p:nvPr/>
              </p:nvSpPr>
              <p:spPr bwMode="auto">
                <a:xfrm>
                  <a:off x="9155724" y="5283201"/>
                  <a:ext cx="124782" cy="124782"/>
                </a:xfrm>
                <a:prstGeom prst="rect">
                  <a:avLst/>
                </a:prstGeom>
                <a:solidFill>
                  <a:schemeClr val="tx1">
                    <a:lumMod val="25000"/>
                    <a:lumOff val="75000"/>
                  </a:schemeClr>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sp>
              <p:nvSpPr>
                <p:cNvPr id="149" name="Rectangle 148"/>
                <p:cNvSpPr/>
                <p:nvPr/>
              </p:nvSpPr>
              <p:spPr bwMode="auto">
                <a:xfrm>
                  <a:off x="9340668" y="5283201"/>
                  <a:ext cx="124782" cy="124782"/>
                </a:xfrm>
                <a:prstGeom prst="rect">
                  <a:avLst/>
                </a:prstGeom>
                <a:solidFill>
                  <a:schemeClr val="tx1">
                    <a:lumMod val="25000"/>
                    <a:lumOff val="75000"/>
                  </a:schemeClr>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sp>
              <p:nvSpPr>
                <p:cNvPr id="150" name="Rectangle 149"/>
                <p:cNvSpPr/>
                <p:nvPr/>
              </p:nvSpPr>
              <p:spPr bwMode="auto">
                <a:xfrm>
                  <a:off x="9525611" y="5283201"/>
                  <a:ext cx="124782" cy="124782"/>
                </a:xfrm>
                <a:prstGeom prst="rect">
                  <a:avLst/>
                </a:prstGeom>
                <a:solidFill>
                  <a:schemeClr val="tx1">
                    <a:lumMod val="25000"/>
                    <a:lumOff val="75000"/>
                  </a:schemeClr>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sp>
              <p:nvSpPr>
                <p:cNvPr id="151" name="Rectangle 150"/>
                <p:cNvSpPr/>
                <p:nvPr/>
              </p:nvSpPr>
              <p:spPr bwMode="auto">
                <a:xfrm>
                  <a:off x="9710556" y="5283201"/>
                  <a:ext cx="124782" cy="124782"/>
                </a:xfrm>
                <a:prstGeom prst="rect">
                  <a:avLst/>
                </a:prstGeom>
                <a:solidFill>
                  <a:schemeClr val="tx1">
                    <a:lumMod val="25000"/>
                    <a:lumOff val="75000"/>
                  </a:schemeClr>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sp>
              <p:nvSpPr>
                <p:cNvPr id="152" name="Rectangle 151"/>
                <p:cNvSpPr/>
                <p:nvPr/>
              </p:nvSpPr>
              <p:spPr bwMode="auto">
                <a:xfrm>
                  <a:off x="9895500" y="5283201"/>
                  <a:ext cx="124782" cy="124782"/>
                </a:xfrm>
                <a:prstGeom prst="rect">
                  <a:avLst/>
                </a:prstGeom>
                <a:solidFill>
                  <a:schemeClr val="tx1">
                    <a:lumMod val="25000"/>
                    <a:lumOff val="75000"/>
                  </a:schemeClr>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sp>
              <p:nvSpPr>
                <p:cNvPr id="153" name="Rectangle 152"/>
                <p:cNvSpPr/>
                <p:nvPr/>
              </p:nvSpPr>
              <p:spPr bwMode="auto">
                <a:xfrm>
                  <a:off x="10080444" y="5283201"/>
                  <a:ext cx="124782" cy="124782"/>
                </a:xfrm>
                <a:prstGeom prst="rect">
                  <a:avLst/>
                </a:prstGeom>
                <a:solidFill>
                  <a:schemeClr val="tx1">
                    <a:lumMod val="25000"/>
                    <a:lumOff val="75000"/>
                  </a:schemeClr>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sp>
              <p:nvSpPr>
                <p:cNvPr id="154" name="Rectangle 153"/>
                <p:cNvSpPr/>
                <p:nvPr/>
              </p:nvSpPr>
              <p:spPr bwMode="auto">
                <a:xfrm>
                  <a:off x="10265388" y="5283201"/>
                  <a:ext cx="124782" cy="124782"/>
                </a:xfrm>
                <a:prstGeom prst="rect">
                  <a:avLst/>
                </a:prstGeom>
                <a:solidFill>
                  <a:schemeClr val="tx1">
                    <a:lumMod val="25000"/>
                    <a:lumOff val="75000"/>
                  </a:schemeClr>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sp>
              <p:nvSpPr>
                <p:cNvPr id="155" name="Rectangle 154"/>
                <p:cNvSpPr/>
                <p:nvPr/>
              </p:nvSpPr>
              <p:spPr bwMode="auto">
                <a:xfrm>
                  <a:off x="10450332" y="5283201"/>
                  <a:ext cx="124782" cy="124782"/>
                </a:xfrm>
                <a:prstGeom prst="rect">
                  <a:avLst/>
                </a:prstGeom>
                <a:solidFill>
                  <a:schemeClr val="tx1">
                    <a:lumMod val="25000"/>
                    <a:lumOff val="75000"/>
                  </a:schemeClr>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sp>
              <p:nvSpPr>
                <p:cNvPr id="156" name="Rectangle 155"/>
                <p:cNvSpPr/>
                <p:nvPr/>
              </p:nvSpPr>
              <p:spPr bwMode="auto">
                <a:xfrm>
                  <a:off x="10635274" y="5283201"/>
                  <a:ext cx="124782" cy="124782"/>
                </a:xfrm>
                <a:prstGeom prst="rect">
                  <a:avLst/>
                </a:prstGeom>
                <a:solidFill>
                  <a:schemeClr val="tx1">
                    <a:lumMod val="25000"/>
                    <a:lumOff val="75000"/>
                  </a:schemeClr>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sp>
              <p:nvSpPr>
                <p:cNvPr id="157" name="Rectangle 156"/>
                <p:cNvSpPr/>
                <p:nvPr/>
              </p:nvSpPr>
              <p:spPr bwMode="auto">
                <a:xfrm>
                  <a:off x="8415948" y="5467351"/>
                  <a:ext cx="124782" cy="124782"/>
                </a:xfrm>
                <a:prstGeom prst="rect">
                  <a:avLst/>
                </a:prstGeom>
                <a:solidFill>
                  <a:schemeClr val="tx1">
                    <a:lumMod val="25000"/>
                    <a:lumOff val="75000"/>
                  </a:schemeClr>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sp>
              <p:nvSpPr>
                <p:cNvPr id="158" name="Rectangle 157"/>
                <p:cNvSpPr/>
                <p:nvPr/>
              </p:nvSpPr>
              <p:spPr bwMode="auto">
                <a:xfrm>
                  <a:off x="8600892" y="5467351"/>
                  <a:ext cx="124782" cy="124782"/>
                </a:xfrm>
                <a:prstGeom prst="rect">
                  <a:avLst/>
                </a:prstGeom>
                <a:solidFill>
                  <a:schemeClr val="tx1">
                    <a:lumMod val="25000"/>
                    <a:lumOff val="75000"/>
                  </a:schemeClr>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sp>
              <p:nvSpPr>
                <p:cNvPr id="159" name="Rectangle 158"/>
                <p:cNvSpPr/>
                <p:nvPr/>
              </p:nvSpPr>
              <p:spPr bwMode="auto">
                <a:xfrm>
                  <a:off x="8785836" y="5467351"/>
                  <a:ext cx="124782" cy="124782"/>
                </a:xfrm>
                <a:prstGeom prst="rect">
                  <a:avLst/>
                </a:prstGeom>
                <a:solidFill>
                  <a:schemeClr val="tx1">
                    <a:lumMod val="25000"/>
                    <a:lumOff val="75000"/>
                  </a:schemeClr>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sp>
              <p:nvSpPr>
                <p:cNvPr id="160" name="Rectangle 159"/>
                <p:cNvSpPr/>
                <p:nvPr/>
              </p:nvSpPr>
              <p:spPr bwMode="auto">
                <a:xfrm>
                  <a:off x="8970780" y="5467351"/>
                  <a:ext cx="124782" cy="124782"/>
                </a:xfrm>
                <a:prstGeom prst="rect">
                  <a:avLst/>
                </a:prstGeom>
                <a:solidFill>
                  <a:schemeClr val="tx1">
                    <a:lumMod val="25000"/>
                    <a:lumOff val="75000"/>
                  </a:schemeClr>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sp>
              <p:nvSpPr>
                <p:cNvPr id="161" name="Rectangle 160"/>
                <p:cNvSpPr/>
                <p:nvPr/>
              </p:nvSpPr>
              <p:spPr bwMode="auto">
                <a:xfrm>
                  <a:off x="9155724" y="5467351"/>
                  <a:ext cx="124782" cy="124782"/>
                </a:xfrm>
                <a:prstGeom prst="rect">
                  <a:avLst/>
                </a:prstGeom>
                <a:solidFill>
                  <a:schemeClr val="tx1">
                    <a:lumMod val="25000"/>
                    <a:lumOff val="75000"/>
                  </a:schemeClr>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sp>
              <p:nvSpPr>
                <p:cNvPr id="162" name="Rectangle 161"/>
                <p:cNvSpPr/>
                <p:nvPr/>
              </p:nvSpPr>
              <p:spPr bwMode="auto">
                <a:xfrm>
                  <a:off x="9340668" y="5467351"/>
                  <a:ext cx="124782" cy="124782"/>
                </a:xfrm>
                <a:prstGeom prst="rect">
                  <a:avLst/>
                </a:prstGeom>
                <a:solidFill>
                  <a:schemeClr val="tx1">
                    <a:lumMod val="25000"/>
                    <a:lumOff val="75000"/>
                  </a:schemeClr>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sp>
              <p:nvSpPr>
                <p:cNvPr id="163" name="Rectangle 162"/>
                <p:cNvSpPr/>
                <p:nvPr/>
              </p:nvSpPr>
              <p:spPr bwMode="auto">
                <a:xfrm>
                  <a:off x="9525611" y="5467352"/>
                  <a:ext cx="124782" cy="124782"/>
                </a:xfrm>
                <a:prstGeom prst="rect">
                  <a:avLst/>
                </a:prstGeom>
                <a:solidFill>
                  <a:schemeClr val="tx1">
                    <a:lumMod val="25000"/>
                    <a:lumOff val="75000"/>
                  </a:schemeClr>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sp>
              <p:nvSpPr>
                <p:cNvPr id="164" name="Rectangle 163"/>
                <p:cNvSpPr/>
                <p:nvPr/>
              </p:nvSpPr>
              <p:spPr bwMode="auto">
                <a:xfrm>
                  <a:off x="9710556" y="5467352"/>
                  <a:ext cx="124782" cy="124782"/>
                </a:xfrm>
                <a:prstGeom prst="rect">
                  <a:avLst/>
                </a:prstGeom>
                <a:solidFill>
                  <a:schemeClr val="tx1">
                    <a:lumMod val="25000"/>
                    <a:lumOff val="75000"/>
                  </a:schemeClr>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sp>
              <p:nvSpPr>
                <p:cNvPr id="165" name="Rectangle 164"/>
                <p:cNvSpPr/>
                <p:nvPr/>
              </p:nvSpPr>
              <p:spPr bwMode="auto">
                <a:xfrm>
                  <a:off x="9895500" y="5467352"/>
                  <a:ext cx="124782" cy="124782"/>
                </a:xfrm>
                <a:prstGeom prst="rect">
                  <a:avLst/>
                </a:prstGeom>
                <a:solidFill>
                  <a:schemeClr val="tx1">
                    <a:lumMod val="25000"/>
                    <a:lumOff val="75000"/>
                  </a:schemeClr>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sp>
              <p:nvSpPr>
                <p:cNvPr id="166" name="Rectangle 165"/>
                <p:cNvSpPr/>
                <p:nvPr/>
              </p:nvSpPr>
              <p:spPr bwMode="auto">
                <a:xfrm>
                  <a:off x="10080444" y="5467352"/>
                  <a:ext cx="124782" cy="124782"/>
                </a:xfrm>
                <a:prstGeom prst="rect">
                  <a:avLst/>
                </a:prstGeom>
                <a:solidFill>
                  <a:schemeClr val="tx1">
                    <a:lumMod val="25000"/>
                    <a:lumOff val="75000"/>
                  </a:schemeClr>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sp>
              <p:nvSpPr>
                <p:cNvPr id="167" name="Rectangle 166"/>
                <p:cNvSpPr/>
                <p:nvPr/>
              </p:nvSpPr>
              <p:spPr bwMode="auto">
                <a:xfrm>
                  <a:off x="10265388" y="5467352"/>
                  <a:ext cx="124782" cy="124782"/>
                </a:xfrm>
                <a:prstGeom prst="rect">
                  <a:avLst/>
                </a:prstGeom>
                <a:solidFill>
                  <a:schemeClr val="tx1">
                    <a:lumMod val="25000"/>
                    <a:lumOff val="75000"/>
                  </a:schemeClr>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sp>
              <p:nvSpPr>
                <p:cNvPr id="168" name="Rectangle 167"/>
                <p:cNvSpPr/>
                <p:nvPr/>
              </p:nvSpPr>
              <p:spPr bwMode="auto">
                <a:xfrm>
                  <a:off x="10450332" y="5467352"/>
                  <a:ext cx="124782" cy="124782"/>
                </a:xfrm>
                <a:prstGeom prst="rect">
                  <a:avLst/>
                </a:prstGeom>
                <a:solidFill>
                  <a:schemeClr val="tx1">
                    <a:lumMod val="25000"/>
                    <a:lumOff val="75000"/>
                  </a:schemeClr>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sp>
              <p:nvSpPr>
                <p:cNvPr id="169" name="Rectangle 168"/>
                <p:cNvSpPr/>
                <p:nvPr/>
              </p:nvSpPr>
              <p:spPr bwMode="auto">
                <a:xfrm>
                  <a:off x="10635273" y="5467352"/>
                  <a:ext cx="124782" cy="124782"/>
                </a:xfrm>
                <a:prstGeom prst="rect">
                  <a:avLst/>
                </a:prstGeom>
                <a:solidFill>
                  <a:schemeClr val="tx1">
                    <a:lumMod val="25000"/>
                    <a:lumOff val="75000"/>
                  </a:schemeClr>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sp>
              <p:nvSpPr>
                <p:cNvPr id="170" name="Rectangle 169"/>
                <p:cNvSpPr/>
                <p:nvPr/>
              </p:nvSpPr>
              <p:spPr bwMode="auto">
                <a:xfrm>
                  <a:off x="8415948" y="5651501"/>
                  <a:ext cx="124782" cy="124782"/>
                </a:xfrm>
                <a:prstGeom prst="rect">
                  <a:avLst/>
                </a:prstGeom>
                <a:solidFill>
                  <a:schemeClr val="tx1">
                    <a:lumMod val="25000"/>
                    <a:lumOff val="75000"/>
                  </a:schemeClr>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sp>
              <p:nvSpPr>
                <p:cNvPr id="171" name="Rectangle 170"/>
                <p:cNvSpPr/>
                <p:nvPr/>
              </p:nvSpPr>
              <p:spPr bwMode="auto">
                <a:xfrm>
                  <a:off x="8600892" y="5651501"/>
                  <a:ext cx="124782" cy="124782"/>
                </a:xfrm>
                <a:prstGeom prst="rect">
                  <a:avLst/>
                </a:prstGeom>
                <a:solidFill>
                  <a:schemeClr val="tx1">
                    <a:lumMod val="25000"/>
                    <a:lumOff val="75000"/>
                  </a:schemeClr>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sp>
              <p:nvSpPr>
                <p:cNvPr id="172" name="Rectangle 171"/>
                <p:cNvSpPr/>
                <p:nvPr/>
              </p:nvSpPr>
              <p:spPr bwMode="auto">
                <a:xfrm>
                  <a:off x="8785836" y="5651501"/>
                  <a:ext cx="124782" cy="124782"/>
                </a:xfrm>
                <a:prstGeom prst="rect">
                  <a:avLst/>
                </a:prstGeom>
                <a:solidFill>
                  <a:schemeClr val="tx1">
                    <a:lumMod val="25000"/>
                    <a:lumOff val="75000"/>
                  </a:schemeClr>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sp>
              <p:nvSpPr>
                <p:cNvPr id="173" name="Rectangle 172"/>
                <p:cNvSpPr/>
                <p:nvPr/>
              </p:nvSpPr>
              <p:spPr bwMode="auto">
                <a:xfrm>
                  <a:off x="8970780" y="5651501"/>
                  <a:ext cx="124782" cy="124782"/>
                </a:xfrm>
                <a:prstGeom prst="rect">
                  <a:avLst/>
                </a:prstGeom>
                <a:solidFill>
                  <a:schemeClr val="tx1">
                    <a:lumMod val="25000"/>
                    <a:lumOff val="75000"/>
                  </a:schemeClr>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sp>
              <p:nvSpPr>
                <p:cNvPr id="174" name="Rectangle 173"/>
                <p:cNvSpPr/>
                <p:nvPr/>
              </p:nvSpPr>
              <p:spPr bwMode="auto">
                <a:xfrm>
                  <a:off x="9155724" y="5651501"/>
                  <a:ext cx="124782" cy="124782"/>
                </a:xfrm>
                <a:prstGeom prst="rect">
                  <a:avLst/>
                </a:prstGeom>
                <a:solidFill>
                  <a:schemeClr val="tx1">
                    <a:lumMod val="25000"/>
                    <a:lumOff val="75000"/>
                  </a:schemeClr>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sp>
              <p:nvSpPr>
                <p:cNvPr id="175" name="Rectangle 174"/>
                <p:cNvSpPr/>
                <p:nvPr/>
              </p:nvSpPr>
              <p:spPr bwMode="auto">
                <a:xfrm>
                  <a:off x="9340668" y="5651501"/>
                  <a:ext cx="124782" cy="124782"/>
                </a:xfrm>
                <a:prstGeom prst="rect">
                  <a:avLst/>
                </a:prstGeom>
                <a:solidFill>
                  <a:schemeClr val="tx1">
                    <a:lumMod val="25000"/>
                    <a:lumOff val="75000"/>
                  </a:schemeClr>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sp>
              <p:nvSpPr>
                <p:cNvPr id="176" name="Rectangle 175"/>
                <p:cNvSpPr/>
                <p:nvPr/>
              </p:nvSpPr>
              <p:spPr bwMode="auto">
                <a:xfrm>
                  <a:off x="9525611" y="5651501"/>
                  <a:ext cx="124782" cy="124782"/>
                </a:xfrm>
                <a:prstGeom prst="rect">
                  <a:avLst/>
                </a:prstGeom>
                <a:solidFill>
                  <a:schemeClr val="tx1">
                    <a:lumMod val="25000"/>
                    <a:lumOff val="75000"/>
                  </a:schemeClr>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sp>
              <p:nvSpPr>
                <p:cNvPr id="177" name="Rectangle 176"/>
                <p:cNvSpPr/>
                <p:nvPr/>
              </p:nvSpPr>
              <p:spPr bwMode="auto">
                <a:xfrm>
                  <a:off x="9710556" y="5651501"/>
                  <a:ext cx="124782" cy="124782"/>
                </a:xfrm>
                <a:prstGeom prst="rect">
                  <a:avLst/>
                </a:prstGeom>
                <a:solidFill>
                  <a:schemeClr val="tx1">
                    <a:lumMod val="25000"/>
                    <a:lumOff val="75000"/>
                  </a:schemeClr>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sp>
              <p:nvSpPr>
                <p:cNvPr id="178" name="Rectangle 177"/>
                <p:cNvSpPr/>
                <p:nvPr/>
              </p:nvSpPr>
              <p:spPr bwMode="auto">
                <a:xfrm>
                  <a:off x="9895500" y="5651501"/>
                  <a:ext cx="124782" cy="124782"/>
                </a:xfrm>
                <a:prstGeom prst="rect">
                  <a:avLst/>
                </a:prstGeom>
                <a:solidFill>
                  <a:schemeClr val="tx1">
                    <a:lumMod val="25000"/>
                    <a:lumOff val="75000"/>
                  </a:schemeClr>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sp>
              <p:nvSpPr>
                <p:cNvPr id="179" name="Rectangle 178"/>
                <p:cNvSpPr/>
                <p:nvPr/>
              </p:nvSpPr>
              <p:spPr bwMode="auto">
                <a:xfrm>
                  <a:off x="10080444" y="5651501"/>
                  <a:ext cx="124782" cy="124782"/>
                </a:xfrm>
                <a:prstGeom prst="rect">
                  <a:avLst/>
                </a:prstGeom>
                <a:solidFill>
                  <a:schemeClr val="tx1">
                    <a:lumMod val="25000"/>
                    <a:lumOff val="75000"/>
                  </a:schemeClr>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sp>
              <p:nvSpPr>
                <p:cNvPr id="180" name="Rectangle 179"/>
                <p:cNvSpPr/>
                <p:nvPr/>
              </p:nvSpPr>
              <p:spPr bwMode="auto">
                <a:xfrm>
                  <a:off x="10265388" y="5651501"/>
                  <a:ext cx="124782" cy="124782"/>
                </a:xfrm>
                <a:prstGeom prst="rect">
                  <a:avLst/>
                </a:prstGeom>
                <a:solidFill>
                  <a:schemeClr val="tx1">
                    <a:lumMod val="25000"/>
                    <a:lumOff val="75000"/>
                  </a:schemeClr>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sp>
              <p:nvSpPr>
                <p:cNvPr id="181" name="Rectangle 180"/>
                <p:cNvSpPr/>
                <p:nvPr/>
              </p:nvSpPr>
              <p:spPr bwMode="auto">
                <a:xfrm>
                  <a:off x="10450332" y="5651501"/>
                  <a:ext cx="124782" cy="124782"/>
                </a:xfrm>
                <a:prstGeom prst="rect">
                  <a:avLst/>
                </a:prstGeom>
                <a:solidFill>
                  <a:schemeClr val="tx1">
                    <a:lumMod val="25000"/>
                    <a:lumOff val="75000"/>
                  </a:schemeClr>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sp>
              <p:nvSpPr>
                <p:cNvPr id="182" name="Rectangle 181"/>
                <p:cNvSpPr/>
                <p:nvPr/>
              </p:nvSpPr>
              <p:spPr bwMode="auto">
                <a:xfrm>
                  <a:off x="10635273" y="5651501"/>
                  <a:ext cx="124782" cy="310608"/>
                </a:xfrm>
                <a:prstGeom prst="rect">
                  <a:avLst/>
                </a:prstGeom>
                <a:solidFill>
                  <a:schemeClr val="tx1">
                    <a:lumMod val="25000"/>
                    <a:lumOff val="75000"/>
                  </a:schemeClr>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sp>
              <p:nvSpPr>
                <p:cNvPr id="183" name="Rectangle 182"/>
                <p:cNvSpPr/>
                <p:nvPr/>
              </p:nvSpPr>
              <p:spPr bwMode="auto">
                <a:xfrm>
                  <a:off x="8415948" y="5837327"/>
                  <a:ext cx="124782" cy="124782"/>
                </a:xfrm>
                <a:prstGeom prst="rect">
                  <a:avLst/>
                </a:prstGeom>
                <a:solidFill>
                  <a:schemeClr val="tx1">
                    <a:lumMod val="25000"/>
                    <a:lumOff val="75000"/>
                  </a:schemeClr>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sp>
              <p:nvSpPr>
                <p:cNvPr id="184" name="Rectangle 183"/>
                <p:cNvSpPr/>
                <p:nvPr/>
              </p:nvSpPr>
              <p:spPr bwMode="auto">
                <a:xfrm>
                  <a:off x="8600892" y="5837327"/>
                  <a:ext cx="124782" cy="124782"/>
                </a:xfrm>
                <a:prstGeom prst="rect">
                  <a:avLst/>
                </a:prstGeom>
                <a:solidFill>
                  <a:schemeClr val="tx1">
                    <a:lumMod val="25000"/>
                    <a:lumOff val="75000"/>
                  </a:schemeClr>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sp>
              <p:nvSpPr>
                <p:cNvPr id="185" name="Rectangle 184"/>
                <p:cNvSpPr/>
                <p:nvPr/>
              </p:nvSpPr>
              <p:spPr bwMode="auto">
                <a:xfrm>
                  <a:off x="8785836" y="5837327"/>
                  <a:ext cx="124782" cy="124782"/>
                </a:xfrm>
                <a:prstGeom prst="rect">
                  <a:avLst/>
                </a:prstGeom>
                <a:solidFill>
                  <a:schemeClr val="tx1">
                    <a:lumMod val="25000"/>
                    <a:lumOff val="75000"/>
                  </a:schemeClr>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sp>
              <p:nvSpPr>
                <p:cNvPr id="186" name="Rectangle 185"/>
                <p:cNvSpPr/>
                <p:nvPr/>
              </p:nvSpPr>
              <p:spPr bwMode="auto">
                <a:xfrm>
                  <a:off x="8970780" y="5837327"/>
                  <a:ext cx="864558" cy="124782"/>
                </a:xfrm>
                <a:prstGeom prst="rect">
                  <a:avLst/>
                </a:prstGeom>
                <a:solidFill>
                  <a:schemeClr val="tx1">
                    <a:lumMod val="25000"/>
                    <a:lumOff val="75000"/>
                  </a:schemeClr>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sp>
              <p:nvSpPr>
                <p:cNvPr id="191" name="Rectangle 190"/>
                <p:cNvSpPr/>
                <p:nvPr/>
              </p:nvSpPr>
              <p:spPr bwMode="auto">
                <a:xfrm>
                  <a:off x="9895500" y="5837327"/>
                  <a:ext cx="124782" cy="124782"/>
                </a:xfrm>
                <a:prstGeom prst="rect">
                  <a:avLst/>
                </a:prstGeom>
                <a:solidFill>
                  <a:schemeClr val="tx1">
                    <a:lumMod val="25000"/>
                    <a:lumOff val="75000"/>
                  </a:schemeClr>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sp>
              <p:nvSpPr>
                <p:cNvPr id="192" name="Rectangle 191"/>
                <p:cNvSpPr/>
                <p:nvPr/>
              </p:nvSpPr>
              <p:spPr bwMode="auto">
                <a:xfrm>
                  <a:off x="10080444" y="5837327"/>
                  <a:ext cx="124782" cy="124782"/>
                </a:xfrm>
                <a:prstGeom prst="rect">
                  <a:avLst/>
                </a:prstGeom>
                <a:solidFill>
                  <a:schemeClr val="tx1">
                    <a:lumMod val="25000"/>
                    <a:lumOff val="75000"/>
                  </a:schemeClr>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sp>
              <p:nvSpPr>
                <p:cNvPr id="193" name="Rectangle 192"/>
                <p:cNvSpPr/>
                <p:nvPr/>
              </p:nvSpPr>
              <p:spPr bwMode="auto">
                <a:xfrm>
                  <a:off x="10265388" y="5837327"/>
                  <a:ext cx="124782" cy="124782"/>
                </a:xfrm>
                <a:prstGeom prst="rect">
                  <a:avLst/>
                </a:prstGeom>
                <a:solidFill>
                  <a:schemeClr val="tx1">
                    <a:lumMod val="25000"/>
                    <a:lumOff val="75000"/>
                  </a:schemeClr>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sp>
              <p:nvSpPr>
                <p:cNvPr id="194" name="Rectangle 193"/>
                <p:cNvSpPr/>
                <p:nvPr/>
              </p:nvSpPr>
              <p:spPr bwMode="auto">
                <a:xfrm>
                  <a:off x="10450332" y="5837327"/>
                  <a:ext cx="124782" cy="124782"/>
                </a:xfrm>
                <a:prstGeom prst="rect">
                  <a:avLst/>
                </a:prstGeom>
                <a:solidFill>
                  <a:schemeClr val="tx1">
                    <a:lumMod val="25000"/>
                    <a:lumOff val="75000"/>
                  </a:schemeClr>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grpSp>
        </p:grpSp>
        <p:grpSp>
          <p:nvGrpSpPr>
            <p:cNvPr id="206" name="Group 205"/>
            <p:cNvGrpSpPr/>
            <p:nvPr/>
          </p:nvGrpSpPr>
          <p:grpSpPr>
            <a:xfrm>
              <a:off x="5308651" y="3794814"/>
              <a:ext cx="2367066" cy="1665498"/>
              <a:chOff x="5308651" y="3121714"/>
              <a:chExt cx="2367066" cy="1665498"/>
            </a:xfrm>
          </p:grpSpPr>
          <p:sp>
            <p:nvSpPr>
              <p:cNvPr id="204" name="Freeform 5"/>
              <p:cNvSpPr>
                <a:spLocks noEditPoints="1"/>
              </p:cNvSpPr>
              <p:nvPr/>
            </p:nvSpPr>
            <p:spPr bwMode="auto">
              <a:xfrm>
                <a:off x="5308651" y="3121714"/>
                <a:ext cx="2367066" cy="1665498"/>
              </a:xfrm>
              <a:custGeom>
                <a:avLst/>
                <a:gdLst>
                  <a:gd name="T0" fmla="*/ 2357 w 2411"/>
                  <a:gd name="T1" fmla="*/ 0 h 1695"/>
                  <a:gd name="T2" fmla="*/ 47 w 2411"/>
                  <a:gd name="T3" fmla="*/ 0 h 1695"/>
                  <a:gd name="T4" fmla="*/ 0 w 2411"/>
                  <a:gd name="T5" fmla="*/ 47 h 1695"/>
                  <a:gd name="T6" fmla="*/ 0 w 2411"/>
                  <a:gd name="T7" fmla="*/ 1406 h 1695"/>
                  <a:gd name="T8" fmla="*/ 47 w 2411"/>
                  <a:gd name="T9" fmla="*/ 1453 h 1695"/>
                  <a:gd name="T10" fmla="*/ 335 w 2411"/>
                  <a:gd name="T11" fmla="*/ 1453 h 1695"/>
                  <a:gd name="T12" fmla="*/ 335 w 2411"/>
                  <a:gd name="T13" fmla="*/ 1453 h 1695"/>
                  <a:gd name="T14" fmla="*/ 1101 w 2411"/>
                  <a:gd name="T15" fmla="*/ 1453 h 1695"/>
                  <a:gd name="T16" fmla="*/ 1101 w 2411"/>
                  <a:gd name="T17" fmla="*/ 1558 h 1695"/>
                  <a:gd name="T18" fmla="*/ 653 w 2411"/>
                  <a:gd name="T19" fmla="*/ 1558 h 1695"/>
                  <a:gd name="T20" fmla="*/ 605 w 2411"/>
                  <a:gd name="T21" fmla="*/ 1591 h 1695"/>
                  <a:gd name="T22" fmla="*/ 562 w 2411"/>
                  <a:gd name="T23" fmla="*/ 1638 h 1695"/>
                  <a:gd name="T24" fmla="*/ 562 w 2411"/>
                  <a:gd name="T25" fmla="*/ 1648 h 1695"/>
                  <a:gd name="T26" fmla="*/ 609 w 2411"/>
                  <a:gd name="T27" fmla="*/ 1695 h 1695"/>
                  <a:gd name="T28" fmla="*/ 1762 w 2411"/>
                  <a:gd name="T29" fmla="*/ 1695 h 1695"/>
                  <a:gd name="T30" fmla="*/ 1815 w 2411"/>
                  <a:gd name="T31" fmla="*/ 1648 h 1695"/>
                  <a:gd name="T32" fmla="*/ 1815 w 2411"/>
                  <a:gd name="T33" fmla="*/ 1638 h 1695"/>
                  <a:gd name="T34" fmla="*/ 1724 w 2411"/>
                  <a:gd name="T35" fmla="*/ 1558 h 1695"/>
                  <a:gd name="T36" fmla="*/ 1272 w 2411"/>
                  <a:gd name="T37" fmla="*/ 1558 h 1695"/>
                  <a:gd name="T38" fmla="*/ 1272 w 2411"/>
                  <a:gd name="T39" fmla="*/ 1453 h 1695"/>
                  <a:gd name="T40" fmla="*/ 2357 w 2411"/>
                  <a:gd name="T41" fmla="*/ 1453 h 1695"/>
                  <a:gd name="T42" fmla="*/ 2411 w 2411"/>
                  <a:gd name="T43" fmla="*/ 1406 h 1695"/>
                  <a:gd name="T44" fmla="*/ 2411 w 2411"/>
                  <a:gd name="T45" fmla="*/ 47 h 1695"/>
                  <a:gd name="T46" fmla="*/ 2357 w 2411"/>
                  <a:gd name="T47" fmla="*/ 0 h 1695"/>
                  <a:gd name="T48" fmla="*/ 2277 w 2411"/>
                  <a:gd name="T49" fmla="*/ 1322 h 1695"/>
                  <a:gd name="T50" fmla="*/ 128 w 2411"/>
                  <a:gd name="T51" fmla="*/ 1322 h 1695"/>
                  <a:gd name="T52" fmla="*/ 128 w 2411"/>
                  <a:gd name="T53" fmla="*/ 133 h 1695"/>
                  <a:gd name="T54" fmla="*/ 2277 w 2411"/>
                  <a:gd name="T55" fmla="*/ 133 h 1695"/>
                  <a:gd name="T56" fmla="*/ 2277 w 2411"/>
                  <a:gd name="T57" fmla="*/ 1322 h 1695"/>
                  <a:gd name="T58" fmla="*/ 2277 w 2411"/>
                  <a:gd name="T59" fmla="*/ 1322 h 16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2411" h="1695">
                    <a:moveTo>
                      <a:pt x="2357" y="0"/>
                    </a:moveTo>
                    <a:cubicBezTo>
                      <a:pt x="47" y="0"/>
                      <a:pt x="47" y="0"/>
                      <a:pt x="47" y="0"/>
                    </a:cubicBezTo>
                    <a:cubicBezTo>
                      <a:pt x="23" y="0"/>
                      <a:pt x="0" y="19"/>
                      <a:pt x="0" y="47"/>
                    </a:cubicBezTo>
                    <a:cubicBezTo>
                      <a:pt x="0" y="1406"/>
                      <a:pt x="0" y="1406"/>
                      <a:pt x="0" y="1406"/>
                    </a:cubicBezTo>
                    <a:cubicBezTo>
                      <a:pt x="0" y="1435"/>
                      <a:pt x="23" y="1453"/>
                      <a:pt x="47" y="1453"/>
                    </a:cubicBezTo>
                    <a:cubicBezTo>
                      <a:pt x="335" y="1453"/>
                      <a:pt x="335" y="1453"/>
                      <a:pt x="335" y="1453"/>
                    </a:cubicBezTo>
                    <a:cubicBezTo>
                      <a:pt x="335" y="1453"/>
                      <a:pt x="335" y="1453"/>
                      <a:pt x="335" y="1453"/>
                    </a:cubicBezTo>
                    <a:cubicBezTo>
                      <a:pt x="1101" y="1453"/>
                      <a:pt x="1101" y="1453"/>
                      <a:pt x="1101" y="1453"/>
                    </a:cubicBezTo>
                    <a:cubicBezTo>
                      <a:pt x="1101" y="1558"/>
                      <a:pt x="1101" y="1558"/>
                      <a:pt x="1101" y="1558"/>
                    </a:cubicBezTo>
                    <a:cubicBezTo>
                      <a:pt x="653" y="1558"/>
                      <a:pt x="653" y="1558"/>
                      <a:pt x="653" y="1558"/>
                    </a:cubicBezTo>
                    <a:cubicBezTo>
                      <a:pt x="628" y="1558"/>
                      <a:pt x="605" y="1591"/>
                      <a:pt x="605" y="1591"/>
                    </a:cubicBezTo>
                    <a:cubicBezTo>
                      <a:pt x="562" y="1638"/>
                      <a:pt x="562" y="1638"/>
                      <a:pt x="562" y="1638"/>
                    </a:cubicBezTo>
                    <a:cubicBezTo>
                      <a:pt x="562" y="1648"/>
                      <a:pt x="562" y="1648"/>
                      <a:pt x="562" y="1648"/>
                    </a:cubicBezTo>
                    <a:cubicBezTo>
                      <a:pt x="562" y="1676"/>
                      <a:pt x="581" y="1695"/>
                      <a:pt x="609" y="1695"/>
                    </a:cubicBezTo>
                    <a:cubicBezTo>
                      <a:pt x="1762" y="1695"/>
                      <a:pt x="1762" y="1695"/>
                      <a:pt x="1762" y="1695"/>
                    </a:cubicBezTo>
                    <a:cubicBezTo>
                      <a:pt x="1790" y="1695"/>
                      <a:pt x="1815" y="1676"/>
                      <a:pt x="1815" y="1648"/>
                    </a:cubicBezTo>
                    <a:cubicBezTo>
                      <a:pt x="1815" y="1638"/>
                      <a:pt x="1815" y="1638"/>
                      <a:pt x="1815" y="1638"/>
                    </a:cubicBezTo>
                    <a:cubicBezTo>
                      <a:pt x="1771" y="1591"/>
                      <a:pt x="1748" y="1558"/>
                      <a:pt x="1724" y="1558"/>
                    </a:cubicBezTo>
                    <a:cubicBezTo>
                      <a:pt x="1272" y="1558"/>
                      <a:pt x="1272" y="1558"/>
                      <a:pt x="1272" y="1558"/>
                    </a:cubicBezTo>
                    <a:cubicBezTo>
                      <a:pt x="1272" y="1453"/>
                      <a:pt x="1272" y="1453"/>
                      <a:pt x="1272" y="1453"/>
                    </a:cubicBezTo>
                    <a:cubicBezTo>
                      <a:pt x="2357" y="1453"/>
                      <a:pt x="2357" y="1453"/>
                      <a:pt x="2357" y="1453"/>
                    </a:cubicBezTo>
                    <a:cubicBezTo>
                      <a:pt x="2386" y="1453"/>
                      <a:pt x="2411" y="1435"/>
                      <a:pt x="2411" y="1406"/>
                    </a:cubicBezTo>
                    <a:cubicBezTo>
                      <a:pt x="2411" y="47"/>
                      <a:pt x="2411" y="47"/>
                      <a:pt x="2411" y="47"/>
                    </a:cubicBezTo>
                    <a:cubicBezTo>
                      <a:pt x="2411" y="19"/>
                      <a:pt x="2386" y="0"/>
                      <a:pt x="2357" y="0"/>
                    </a:cubicBezTo>
                    <a:close/>
                    <a:moveTo>
                      <a:pt x="2277" y="1322"/>
                    </a:moveTo>
                    <a:cubicBezTo>
                      <a:pt x="128" y="1322"/>
                      <a:pt x="128" y="1322"/>
                      <a:pt x="128" y="1322"/>
                    </a:cubicBezTo>
                    <a:cubicBezTo>
                      <a:pt x="128" y="133"/>
                      <a:pt x="128" y="133"/>
                      <a:pt x="128" y="133"/>
                    </a:cubicBezTo>
                    <a:cubicBezTo>
                      <a:pt x="2277" y="133"/>
                      <a:pt x="2277" y="133"/>
                      <a:pt x="2277" y="133"/>
                    </a:cubicBezTo>
                    <a:cubicBezTo>
                      <a:pt x="2277" y="1322"/>
                      <a:pt x="2277" y="1322"/>
                      <a:pt x="2277" y="1322"/>
                    </a:cubicBezTo>
                    <a:cubicBezTo>
                      <a:pt x="2277" y="1322"/>
                      <a:pt x="2277" y="1322"/>
                      <a:pt x="2277" y="1322"/>
                    </a:cubicBezTo>
                    <a:close/>
                  </a:path>
                </a:pathLst>
              </a:custGeom>
              <a:solidFill>
                <a:srgbClr val="01010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solidFill>
                    <a:srgbClr val="262626"/>
                  </a:solidFill>
                </a:endParaRPr>
              </a:p>
            </p:txBody>
          </p:sp>
          <p:sp>
            <p:nvSpPr>
              <p:cNvPr id="205" name="Rectangle 204"/>
              <p:cNvSpPr/>
              <p:nvPr/>
            </p:nvSpPr>
            <p:spPr bwMode="auto">
              <a:xfrm>
                <a:off x="5389063" y="3195487"/>
                <a:ext cx="2211887" cy="1270535"/>
              </a:xfrm>
              <a:prstGeom prst="rect">
                <a:avLst/>
              </a:prstGeom>
              <a:solidFill>
                <a:schemeClr val="accent4"/>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grpSp>
        <p:grpSp>
          <p:nvGrpSpPr>
            <p:cNvPr id="270" name="Group 269"/>
            <p:cNvGrpSpPr/>
            <p:nvPr/>
          </p:nvGrpSpPr>
          <p:grpSpPr>
            <a:xfrm>
              <a:off x="7740650" y="3804195"/>
              <a:ext cx="1476375" cy="1967955"/>
              <a:chOff x="7740650" y="3131095"/>
              <a:chExt cx="1476375" cy="1967955"/>
            </a:xfrm>
          </p:grpSpPr>
          <p:grpSp>
            <p:nvGrpSpPr>
              <p:cNvPr id="269" name="Group 268"/>
              <p:cNvGrpSpPr/>
              <p:nvPr/>
            </p:nvGrpSpPr>
            <p:grpSpPr>
              <a:xfrm>
                <a:off x="7740650" y="3131095"/>
                <a:ext cx="1476375" cy="1967955"/>
                <a:chOff x="7740650" y="3131095"/>
                <a:chExt cx="1476375" cy="1967955"/>
              </a:xfrm>
            </p:grpSpPr>
            <p:sp>
              <p:nvSpPr>
                <p:cNvPr id="268" name="Rectangle 267"/>
                <p:cNvSpPr/>
                <p:nvPr/>
              </p:nvSpPr>
              <p:spPr bwMode="auto">
                <a:xfrm>
                  <a:off x="7740650" y="3131095"/>
                  <a:ext cx="1476375" cy="1844675"/>
                </a:xfrm>
                <a:prstGeom prst="rect">
                  <a:avLst/>
                </a:prstGeom>
                <a:solidFill>
                  <a:schemeClr val="accent4"/>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sp>
              <p:nvSpPr>
                <p:cNvPr id="267" name="Rectangle 266"/>
                <p:cNvSpPr/>
                <p:nvPr/>
              </p:nvSpPr>
              <p:spPr bwMode="auto">
                <a:xfrm>
                  <a:off x="7740650" y="3254375"/>
                  <a:ext cx="1476375" cy="1844675"/>
                </a:xfrm>
                <a:prstGeom prst="rect">
                  <a:avLst/>
                </a:prstGeom>
                <a:solidFill>
                  <a:schemeClr val="bg2">
                    <a:lumMod val="20000"/>
                    <a:lumOff val="80000"/>
                  </a:schemeClr>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grpSp>
          <p:grpSp>
            <p:nvGrpSpPr>
              <p:cNvPr id="266" name="Group 265"/>
              <p:cNvGrpSpPr/>
              <p:nvPr/>
            </p:nvGrpSpPr>
            <p:grpSpPr>
              <a:xfrm>
                <a:off x="7861286" y="3300413"/>
                <a:ext cx="182880" cy="90578"/>
                <a:chOff x="7861286" y="3300413"/>
                <a:chExt cx="182880" cy="90578"/>
              </a:xfrm>
            </p:grpSpPr>
            <p:sp>
              <p:nvSpPr>
                <p:cNvPr id="207" name="Rectangle 206"/>
                <p:cNvSpPr/>
                <p:nvPr/>
              </p:nvSpPr>
              <p:spPr bwMode="auto">
                <a:xfrm>
                  <a:off x="7861286" y="3300413"/>
                  <a:ext cx="133350" cy="27432"/>
                </a:xfrm>
                <a:prstGeom prst="rect">
                  <a:avLst/>
                </a:prstGeom>
                <a:solidFill>
                  <a:schemeClr val="accent4">
                    <a:lumMod val="50000"/>
                  </a:schemeClr>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sp>
              <p:nvSpPr>
                <p:cNvPr id="208" name="Rectangle 207"/>
                <p:cNvSpPr/>
                <p:nvPr/>
              </p:nvSpPr>
              <p:spPr bwMode="auto">
                <a:xfrm>
                  <a:off x="7861286" y="3363559"/>
                  <a:ext cx="182880" cy="27432"/>
                </a:xfrm>
                <a:prstGeom prst="rect">
                  <a:avLst/>
                </a:prstGeom>
                <a:solidFill>
                  <a:schemeClr val="accent4">
                    <a:lumMod val="60000"/>
                    <a:lumOff val="40000"/>
                  </a:schemeClr>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grpSp>
          <p:grpSp>
            <p:nvGrpSpPr>
              <p:cNvPr id="265" name="Group 264"/>
              <p:cNvGrpSpPr/>
              <p:nvPr/>
            </p:nvGrpSpPr>
            <p:grpSpPr>
              <a:xfrm>
                <a:off x="7923541" y="3475943"/>
                <a:ext cx="1158557" cy="228744"/>
                <a:chOff x="7923541" y="3488009"/>
                <a:chExt cx="1158557" cy="228744"/>
              </a:xfrm>
            </p:grpSpPr>
            <p:sp>
              <p:nvSpPr>
                <p:cNvPr id="209" name="Rectangle 208"/>
                <p:cNvSpPr/>
                <p:nvPr/>
              </p:nvSpPr>
              <p:spPr bwMode="auto">
                <a:xfrm>
                  <a:off x="7923541" y="3488009"/>
                  <a:ext cx="365760" cy="27432"/>
                </a:xfrm>
                <a:prstGeom prst="rect">
                  <a:avLst/>
                </a:prstGeom>
                <a:solidFill>
                  <a:schemeClr val="tx1">
                    <a:lumMod val="65000"/>
                  </a:schemeClr>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sp>
              <p:nvSpPr>
                <p:cNvPr id="210" name="Rectangle 209"/>
                <p:cNvSpPr/>
                <p:nvPr/>
              </p:nvSpPr>
              <p:spPr bwMode="auto">
                <a:xfrm>
                  <a:off x="8350578" y="3488009"/>
                  <a:ext cx="365760" cy="27432"/>
                </a:xfrm>
                <a:prstGeom prst="rect">
                  <a:avLst/>
                </a:prstGeom>
                <a:solidFill>
                  <a:schemeClr val="tx1">
                    <a:lumMod val="65000"/>
                  </a:schemeClr>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sp>
              <p:nvSpPr>
                <p:cNvPr id="211" name="Rectangle 210"/>
                <p:cNvSpPr/>
                <p:nvPr/>
              </p:nvSpPr>
              <p:spPr bwMode="auto">
                <a:xfrm>
                  <a:off x="7984818" y="3555304"/>
                  <a:ext cx="137160" cy="27432"/>
                </a:xfrm>
                <a:prstGeom prst="rect">
                  <a:avLst/>
                </a:prstGeom>
                <a:solidFill>
                  <a:schemeClr val="accent4">
                    <a:lumMod val="60000"/>
                    <a:lumOff val="40000"/>
                  </a:schemeClr>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sp>
              <p:nvSpPr>
                <p:cNvPr id="212" name="Rectangle 211"/>
                <p:cNvSpPr/>
                <p:nvPr/>
              </p:nvSpPr>
              <p:spPr bwMode="auto">
                <a:xfrm>
                  <a:off x="8166592" y="3555304"/>
                  <a:ext cx="228600" cy="27432"/>
                </a:xfrm>
                <a:prstGeom prst="rect">
                  <a:avLst/>
                </a:prstGeom>
                <a:solidFill>
                  <a:schemeClr val="accent4">
                    <a:lumMod val="50000"/>
                  </a:schemeClr>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sp>
              <p:nvSpPr>
                <p:cNvPr id="213" name="Rectangle 212"/>
                <p:cNvSpPr/>
                <p:nvPr/>
              </p:nvSpPr>
              <p:spPr bwMode="auto">
                <a:xfrm>
                  <a:off x="8044166" y="3621022"/>
                  <a:ext cx="320040" cy="27432"/>
                </a:xfrm>
                <a:prstGeom prst="rect">
                  <a:avLst/>
                </a:prstGeom>
                <a:solidFill>
                  <a:schemeClr val="accent4">
                    <a:lumMod val="50000"/>
                  </a:schemeClr>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sp>
              <p:nvSpPr>
                <p:cNvPr id="214" name="Rectangle 213"/>
                <p:cNvSpPr/>
                <p:nvPr/>
              </p:nvSpPr>
              <p:spPr bwMode="auto">
                <a:xfrm>
                  <a:off x="8416440" y="3621022"/>
                  <a:ext cx="118872" cy="27432"/>
                </a:xfrm>
                <a:prstGeom prst="rect">
                  <a:avLst/>
                </a:prstGeom>
                <a:solidFill>
                  <a:schemeClr val="accent4">
                    <a:lumMod val="50000"/>
                  </a:schemeClr>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sp>
              <p:nvSpPr>
                <p:cNvPr id="215" name="Rectangle 214"/>
                <p:cNvSpPr/>
                <p:nvPr/>
              </p:nvSpPr>
              <p:spPr bwMode="auto">
                <a:xfrm>
                  <a:off x="8106421" y="3689321"/>
                  <a:ext cx="365760" cy="27432"/>
                </a:xfrm>
                <a:prstGeom prst="rect">
                  <a:avLst/>
                </a:prstGeom>
                <a:solidFill>
                  <a:schemeClr val="accent4">
                    <a:lumMod val="50000"/>
                  </a:schemeClr>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sp>
              <p:nvSpPr>
                <p:cNvPr id="216" name="Rectangle 215"/>
                <p:cNvSpPr/>
                <p:nvPr/>
              </p:nvSpPr>
              <p:spPr bwMode="auto">
                <a:xfrm>
                  <a:off x="8533458" y="3689321"/>
                  <a:ext cx="548640" cy="27432"/>
                </a:xfrm>
                <a:prstGeom prst="rect">
                  <a:avLst/>
                </a:prstGeom>
                <a:solidFill>
                  <a:schemeClr val="tx1">
                    <a:lumMod val="65000"/>
                  </a:schemeClr>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sp>
              <p:nvSpPr>
                <p:cNvPr id="217" name="Rectangle 216"/>
                <p:cNvSpPr/>
                <p:nvPr/>
              </p:nvSpPr>
              <p:spPr bwMode="auto">
                <a:xfrm>
                  <a:off x="8597825" y="3617048"/>
                  <a:ext cx="246888" cy="27432"/>
                </a:xfrm>
                <a:prstGeom prst="rect">
                  <a:avLst/>
                </a:prstGeom>
                <a:solidFill>
                  <a:schemeClr val="accent4"/>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grpSp>
          <p:grpSp>
            <p:nvGrpSpPr>
              <p:cNvPr id="264" name="Group 263"/>
              <p:cNvGrpSpPr/>
              <p:nvPr/>
            </p:nvGrpSpPr>
            <p:grpSpPr>
              <a:xfrm>
                <a:off x="7861286" y="3789639"/>
                <a:ext cx="303354" cy="90756"/>
                <a:chOff x="7861286" y="3793332"/>
                <a:chExt cx="303354" cy="90756"/>
              </a:xfrm>
            </p:grpSpPr>
            <p:sp>
              <p:nvSpPr>
                <p:cNvPr id="218" name="Rectangle 217"/>
                <p:cNvSpPr/>
                <p:nvPr/>
              </p:nvSpPr>
              <p:spPr bwMode="auto">
                <a:xfrm>
                  <a:off x="7861286" y="3793332"/>
                  <a:ext cx="228600" cy="27432"/>
                </a:xfrm>
                <a:prstGeom prst="rect">
                  <a:avLst/>
                </a:prstGeom>
                <a:solidFill>
                  <a:schemeClr val="accent4"/>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sp>
              <p:nvSpPr>
                <p:cNvPr id="219" name="Rectangle 218"/>
                <p:cNvSpPr/>
                <p:nvPr/>
              </p:nvSpPr>
              <p:spPr bwMode="auto">
                <a:xfrm>
                  <a:off x="7926896" y="3856656"/>
                  <a:ext cx="237744" cy="27432"/>
                </a:xfrm>
                <a:prstGeom prst="rect">
                  <a:avLst/>
                </a:prstGeom>
                <a:solidFill>
                  <a:schemeClr val="accent4">
                    <a:lumMod val="60000"/>
                    <a:lumOff val="40000"/>
                  </a:schemeClr>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grpSp>
          <p:grpSp>
            <p:nvGrpSpPr>
              <p:cNvPr id="263" name="Group 262"/>
              <p:cNvGrpSpPr/>
              <p:nvPr/>
            </p:nvGrpSpPr>
            <p:grpSpPr>
              <a:xfrm>
                <a:off x="7861286" y="3965347"/>
                <a:ext cx="977279" cy="294462"/>
                <a:chOff x="7861286" y="3976867"/>
                <a:chExt cx="977279" cy="294462"/>
              </a:xfrm>
            </p:grpSpPr>
            <p:sp>
              <p:nvSpPr>
                <p:cNvPr id="220" name="Rectangle 219"/>
                <p:cNvSpPr/>
                <p:nvPr/>
              </p:nvSpPr>
              <p:spPr bwMode="auto">
                <a:xfrm>
                  <a:off x="7861286" y="3976867"/>
                  <a:ext cx="182880" cy="27432"/>
                </a:xfrm>
                <a:prstGeom prst="rect">
                  <a:avLst/>
                </a:prstGeom>
                <a:solidFill>
                  <a:schemeClr val="bg2"/>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sp>
              <p:nvSpPr>
                <p:cNvPr id="221" name="Rectangle 220"/>
                <p:cNvSpPr/>
                <p:nvPr/>
              </p:nvSpPr>
              <p:spPr bwMode="auto">
                <a:xfrm>
                  <a:off x="8120862" y="3976867"/>
                  <a:ext cx="411480" cy="27432"/>
                </a:xfrm>
                <a:prstGeom prst="rect">
                  <a:avLst/>
                </a:prstGeom>
                <a:solidFill>
                  <a:schemeClr val="accent4">
                    <a:lumMod val="50000"/>
                  </a:schemeClr>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sp>
              <p:nvSpPr>
                <p:cNvPr id="223" name="Rectangle 222"/>
                <p:cNvSpPr/>
                <p:nvPr/>
              </p:nvSpPr>
              <p:spPr bwMode="auto">
                <a:xfrm>
                  <a:off x="7925728" y="4044664"/>
                  <a:ext cx="457200" cy="27432"/>
                </a:xfrm>
                <a:prstGeom prst="rect">
                  <a:avLst/>
                </a:prstGeom>
                <a:solidFill>
                  <a:schemeClr val="accent4">
                    <a:lumMod val="50000"/>
                  </a:schemeClr>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sp>
              <p:nvSpPr>
                <p:cNvPr id="224" name="Rectangle 223"/>
                <p:cNvSpPr/>
                <p:nvPr/>
              </p:nvSpPr>
              <p:spPr bwMode="auto">
                <a:xfrm>
                  <a:off x="7983513" y="4109880"/>
                  <a:ext cx="182880" cy="27432"/>
                </a:xfrm>
                <a:prstGeom prst="rect">
                  <a:avLst/>
                </a:prstGeom>
                <a:solidFill>
                  <a:schemeClr val="tx1">
                    <a:lumMod val="65000"/>
                  </a:schemeClr>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sp>
              <p:nvSpPr>
                <p:cNvPr id="225" name="Rectangle 224"/>
                <p:cNvSpPr/>
                <p:nvPr/>
              </p:nvSpPr>
              <p:spPr bwMode="auto">
                <a:xfrm>
                  <a:off x="8236731" y="4109880"/>
                  <a:ext cx="228600" cy="27432"/>
                </a:xfrm>
                <a:prstGeom prst="rect">
                  <a:avLst/>
                </a:prstGeom>
                <a:solidFill>
                  <a:schemeClr val="accent4">
                    <a:lumMod val="60000"/>
                    <a:lumOff val="40000"/>
                  </a:schemeClr>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sp>
              <p:nvSpPr>
                <p:cNvPr id="226" name="Rectangle 225"/>
                <p:cNvSpPr/>
                <p:nvPr/>
              </p:nvSpPr>
              <p:spPr bwMode="auto">
                <a:xfrm>
                  <a:off x="8045768" y="4178179"/>
                  <a:ext cx="365760" cy="27432"/>
                </a:xfrm>
                <a:prstGeom prst="rect">
                  <a:avLst/>
                </a:prstGeom>
                <a:solidFill>
                  <a:schemeClr val="accent4">
                    <a:lumMod val="50000"/>
                  </a:schemeClr>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sp>
              <p:nvSpPr>
                <p:cNvPr id="227" name="Rectangle 226"/>
                <p:cNvSpPr/>
                <p:nvPr/>
              </p:nvSpPr>
              <p:spPr bwMode="auto">
                <a:xfrm>
                  <a:off x="8472805" y="4178179"/>
                  <a:ext cx="365760" cy="27432"/>
                </a:xfrm>
                <a:prstGeom prst="rect">
                  <a:avLst/>
                </a:prstGeom>
                <a:solidFill>
                  <a:schemeClr val="accent4">
                    <a:lumMod val="50000"/>
                  </a:schemeClr>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sp>
              <p:nvSpPr>
                <p:cNvPr id="228" name="Rectangle 227"/>
                <p:cNvSpPr/>
                <p:nvPr/>
              </p:nvSpPr>
              <p:spPr bwMode="auto">
                <a:xfrm>
                  <a:off x="8537172" y="4105906"/>
                  <a:ext cx="246888" cy="27432"/>
                </a:xfrm>
                <a:prstGeom prst="rect">
                  <a:avLst/>
                </a:prstGeom>
                <a:solidFill>
                  <a:schemeClr val="accent4">
                    <a:lumMod val="50000"/>
                  </a:schemeClr>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sp>
              <p:nvSpPr>
                <p:cNvPr id="229" name="Rectangle 228"/>
                <p:cNvSpPr/>
                <p:nvPr/>
              </p:nvSpPr>
              <p:spPr bwMode="auto">
                <a:xfrm>
                  <a:off x="8105939" y="4243897"/>
                  <a:ext cx="411480" cy="27432"/>
                </a:xfrm>
                <a:prstGeom prst="rect">
                  <a:avLst/>
                </a:prstGeom>
                <a:solidFill>
                  <a:schemeClr val="tx1">
                    <a:lumMod val="65000"/>
                  </a:schemeClr>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grpSp>
          <p:grpSp>
            <p:nvGrpSpPr>
              <p:cNvPr id="262" name="Group 261"/>
              <p:cNvGrpSpPr/>
              <p:nvPr/>
            </p:nvGrpSpPr>
            <p:grpSpPr>
              <a:xfrm>
                <a:off x="7861286" y="4344761"/>
                <a:ext cx="1102374" cy="228744"/>
                <a:chOff x="7861286" y="4351628"/>
                <a:chExt cx="1102374" cy="228744"/>
              </a:xfrm>
            </p:grpSpPr>
            <p:sp>
              <p:nvSpPr>
                <p:cNvPr id="230" name="Rectangle 229"/>
                <p:cNvSpPr/>
                <p:nvPr/>
              </p:nvSpPr>
              <p:spPr bwMode="auto">
                <a:xfrm>
                  <a:off x="7861286" y="4351628"/>
                  <a:ext cx="137160" cy="27432"/>
                </a:xfrm>
                <a:prstGeom prst="rect">
                  <a:avLst/>
                </a:prstGeom>
                <a:solidFill>
                  <a:schemeClr val="accent4">
                    <a:lumMod val="60000"/>
                    <a:lumOff val="40000"/>
                  </a:schemeClr>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sp>
              <p:nvSpPr>
                <p:cNvPr id="232" name="Rectangle 231"/>
                <p:cNvSpPr/>
                <p:nvPr/>
              </p:nvSpPr>
              <p:spPr bwMode="auto">
                <a:xfrm>
                  <a:off x="7924165" y="4418923"/>
                  <a:ext cx="228600" cy="27432"/>
                </a:xfrm>
                <a:prstGeom prst="rect">
                  <a:avLst/>
                </a:prstGeom>
                <a:solidFill>
                  <a:schemeClr val="bg2"/>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sp>
              <p:nvSpPr>
                <p:cNvPr id="233" name="Rectangle 232"/>
                <p:cNvSpPr/>
                <p:nvPr/>
              </p:nvSpPr>
              <p:spPr bwMode="auto">
                <a:xfrm>
                  <a:off x="8232140" y="4418923"/>
                  <a:ext cx="731520" cy="27432"/>
                </a:xfrm>
                <a:prstGeom prst="rect">
                  <a:avLst/>
                </a:prstGeom>
                <a:solidFill>
                  <a:schemeClr val="tx1">
                    <a:lumMod val="65000"/>
                  </a:schemeClr>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sp>
              <p:nvSpPr>
                <p:cNvPr id="234" name="Rectangle 233"/>
                <p:cNvSpPr/>
                <p:nvPr/>
              </p:nvSpPr>
              <p:spPr bwMode="auto">
                <a:xfrm>
                  <a:off x="7983513" y="4484641"/>
                  <a:ext cx="365760" cy="27432"/>
                </a:xfrm>
                <a:prstGeom prst="rect">
                  <a:avLst/>
                </a:prstGeom>
                <a:solidFill>
                  <a:schemeClr val="accent4">
                    <a:lumMod val="50000"/>
                  </a:schemeClr>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sp>
              <p:nvSpPr>
                <p:cNvPr id="236" name="Rectangle 235"/>
                <p:cNvSpPr/>
                <p:nvPr/>
              </p:nvSpPr>
              <p:spPr bwMode="auto">
                <a:xfrm>
                  <a:off x="8045768" y="4552940"/>
                  <a:ext cx="502920" cy="27432"/>
                </a:xfrm>
                <a:prstGeom prst="rect">
                  <a:avLst/>
                </a:prstGeom>
                <a:solidFill>
                  <a:schemeClr val="accent4">
                    <a:lumMod val="50000"/>
                  </a:schemeClr>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sp>
              <p:nvSpPr>
                <p:cNvPr id="238" name="Rectangle 237"/>
                <p:cNvSpPr/>
                <p:nvPr/>
              </p:nvSpPr>
              <p:spPr bwMode="auto">
                <a:xfrm>
                  <a:off x="8422871" y="4480667"/>
                  <a:ext cx="310896" cy="27432"/>
                </a:xfrm>
                <a:prstGeom prst="rect">
                  <a:avLst/>
                </a:prstGeom>
                <a:solidFill>
                  <a:schemeClr val="accent4"/>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grpSp>
          <p:grpSp>
            <p:nvGrpSpPr>
              <p:cNvPr id="261" name="Group 260"/>
              <p:cNvGrpSpPr/>
              <p:nvPr/>
            </p:nvGrpSpPr>
            <p:grpSpPr>
              <a:xfrm>
                <a:off x="7983513" y="4658457"/>
                <a:ext cx="1116116" cy="161449"/>
                <a:chOff x="7983513" y="4654652"/>
                <a:chExt cx="1116116" cy="161449"/>
              </a:xfrm>
            </p:grpSpPr>
            <p:sp>
              <p:nvSpPr>
                <p:cNvPr id="248" name="Rectangle 247"/>
                <p:cNvSpPr/>
                <p:nvPr/>
              </p:nvSpPr>
              <p:spPr bwMode="auto">
                <a:xfrm>
                  <a:off x="7983513" y="4654652"/>
                  <a:ext cx="594360" cy="27432"/>
                </a:xfrm>
                <a:prstGeom prst="rect">
                  <a:avLst/>
                </a:prstGeom>
                <a:solidFill>
                  <a:schemeClr val="accent4">
                    <a:lumMod val="50000"/>
                  </a:schemeClr>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sp>
              <p:nvSpPr>
                <p:cNvPr id="249" name="Rectangle 248"/>
                <p:cNvSpPr/>
                <p:nvPr/>
              </p:nvSpPr>
              <p:spPr bwMode="auto">
                <a:xfrm>
                  <a:off x="8043050" y="4720370"/>
                  <a:ext cx="320040" cy="27432"/>
                </a:xfrm>
                <a:prstGeom prst="rect">
                  <a:avLst/>
                </a:prstGeom>
                <a:solidFill>
                  <a:schemeClr val="accent4">
                    <a:lumMod val="60000"/>
                    <a:lumOff val="40000"/>
                  </a:schemeClr>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sp>
              <p:nvSpPr>
                <p:cNvPr id="250" name="Rectangle 249"/>
                <p:cNvSpPr/>
                <p:nvPr/>
              </p:nvSpPr>
              <p:spPr bwMode="auto">
                <a:xfrm>
                  <a:off x="8415324" y="4720370"/>
                  <a:ext cx="118872" cy="27432"/>
                </a:xfrm>
                <a:prstGeom prst="rect">
                  <a:avLst/>
                </a:prstGeom>
                <a:solidFill>
                  <a:schemeClr val="tx1">
                    <a:lumMod val="65000"/>
                  </a:schemeClr>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sp>
              <p:nvSpPr>
                <p:cNvPr id="251" name="Rectangle 250"/>
                <p:cNvSpPr/>
                <p:nvPr/>
              </p:nvSpPr>
              <p:spPr bwMode="auto">
                <a:xfrm>
                  <a:off x="8105305" y="4788669"/>
                  <a:ext cx="320040" cy="27432"/>
                </a:xfrm>
                <a:prstGeom prst="rect">
                  <a:avLst/>
                </a:prstGeom>
                <a:solidFill>
                  <a:schemeClr val="accent4">
                    <a:lumMod val="50000"/>
                  </a:schemeClr>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sp>
              <p:nvSpPr>
                <p:cNvPr id="252" name="Rectangle 251"/>
                <p:cNvSpPr/>
                <p:nvPr/>
              </p:nvSpPr>
              <p:spPr bwMode="auto">
                <a:xfrm>
                  <a:off x="8487103" y="4788669"/>
                  <a:ext cx="182880" cy="27432"/>
                </a:xfrm>
                <a:prstGeom prst="rect">
                  <a:avLst/>
                </a:prstGeom>
                <a:solidFill>
                  <a:schemeClr val="tx1">
                    <a:lumMod val="65000"/>
                  </a:schemeClr>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sp>
              <p:nvSpPr>
                <p:cNvPr id="253" name="Rectangle 252"/>
                <p:cNvSpPr/>
                <p:nvPr/>
              </p:nvSpPr>
              <p:spPr bwMode="auto">
                <a:xfrm>
                  <a:off x="8596709" y="4716396"/>
                  <a:ext cx="502920" cy="27432"/>
                </a:xfrm>
                <a:prstGeom prst="rect">
                  <a:avLst/>
                </a:prstGeom>
                <a:solidFill>
                  <a:schemeClr val="accent4"/>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sp>
              <p:nvSpPr>
                <p:cNvPr id="254" name="Rectangle 253"/>
                <p:cNvSpPr/>
                <p:nvPr/>
              </p:nvSpPr>
              <p:spPr bwMode="auto">
                <a:xfrm>
                  <a:off x="8727738" y="4788669"/>
                  <a:ext cx="182880" cy="27432"/>
                </a:xfrm>
                <a:prstGeom prst="rect">
                  <a:avLst/>
                </a:prstGeom>
                <a:solidFill>
                  <a:schemeClr val="tx1">
                    <a:lumMod val="65000"/>
                  </a:schemeClr>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grpSp>
          <p:grpSp>
            <p:nvGrpSpPr>
              <p:cNvPr id="260" name="Group 259"/>
              <p:cNvGrpSpPr/>
              <p:nvPr/>
            </p:nvGrpSpPr>
            <p:grpSpPr>
              <a:xfrm>
                <a:off x="7861286" y="4904857"/>
                <a:ext cx="613124" cy="95731"/>
                <a:chOff x="7861286" y="4904857"/>
                <a:chExt cx="613124" cy="95731"/>
              </a:xfrm>
            </p:grpSpPr>
            <p:sp>
              <p:nvSpPr>
                <p:cNvPr id="255" name="Rectangle 254"/>
                <p:cNvSpPr/>
                <p:nvPr/>
              </p:nvSpPr>
              <p:spPr bwMode="auto">
                <a:xfrm>
                  <a:off x="7861286" y="4904857"/>
                  <a:ext cx="365760" cy="27432"/>
                </a:xfrm>
                <a:prstGeom prst="rect">
                  <a:avLst/>
                </a:prstGeom>
                <a:solidFill>
                  <a:schemeClr val="accent4"/>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sp>
              <p:nvSpPr>
                <p:cNvPr id="256" name="Rectangle 255"/>
                <p:cNvSpPr/>
                <p:nvPr/>
              </p:nvSpPr>
              <p:spPr bwMode="auto">
                <a:xfrm>
                  <a:off x="7923541" y="4973156"/>
                  <a:ext cx="246888" cy="27432"/>
                </a:xfrm>
                <a:prstGeom prst="rect">
                  <a:avLst/>
                </a:prstGeom>
                <a:solidFill>
                  <a:schemeClr val="accent4">
                    <a:lumMod val="50000"/>
                  </a:schemeClr>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sp>
              <p:nvSpPr>
                <p:cNvPr id="257" name="Rectangle 256"/>
                <p:cNvSpPr/>
                <p:nvPr/>
              </p:nvSpPr>
              <p:spPr bwMode="auto">
                <a:xfrm>
                  <a:off x="8245810" y="4973156"/>
                  <a:ext cx="228600" cy="27432"/>
                </a:xfrm>
                <a:prstGeom prst="rect">
                  <a:avLst/>
                </a:prstGeom>
                <a:solidFill>
                  <a:schemeClr val="tx1">
                    <a:lumMod val="65000"/>
                  </a:schemeClr>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grpSp>
        </p:grpSp>
        <p:grpSp>
          <p:nvGrpSpPr>
            <p:cNvPr id="374" name="Group 373"/>
            <p:cNvGrpSpPr/>
            <p:nvPr/>
          </p:nvGrpSpPr>
          <p:grpSpPr>
            <a:xfrm>
              <a:off x="9345911" y="3797978"/>
              <a:ext cx="1476375" cy="1967955"/>
              <a:chOff x="9345911" y="3124878"/>
              <a:chExt cx="1476375" cy="1967955"/>
            </a:xfrm>
          </p:grpSpPr>
          <p:grpSp>
            <p:nvGrpSpPr>
              <p:cNvPr id="277" name="Group 276"/>
              <p:cNvGrpSpPr/>
              <p:nvPr/>
            </p:nvGrpSpPr>
            <p:grpSpPr>
              <a:xfrm>
                <a:off x="9345911" y="3124878"/>
                <a:ext cx="1476375" cy="1967955"/>
                <a:chOff x="7740650" y="3131095"/>
                <a:chExt cx="1476375" cy="1967955"/>
              </a:xfrm>
            </p:grpSpPr>
            <p:sp>
              <p:nvSpPr>
                <p:cNvPr id="323" name="Rectangle 322"/>
                <p:cNvSpPr/>
                <p:nvPr/>
              </p:nvSpPr>
              <p:spPr bwMode="auto">
                <a:xfrm>
                  <a:off x="7740650" y="3131095"/>
                  <a:ext cx="1476375" cy="1844675"/>
                </a:xfrm>
                <a:prstGeom prst="rect">
                  <a:avLst/>
                </a:prstGeom>
                <a:solidFill>
                  <a:schemeClr val="tx1">
                    <a:lumMod val="75000"/>
                  </a:schemeClr>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sp>
              <p:nvSpPr>
                <p:cNvPr id="324" name="Rectangle 323"/>
                <p:cNvSpPr/>
                <p:nvPr/>
              </p:nvSpPr>
              <p:spPr bwMode="auto">
                <a:xfrm>
                  <a:off x="7740650" y="3254375"/>
                  <a:ext cx="1476375" cy="1844675"/>
                </a:xfrm>
                <a:prstGeom prst="rect">
                  <a:avLst/>
                </a:prstGeom>
                <a:solidFill>
                  <a:schemeClr val="bg2">
                    <a:lumMod val="20000"/>
                    <a:lumOff val="80000"/>
                  </a:schemeClr>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grpSp>
          <p:sp>
            <p:nvSpPr>
              <p:cNvPr id="326" name="Rectangle 325"/>
              <p:cNvSpPr/>
              <p:nvPr/>
            </p:nvSpPr>
            <p:spPr bwMode="auto">
              <a:xfrm>
                <a:off x="9437493" y="4053432"/>
                <a:ext cx="363731" cy="304256"/>
              </a:xfrm>
              <a:prstGeom prst="rect">
                <a:avLst/>
              </a:prstGeom>
              <a:solidFill>
                <a:schemeClr val="accent4"/>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sp>
            <p:nvSpPr>
              <p:cNvPr id="327" name="Rectangle 326"/>
              <p:cNvSpPr/>
              <p:nvPr/>
            </p:nvSpPr>
            <p:spPr bwMode="auto">
              <a:xfrm>
                <a:off x="9898578" y="4053432"/>
                <a:ext cx="363731" cy="304256"/>
              </a:xfrm>
              <a:prstGeom prst="rect">
                <a:avLst/>
              </a:prstGeom>
              <a:solidFill>
                <a:schemeClr val="accent2"/>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sp>
            <p:nvSpPr>
              <p:cNvPr id="328" name="Rectangle 327"/>
              <p:cNvSpPr/>
              <p:nvPr/>
            </p:nvSpPr>
            <p:spPr bwMode="auto">
              <a:xfrm>
                <a:off x="10362747" y="4053432"/>
                <a:ext cx="363731" cy="304256"/>
              </a:xfrm>
              <a:prstGeom prst="rect">
                <a:avLst/>
              </a:prstGeom>
              <a:solidFill>
                <a:schemeClr val="accent3"/>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grpSp>
            <p:nvGrpSpPr>
              <p:cNvPr id="345" name="Group 344"/>
              <p:cNvGrpSpPr/>
              <p:nvPr/>
            </p:nvGrpSpPr>
            <p:grpSpPr>
              <a:xfrm>
                <a:off x="9437493" y="3559175"/>
                <a:ext cx="1288985" cy="117474"/>
                <a:chOff x="9437493" y="3559175"/>
                <a:chExt cx="1288985" cy="117474"/>
              </a:xfrm>
            </p:grpSpPr>
            <p:sp>
              <p:nvSpPr>
                <p:cNvPr id="329" name="Rectangle 328"/>
                <p:cNvSpPr/>
                <p:nvPr/>
              </p:nvSpPr>
              <p:spPr bwMode="auto">
                <a:xfrm>
                  <a:off x="9437493" y="3562035"/>
                  <a:ext cx="1288985" cy="114614"/>
                </a:xfrm>
                <a:prstGeom prst="rect">
                  <a:avLst/>
                </a:prstGeom>
                <a:solidFill>
                  <a:schemeClr val="accent4"/>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sp>
              <p:nvSpPr>
                <p:cNvPr id="343" name="Rectangle 342"/>
                <p:cNvSpPr/>
                <p:nvPr/>
              </p:nvSpPr>
              <p:spPr bwMode="auto">
                <a:xfrm>
                  <a:off x="9693073" y="3559175"/>
                  <a:ext cx="260552" cy="117474"/>
                </a:xfrm>
                <a:prstGeom prst="rect">
                  <a:avLst/>
                </a:prstGeom>
                <a:solidFill>
                  <a:srgbClr val="262626"/>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sp>
              <p:nvSpPr>
                <p:cNvPr id="330" name="Rectangle 329"/>
                <p:cNvSpPr/>
                <p:nvPr/>
              </p:nvSpPr>
              <p:spPr bwMode="auto">
                <a:xfrm>
                  <a:off x="9496177" y="3606662"/>
                  <a:ext cx="137160" cy="27432"/>
                </a:xfrm>
                <a:prstGeom prst="rect">
                  <a:avLst/>
                </a:prstGeom>
                <a:solidFill>
                  <a:schemeClr val="accent4">
                    <a:lumMod val="20000"/>
                    <a:lumOff val="80000"/>
                  </a:schemeClr>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sp>
              <p:nvSpPr>
                <p:cNvPr id="331" name="Rectangle 330"/>
                <p:cNvSpPr/>
                <p:nvPr/>
              </p:nvSpPr>
              <p:spPr bwMode="auto">
                <a:xfrm>
                  <a:off x="9754570" y="3606662"/>
                  <a:ext cx="137160" cy="27432"/>
                </a:xfrm>
                <a:prstGeom prst="rect">
                  <a:avLst/>
                </a:prstGeom>
                <a:solidFill>
                  <a:schemeClr val="accent4">
                    <a:lumMod val="20000"/>
                    <a:lumOff val="80000"/>
                  </a:schemeClr>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sp>
              <p:nvSpPr>
                <p:cNvPr id="332" name="Rectangle 331"/>
                <p:cNvSpPr/>
                <p:nvPr/>
              </p:nvSpPr>
              <p:spPr bwMode="auto">
                <a:xfrm>
                  <a:off x="10012963" y="3606662"/>
                  <a:ext cx="137160" cy="27432"/>
                </a:xfrm>
                <a:prstGeom prst="rect">
                  <a:avLst/>
                </a:prstGeom>
                <a:solidFill>
                  <a:schemeClr val="accent4">
                    <a:lumMod val="20000"/>
                    <a:lumOff val="80000"/>
                  </a:schemeClr>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sp>
              <p:nvSpPr>
                <p:cNvPr id="333" name="Rectangle 332"/>
                <p:cNvSpPr/>
                <p:nvPr/>
              </p:nvSpPr>
              <p:spPr bwMode="auto">
                <a:xfrm>
                  <a:off x="10271356" y="3606662"/>
                  <a:ext cx="137160" cy="27432"/>
                </a:xfrm>
                <a:prstGeom prst="rect">
                  <a:avLst/>
                </a:prstGeom>
                <a:solidFill>
                  <a:schemeClr val="accent4">
                    <a:lumMod val="20000"/>
                    <a:lumOff val="80000"/>
                  </a:schemeClr>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sp>
              <p:nvSpPr>
                <p:cNvPr id="334" name="Rectangle 333"/>
                <p:cNvSpPr/>
                <p:nvPr/>
              </p:nvSpPr>
              <p:spPr bwMode="auto">
                <a:xfrm>
                  <a:off x="10529747" y="3606662"/>
                  <a:ext cx="137160" cy="27432"/>
                </a:xfrm>
                <a:prstGeom prst="rect">
                  <a:avLst/>
                </a:prstGeom>
                <a:solidFill>
                  <a:schemeClr val="accent4">
                    <a:lumMod val="20000"/>
                    <a:lumOff val="80000"/>
                  </a:schemeClr>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grpSp>
          <p:grpSp>
            <p:nvGrpSpPr>
              <p:cNvPr id="342" name="Group 341"/>
              <p:cNvGrpSpPr/>
              <p:nvPr/>
            </p:nvGrpSpPr>
            <p:grpSpPr>
              <a:xfrm>
                <a:off x="9465450" y="3797545"/>
                <a:ext cx="1188720" cy="146051"/>
                <a:chOff x="9465450" y="3797545"/>
                <a:chExt cx="1188720" cy="146051"/>
              </a:xfrm>
            </p:grpSpPr>
            <p:sp>
              <p:nvSpPr>
                <p:cNvPr id="336" name="Rectangle 335"/>
                <p:cNvSpPr/>
                <p:nvPr/>
              </p:nvSpPr>
              <p:spPr bwMode="auto">
                <a:xfrm>
                  <a:off x="9527973" y="3797545"/>
                  <a:ext cx="603504" cy="27432"/>
                </a:xfrm>
                <a:prstGeom prst="rect">
                  <a:avLst/>
                </a:prstGeom>
                <a:solidFill>
                  <a:srgbClr val="262626"/>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sp>
              <p:nvSpPr>
                <p:cNvPr id="337" name="Rectangle 336"/>
                <p:cNvSpPr/>
                <p:nvPr/>
              </p:nvSpPr>
              <p:spPr bwMode="auto">
                <a:xfrm>
                  <a:off x="10205226" y="3797545"/>
                  <a:ext cx="393192" cy="27432"/>
                </a:xfrm>
                <a:prstGeom prst="rect">
                  <a:avLst/>
                </a:prstGeom>
                <a:solidFill>
                  <a:schemeClr val="accent4"/>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sp>
              <p:nvSpPr>
                <p:cNvPr id="338" name="Rectangle 337"/>
                <p:cNvSpPr/>
                <p:nvPr/>
              </p:nvSpPr>
              <p:spPr bwMode="auto">
                <a:xfrm>
                  <a:off x="9465450" y="3856854"/>
                  <a:ext cx="1188720" cy="27432"/>
                </a:xfrm>
                <a:prstGeom prst="rect">
                  <a:avLst/>
                </a:prstGeom>
                <a:solidFill>
                  <a:schemeClr val="accent4"/>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sp>
              <p:nvSpPr>
                <p:cNvPr id="339" name="Rectangle 338"/>
                <p:cNvSpPr/>
                <p:nvPr/>
              </p:nvSpPr>
              <p:spPr bwMode="auto">
                <a:xfrm>
                  <a:off x="9531407" y="3916164"/>
                  <a:ext cx="292608" cy="27432"/>
                </a:xfrm>
                <a:prstGeom prst="rect">
                  <a:avLst/>
                </a:prstGeom>
                <a:solidFill>
                  <a:schemeClr val="accent4"/>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sp>
              <p:nvSpPr>
                <p:cNvPr id="340" name="Rectangle 339"/>
                <p:cNvSpPr/>
                <p:nvPr/>
              </p:nvSpPr>
              <p:spPr bwMode="auto">
                <a:xfrm>
                  <a:off x="9898578" y="3916164"/>
                  <a:ext cx="118872" cy="27432"/>
                </a:xfrm>
                <a:prstGeom prst="rect">
                  <a:avLst/>
                </a:prstGeom>
                <a:solidFill>
                  <a:srgbClr val="262626"/>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sp>
              <p:nvSpPr>
                <p:cNvPr id="341" name="Rectangle 340"/>
                <p:cNvSpPr/>
                <p:nvPr/>
              </p:nvSpPr>
              <p:spPr bwMode="auto">
                <a:xfrm>
                  <a:off x="10086354" y="3916164"/>
                  <a:ext cx="512064" cy="27432"/>
                </a:xfrm>
                <a:prstGeom prst="rect">
                  <a:avLst/>
                </a:prstGeom>
                <a:solidFill>
                  <a:schemeClr val="accent4"/>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grpSp>
          <p:grpSp>
            <p:nvGrpSpPr>
              <p:cNvPr id="347" name="Group 346"/>
              <p:cNvGrpSpPr/>
              <p:nvPr/>
            </p:nvGrpSpPr>
            <p:grpSpPr>
              <a:xfrm>
                <a:off x="9465719" y="3362734"/>
                <a:ext cx="731520" cy="88380"/>
                <a:chOff x="9465719" y="3362734"/>
                <a:chExt cx="731520" cy="88380"/>
              </a:xfrm>
            </p:grpSpPr>
            <p:sp>
              <p:nvSpPr>
                <p:cNvPr id="335" name="Rectangle 334"/>
                <p:cNvSpPr/>
                <p:nvPr/>
              </p:nvSpPr>
              <p:spPr bwMode="auto">
                <a:xfrm>
                  <a:off x="9465719" y="3362734"/>
                  <a:ext cx="182880" cy="27432"/>
                </a:xfrm>
                <a:prstGeom prst="rect">
                  <a:avLst/>
                </a:prstGeom>
                <a:solidFill>
                  <a:srgbClr val="262626"/>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sp>
              <p:nvSpPr>
                <p:cNvPr id="346" name="Rectangle 345"/>
                <p:cNvSpPr/>
                <p:nvPr/>
              </p:nvSpPr>
              <p:spPr bwMode="auto">
                <a:xfrm>
                  <a:off x="9465719" y="3423682"/>
                  <a:ext cx="731520" cy="27432"/>
                </a:xfrm>
                <a:prstGeom prst="rect">
                  <a:avLst/>
                </a:prstGeom>
                <a:solidFill>
                  <a:srgbClr val="262626"/>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grpSp>
          <p:grpSp>
            <p:nvGrpSpPr>
              <p:cNvPr id="354" name="Group 353"/>
              <p:cNvGrpSpPr/>
              <p:nvPr/>
            </p:nvGrpSpPr>
            <p:grpSpPr>
              <a:xfrm>
                <a:off x="9434530" y="4405572"/>
                <a:ext cx="356616" cy="212071"/>
                <a:chOff x="9434530" y="4405572"/>
                <a:chExt cx="356616" cy="212071"/>
              </a:xfrm>
            </p:grpSpPr>
            <p:sp>
              <p:nvSpPr>
                <p:cNvPr id="349" name="Rectangle 348"/>
                <p:cNvSpPr/>
                <p:nvPr/>
              </p:nvSpPr>
              <p:spPr bwMode="auto">
                <a:xfrm>
                  <a:off x="9434530" y="4405572"/>
                  <a:ext cx="292608" cy="27432"/>
                </a:xfrm>
                <a:prstGeom prst="rect">
                  <a:avLst/>
                </a:prstGeom>
                <a:solidFill>
                  <a:srgbClr val="262626"/>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sp>
              <p:nvSpPr>
                <p:cNvPr id="350" name="Rectangle 349"/>
                <p:cNvSpPr/>
                <p:nvPr/>
              </p:nvSpPr>
              <p:spPr bwMode="auto">
                <a:xfrm>
                  <a:off x="9434530" y="4467118"/>
                  <a:ext cx="228600" cy="27432"/>
                </a:xfrm>
                <a:prstGeom prst="rect">
                  <a:avLst/>
                </a:prstGeom>
                <a:solidFill>
                  <a:srgbClr val="262626"/>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sp>
              <p:nvSpPr>
                <p:cNvPr id="351" name="Rectangle 350"/>
                <p:cNvSpPr/>
                <p:nvPr/>
              </p:nvSpPr>
              <p:spPr bwMode="auto">
                <a:xfrm>
                  <a:off x="9434530" y="4528664"/>
                  <a:ext cx="182880" cy="27432"/>
                </a:xfrm>
                <a:prstGeom prst="rect">
                  <a:avLst/>
                </a:prstGeom>
                <a:solidFill>
                  <a:srgbClr val="262626"/>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sp>
              <p:nvSpPr>
                <p:cNvPr id="352" name="Rectangle 351"/>
                <p:cNvSpPr/>
                <p:nvPr/>
              </p:nvSpPr>
              <p:spPr bwMode="auto">
                <a:xfrm>
                  <a:off x="9663130" y="4528664"/>
                  <a:ext cx="128016" cy="27432"/>
                </a:xfrm>
                <a:prstGeom prst="rect">
                  <a:avLst/>
                </a:prstGeom>
                <a:solidFill>
                  <a:srgbClr val="262626"/>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sp>
              <p:nvSpPr>
                <p:cNvPr id="353" name="Rectangle 352"/>
                <p:cNvSpPr/>
                <p:nvPr/>
              </p:nvSpPr>
              <p:spPr bwMode="auto">
                <a:xfrm>
                  <a:off x="9434530" y="4590211"/>
                  <a:ext cx="292608" cy="27432"/>
                </a:xfrm>
                <a:prstGeom prst="rect">
                  <a:avLst/>
                </a:prstGeom>
                <a:solidFill>
                  <a:srgbClr val="262626"/>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grpSp>
          <p:sp>
            <p:nvSpPr>
              <p:cNvPr id="361" name="Rectangle 360"/>
              <p:cNvSpPr/>
              <p:nvPr/>
            </p:nvSpPr>
            <p:spPr bwMode="auto">
              <a:xfrm>
                <a:off x="10134026" y="4466701"/>
                <a:ext cx="118872" cy="27432"/>
              </a:xfrm>
              <a:prstGeom prst="rect">
                <a:avLst/>
              </a:prstGeom>
              <a:solidFill>
                <a:srgbClr val="262626"/>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grpSp>
            <p:nvGrpSpPr>
              <p:cNvPr id="363" name="Group 362"/>
              <p:cNvGrpSpPr/>
              <p:nvPr/>
            </p:nvGrpSpPr>
            <p:grpSpPr>
              <a:xfrm>
                <a:off x="9898578" y="4405572"/>
                <a:ext cx="365760" cy="212071"/>
                <a:chOff x="9898578" y="4405572"/>
                <a:chExt cx="365760" cy="212071"/>
              </a:xfrm>
            </p:grpSpPr>
            <p:grpSp>
              <p:nvGrpSpPr>
                <p:cNvPr id="355" name="Group 354"/>
                <p:cNvGrpSpPr/>
                <p:nvPr/>
              </p:nvGrpSpPr>
              <p:grpSpPr>
                <a:xfrm>
                  <a:off x="9898578" y="4405572"/>
                  <a:ext cx="365760" cy="212071"/>
                  <a:chOff x="9434530" y="4405572"/>
                  <a:chExt cx="365760" cy="212071"/>
                </a:xfrm>
              </p:grpSpPr>
              <p:sp>
                <p:nvSpPr>
                  <p:cNvPr id="356" name="Rectangle 355"/>
                  <p:cNvSpPr/>
                  <p:nvPr/>
                </p:nvSpPr>
                <p:spPr bwMode="auto">
                  <a:xfrm>
                    <a:off x="9434530" y="4405572"/>
                    <a:ext cx="320040" cy="27432"/>
                  </a:xfrm>
                  <a:prstGeom prst="rect">
                    <a:avLst/>
                  </a:prstGeom>
                  <a:solidFill>
                    <a:srgbClr val="262626"/>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sp>
                <p:nvSpPr>
                  <p:cNvPr id="357" name="Rectangle 356"/>
                  <p:cNvSpPr/>
                  <p:nvPr/>
                </p:nvSpPr>
                <p:spPr bwMode="auto">
                  <a:xfrm>
                    <a:off x="9434530" y="4467118"/>
                    <a:ext cx="182880" cy="27432"/>
                  </a:xfrm>
                  <a:prstGeom prst="rect">
                    <a:avLst/>
                  </a:prstGeom>
                  <a:solidFill>
                    <a:srgbClr val="262626"/>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sp>
                <p:nvSpPr>
                  <p:cNvPr id="358" name="Rectangle 357"/>
                  <p:cNvSpPr/>
                  <p:nvPr/>
                </p:nvSpPr>
                <p:spPr bwMode="auto">
                  <a:xfrm>
                    <a:off x="9434530" y="4528664"/>
                    <a:ext cx="365760" cy="27432"/>
                  </a:xfrm>
                  <a:prstGeom prst="rect">
                    <a:avLst/>
                  </a:prstGeom>
                  <a:solidFill>
                    <a:srgbClr val="262626"/>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sp>
                <p:nvSpPr>
                  <p:cNvPr id="360" name="Rectangle 359"/>
                  <p:cNvSpPr/>
                  <p:nvPr/>
                </p:nvSpPr>
                <p:spPr bwMode="auto">
                  <a:xfrm>
                    <a:off x="9434530" y="4590211"/>
                    <a:ext cx="128016" cy="27432"/>
                  </a:xfrm>
                  <a:prstGeom prst="rect">
                    <a:avLst/>
                  </a:prstGeom>
                  <a:solidFill>
                    <a:srgbClr val="262626"/>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grpSp>
            <p:sp>
              <p:nvSpPr>
                <p:cNvPr id="362" name="Rectangle 361"/>
                <p:cNvSpPr/>
                <p:nvPr/>
              </p:nvSpPr>
              <p:spPr bwMode="auto">
                <a:xfrm>
                  <a:off x="10067469" y="4589888"/>
                  <a:ext cx="128016" cy="27432"/>
                </a:xfrm>
                <a:prstGeom prst="rect">
                  <a:avLst/>
                </a:prstGeom>
                <a:solidFill>
                  <a:srgbClr val="262626"/>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grpSp>
          <p:grpSp>
            <p:nvGrpSpPr>
              <p:cNvPr id="372" name="Group 371"/>
              <p:cNvGrpSpPr/>
              <p:nvPr/>
            </p:nvGrpSpPr>
            <p:grpSpPr>
              <a:xfrm>
                <a:off x="10358034" y="4405249"/>
                <a:ext cx="365760" cy="212071"/>
                <a:chOff x="10358034" y="4405249"/>
                <a:chExt cx="365760" cy="212071"/>
              </a:xfrm>
            </p:grpSpPr>
            <p:sp>
              <p:nvSpPr>
                <p:cNvPr id="367" name="Rectangle 366"/>
                <p:cNvSpPr/>
                <p:nvPr/>
              </p:nvSpPr>
              <p:spPr bwMode="auto">
                <a:xfrm>
                  <a:off x="10358034" y="4405249"/>
                  <a:ext cx="365760" cy="27432"/>
                </a:xfrm>
                <a:prstGeom prst="rect">
                  <a:avLst/>
                </a:prstGeom>
                <a:solidFill>
                  <a:srgbClr val="262626"/>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sp>
              <p:nvSpPr>
                <p:cNvPr id="368" name="Rectangle 367"/>
                <p:cNvSpPr/>
                <p:nvPr/>
              </p:nvSpPr>
              <p:spPr bwMode="auto">
                <a:xfrm>
                  <a:off x="10358034" y="4466795"/>
                  <a:ext cx="128016" cy="27432"/>
                </a:xfrm>
                <a:prstGeom prst="rect">
                  <a:avLst/>
                </a:prstGeom>
                <a:solidFill>
                  <a:srgbClr val="262626"/>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sp>
              <p:nvSpPr>
                <p:cNvPr id="369" name="Rectangle 368"/>
                <p:cNvSpPr/>
                <p:nvPr/>
              </p:nvSpPr>
              <p:spPr bwMode="auto">
                <a:xfrm>
                  <a:off x="10358034" y="4528341"/>
                  <a:ext cx="274320" cy="27432"/>
                </a:xfrm>
                <a:prstGeom prst="rect">
                  <a:avLst/>
                </a:prstGeom>
                <a:solidFill>
                  <a:srgbClr val="262626"/>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sp>
              <p:nvSpPr>
                <p:cNvPr id="370" name="Rectangle 369"/>
                <p:cNvSpPr/>
                <p:nvPr/>
              </p:nvSpPr>
              <p:spPr bwMode="auto">
                <a:xfrm>
                  <a:off x="10358034" y="4589888"/>
                  <a:ext cx="182880" cy="27432"/>
                </a:xfrm>
                <a:prstGeom prst="rect">
                  <a:avLst/>
                </a:prstGeom>
                <a:solidFill>
                  <a:srgbClr val="262626"/>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sp>
              <p:nvSpPr>
                <p:cNvPr id="366" name="Rectangle 365"/>
                <p:cNvSpPr/>
                <p:nvPr/>
              </p:nvSpPr>
              <p:spPr bwMode="auto">
                <a:xfrm>
                  <a:off x="10589183" y="4589565"/>
                  <a:ext cx="128016" cy="27432"/>
                </a:xfrm>
                <a:prstGeom prst="rect">
                  <a:avLst/>
                </a:prstGeom>
                <a:solidFill>
                  <a:srgbClr val="262626"/>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sp>
              <p:nvSpPr>
                <p:cNvPr id="371" name="Rectangle 370"/>
                <p:cNvSpPr/>
                <p:nvPr/>
              </p:nvSpPr>
              <p:spPr bwMode="auto">
                <a:xfrm>
                  <a:off x="10534319" y="4466701"/>
                  <a:ext cx="182880" cy="27432"/>
                </a:xfrm>
                <a:prstGeom prst="rect">
                  <a:avLst/>
                </a:prstGeom>
                <a:solidFill>
                  <a:srgbClr val="262626"/>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grpSp>
          <p:sp>
            <p:nvSpPr>
              <p:cNvPr id="373" name="Rectangle 372"/>
              <p:cNvSpPr/>
              <p:nvPr/>
            </p:nvSpPr>
            <p:spPr bwMode="auto">
              <a:xfrm>
                <a:off x="9434530" y="4725489"/>
                <a:ext cx="1289264" cy="247194"/>
              </a:xfrm>
              <a:prstGeom prst="rect">
                <a:avLst/>
              </a:prstGeom>
              <a:solidFill>
                <a:schemeClr val="accent4"/>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grpSp>
        <p:grpSp>
          <p:nvGrpSpPr>
            <p:cNvPr id="381" name="Group 380"/>
            <p:cNvGrpSpPr/>
            <p:nvPr/>
          </p:nvGrpSpPr>
          <p:grpSpPr>
            <a:xfrm>
              <a:off x="10915566" y="4874213"/>
              <a:ext cx="536092" cy="799475"/>
              <a:chOff x="5951537" y="5232400"/>
              <a:chExt cx="365126" cy="544513"/>
            </a:xfrm>
          </p:grpSpPr>
          <p:sp>
            <p:nvSpPr>
              <p:cNvPr id="377" name="AutoShape 7"/>
              <p:cNvSpPr>
                <a:spLocks noChangeAspect="1" noChangeArrowheads="1" noTextEdit="1"/>
              </p:cNvSpPr>
              <p:nvPr/>
            </p:nvSpPr>
            <p:spPr bwMode="auto">
              <a:xfrm>
                <a:off x="5959475" y="5235575"/>
                <a:ext cx="354013" cy="541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a:solidFill>
                    <a:srgbClr val="262626"/>
                  </a:solidFill>
                </a:endParaRPr>
              </a:p>
            </p:txBody>
          </p:sp>
          <p:sp>
            <p:nvSpPr>
              <p:cNvPr id="378" name="Freeform 9"/>
              <p:cNvSpPr>
                <a:spLocks/>
              </p:cNvSpPr>
              <p:nvPr/>
            </p:nvSpPr>
            <p:spPr bwMode="auto">
              <a:xfrm>
                <a:off x="5951537" y="5232400"/>
                <a:ext cx="365126" cy="544513"/>
              </a:xfrm>
              <a:custGeom>
                <a:avLst/>
                <a:gdLst>
                  <a:gd name="T0" fmla="*/ 120 w 127"/>
                  <a:gd name="T1" fmla="*/ 33 h 190"/>
                  <a:gd name="T2" fmla="*/ 75 w 127"/>
                  <a:gd name="T3" fmla="*/ 0 h 190"/>
                  <a:gd name="T4" fmla="*/ 64 w 127"/>
                  <a:gd name="T5" fmla="*/ 0 h 190"/>
                  <a:gd name="T6" fmla="*/ 64 w 127"/>
                  <a:gd name="T7" fmla="*/ 0 h 190"/>
                  <a:gd name="T8" fmla="*/ 57 w 127"/>
                  <a:gd name="T9" fmla="*/ 0 h 190"/>
                  <a:gd name="T10" fmla="*/ 53 w 127"/>
                  <a:gd name="T11" fmla="*/ 0 h 190"/>
                  <a:gd name="T12" fmla="*/ 8 w 127"/>
                  <a:gd name="T13" fmla="*/ 33 h 190"/>
                  <a:gd name="T14" fmla="*/ 3 w 127"/>
                  <a:gd name="T15" fmla="*/ 132 h 190"/>
                  <a:gd name="T16" fmla="*/ 64 w 127"/>
                  <a:gd name="T17" fmla="*/ 190 h 190"/>
                  <a:gd name="T18" fmla="*/ 64 w 127"/>
                  <a:gd name="T19" fmla="*/ 190 h 190"/>
                  <a:gd name="T20" fmla="*/ 64 w 127"/>
                  <a:gd name="T21" fmla="*/ 190 h 190"/>
                  <a:gd name="T22" fmla="*/ 125 w 127"/>
                  <a:gd name="T23" fmla="*/ 132 h 190"/>
                  <a:gd name="T24" fmla="*/ 120 w 127"/>
                  <a:gd name="T25" fmla="*/ 33 h 1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27" h="190">
                    <a:moveTo>
                      <a:pt x="120" y="33"/>
                    </a:moveTo>
                    <a:cubicBezTo>
                      <a:pt x="114" y="9"/>
                      <a:pt x="101" y="0"/>
                      <a:pt x="75" y="0"/>
                    </a:cubicBezTo>
                    <a:cubicBezTo>
                      <a:pt x="64" y="0"/>
                      <a:pt x="64" y="0"/>
                      <a:pt x="64" y="0"/>
                    </a:cubicBezTo>
                    <a:cubicBezTo>
                      <a:pt x="64" y="0"/>
                      <a:pt x="64" y="0"/>
                      <a:pt x="64" y="0"/>
                    </a:cubicBezTo>
                    <a:cubicBezTo>
                      <a:pt x="57" y="0"/>
                      <a:pt x="57" y="0"/>
                      <a:pt x="57" y="0"/>
                    </a:cubicBezTo>
                    <a:cubicBezTo>
                      <a:pt x="53" y="0"/>
                      <a:pt x="53" y="0"/>
                      <a:pt x="53" y="0"/>
                    </a:cubicBezTo>
                    <a:cubicBezTo>
                      <a:pt x="27" y="0"/>
                      <a:pt x="14" y="9"/>
                      <a:pt x="8" y="33"/>
                    </a:cubicBezTo>
                    <a:cubicBezTo>
                      <a:pt x="3" y="52"/>
                      <a:pt x="0" y="86"/>
                      <a:pt x="3" y="132"/>
                    </a:cubicBezTo>
                    <a:cubicBezTo>
                      <a:pt x="5" y="174"/>
                      <a:pt x="33" y="190"/>
                      <a:pt x="64" y="190"/>
                    </a:cubicBezTo>
                    <a:cubicBezTo>
                      <a:pt x="64" y="190"/>
                      <a:pt x="64" y="190"/>
                      <a:pt x="64" y="190"/>
                    </a:cubicBezTo>
                    <a:cubicBezTo>
                      <a:pt x="64" y="190"/>
                      <a:pt x="64" y="190"/>
                      <a:pt x="64" y="190"/>
                    </a:cubicBezTo>
                    <a:cubicBezTo>
                      <a:pt x="94" y="190"/>
                      <a:pt x="123" y="174"/>
                      <a:pt x="125" y="132"/>
                    </a:cubicBezTo>
                    <a:cubicBezTo>
                      <a:pt x="127" y="86"/>
                      <a:pt x="124" y="52"/>
                      <a:pt x="120" y="33"/>
                    </a:cubicBezTo>
                    <a:close/>
                  </a:path>
                </a:pathLst>
              </a:custGeom>
              <a:solidFill>
                <a:schemeClr val="accent4"/>
              </a:solidFill>
              <a:ln>
                <a:noFill/>
              </a:ln>
            </p:spPr>
            <p:txBody>
              <a:bodyPr vert="horz" wrap="square" lIns="91440" tIns="45720" rIns="91440" bIns="45720" numCol="1" anchor="t" anchorCtr="0" compatLnSpc="1">
                <a:prstTxWarp prst="textNoShape">
                  <a:avLst/>
                </a:prstTxWarp>
              </a:bodyPr>
              <a:lstStyle/>
              <a:p>
                <a:endParaRPr lang="en-US" sz="1800">
                  <a:solidFill>
                    <a:srgbClr val="262626"/>
                  </a:solidFill>
                </a:endParaRPr>
              </a:p>
            </p:txBody>
          </p:sp>
          <p:sp>
            <p:nvSpPr>
              <p:cNvPr id="379" name="Freeform 10"/>
              <p:cNvSpPr>
                <a:spLocks/>
              </p:cNvSpPr>
              <p:nvPr/>
            </p:nvSpPr>
            <p:spPr bwMode="auto">
              <a:xfrm>
                <a:off x="6115050" y="5303838"/>
                <a:ext cx="38100" cy="134938"/>
              </a:xfrm>
              <a:custGeom>
                <a:avLst/>
                <a:gdLst>
                  <a:gd name="T0" fmla="*/ 13 w 13"/>
                  <a:gd name="T1" fmla="*/ 40 h 47"/>
                  <a:gd name="T2" fmla="*/ 7 w 13"/>
                  <a:gd name="T3" fmla="*/ 47 h 47"/>
                  <a:gd name="T4" fmla="*/ 7 w 13"/>
                  <a:gd name="T5" fmla="*/ 47 h 47"/>
                  <a:gd name="T6" fmla="*/ 0 w 13"/>
                  <a:gd name="T7" fmla="*/ 40 h 47"/>
                  <a:gd name="T8" fmla="*/ 0 w 13"/>
                  <a:gd name="T9" fmla="*/ 7 h 47"/>
                  <a:gd name="T10" fmla="*/ 7 w 13"/>
                  <a:gd name="T11" fmla="*/ 0 h 47"/>
                  <a:gd name="T12" fmla="*/ 7 w 13"/>
                  <a:gd name="T13" fmla="*/ 0 h 47"/>
                  <a:gd name="T14" fmla="*/ 13 w 13"/>
                  <a:gd name="T15" fmla="*/ 7 h 47"/>
                  <a:gd name="T16" fmla="*/ 13 w 13"/>
                  <a:gd name="T17" fmla="*/ 40 h 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3" h="47">
                    <a:moveTo>
                      <a:pt x="13" y="40"/>
                    </a:moveTo>
                    <a:cubicBezTo>
                      <a:pt x="13" y="44"/>
                      <a:pt x="10" y="47"/>
                      <a:pt x="7" y="47"/>
                    </a:cubicBezTo>
                    <a:cubicBezTo>
                      <a:pt x="7" y="47"/>
                      <a:pt x="7" y="47"/>
                      <a:pt x="7" y="47"/>
                    </a:cubicBezTo>
                    <a:cubicBezTo>
                      <a:pt x="3" y="47"/>
                      <a:pt x="0" y="44"/>
                      <a:pt x="0" y="40"/>
                    </a:cubicBezTo>
                    <a:cubicBezTo>
                      <a:pt x="0" y="7"/>
                      <a:pt x="0" y="7"/>
                      <a:pt x="0" y="7"/>
                    </a:cubicBezTo>
                    <a:cubicBezTo>
                      <a:pt x="0" y="3"/>
                      <a:pt x="3" y="0"/>
                      <a:pt x="7" y="0"/>
                    </a:cubicBezTo>
                    <a:cubicBezTo>
                      <a:pt x="7" y="0"/>
                      <a:pt x="7" y="0"/>
                      <a:pt x="7" y="0"/>
                    </a:cubicBezTo>
                    <a:cubicBezTo>
                      <a:pt x="10" y="0"/>
                      <a:pt x="13" y="3"/>
                      <a:pt x="13" y="7"/>
                    </a:cubicBezTo>
                    <a:lnTo>
                      <a:pt x="13" y="40"/>
                    </a:lnTo>
                    <a:close/>
                  </a:path>
                </a:pathLst>
              </a:custGeom>
              <a:solidFill>
                <a:schemeClr val="bg2">
                  <a:lumMod val="20000"/>
                  <a:lumOff val="8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solidFill>
                    <a:srgbClr val="262626"/>
                  </a:solidFill>
                </a:endParaRPr>
              </a:p>
            </p:txBody>
          </p:sp>
          <p:sp>
            <p:nvSpPr>
              <p:cNvPr id="380" name="Rectangle 11"/>
              <p:cNvSpPr>
                <a:spLocks noChangeArrowheads="1"/>
              </p:cNvSpPr>
              <p:nvPr/>
            </p:nvSpPr>
            <p:spPr bwMode="auto">
              <a:xfrm>
                <a:off x="6129338" y="5232400"/>
                <a:ext cx="11113" cy="292100"/>
              </a:xfrm>
              <a:prstGeom prst="rect">
                <a:avLst/>
              </a:prstGeom>
              <a:solidFill>
                <a:schemeClr val="bg2">
                  <a:lumMod val="20000"/>
                  <a:lumOff val="8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a:solidFill>
                    <a:srgbClr val="262626"/>
                  </a:solidFill>
                </a:endParaRPr>
              </a:p>
            </p:txBody>
          </p:sp>
        </p:grpSp>
        <p:grpSp>
          <p:nvGrpSpPr>
            <p:cNvPr id="397" name="Group 396"/>
            <p:cNvGrpSpPr/>
            <p:nvPr/>
          </p:nvGrpSpPr>
          <p:grpSpPr>
            <a:xfrm>
              <a:off x="10929938" y="2701925"/>
              <a:ext cx="1168400" cy="1011238"/>
              <a:chOff x="10929938" y="2028825"/>
              <a:chExt cx="1168400" cy="1011238"/>
            </a:xfrm>
          </p:grpSpPr>
          <p:sp>
            <p:nvSpPr>
              <p:cNvPr id="385" name="Freeform 15"/>
              <p:cNvSpPr>
                <a:spLocks noEditPoints="1"/>
              </p:cNvSpPr>
              <p:nvPr/>
            </p:nvSpPr>
            <p:spPr bwMode="auto">
              <a:xfrm>
                <a:off x="10929938" y="2028825"/>
                <a:ext cx="1168400" cy="1011238"/>
              </a:xfrm>
              <a:custGeom>
                <a:avLst/>
                <a:gdLst>
                  <a:gd name="T0" fmla="*/ 285 w 340"/>
                  <a:gd name="T1" fmla="*/ 56 h 294"/>
                  <a:gd name="T2" fmla="*/ 243 w 340"/>
                  <a:gd name="T3" fmla="*/ 56 h 294"/>
                  <a:gd name="T4" fmla="*/ 243 w 340"/>
                  <a:gd name="T5" fmla="*/ 10 h 294"/>
                  <a:gd name="T6" fmla="*/ 233 w 340"/>
                  <a:gd name="T7" fmla="*/ 0 h 294"/>
                  <a:gd name="T8" fmla="*/ 10 w 340"/>
                  <a:gd name="T9" fmla="*/ 0 h 294"/>
                  <a:gd name="T10" fmla="*/ 0 w 340"/>
                  <a:gd name="T11" fmla="*/ 10 h 294"/>
                  <a:gd name="T12" fmla="*/ 0 w 340"/>
                  <a:gd name="T13" fmla="*/ 271 h 294"/>
                  <a:gd name="T14" fmla="*/ 10 w 340"/>
                  <a:gd name="T15" fmla="*/ 281 h 294"/>
                  <a:gd name="T16" fmla="*/ 22 w 340"/>
                  <a:gd name="T17" fmla="*/ 281 h 294"/>
                  <a:gd name="T18" fmla="*/ 22 w 340"/>
                  <a:gd name="T19" fmla="*/ 294 h 294"/>
                  <a:gd name="T20" fmla="*/ 224 w 340"/>
                  <a:gd name="T21" fmla="*/ 294 h 294"/>
                  <a:gd name="T22" fmla="*/ 224 w 340"/>
                  <a:gd name="T23" fmla="*/ 281 h 294"/>
                  <a:gd name="T24" fmla="*/ 233 w 340"/>
                  <a:gd name="T25" fmla="*/ 281 h 294"/>
                  <a:gd name="T26" fmla="*/ 243 w 340"/>
                  <a:gd name="T27" fmla="*/ 271 h 294"/>
                  <a:gd name="T28" fmla="*/ 243 w 340"/>
                  <a:gd name="T29" fmla="*/ 219 h 294"/>
                  <a:gd name="T30" fmla="*/ 285 w 340"/>
                  <a:gd name="T31" fmla="*/ 219 h 294"/>
                  <a:gd name="T32" fmla="*/ 340 w 340"/>
                  <a:gd name="T33" fmla="*/ 164 h 294"/>
                  <a:gd name="T34" fmla="*/ 340 w 340"/>
                  <a:gd name="T35" fmla="*/ 112 h 294"/>
                  <a:gd name="T36" fmla="*/ 285 w 340"/>
                  <a:gd name="T37" fmla="*/ 56 h 294"/>
                  <a:gd name="T38" fmla="*/ 313 w 340"/>
                  <a:gd name="T39" fmla="*/ 164 h 294"/>
                  <a:gd name="T40" fmla="*/ 285 w 340"/>
                  <a:gd name="T41" fmla="*/ 192 h 294"/>
                  <a:gd name="T42" fmla="*/ 243 w 340"/>
                  <a:gd name="T43" fmla="*/ 192 h 294"/>
                  <a:gd name="T44" fmla="*/ 243 w 340"/>
                  <a:gd name="T45" fmla="*/ 84 h 294"/>
                  <a:gd name="T46" fmla="*/ 285 w 340"/>
                  <a:gd name="T47" fmla="*/ 84 h 294"/>
                  <a:gd name="T48" fmla="*/ 313 w 340"/>
                  <a:gd name="T49" fmla="*/ 112 h 294"/>
                  <a:gd name="T50" fmla="*/ 313 w 340"/>
                  <a:gd name="T51" fmla="*/ 164 h 2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340" h="294">
                    <a:moveTo>
                      <a:pt x="285" y="56"/>
                    </a:moveTo>
                    <a:cubicBezTo>
                      <a:pt x="243" y="56"/>
                      <a:pt x="243" y="56"/>
                      <a:pt x="243" y="56"/>
                    </a:cubicBezTo>
                    <a:cubicBezTo>
                      <a:pt x="243" y="10"/>
                      <a:pt x="243" y="10"/>
                      <a:pt x="243" y="10"/>
                    </a:cubicBezTo>
                    <a:cubicBezTo>
                      <a:pt x="243" y="5"/>
                      <a:pt x="239" y="0"/>
                      <a:pt x="233" y="0"/>
                    </a:cubicBezTo>
                    <a:cubicBezTo>
                      <a:pt x="10" y="0"/>
                      <a:pt x="10" y="0"/>
                      <a:pt x="10" y="0"/>
                    </a:cubicBezTo>
                    <a:cubicBezTo>
                      <a:pt x="5" y="0"/>
                      <a:pt x="0" y="5"/>
                      <a:pt x="0" y="10"/>
                    </a:cubicBezTo>
                    <a:cubicBezTo>
                      <a:pt x="0" y="271"/>
                      <a:pt x="0" y="271"/>
                      <a:pt x="0" y="271"/>
                    </a:cubicBezTo>
                    <a:cubicBezTo>
                      <a:pt x="0" y="276"/>
                      <a:pt x="5" y="281"/>
                      <a:pt x="10" y="281"/>
                    </a:cubicBezTo>
                    <a:cubicBezTo>
                      <a:pt x="22" y="281"/>
                      <a:pt x="22" y="281"/>
                      <a:pt x="22" y="281"/>
                    </a:cubicBezTo>
                    <a:cubicBezTo>
                      <a:pt x="22" y="294"/>
                      <a:pt x="22" y="294"/>
                      <a:pt x="22" y="294"/>
                    </a:cubicBezTo>
                    <a:cubicBezTo>
                      <a:pt x="224" y="294"/>
                      <a:pt x="224" y="294"/>
                      <a:pt x="224" y="294"/>
                    </a:cubicBezTo>
                    <a:cubicBezTo>
                      <a:pt x="224" y="281"/>
                      <a:pt x="224" y="281"/>
                      <a:pt x="224" y="281"/>
                    </a:cubicBezTo>
                    <a:cubicBezTo>
                      <a:pt x="233" y="281"/>
                      <a:pt x="233" y="281"/>
                      <a:pt x="233" y="281"/>
                    </a:cubicBezTo>
                    <a:cubicBezTo>
                      <a:pt x="239" y="281"/>
                      <a:pt x="243" y="276"/>
                      <a:pt x="243" y="271"/>
                    </a:cubicBezTo>
                    <a:cubicBezTo>
                      <a:pt x="243" y="219"/>
                      <a:pt x="243" y="219"/>
                      <a:pt x="243" y="219"/>
                    </a:cubicBezTo>
                    <a:cubicBezTo>
                      <a:pt x="285" y="219"/>
                      <a:pt x="285" y="219"/>
                      <a:pt x="285" y="219"/>
                    </a:cubicBezTo>
                    <a:cubicBezTo>
                      <a:pt x="316" y="219"/>
                      <a:pt x="340" y="195"/>
                      <a:pt x="340" y="164"/>
                    </a:cubicBezTo>
                    <a:cubicBezTo>
                      <a:pt x="340" y="112"/>
                      <a:pt x="340" y="112"/>
                      <a:pt x="340" y="112"/>
                    </a:cubicBezTo>
                    <a:cubicBezTo>
                      <a:pt x="340" y="81"/>
                      <a:pt x="316" y="56"/>
                      <a:pt x="285" y="56"/>
                    </a:cubicBezTo>
                    <a:close/>
                    <a:moveTo>
                      <a:pt x="313" y="164"/>
                    </a:moveTo>
                    <a:cubicBezTo>
                      <a:pt x="313" y="179"/>
                      <a:pt x="300" y="192"/>
                      <a:pt x="285" y="192"/>
                    </a:cubicBezTo>
                    <a:cubicBezTo>
                      <a:pt x="243" y="192"/>
                      <a:pt x="243" y="192"/>
                      <a:pt x="243" y="192"/>
                    </a:cubicBezTo>
                    <a:cubicBezTo>
                      <a:pt x="243" y="84"/>
                      <a:pt x="243" y="84"/>
                      <a:pt x="243" y="84"/>
                    </a:cubicBezTo>
                    <a:cubicBezTo>
                      <a:pt x="285" y="84"/>
                      <a:pt x="285" y="84"/>
                      <a:pt x="285" y="84"/>
                    </a:cubicBezTo>
                    <a:cubicBezTo>
                      <a:pt x="300" y="84"/>
                      <a:pt x="313" y="96"/>
                      <a:pt x="313" y="112"/>
                    </a:cubicBezTo>
                    <a:lnTo>
                      <a:pt x="313" y="164"/>
                    </a:lnTo>
                    <a:close/>
                  </a:path>
                </a:pathLst>
              </a:custGeom>
              <a:solidFill>
                <a:srgbClr val="FFF1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solidFill>
                    <a:srgbClr val="262626"/>
                  </a:solidFill>
                </a:endParaRPr>
              </a:p>
            </p:txBody>
          </p:sp>
          <p:sp>
            <p:nvSpPr>
              <p:cNvPr id="386" name="Freeform 16"/>
              <p:cNvSpPr>
                <a:spLocks/>
              </p:cNvSpPr>
              <p:nvPr/>
            </p:nvSpPr>
            <p:spPr bwMode="auto">
              <a:xfrm>
                <a:off x="11077576" y="2424113"/>
                <a:ext cx="120650" cy="150813"/>
              </a:xfrm>
              <a:custGeom>
                <a:avLst/>
                <a:gdLst>
                  <a:gd name="T0" fmla="*/ 35 w 35"/>
                  <a:gd name="T1" fmla="*/ 41 h 44"/>
                  <a:gd name="T2" fmla="*/ 20 w 35"/>
                  <a:gd name="T3" fmla="*/ 44 h 44"/>
                  <a:gd name="T4" fmla="*/ 10 w 35"/>
                  <a:gd name="T5" fmla="*/ 42 h 44"/>
                  <a:gd name="T6" fmla="*/ 2 w 35"/>
                  <a:gd name="T7" fmla="*/ 34 h 44"/>
                  <a:gd name="T8" fmla="*/ 0 w 35"/>
                  <a:gd name="T9" fmla="*/ 23 h 44"/>
                  <a:gd name="T10" fmla="*/ 6 w 35"/>
                  <a:gd name="T11" fmla="*/ 6 h 44"/>
                  <a:gd name="T12" fmla="*/ 22 w 35"/>
                  <a:gd name="T13" fmla="*/ 0 h 44"/>
                  <a:gd name="T14" fmla="*/ 34 w 35"/>
                  <a:gd name="T15" fmla="*/ 2 h 44"/>
                  <a:gd name="T16" fmla="*/ 34 w 35"/>
                  <a:gd name="T17" fmla="*/ 8 h 44"/>
                  <a:gd name="T18" fmla="*/ 21 w 35"/>
                  <a:gd name="T19" fmla="*/ 4 h 44"/>
                  <a:gd name="T20" fmla="*/ 13 w 35"/>
                  <a:gd name="T21" fmla="*/ 7 h 44"/>
                  <a:gd name="T22" fmla="*/ 7 w 35"/>
                  <a:gd name="T23" fmla="*/ 13 h 44"/>
                  <a:gd name="T24" fmla="*/ 5 w 35"/>
                  <a:gd name="T25" fmla="*/ 22 h 44"/>
                  <a:gd name="T26" fmla="*/ 9 w 35"/>
                  <a:gd name="T27" fmla="*/ 35 h 44"/>
                  <a:gd name="T28" fmla="*/ 21 w 35"/>
                  <a:gd name="T29" fmla="*/ 40 h 44"/>
                  <a:gd name="T30" fmla="*/ 30 w 35"/>
                  <a:gd name="T31" fmla="*/ 38 h 44"/>
                  <a:gd name="T32" fmla="*/ 30 w 35"/>
                  <a:gd name="T33" fmla="*/ 26 h 44"/>
                  <a:gd name="T34" fmla="*/ 20 w 35"/>
                  <a:gd name="T35" fmla="*/ 26 h 44"/>
                  <a:gd name="T36" fmla="*/ 20 w 35"/>
                  <a:gd name="T37" fmla="*/ 21 h 44"/>
                  <a:gd name="T38" fmla="*/ 35 w 35"/>
                  <a:gd name="T39" fmla="*/ 21 h 44"/>
                  <a:gd name="T40" fmla="*/ 35 w 35"/>
                  <a:gd name="T41" fmla="*/ 41 h 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35" h="44">
                    <a:moveTo>
                      <a:pt x="35" y="41"/>
                    </a:moveTo>
                    <a:cubicBezTo>
                      <a:pt x="30" y="43"/>
                      <a:pt x="26" y="44"/>
                      <a:pt x="20" y="44"/>
                    </a:cubicBezTo>
                    <a:cubicBezTo>
                      <a:pt x="16" y="44"/>
                      <a:pt x="13" y="43"/>
                      <a:pt x="10" y="42"/>
                    </a:cubicBezTo>
                    <a:cubicBezTo>
                      <a:pt x="6" y="40"/>
                      <a:pt x="4" y="37"/>
                      <a:pt x="2" y="34"/>
                    </a:cubicBezTo>
                    <a:cubicBezTo>
                      <a:pt x="1" y="30"/>
                      <a:pt x="0" y="27"/>
                      <a:pt x="0" y="23"/>
                    </a:cubicBezTo>
                    <a:cubicBezTo>
                      <a:pt x="0" y="16"/>
                      <a:pt x="2" y="11"/>
                      <a:pt x="6" y="6"/>
                    </a:cubicBezTo>
                    <a:cubicBezTo>
                      <a:pt x="10" y="2"/>
                      <a:pt x="15" y="0"/>
                      <a:pt x="22" y="0"/>
                    </a:cubicBezTo>
                    <a:cubicBezTo>
                      <a:pt x="27" y="0"/>
                      <a:pt x="31" y="1"/>
                      <a:pt x="34" y="2"/>
                    </a:cubicBezTo>
                    <a:cubicBezTo>
                      <a:pt x="34" y="8"/>
                      <a:pt x="34" y="8"/>
                      <a:pt x="34" y="8"/>
                    </a:cubicBezTo>
                    <a:cubicBezTo>
                      <a:pt x="30" y="5"/>
                      <a:pt x="26" y="4"/>
                      <a:pt x="21" y="4"/>
                    </a:cubicBezTo>
                    <a:cubicBezTo>
                      <a:pt x="18" y="4"/>
                      <a:pt x="15" y="5"/>
                      <a:pt x="13" y="7"/>
                    </a:cubicBezTo>
                    <a:cubicBezTo>
                      <a:pt x="10" y="8"/>
                      <a:pt x="8" y="10"/>
                      <a:pt x="7" y="13"/>
                    </a:cubicBezTo>
                    <a:cubicBezTo>
                      <a:pt x="6" y="16"/>
                      <a:pt x="5" y="19"/>
                      <a:pt x="5" y="22"/>
                    </a:cubicBezTo>
                    <a:cubicBezTo>
                      <a:pt x="5" y="28"/>
                      <a:pt x="6" y="32"/>
                      <a:pt x="9" y="35"/>
                    </a:cubicBezTo>
                    <a:cubicBezTo>
                      <a:pt x="12" y="38"/>
                      <a:pt x="16" y="40"/>
                      <a:pt x="21" y="40"/>
                    </a:cubicBezTo>
                    <a:cubicBezTo>
                      <a:pt x="24" y="40"/>
                      <a:pt x="27" y="39"/>
                      <a:pt x="30" y="38"/>
                    </a:cubicBezTo>
                    <a:cubicBezTo>
                      <a:pt x="30" y="26"/>
                      <a:pt x="30" y="26"/>
                      <a:pt x="30" y="26"/>
                    </a:cubicBezTo>
                    <a:cubicBezTo>
                      <a:pt x="20" y="26"/>
                      <a:pt x="20" y="26"/>
                      <a:pt x="20" y="26"/>
                    </a:cubicBezTo>
                    <a:cubicBezTo>
                      <a:pt x="20" y="21"/>
                      <a:pt x="20" y="21"/>
                      <a:pt x="20" y="21"/>
                    </a:cubicBezTo>
                    <a:cubicBezTo>
                      <a:pt x="35" y="21"/>
                      <a:pt x="35" y="21"/>
                      <a:pt x="35" y="21"/>
                    </a:cubicBezTo>
                    <a:lnTo>
                      <a:pt x="35" y="41"/>
                    </a:lnTo>
                    <a:close/>
                  </a:path>
                </a:pathLst>
              </a:custGeom>
              <a:solidFill>
                <a:srgbClr val="231F2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solidFill>
                    <a:srgbClr val="262626"/>
                  </a:solidFill>
                </a:endParaRPr>
              </a:p>
            </p:txBody>
          </p:sp>
          <p:sp>
            <p:nvSpPr>
              <p:cNvPr id="387" name="Freeform 17"/>
              <p:cNvSpPr>
                <a:spLocks/>
              </p:cNvSpPr>
              <p:nvPr/>
            </p:nvSpPr>
            <p:spPr bwMode="auto">
              <a:xfrm>
                <a:off x="11256963" y="2427288"/>
                <a:ext cx="79375" cy="147638"/>
              </a:xfrm>
              <a:custGeom>
                <a:avLst/>
                <a:gdLst>
                  <a:gd name="T0" fmla="*/ 50 w 50"/>
                  <a:gd name="T1" fmla="*/ 93 h 93"/>
                  <a:gd name="T2" fmla="*/ 0 w 50"/>
                  <a:gd name="T3" fmla="*/ 93 h 93"/>
                  <a:gd name="T4" fmla="*/ 0 w 50"/>
                  <a:gd name="T5" fmla="*/ 0 h 93"/>
                  <a:gd name="T6" fmla="*/ 47 w 50"/>
                  <a:gd name="T7" fmla="*/ 0 h 93"/>
                  <a:gd name="T8" fmla="*/ 47 w 50"/>
                  <a:gd name="T9" fmla="*/ 9 h 93"/>
                  <a:gd name="T10" fmla="*/ 11 w 50"/>
                  <a:gd name="T11" fmla="*/ 9 h 93"/>
                  <a:gd name="T12" fmla="*/ 11 w 50"/>
                  <a:gd name="T13" fmla="*/ 39 h 93"/>
                  <a:gd name="T14" fmla="*/ 45 w 50"/>
                  <a:gd name="T15" fmla="*/ 39 h 93"/>
                  <a:gd name="T16" fmla="*/ 45 w 50"/>
                  <a:gd name="T17" fmla="*/ 50 h 93"/>
                  <a:gd name="T18" fmla="*/ 11 w 50"/>
                  <a:gd name="T19" fmla="*/ 50 h 93"/>
                  <a:gd name="T20" fmla="*/ 11 w 50"/>
                  <a:gd name="T21" fmla="*/ 83 h 93"/>
                  <a:gd name="T22" fmla="*/ 50 w 50"/>
                  <a:gd name="T23" fmla="*/ 83 h 93"/>
                  <a:gd name="T24" fmla="*/ 50 w 50"/>
                  <a:gd name="T25" fmla="*/ 93 h 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50" h="93">
                    <a:moveTo>
                      <a:pt x="50" y="93"/>
                    </a:moveTo>
                    <a:lnTo>
                      <a:pt x="0" y="93"/>
                    </a:lnTo>
                    <a:lnTo>
                      <a:pt x="0" y="0"/>
                    </a:lnTo>
                    <a:lnTo>
                      <a:pt x="47" y="0"/>
                    </a:lnTo>
                    <a:lnTo>
                      <a:pt x="47" y="9"/>
                    </a:lnTo>
                    <a:lnTo>
                      <a:pt x="11" y="9"/>
                    </a:lnTo>
                    <a:lnTo>
                      <a:pt x="11" y="39"/>
                    </a:lnTo>
                    <a:lnTo>
                      <a:pt x="45" y="39"/>
                    </a:lnTo>
                    <a:lnTo>
                      <a:pt x="45" y="50"/>
                    </a:lnTo>
                    <a:lnTo>
                      <a:pt x="11" y="50"/>
                    </a:lnTo>
                    <a:lnTo>
                      <a:pt x="11" y="83"/>
                    </a:lnTo>
                    <a:lnTo>
                      <a:pt x="50" y="83"/>
                    </a:lnTo>
                    <a:lnTo>
                      <a:pt x="50" y="93"/>
                    </a:lnTo>
                    <a:close/>
                  </a:path>
                </a:pathLst>
              </a:custGeom>
              <a:solidFill>
                <a:srgbClr val="231F2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solidFill>
                    <a:srgbClr val="262626"/>
                  </a:solidFill>
                </a:endParaRPr>
              </a:p>
            </p:txBody>
          </p:sp>
          <p:sp>
            <p:nvSpPr>
              <p:cNvPr id="388" name="Freeform 18"/>
              <p:cNvSpPr>
                <a:spLocks/>
              </p:cNvSpPr>
              <p:nvPr/>
            </p:nvSpPr>
            <p:spPr bwMode="auto">
              <a:xfrm>
                <a:off x="11387138" y="2427288"/>
                <a:ext cx="79375" cy="147638"/>
              </a:xfrm>
              <a:custGeom>
                <a:avLst/>
                <a:gdLst>
                  <a:gd name="T0" fmla="*/ 50 w 50"/>
                  <a:gd name="T1" fmla="*/ 93 h 93"/>
                  <a:gd name="T2" fmla="*/ 0 w 50"/>
                  <a:gd name="T3" fmla="*/ 93 h 93"/>
                  <a:gd name="T4" fmla="*/ 0 w 50"/>
                  <a:gd name="T5" fmla="*/ 0 h 93"/>
                  <a:gd name="T6" fmla="*/ 48 w 50"/>
                  <a:gd name="T7" fmla="*/ 0 h 93"/>
                  <a:gd name="T8" fmla="*/ 48 w 50"/>
                  <a:gd name="T9" fmla="*/ 9 h 93"/>
                  <a:gd name="T10" fmla="*/ 11 w 50"/>
                  <a:gd name="T11" fmla="*/ 9 h 93"/>
                  <a:gd name="T12" fmla="*/ 11 w 50"/>
                  <a:gd name="T13" fmla="*/ 39 h 93"/>
                  <a:gd name="T14" fmla="*/ 45 w 50"/>
                  <a:gd name="T15" fmla="*/ 39 h 93"/>
                  <a:gd name="T16" fmla="*/ 45 w 50"/>
                  <a:gd name="T17" fmla="*/ 50 h 93"/>
                  <a:gd name="T18" fmla="*/ 11 w 50"/>
                  <a:gd name="T19" fmla="*/ 50 h 93"/>
                  <a:gd name="T20" fmla="*/ 11 w 50"/>
                  <a:gd name="T21" fmla="*/ 83 h 93"/>
                  <a:gd name="T22" fmla="*/ 50 w 50"/>
                  <a:gd name="T23" fmla="*/ 83 h 93"/>
                  <a:gd name="T24" fmla="*/ 50 w 50"/>
                  <a:gd name="T25" fmla="*/ 93 h 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50" h="93">
                    <a:moveTo>
                      <a:pt x="50" y="93"/>
                    </a:moveTo>
                    <a:lnTo>
                      <a:pt x="0" y="93"/>
                    </a:lnTo>
                    <a:lnTo>
                      <a:pt x="0" y="0"/>
                    </a:lnTo>
                    <a:lnTo>
                      <a:pt x="48" y="0"/>
                    </a:lnTo>
                    <a:lnTo>
                      <a:pt x="48" y="9"/>
                    </a:lnTo>
                    <a:lnTo>
                      <a:pt x="11" y="9"/>
                    </a:lnTo>
                    <a:lnTo>
                      <a:pt x="11" y="39"/>
                    </a:lnTo>
                    <a:lnTo>
                      <a:pt x="45" y="39"/>
                    </a:lnTo>
                    <a:lnTo>
                      <a:pt x="45" y="50"/>
                    </a:lnTo>
                    <a:lnTo>
                      <a:pt x="11" y="50"/>
                    </a:lnTo>
                    <a:lnTo>
                      <a:pt x="11" y="83"/>
                    </a:lnTo>
                    <a:lnTo>
                      <a:pt x="50" y="83"/>
                    </a:lnTo>
                    <a:lnTo>
                      <a:pt x="50" y="93"/>
                    </a:lnTo>
                    <a:close/>
                  </a:path>
                </a:pathLst>
              </a:custGeom>
              <a:solidFill>
                <a:srgbClr val="231F2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solidFill>
                    <a:srgbClr val="262626"/>
                  </a:solidFill>
                </a:endParaRPr>
              </a:p>
            </p:txBody>
          </p:sp>
          <p:sp>
            <p:nvSpPr>
              <p:cNvPr id="389" name="Freeform 19"/>
              <p:cNvSpPr>
                <a:spLocks/>
              </p:cNvSpPr>
              <p:nvPr/>
            </p:nvSpPr>
            <p:spPr bwMode="auto">
              <a:xfrm>
                <a:off x="11517313" y="2427288"/>
                <a:ext cx="103188" cy="147638"/>
              </a:xfrm>
              <a:custGeom>
                <a:avLst/>
                <a:gdLst>
                  <a:gd name="T0" fmla="*/ 30 w 30"/>
                  <a:gd name="T1" fmla="*/ 43 h 43"/>
                  <a:gd name="T2" fmla="*/ 23 w 30"/>
                  <a:gd name="T3" fmla="*/ 43 h 43"/>
                  <a:gd name="T4" fmla="*/ 6 w 30"/>
                  <a:gd name="T5" fmla="*/ 23 h 43"/>
                  <a:gd name="T6" fmla="*/ 5 w 30"/>
                  <a:gd name="T7" fmla="*/ 21 h 43"/>
                  <a:gd name="T8" fmla="*/ 5 w 30"/>
                  <a:gd name="T9" fmla="*/ 21 h 43"/>
                  <a:gd name="T10" fmla="*/ 5 w 30"/>
                  <a:gd name="T11" fmla="*/ 43 h 43"/>
                  <a:gd name="T12" fmla="*/ 0 w 30"/>
                  <a:gd name="T13" fmla="*/ 43 h 43"/>
                  <a:gd name="T14" fmla="*/ 0 w 30"/>
                  <a:gd name="T15" fmla="*/ 0 h 43"/>
                  <a:gd name="T16" fmla="*/ 5 w 30"/>
                  <a:gd name="T17" fmla="*/ 0 h 43"/>
                  <a:gd name="T18" fmla="*/ 5 w 30"/>
                  <a:gd name="T19" fmla="*/ 20 h 43"/>
                  <a:gd name="T20" fmla="*/ 5 w 30"/>
                  <a:gd name="T21" fmla="*/ 20 h 43"/>
                  <a:gd name="T22" fmla="*/ 6 w 30"/>
                  <a:gd name="T23" fmla="*/ 18 h 43"/>
                  <a:gd name="T24" fmla="*/ 23 w 30"/>
                  <a:gd name="T25" fmla="*/ 0 h 43"/>
                  <a:gd name="T26" fmla="*/ 29 w 30"/>
                  <a:gd name="T27" fmla="*/ 0 h 43"/>
                  <a:gd name="T28" fmla="*/ 10 w 30"/>
                  <a:gd name="T29" fmla="*/ 20 h 43"/>
                  <a:gd name="T30" fmla="*/ 30 w 30"/>
                  <a:gd name="T31" fmla="*/ 43 h 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30" h="43">
                    <a:moveTo>
                      <a:pt x="30" y="43"/>
                    </a:moveTo>
                    <a:cubicBezTo>
                      <a:pt x="23" y="43"/>
                      <a:pt x="23" y="43"/>
                      <a:pt x="23" y="43"/>
                    </a:cubicBezTo>
                    <a:cubicBezTo>
                      <a:pt x="6" y="23"/>
                      <a:pt x="6" y="23"/>
                      <a:pt x="6" y="23"/>
                    </a:cubicBezTo>
                    <a:cubicBezTo>
                      <a:pt x="6" y="22"/>
                      <a:pt x="6" y="22"/>
                      <a:pt x="5" y="21"/>
                    </a:cubicBezTo>
                    <a:cubicBezTo>
                      <a:pt x="5" y="21"/>
                      <a:pt x="5" y="21"/>
                      <a:pt x="5" y="21"/>
                    </a:cubicBezTo>
                    <a:cubicBezTo>
                      <a:pt x="5" y="43"/>
                      <a:pt x="5" y="43"/>
                      <a:pt x="5" y="43"/>
                    </a:cubicBezTo>
                    <a:cubicBezTo>
                      <a:pt x="0" y="43"/>
                      <a:pt x="0" y="43"/>
                      <a:pt x="0" y="43"/>
                    </a:cubicBezTo>
                    <a:cubicBezTo>
                      <a:pt x="0" y="0"/>
                      <a:pt x="0" y="0"/>
                      <a:pt x="0" y="0"/>
                    </a:cubicBezTo>
                    <a:cubicBezTo>
                      <a:pt x="5" y="0"/>
                      <a:pt x="5" y="0"/>
                      <a:pt x="5" y="0"/>
                    </a:cubicBezTo>
                    <a:cubicBezTo>
                      <a:pt x="5" y="20"/>
                      <a:pt x="5" y="20"/>
                      <a:pt x="5" y="20"/>
                    </a:cubicBezTo>
                    <a:cubicBezTo>
                      <a:pt x="5" y="20"/>
                      <a:pt x="5" y="20"/>
                      <a:pt x="5" y="20"/>
                    </a:cubicBezTo>
                    <a:cubicBezTo>
                      <a:pt x="6" y="18"/>
                      <a:pt x="6" y="18"/>
                      <a:pt x="6" y="18"/>
                    </a:cubicBezTo>
                    <a:cubicBezTo>
                      <a:pt x="23" y="0"/>
                      <a:pt x="23" y="0"/>
                      <a:pt x="23" y="0"/>
                    </a:cubicBezTo>
                    <a:cubicBezTo>
                      <a:pt x="29" y="0"/>
                      <a:pt x="29" y="0"/>
                      <a:pt x="29" y="0"/>
                    </a:cubicBezTo>
                    <a:cubicBezTo>
                      <a:pt x="10" y="20"/>
                      <a:pt x="10" y="20"/>
                      <a:pt x="10" y="20"/>
                    </a:cubicBezTo>
                    <a:lnTo>
                      <a:pt x="30" y="43"/>
                    </a:lnTo>
                    <a:close/>
                  </a:path>
                </a:pathLst>
              </a:custGeom>
              <a:solidFill>
                <a:srgbClr val="231F2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solidFill>
                    <a:srgbClr val="262626"/>
                  </a:solidFill>
                </a:endParaRPr>
              </a:p>
            </p:txBody>
          </p:sp>
          <p:sp>
            <p:nvSpPr>
              <p:cNvPr id="390" name="Freeform 20"/>
              <p:cNvSpPr>
                <a:spLocks noEditPoints="1"/>
              </p:cNvSpPr>
              <p:nvPr/>
            </p:nvSpPr>
            <p:spPr bwMode="auto">
              <a:xfrm>
                <a:off x="10929938" y="2028825"/>
                <a:ext cx="1168400" cy="1011238"/>
              </a:xfrm>
              <a:custGeom>
                <a:avLst/>
                <a:gdLst>
                  <a:gd name="T0" fmla="*/ 285 w 340"/>
                  <a:gd name="T1" fmla="*/ 56 h 294"/>
                  <a:gd name="T2" fmla="*/ 243 w 340"/>
                  <a:gd name="T3" fmla="*/ 56 h 294"/>
                  <a:gd name="T4" fmla="*/ 243 w 340"/>
                  <a:gd name="T5" fmla="*/ 10 h 294"/>
                  <a:gd name="T6" fmla="*/ 233 w 340"/>
                  <a:gd name="T7" fmla="*/ 0 h 294"/>
                  <a:gd name="T8" fmla="*/ 10 w 340"/>
                  <a:gd name="T9" fmla="*/ 0 h 294"/>
                  <a:gd name="T10" fmla="*/ 0 w 340"/>
                  <a:gd name="T11" fmla="*/ 10 h 294"/>
                  <a:gd name="T12" fmla="*/ 0 w 340"/>
                  <a:gd name="T13" fmla="*/ 271 h 294"/>
                  <a:gd name="T14" fmla="*/ 10 w 340"/>
                  <a:gd name="T15" fmla="*/ 281 h 294"/>
                  <a:gd name="T16" fmla="*/ 22 w 340"/>
                  <a:gd name="T17" fmla="*/ 281 h 294"/>
                  <a:gd name="T18" fmla="*/ 22 w 340"/>
                  <a:gd name="T19" fmla="*/ 294 h 294"/>
                  <a:gd name="T20" fmla="*/ 224 w 340"/>
                  <a:gd name="T21" fmla="*/ 294 h 294"/>
                  <a:gd name="T22" fmla="*/ 224 w 340"/>
                  <a:gd name="T23" fmla="*/ 281 h 294"/>
                  <a:gd name="T24" fmla="*/ 233 w 340"/>
                  <a:gd name="T25" fmla="*/ 281 h 294"/>
                  <a:gd name="T26" fmla="*/ 243 w 340"/>
                  <a:gd name="T27" fmla="*/ 271 h 294"/>
                  <a:gd name="T28" fmla="*/ 243 w 340"/>
                  <a:gd name="T29" fmla="*/ 219 h 294"/>
                  <a:gd name="T30" fmla="*/ 285 w 340"/>
                  <a:gd name="T31" fmla="*/ 219 h 294"/>
                  <a:gd name="T32" fmla="*/ 340 w 340"/>
                  <a:gd name="T33" fmla="*/ 164 h 294"/>
                  <a:gd name="T34" fmla="*/ 340 w 340"/>
                  <a:gd name="T35" fmla="*/ 112 h 294"/>
                  <a:gd name="T36" fmla="*/ 285 w 340"/>
                  <a:gd name="T37" fmla="*/ 56 h 294"/>
                  <a:gd name="T38" fmla="*/ 313 w 340"/>
                  <a:gd name="T39" fmla="*/ 164 h 294"/>
                  <a:gd name="T40" fmla="*/ 285 w 340"/>
                  <a:gd name="T41" fmla="*/ 192 h 294"/>
                  <a:gd name="T42" fmla="*/ 243 w 340"/>
                  <a:gd name="T43" fmla="*/ 192 h 294"/>
                  <a:gd name="T44" fmla="*/ 243 w 340"/>
                  <a:gd name="T45" fmla="*/ 84 h 294"/>
                  <a:gd name="T46" fmla="*/ 285 w 340"/>
                  <a:gd name="T47" fmla="*/ 84 h 294"/>
                  <a:gd name="T48" fmla="*/ 313 w 340"/>
                  <a:gd name="T49" fmla="*/ 112 h 294"/>
                  <a:gd name="T50" fmla="*/ 313 w 340"/>
                  <a:gd name="T51" fmla="*/ 164 h 2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340" h="294">
                    <a:moveTo>
                      <a:pt x="285" y="56"/>
                    </a:moveTo>
                    <a:cubicBezTo>
                      <a:pt x="243" y="56"/>
                      <a:pt x="243" y="56"/>
                      <a:pt x="243" y="56"/>
                    </a:cubicBezTo>
                    <a:cubicBezTo>
                      <a:pt x="243" y="10"/>
                      <a:pt x="243" y="10"/>
                      <a:pt x="243" y="10"/>
                    </a:cubicBezTo>
                    <a:cubicBezTo>
                      <a:pt x="243" y="5"/>
                      <a:pt x="239" y="0"/>
                      <a:pt x="233" y="0"/>
                    </a:cubicBezTo>
                    <a:cubicBezTo>
                      <a:pt x="10" y="0"/>
                      <a:pt x="10" y="0"/>
                      <a:pt x="10" y="0"/>
                    </a:cubicBezTo>
                    <a:cubicBezTo>
                      <a:pt x="5" y="0"/>
                      <a:pt x="0" y="5"/>
                      <a:pt x="0" y="10"/>
                    </a:cubicBezTo>
                    <a:cubicBezTo>
                      <a:pt x="0" y="271"/>
                      <a:pt x="0" y="271"/>
                      <a:pt x="0" y="271"/>
                    </a:cubicBezTo>
                    <a:cubicBezTo>
                      <a:pt x="0" y="276"/>
                      <a:pt x="5" y="281"/>
                      <a:pt x="10" y="281"/>
                    </a:cubicBezTo>
                    <a:cubicBezTo>
                      <a:pt x="22" y="281"/>
                      <a:pt x="22" y="281"/>
                      <a:pt x="22" y="281"/>
                    </a:cubicBezTo>
                    <a:cubicBezTo>
                      <a:pt x="22" y="294"/>
                      <a:pt x="22" y="294"/>
                      <a:pt x="22" y="294"/>
                    </a:cubicBezTo>
                    <a:cubicBezTo>
                      <a:pt x="224" y="294"/>
                      <a:pt x="224" y="294"/>
                      <a:pt x="224" y="294"/>
                    </a:cubicBezTo>
                    <a:cubicBezTo>
                      <a:pt x="224" y="281"/>
                      <a:pt x="224" y="281"/>
                      <a:pt x="224" y="281"/>
                    </a:cubicBezTo>
                    <a:cubicBezTo>
                      <a:pt x="233" y="281"/>
                      <a:pt x="233" y="281"/>
                      <a:pt x="233" y="281"/>
                    </a:cubicBezTo>
                    <a:cubicBezTo>
                      <a:pt x="239" y="281"/>
                      <a:pt x="243" y="276"/>
                      <a:pt x="243" y="271"/>
                    </a:cubicBezTo>
                    <a:cubicBezTo>
                      <a:pt x="243" y="219"/>
                      <a:pt x="243" y="219"/>
                      <a:pt x="243" y="219"/>
                    </a:cubicBezTo>
                    <a:cubicBezTo>
                      <a:pt x="285" y="219"/>
                      <a:pt x="285" y="219"/>
                      <a:pt x="285" y="219"/>
                    </a:cubicBezTo>
                    <a:cubicBezTo>
                      <a:pt x="316" y="219"/>
                      <a:pt x="340" y="195"/>
                      <a:pt x="340" y="164"/>
                    </a:cubicBezTo>
                    <a:cubicBezTo>
                      <a:pt x="340" y="112"/>
                      <a:pt x="340" y="112"/>
                      <a:pt x="340" y="112"/>
                    </a:cubicBezTo>
                    <a:cubicBezTo>
                      <a:pt x="340" y="81"/>
                      <a:pt x="316" y="56"/>
                      <a:pt x="285" y="56"/>
                    </a:cubicBezTo>
                    <a:close/>
                    <a:moveTo>
                      <a:pt x="313" y="164"/>
                    </a:moveTo>
                    <a:cubicBezTo>
                      <a:pt x="313" y="179"/>
                      <a:pt x="300" y="192"/>
                      <a:pt x="285" y="192"/>
                    </a:cubicBezTo>
                    <a:cubicBezTo>
                      <a:pt x="243" y="192"/>
                      <a:pt x="243" y="192"/>
                      <a:pt x="243" y="192"/>
                    </a:cubicBezTo>
                    <a:cubicBezTo>
                      <a:pt x="243" y="84"/>
                      <a:pt x="243" y="84"/>
                      <a:pt x="243" y="84"/>
                    </a:cubicBezTo>
                    <a:cubicBezTo>
                      <a:pt x="285" y="84"/>
                      <a:pt x="285" y="84"/>
                      <a:pt x="285" y="84"/>
                    </a:cubicBezTo>
                    <a:cubicBezTo>
                      <a:pt x="300" y="84"/>
                      <a:pt x="313" y="96"/>
                      <a:pt x="313" y="112"/>
                    </a:cubicBezTo>
                    <a:lnTo>
                      <a:pt x="313" y="164"/>
                    </a:lnTo>
                    <a:close/>
                  </a:path>
                </a:pathLst>
              </a:custGeom>
              <a:solidFill>
                <a:schemeClr val="accent4"/>
              </a:solidFill>
              <a:ln>
                <a:noFill/>
              </a:ln>
            </p:spPr>
            <p:txBody>
              <a:bodyPr vert="horz" wrap="square" lIns="91440" tIns="45720" rIns="91440" bIns="45720" numCol="1" anchor="t" anchorCtr="0" compatLnSpc="1">
                <a:prstTxWarp prst="textNoShape">
                  <a:avLst/>
                </a:prstTxWarp>
              </a:bodyPr>
              <a:lstStyle/>
              <a:p>
                <a:endParaRPr lang="en-US" sz="1800">
                  <a:solidFill>
                    <a:srgbClr val="262626"/>
                  </a:solidFill>
                </a:endParaRPr>
              </a:p>
            </p:txBody>
          </p:sp>
          <p:sp>
            <p:nvSpPr>
              <p:cNvPr id="391" name="Freeform 21"/>
              <p:cNvSpPr>
                <a:spLocks/>
              </p:cNvSpPr>
              <p:nvPr/>
            </p:nvSpPr>
            <p:spPr bwMode="auto">
              <a:xfrm>
                <a:off x="11077576" y="2424113"/>
                <a:ext cx="120650" cy="150813"/>
              </a:xfrm>
              <a:custGeom>
                <a:avLst/>
                <a:gdLst>
                  <a:gd name="T0" fmla="*/ 35 w 35"/>
                  <a:gd name="T1" fmla="*/ 41 h 44"/>
                  <a:gd name="T2" fmla="*/ 20 w 35"/>
                  <a:gd name="T3" fmla="*/ 44 h 44"/>
                  <a:gd name="T4" fmla="*/ 10 w 35"/>
                  <a:gd name="T5" fmla="*/ 42 h 44"/>
                  <a:gd name="T6" fmla="*/ 2 w 35"/>
                  <a:gd name="T7" fmla="*/ 34 h 44"/>
                  <a:gd name="T8" fmla="*/ 0 w 35"/>
                  <a:gd name="T9" fmla="*/ 23 h 44"/>
                  <a:gd name="T10" fmla="*/ 6 w 35"/>
                  <a:gd name="T11" fmla="*/ 6 h 44"/>
                  <a:gd name="T12" fmla="*/ 22 w 35"/>
                  <a:gd name="T13" fmla="*/ 0 h 44"/>
                  <a:gd name="T14" fmla="*/ 34 w 35"/>
                  <a:gd name="T15" fmla="*/ 2 h 44"/>
                  <a:gd name="T16" fmla="*/ 34 w 35"/>
                  <a:gd name="T17" fmla="*/ 8 h 44"/>
                  <a:gd name="T18" fmla="*/ 21 w 35"/>
                  <a:gd name="T19" fmla="*/ 4 h 44"/>
                  <a:gd name="T20" fmla="*/ 13 w 35"/>
                  <a:gd name="T21" fmla="*/ 7 h 44"/>
                  <a:gd name="T22" fmla="*/ 7 w 35"/>
                  <a:gd name="T23" fmla="*/ 13 h 44"/>
                  <a:gd name="T24" fmla="*/ 5 w 35"/>
                  <a:gd name="T25" fmla="*/ 22 h 44"/>
                  <a:gd name="T26" fmla="*/ 9 w 35"/>
                  <a:gd name="T27" fmla="*/ 35 h 44"/>
                  <a:gd name="T28" fmla="*/ 21 w 35"/>
                  <a:gd name="T29" fmla="*/ 40 h 44"/>
                  <a:gd name="T30" fmla="*/ 30 w 35"/>
                  <a:gd name="T31" fmla="*/ 38 h 44"/>
                  <a:gd name="T32" fmla="*/ 30 w 35"/>
                  <a:gd name="T33" fmla="*/ 26 h 44"/>
                  <a:gd name="T34" fmla="*/ 20 w 35"/>
                  <a:gd name="T35" fmla="*/ 26 h 44"/>
                  <a:gd name="T36" fmla="*/ 20 w 35"/>
                  <a:gd name="T37" fmla="*/ 21 h 44"/>
                  <a:gd name="T38" fmla="*/ 35 w 35"/>
                  <a:gd name="T39" fmla="*/ 21 h 44"/>
                  <a:gd name="T40" fmla="*/ 35 w 35"/>
                  <a:gd name="T41" fmla="*/ 41 h 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35" h="44">
                    <a:moveTo>
                      <a:pt x="35" y="41"/>
                    </a:moveTo>
                    <a:cubicBezTo>
                      <a:pt x="30" y="43"/>
                      <a:pt x="26" y="44"/>
                      <a:pt x="20" y="44"/>
                    </a:cubicBezTo>
                    <a:cubicBezTo>
                      <a:pt x="16" y="44"/>
                      <a:pt x="13" y="43"/>
                      <a:pt x="10" y="42"/>
                    </a:cubicBezTo>
                    <a:cubicBezTo>
                      <a:pt x="6" y="40"/>
                      <a:pt x="4" y="37"/>
                      <a:pt x="2" y="34"/>
                    </a:cubicBezTo>
                    <a:cubicBezTo>
                      <a:pt x="1" y="30"/>
                      <a:pt x="0" y="27"/>
                      <a:pt x="0" y="23"/>
                    </a:cubicBezTo>
                    <a:cubicBezTo>
                      <a:pt x="0" y="16"/>
                      <a:pt x="2" y="11"/>
                      <a:pt x="6" y="6"/>
                    </a:cubicBezTo>
                    <a:cubicBezTo>
                      <a:pt x="10" y="2"/>
                      <a:pt x="15" y="0"/>
                      <a:pt x="22" y="0"/>
                    </a:cubicBezTo>
                    <a:cubicBezTo>
                      <a:pt x="27" y="0"/>
                      <a:pt x="31" y="1"/>
                      <a:pt x="34" y="2"/>
                    </a:cubicBezTo>
                    <a:cubicBezTo>
                      <a:pt x="34" y="8"/>
                      <a:pt x="34" y="8"/>
                      <a:pt x="34" y="8"/>
                    </a:cubicBezTo>
                    <a:cubicBezTo>
                      <a:pt x="30" y="5"/>
                      <a:pt x="26" y="4"/>
                      <a:pt x="21" y="4"/>
                    </a:cubicBezTo>
                    <a:cubicBezTo>
                      <a:pt x="18" y="4"/>
                      <a:pt x="15" y="5"/>
                      <a:pt x="13" y="7"/>
                    </a:cubicBezTo>
                    <a:cubicBezTo>
                      <a:pt x="10" y="8"/>
                      <a:pt x="8" y="10"/>
                      <a:pt x="7" y="13"/>
                    </a:cubicBezTo>
                    <a:cubicBezTo>
                      <a:pt x="6" y="16"/>
                      <a:pt x="5" y="19"/>
                      <a:pt x="5" y="22"/>
                    </a:cubicBezTo>
                    <a:cubicBezTo>
                      <a:pt x="5" y="28"/>
                      <a:pt x="6" y="32"/>
                      <a:pt x="9" y="35"/>
                    </a:cubicBezTo>
                    <a:cubicBezTo>
                      <a:pt x="12" y="38"/>
                      <a:pt x="16" y="40"/>
                      <a:pt x="21" y="40"/>
                    </a:cubicBezTo>
                    <a:cubicBezTo>
                      <a:pt x="24" y="40"/>
                      <a:pt x="27" y="39"/>
                      <a:pt x="30" y="38"/>
                    </a:cubicBezTo>
                    <a:cubicBezTo>
                      <a:pt x="30" y="26"/>
                      <a:pt x="30" y="26"/>
                      <a:pt x="30" y="26"/>
                    </a:cubicBezTo>
                    <a:cubicBezTo>
                      <a:pt x="20" y="26"/>
                      <a:pt x="20" y="26"/>
                      <a:pt x="20" y="26"/>
                    </a:cubicBezTo>
                    <a:cubicBezTo>
                      <a:pt x="20" y="21"/>
                      <a:pt x="20" y="21"/>
                      <a:pt x="20" y="21"/>
                    </a:cubicBezTo>
                    <a:cubicBezTo>
                      <a:pt x="35" y="21"/>
                      <a:pt x="35" y="21"/>
                      <a:pt x="35" y="21"/>
                    </a:cubicBezTo>
                    <a:lnTo>
                      <a:pt x="35" y="41"/>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solidFill>
                    <a:srgbClr val="262626"/>
                  </a:solidFill>
                </a:endParaRPr>
              </a:p>
            </p:txBody>
          </p:sp>
          <p:sp>
            <p:nvSpPr>
              <p:cNvPr id="392" name="Freeform 22"/>
              <p:cNvSpPr>
                <a:spLocks/>
              </p:cNvSpPr>
              <p:nvPr/>
            </p:nvSpPr>
            <p:spPr bwMode="auto">
              <a:xfrm>
                <a:off x="11256963" y="2427288"/>
                <a:ext cx="79375" cy="147638"/>
              </a:xfrm>
              <a:custGeom>
                <a:avLst/>
                <a:gdLst>
                  <a:gd name="T0" fmla="*/ 50 w 50"/>
                  <a:gd name="T1" fmla="*/ 93 h 93"/>
                  <a:gd name="T2" fmla="*/ 0 w 50"/>
                  <a:gd name="T3" fmla="*/ 93 h 93"/>
                  <a:gd name="T4" fmla="*/ 0 w 50"/>
                  <a:gd name="T5" fmla="*/ 0 h 93"/>
                  <a:gd name="T6" fmla="*/ 47 w 50"/>
                  <a:gd name="T7" fmla="*/ 0 h 93"/>
                  <a:gd name="T8" fmla="*/ 47 w 50"/>
                  <a:gd name="T9" fmla="*/ 9 h 93"/>
                  <a:gd name="T10" fmla="*/ 11 w 50"/>
                  <a:gd name="T11" fmla="*/ 9 h 93"/>
                  <a:gd name="T12" fmla="*/ 11 w 50"/>
                  <a:gd name="T13" fmla="*/ 39 h 93"/>
                  <a:gd name="T14" fmla="*/ 45 w 50"/>
                  <a:gd name="T15" fmla="*/ 39 h 93"/>
                  <a:gd name="T16" fmla="*/ 45 w 50"/>
                  <a:gd name="T17" fmla="*/ 50 h 93"/>
                  <a:gd name="T18" fmla="*/ 11 w 50"/>
                  <a:gd name="T19" fmla="*/ 50 h 93"/>
                  <a:gd name="T20" fmla="*/ 11 w 50"/>
                  <a:gd name="T21" fmla="*/ 83 h 93"/>
                  <a:gd name="T22" fmla="*/ 50 w 50"/>
                  <a:gd name="T23" fmla="*/ 83 h 93"/>
                  <a:gd name="T24" fmla="*/ 50 w 50"/>
                  <a:gd name="T25" fmla="*/ 93 h 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50" h="93">
                    <a:moveTo>
                      <a:pt x="50" y="93"/>
                    </a:moveTo>
                    <a:lnTo>
                      <a:pt x="0" y="93"/>
                    </a:lnTo>
                    <a:lnTo>
                      <a:pt x="0" y="0"/>
                    </a:lnTo>
                    <a:lnTo>
                      <a:pt x="47" y="0"/>
                    </a:lnTo>
                    <a:lnTo>
                      <a:pt x="47" y="9"/>
                    </a:lnTo>
                    <a:lnTo>
                      <a:pt x="11" y="9"/>
                    </a:lnTo>
                    <a:lnTo>
                      <a:pt x="11" y="39"/>
                    </a:lnTo>
                    <a:lnTo>
                      <a:pt x="45" y="39"/>
                    </a:lnTo>
                    <a:lnTo>
                      <a:pt x="45" y="50"/>
                    </a:lnTo>
                    <a:lnTo>
                      <a:pt x="11" y="50"/>
                    </a:lnTo>
                    <a:lnTo>
                      <a:pt x="11" y="83"/>
                    </a:lnTo>
                    <a:lnTo>
                      <a:pt x="50" y="83"/>
                    </a:lnTo>
                    <a:lnTo>
                      <a:pt x="50" y="93"/>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solidFill>
                    <a:srgbClr val="262626"/>
                  </a:solidFill>
                </a:endParaRPr>
              </a:p>
            </p:txBody>
          </p:sp>
          <p:sp>
            <p:nvSpPr>
              <p:cNvPr id="393" name="Freeform 23"/>
              <p:cNvSpPr>
                <a:spLocks/>
              </p:cNvSpPr>
              <p:nvPr/>
            </p:nvSpPr>
            <p:spPr bwMode="auto">
              <a:xfrm>
                <a:off x="11387138" y="2427288"/>
                <a:ext cx="79375" cy="147638"/>
              </a:xfrm>
              <a:custGeom>
                <a:avLst/>
                <a:gdLst>
                  <a:gd name="T0" fmla="*/ 50 w 50"/>
                  <a:gd name="T1" fmla="*/ 93 h 93"/>
                  <a:gd name="T2" fmla="*/ 0 w 50"/>
                  <a:gd name="T3" fmla="*/ 93 h 93"/>
                  <a:gd name="T4" fmla="*/ 0 w 50"/>
                  <a:gd name="T5" fmla="*/ 0 h 93"/>
                  <a:gd name="T6" fmla="*/ 48 w 50"/>
                  <a:gd name="T7" fmla="*/ 0 h 93"/>
                  <a:gd name="T8" fmla="*/ 48 w 50"/>
                  <a:gd name="T9" fmla="*/ 9 h 93"/>
                  <a:gd name="T10" fmla="*/ 11 w 50"/>
                  <a:gd name="T11" fmla="*/ 9 h 93"/>
                  <a:gd name="T12" fmla="*/ 11 w 50"/>
                  <a:gd name="T13" fmla="*/ 39 h 93"/>
                  <a:gd name="T14" fmla="*/ 45 w 50"/>
                  <a:gd name="T15" fmla="*/ 39 h 93"/>
                  <a:gd name="T16" fmla="*/ 45 w 50"/>
                  <a:gd name="T17" fmla="*/ 50 h 93"/>
                  <a:gd name="T18" fmla="*/ 11 w 50"/>
                  <a:gd name="T19" fmla="*/ 50 h 93"/>
                  <a:gd name="T20" fmla="*/ 11 w 50"/>
                  <a:gd name="T21" fmla="*/ 83 h 93"/>
                  <a:gd name="T22" fmla="*/ 50 w 50"/>
                  <a:gd name="T23" fmla="*/ 83 h 93"/>
                  <a:gd name="T24" fmla="*/ 50 w 50"/>
                  <a:gd name="T25" fmla="*/ 93 h 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50" h="93">
                    <a:moveTo>
                      <a:pt x="50" y="93"/>
                    </a:moveTo>
                    <a:lnTo>
                      <a:pt x="0" y="93"/>
                    </a:lnTo>
                    <a:lnTo>
                      <a:pt x="0" y="0"/>
                    </a:lnTo>
                    <a:lnTo>
                      <a:pt x="48" y="0"/>
                    </a:lnTo>
                    <a:lnTo>
                      <a:pt x="48" y="9"/>
                    </a:lnTo>
                    <a:lnTo>
                      <a:pt x="11" y="9"/>
                    </a:lnTo>
                    <a:lnTo>
                      <a:pt x="11" y="39"/>
                    </a:lnTo>
                    <a:lnTo>
                      <a:pt x="45" y="39"/>
                    </a:lnTo>
                    <a:lnTo>
                      <a:pt x="45" y="50"/>
                    </a:lnTo>
                    <a:lnTo>
                      <a:pt x="11" y="50"/>
                    </a:lnTo>
                    <a:lnTo>
                      <a:pt x="11" y="83"/>
                    </a:lnTo>
                    <a:lnTo>
                      <a:pt x="50" y="83"/>
                    </a:lnTo>
                    <a:lnTo>
                      <a:pt x="50" y="93"/>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solidFill>
                    <a:srgbClr val="262626"/>
                  </a:solidFill>
                </a:endParaRPr>
              </a:p>
            </p:txBody>
          </p:sp>
          <p:sp>
            <p:nvSpPr>
              <p:cNvPr id="394" name="Freeform 24"/>
              <p:cNvSpPr>
                <a:spLocks/>
              </p:cNvSpPr>
              <p:nvPr/>
            </p:nvSpPr>
            <p:spPr bwMode="auto">
              <a:xfrm>
                <a:off x="11517313" y="2427288"/>
                <a:ext cx="103188" cy="147638"/>
              </a:xfrm>
              <a:custGeom>
                <a:avLst/>
                <a:gdLst>
                  <a:gd name="T0" fmla="*/ 30 w 30"/>
                  <a:gd name="T1" fmla="*/ 43 h 43"/>
                  <a:gd name="T2" fmla="*/ 23 w 30"/>
                  <a:gd name="T3" fmla="*/ 43 h 43"/>
                  <a:gd name="T4" fmla="*/ 6 w 30"/>
                  <a:gd name="T5" fmla="*/ 23 h 43"/>
                  <a:gd name="T6" fmla="*/ 5 w 30"/>
                  <a:gd name="T7" fmla="*/ 21 h 43"/>
                  <a:gd name="T8" fmla="*/ 5 w 30"/>
                  <a:gd name="T9" fmla="*/ 21 h 43"/>
                  <a:gd name="T10" fmla="*/ 5 w 30"/>
                  <a:gd name="T11" fmla="*/ 43 h 43"/>
                  <a:gd name="T12" fmla="*/ 0 w 30"/>
                  <a:gd name="T13" fmla="*/ 43 h 43"/>
                  <a:gd name="T14" fmla="*/ 0 w 30"/>
                  <a:gd name="T15" fmla="*/ 0 h 43"/>
                  <a:gd name="T16" fmla="*/ 5 w 30"/>
                  <a:gd name="T17" fmla="*/ 0 h 43"/>
                  <a:gd name="T18" fmla="*/ 5 w 30"/>
                  <a:gd name="T19" fmla="*/ 20 h 43"/>
                  <a:gd name="T20" fmla="*/ 5 w 30"/>
                  <a:gd name="T21" fmla="*/ 20 h 43"/>
                  <a:gd name="T22" fmla="*/ 6 w 30"/>
                  <a:gd name="T23" fmla="*/ 18 h 43"/>
                  <a:gd name="T24" fmla="*/ 23 w 30"/>
                  <a:gd name="T25" fmla="*/ 0 h 43"/>
                  <a:gd name="T26" fmla="*/ 29 w 30"/>
                  <a:gd name="T27" fmla="*/ 0 h 43"/>
                  <a:gd name="T28" fmla="*/ 10 w 30"/>
                  <a:gd name="T29" fmla="*/ 20 h 43"/>
                  <a:gd name="T30" fmla="*/ 30 w 30"/>
                  <a:gd name="T31" fmla="*/ 43 h 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30" h="43">
                    <a:moveTo>
                      <a:pt x="30" y="43"/>
                    </a:moveTo>
                    <a:cubicBezTo>
                      <a:pt x="23" y="43"/>
                      <a:pt x="23" y="43"/>
                      <a:pt x="23" y="43"/>
                    </a:cubicBezTo>
                    <a:cubicBezTo>
                      <a:pt x="6" y="23"/>
                      <a:pt x="6" y="23"/>
                      <a:pt x="6" y="23"/>
                    </a:cubicBezTo>
                    <a:cubicBezTo>
                      <a:pt x="6" y="22"/>
                      <a:pt x="6" y="22"/>
                      <a:pt x="5" y="21"/>
                    </a:cubicBezTo>
                    <a:cubicBezTo>
                      <a:pt x="5" y="21"/>
                      <a:pt x="5" y="21"/>
                      <a:pt x="5" y="21"/>
                    </a:cubicBezTo>
                    <a:cubicBezTo>
                      <a:pt x="5" y="43"/>
                      <a:pt x="5" y="43"/>
                      <a:pt x="5" y="43"/>
                    </a:cubicBezTo>
                    <a:cubicBezTo>
                      <a:pt x="0" y="43"/>
                      <a:pt x="0" y="43"/>
                      <a:pt x="0" y="43"/>
                    </a:cubicBezTo>
                    <a:cubicBezTo>
                      <a:pt x="0" y="0"/>
                      <a:pt x="0" y="0"/>
                      <a:pt x="0" y="0"/>
                    </a:cubicBezTo>
                    <a:cubicBezTo>
                      <a:pt x="5" y="0"/>
                      <a:pt x="5" y="0"/>
                      <a:pt x="5" y="0"/>
                    </a:cubicBezTo>
                    <a:cubicBezTo>
                      <a:pt x="5" y="20"/>
                      <a:pt x="5" y="20"/>
                      <a:pt x="5" y="20"/>
                    </a:cubicBezTo>
                    <a:cubicBezTo>
                      <a:pt x="5" y="20"/>
                      <a:pt x="5" y="20"/>
                      <a:pt x="5" y="20"/>
                    </a:cubicBezTo>
                    <a:cubicBezTo>
                      <a:pt x="6" y="18"/>
                      <a:pt x="6" y="18"/>
                      <a:pt x="6" y="18"/>
                    </a:cubicBezTo>
                    <a:cubicBezTo>
                      <a:pt x="23" y="0"/>
                      <a:pt x="23" y="0"/>
                      <a:pt x="23" y="0"/>
                    </a:cubicBezTo>
                    <a:cubicBezTo>
                      <a:pt x="29" y="0"/>
                      <a:pt x="29" y="0"/>
                      <a:pt x="29" y="0"/>
                    </a:cubicBezTo>
                    <a:cubicBezTo>
                      <a:pt x="10" y="20"/>
                      <a:pt x="10" y="20"/>
                      <a:pt x="10" y="20"/>
                    </a:cubicBezTo>
                    <a:lnTo>
                      <a:pt x="30" y="43"/>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solidFill>
                    <a:srgbClr val="262626"/>
                  </a:solidFill>
                </a:endParaRPr>
              </a:p>
            </p:txBody>
          </p:sp>
          <p:sp>
            <p:nvSpPr>
              <p:cNvPr id="395" name="Rectangle 25"/>
              <p:cNvSpPr>
                <a:spLocks noChangeArrowheads="1"/>
              </p:cNvSpPr>
              <p:nvPr/>
            </p:nvSpPr>
            <p:spPr bwMode="auto">
              <a:xfrm>
                <a:off x="11764963" y="2220913"/>
                <a:ext cx="76200" cy="96838"/>
              </a:xfrm>
              <a:prstGeom prst="rect">
                <a:avLst/>
              </a:prstGeom>
              <a:solidFill>
                <a:schemeClr val="accent4">
                  <a:lumMod val="75000"/>
                </a:schemeClr>
              </a:solidFill>
              <a:ln>
                <a:noFill/>
              </a:ln>
            </p:spPr>
            <p:txBody>
              <a:bodyPr vert="horz" wrap="square" lIns="91440" tIns="45720" rIns="91440" bIns="45720" numCol="1" anchor="t" anchorCtr="0" compatLnSpc="1">
                <a:prstTxWarp prst="textNoShape">
                  <a:avLst/>
                </a:prstTxWarp>
              </a:bodyPr>
              <a:lstStyle/>
              <a:p>
                <a:endParaRPr lang="en-US" sz="1800">
                  <a:solidFill>
                    <a:srgbClr val="262626"/>
                  </a:solidFill>
                </a:endParaRPr>
              </a:p>
            </p:txBody>
          </p:sp>
          <p:sp>
            <p:nvSpPr>
              <p:cNvPr id="396" name="Rectangle 26"/>
              <p:cNvSpPr>
                <a:spLocks noChangeArrowheads="1"/>
              </p:cNvSpPr>
              <p:nvPr/>
            </p:nvSpPr>
            <p:spPr bwMode="auto">
              <a:xfrm>
                <a:off x="11764963" y="2686050"/>
                <a:ext cx="76200" cy="95250"/>
              </a:xfrm>
              <a:prstGeom prst="rect">
                <a:avLst/>
              </a:prstGeom>
              <a:solidFill>
                <a:schemeClr val="accent4">
                  <a:lumMod val="75000"/>
                </a:schemeClr>
              </a:solidFill>
              <a:ln>
                <a:noFill/>
              </a:ln>
            </p:spPr>
            <p:txBody>
              <a:bodyPr vert="horz" wrap="square" lIns="91440" tIns="45720" rIns="91440" bIns="45720" numCol="1" anchor="t" anchorCtr="0" compatLnSpc="1">
                <a:prstTxWarp prst="textNoShape">
                  <a:avLst/>
                </a:prstTxWarp>
              </a:bodyPr>
              <a:lstStyle/>
              <a:p>
                <a:endParaRPr lang="en-US" sz="1800">
                  <a:solidFill>
                    <a:srgbClr val="262626"/>
                  </a:solidFill>
                </a:endParaRPr>
              </a:p>
            </p:txBody>
          </p:sp>
        </p:grpSp>
        <p:grpSp>
          <p:nvGrpSpPr>
            <p:cNvPr id="423" name="Group 422"/>
            <p:cNvGrpSpPr/>
            <p:nvPr/>
          </p:nvGrpSpPr>
          <p:grpSpPr>
            <a:xfrm>
              <a:off x="9311043" y="1715016"/>
              <a:ext cx="1509358" cy="1959682"/>
              <a:chOff x="9311043" y="1041916"/>
              <a:chExt cx="1509358" cy="1959682"/>
            </a:xfrm>
          </p:grpSpPr>
          <p:grpSp>
            <p:nvGrpSpPr>
              <p:cNvPr id="419" name="Group 418"/>
              <p:cNvGrpSpPr/>
              <p:nvPr/>
            </p:nvGrpSpPr>
            <p:grpSpPr>
              <a:xfrm>
                <a:off x="9311043" y="1041916"/>
                <a:ext cx="1509358" cy="1959682"/>
                <a:chOff x="2699562" y="3794641"/>
                <a:chExt cx="1412658" cy="1813061"/>
              </a:xfrm>
            </p:grpSpPr>
            <p:sp>
              <p:nvSpPr>
                <p:cNvPr id="403" name="Freeform 31"/>
                <p:cNvSpPr>
                  <a:spLocks/>
                </p:cNvSpPr>
                <p:nvPr/>
              </p:nvSpPr>
              <p:spPr bwMode="auto">
                <a:xfrm flipH="1">
                  <a:off x="2783003" y="3794641"/>
                  <a:ext cx="1329217" cy="1813061"/>
                </a:xfrm>
                <a:custGeom>
                  <a:avLst/>
                  <a:gdLst>
                    <a:gd name="T0" fmla="*/ 0 w 384"/>
                    <a:gd name="T1" fmla="*/ 28 h 474"/>
                    <a:gd name="T2" fmla="*/ 28 w 384"/>
                    <a:gd name="T3" fmla="*/ 0 h 474"/>
                    <a:gd name="T4" fmla="*/ 356 w 384"/>
                    <a:gd name="T5" fmla="*/ 0 h 474"/>
                    <a:gd name="T6" fmla="*/ 384 w 384"/>
                    <a:gd name="T7" fmla="*/ 28 h 474"/>
                    <a:gd name="T8" fmla="*/ 384 w 384"/>
                    <a:gd name="T9" fmla="*/ 445 h 474"/>
                    <a:gd name="T10" fmla="*/ 356 w 384"/>
                    <a:gd name="T11" fmla="*/ 474 h 474"/>
                    <a:gd name="T12" fmla="*/ 28 w 384"/>
                    <a:gd name="T13" fmla="*/ 474 h 474"/>
                    <a:gd name="T14" fmla="*/ 0 w 384"/>
                    <a:gd name="T15" fmla="*/ 445 h 474"/>
                    <a:gd name="T16" fmla="*/ 0 w 384"/>
                    <a:gd name="T17" fmla="*/ 28 h 4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84" h="474">
                      <a:moveTo>
                        <a:pt x="0" y="28"/>
                      </a:moveTo>
                      <a:cubicBezTo>
                        <a:pt x="0" y="13"/>
                        <a:pt x="12" y="0"/>
                        <a:pt x="28" y="0"/>
                      </a:cubicBezTo>
                      <a:cubicBezTo>
                        <a:pt x="356" y="0"/>
                        <a:pt x="356" y="0"/>
                        <a:pt x="356" y="0"/>
                      </a:cubicBezTo>
                      <a:cubicBezTo>
                        <a:pt x="371" y="0"/>
                        <a:pt x="384" y="13"/>
                        <a:pt x="384" y="28"/>
                      </a:cubicBezTo>
                      <a:cubicBezTo>
                        <a:pt x="384" y="445"/>
                        <a:pt x="384" y="445"/>
                        <a:pt x="384" y="445"/>
                      </a:cubicBezTo>
                      <a:cubicBezTo>
                        <a:pt x="384" y="461"/>
                        <a:pt x="371" y="474"/>
                        <a:pt x="356" y="474"/>
                      </a:cubicBezTo>
                      <a:cubicBezTo>
                        <a:pt x="28" y="474"/>
                        <a:pt x="28" y="474"/>
                        <a:pt x="28" y="474"/>
                      </a:cubicBezTo>
                      <a:cubicBezTo>
                        <a:pt x="12" y="474"/>
                        <a:pt x="0" y="461"/>
                        <a:pt x="0" y="445"/>
                      </a:cubicBezTo>
                      <a:lnTo>
                        <a:pt x="0" y="28"/>
                      </a:lnTo>
                      <a:close/>
                    </a:path>
                  </a:pathLst>
                </a:custGeom>
                <a:solidFill>
                  <a:srgbClr val="262626"/>
                </a:solidFill>
                <a:ln>
                  <a:noFill/>
                </a:ln>
              </p:spPr>
              <p:txBody>
                <a:bodyPr vert="horz" wrap="square" lIns="91440" tIns="45720" rIns="91440" bIns="45720" numCol="1" anchor="t" anchorCtr="0" compatLnSpc="1">
                  <a:prstTxWarp prst="textNoShape">
                    <a:avLst/>
                  </a:prstTxWarp>
                </a:bodyPr>
                <a:lstStyle/>
                <a:p>
                  <a:endParaRPr lang="en-US" sz="1800">
                    <a:solidFill>
                      <a:srgbClr val="262626"/>
                    </a:solidFill>
                  </a:endParaRPr>
                </a:p>
              </p:txBody>
            </p:sp>
            <p:sp>
              <p:nvSpPr>
                <p:cNvPr id="404" name="Freeform 32"/>
                <p:cNvSpPr>
                  <a:spLocks/>
                </p:cNvSpPr>
                <p:nvPr/>
              </p:nvSpPr>
              <p:spPr bwMode="auto">
                <a:xfrm flipH="1">
                  <a:off x="2699562" y="5455182"/>
                  <a:ext cx="166880" cy="40816"/>
                </a:xfrm>
                <a:custGeom>
                  <a:avLst/>
                  <a:gdLst>
                    <a:gd name="T0" fmla="*/ 48 w 48"/>
                    <a:gd name="T1" fmla="*/ 6 h 11"/>
                    <a:gd name="T2" fmla="*/ 42 w 48"/>
                    <a:gd name="T3" fmla="*/ 11 h 11"/>
                    <a:gd name="T4" fmla="*/ 5 w 48"/>
                    <a:gd name="T5" fmla="*/ 11 h 11"/>
                    <a:gd name="T6" fmla="*/ 0 w 48"/>
                    <a:gd name="T7" fmla="*/ 6 h 11"/>
                    <a:gd name="T8" fmla="*/ 0 w 48"/>
                    <a:gd name="T9" fmla="*/ 6 h 11"/>
                    <a:gd name="T10" fmla="*/ 5 w 48"/>
                    <a:gd name="T11" fmla="*/ 0 h 11"/>
                    <a:gd name="T12" fmla="*/ 42 w 48"/>
                    <a:gd name="T13" fmla="*/ 0 h 11"/>
                    <a:gd name="T14" fmla="*/ 48 w 48"/>
                    <a:gd name="T15" fmla="*/ 6 h 1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8" h="11">
                      <a:moveTo>
                        <a:pt x="48" y="6"/>
                      </a:moveTo>
                      <a:cubicBezTo>
                        <a:pt x="48" y="9"/>
                        <a:pt x="45" y="11"/>
                        <a:pt x="42" y="11"/>
                      </a:cubicBezTo>
                      <a:cubicBezTo>
                        <a:pt x="5" y="11"/>
                        <a:pt x="5" y="11"/>
                        <a:pt x="5" y="11"/>
                      </a:cubicBezTo>
                      <a:cubicBezTo>
                        <a:pt x="2" y="11"/>
                        <a:pt x="0" y="9"/>
                        <a:pt x="0" y="6"/>
                      </a:cubicBezTo>
                      <a:cubicBezTo>
                        <a:pt x="0" y="6"/>
                        <a:pt x="0" y="6"/>
                        <a:pt x="0" y="6"/>
                      </a:cubicBezTo>
                      <a:cubicBezTo>
                        <a:pt x="0" y="3"/>
                        <a:pt x="2" y="0"/>
                        <a:pt x="5" y="0"/>
                      </a:cubicBezTo>
                      <a:cubicBezTo>
                        <a:pt x="42" y="0"/>
                        <a:pt x="42" y="0"/>
                        <a:pt x="42" y="0"/>
                      </a:cubicBezTo>
                      <a:cubicBezTo>
                        <a:pt x="45" y="0"/>
                        <a:pt x="48" y="3"/>
                        <a:pt x="48" y="6"/>
                      </a:cubicBezTo>
                      <a:close/>
                    </a:path>
                  </a:pathLst>
                </a:custGeom>
                <a:solidFill>
                  <a:srgbClr val="B2B2B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solidFill>
                      <a:srgbClr val="262626"/>
                    </a:solidFill>
                  </a:endParaRPr>
                </a:p>
              </p:txBody>
            </p:sp>
            <p:sp>
              <p:nvSpPr>
                <p:cNvPr id="405" name="Freeform 33"/>
                <p:cNvSpPr>
                  <a:spLocks/>
                </p:cNvSpPr>
                <p:nvPr/>
              </p:nvSpPr>
              <p:spPr bwMode="auto">
                <a:xfrm flipH="1">
                  <a:off x="2699562" y="5334884"/>
                  <a:ext cx="166880" cy="42964"/>
                </a:xfrm>
                <a:custGeom>
                  <a:avLst/>
                  <a:gdLst>
                    <a:gd name="T0" fmla="*/ 48 w 48"/>
                    <a:gd name="T1" fmla="*/ 6 h 11"/>
                    <a:gd name="T2" fmla="*/ 42 w 48"/>
                    <a:gd name="T3" fmla="*/ 11 h 11"/>
                    <a:gd name="T4" fmla="*/ 5 w 48"/>
                    <a:gd name="T5" fmla="*/ 11 h 11"/>
                    <a:gd name="T6" fmla="*/ 0 w 48"/>
                    <a:gd name="T7" fmla="*/ 6 h 11"/>
                    <a:gd name="T8" fmla="*/ 0 w 48"/>
                    <a:gd name="T9" fmla="*/ 6 h 11"/>
                    <a:gd name="T10" fmla="*/ 5 w 48"/>
                    <a:gd name="T11" fmla="*/ 0 h 11"/>
                    <a:gd name="T12" fmla="*/ 42 w 48"/>
                    <a:gd name="T13" fmla="*/ 0 h 11"/>
                    <a:gd name="T14" fmla="*/ 48 w 48"/>
                    <a:gd name="T15" fmla="*/ 6 h 1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8" h="11">
                      <a:moveTo>
                        <a:pt x="48" y="6"/>
                      </a:moveTo>
                      <a:cubicBezTo>
                        <a:pt x="48" y="9"/>
                        <a:pt x="45" y="11"/>
                        <a:pt x="42" y="11"/>
                      </a:cubicBezTo>
                      <a:cubicBezTo>
                        <a:pt x="5" y="11"/>
                        <a:pt x="5" y="11"/>
                        <a:pt x="5" y="11"/>
                      </a:cubicBezTo>
                      <a:cubicBezTo>
                        <a:pt x="2" y="11"/>
                        <a:pt x="0" y="9"/>
                        <a:pt x="0" y="6"/>
                      </a:cubicBezTo>
                      <a:cubicBezTo>
                        <a:pt x="0" y="6"/>
                        <a:pt x="0" y="6"/>
                        <a:pt x="0" y="6"/>
                      </a:cubicBezTo>
                      <a:cubicBezTo>
                        <a:pt x="0" y="3"/>
                        <a:pt x="2" y="0"/>
                        <a:pt x="5" y="0"/>
                      </a:cubicBezTo>
                      <a:cubicBezTo>
                        <a:pt x="42" y="0"/>
                        <a:pt x="42" y="0"/>
                        <a:pt x="42" y="0"/>
                      </a:cubicBezTo>
                      <a:cubicBezTo>
                        <a:pt x="45" y="0"/>
                        <a:pt x="48" y="3"/>
                        <a:pt x="48" y="6"/>
                      </a:cubicBezTo>
                      <a:close/>
                    </a:path>
                  </a:pathLst>
                </a:custGeom>
                <a:solidFill>
                  <a:srgbClr val="B2B2B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solidFill>
                      <a:srgbClr val="262626"/>
                    </a:solidFill>
                  </a:endParaRPr>
                </a:p>
              </p:txBody>
            </p:sp>
            <p:sp>
              <p:nvSpPr>
                <p:cNvPr id="406" name="Freeform 34"/>
                <p:cNvSpPr>
                  <a:spLocks/>
                </p:cNvSpPr>
                <p:nvPr/>
              </p:nvSpPr>
              <p:spPr bwMode="auto">
                <a:xfrm flipH="1">
                  <a:off x="2699562" y="5216734"/>
                  <a:ext cx="166880" cy="42964"/>
                </a:xfrm>
                <a:custGeom>
                  <a:avLst/>
                  <a:gdLst>
                    <a:gd name="T0" fmla="*/ 48 w 48"/>
                    <a:gd name="T1" fmla="*/ 5 h 11"/>
                    <a:gd name="T2" fmla="*/ 42 w 48"/>
                    <a:gd name="T3" fmla="*/ 11 h 11"/>
                    <a:gd name="T4" fmla="*/ 5 w 48"/>
                    <a:gd name="T5" fmla="*/ 11 h 11"/>
                    <a:gd name="T6" fmla="*/ 0 w 48"/>
                    <a:gd name="T7" fmla="*/ 5 h 11"/>
                    <a:gd name="T8" fmla="*/ 0 w 48"/>
                    <a:gd name="T9" fmla="*/ 5 h 11"/>
                    <a:gd name="T10" fmla="*/ 5 w 48"/>
                    <a:gd name="T11" fmla="*/ 0 h 11"/>
                    <a:gd name="T12" fmla="*/ 42 w 48"/>
                    <a:gd name="T13" fmla="*/ 0 h 11"/>
                    <a:gd name="T14" fmla="*/ 48 w 48"/>
                    <a:gd name="T15" fmla="*/ 5 h 1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8" h="11">
                      <a:moveTo>
                        <a:pt x="48" y="5"/>
                      </a:moveTo>
                      <a:cubicBezTo>
                        <a:pt x="48" y="8"/>
                        <a:pt x="45" y="11"/>
                        <a:pt x="42" y="11"/>
                      </a:cubicBezTo>
                      <a:cubicBezTo>
                        <a:pt x="5" y="11"/>
                        <a:pt x="5" y="11"/>
                        <a:pt x="5" y="11"/>
                      </a:cubicBezTo>
                      <a:cubicBezTo>
                        <a:pt x="2" y="11"/>
                        <a:pt x="0" y="8"/>
                        <a:pt x="0" y="5"/>
                      </a:cubicBezTo>
                      <a:cubicBezTo>
                        <a:pt x="0" y="5"/>
                        <a:pt x="0" y="5"/>
                        <a:pt x="0" y="5"/>
                      </a:cubicBezTo>
                      <a:cubicBezTo>
                        <a:pt x="0" y="2"/>
                        <a:pt x="2" y="0"/>
                        <a:pt x="5" y="0"/>
                      </a:cubicBezTo>
                      <a:cubicBezTo>
                        <a:pt x="42" y="0"/>
                        <a:pt x="42" y="0"/>
                        <a:pt x="42" y="0"/>
                      </a:cubicBezTo>
                      <a:cubicBezTo>
                        <a:pt x="45" y="0"/>
                        <a:pt x="48" y="2"/>
                        <a:pt x="48" y="5"/>
                      </a:cubicBezTo>
                      <a:close/>
                    </a:path>
                  </a:pathLst>
                </a:custGeom>
                <a:solidFill>
                  <a:srgbClr val="B2B2B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solidFill>
                      <a:srgbClr val="262626"/>
                    </a:solidFill>
                  </a:endParaRPr>
                </a:p>
              </p:txBody>
            </p:sp>
            <p:sp>
              <p:nvSpPr>
                <p:cNvPr id="407" name="Freeform 35"/>
                <p:cNvSpPr>
                  <a:spLocks/>
                </p:cNvSpPr>
                <p:nvPr/>
              </p:nvSpPr>
              <p:spPr bwMode="auto">
                <a:xfrm flipH="1">
                  <a:off x="2699562" y="5098585"/>
                  <a:ext cx="166880" cy="42964"/>
                </a:xfrm>
                <a:custGeom>
                  <a:avLst/>
                  <a:gdLst>
                    <a:gd name="T0" fmla="*/ 48 w 48"/>
                    <a:gd name="T1" fmla="*/ 5 h 11"/>
                    <a:gd name="T2" fmla="*/ 42 w 48"/>
                    <a:gd name="T3" fmla="*/ 11 h 11"/>
                    <a:gd name="T4" fmla="*/ 5 w 48"/>
                    <a:gd name="T5" fmla="*/ 11 h 11"/>
                    <a:gd name="T6" fmla="*/ 0 w 48"/>
                    <a:gd name="T7" fmla="*/ 5 h 11"/>
                    <a:gd name="T8" fmla="*/ 0 w 48"/>
                    <a:gd name="T9" fmla="*/ 5 h 11"/>
                    <a:gd name="T10" fmla="*/ 5 w 48"/>
                    <a:gd name="T11" fmla="*/ 0 h 11"/>
                    <a:gd name="T12" fmla="*/ 42 w 48"/>
                    <a:gd name="T13" fmla="*/ 0 h 11"/>
                    <a:gd name="T14" fmla="*/ 48 w 48"/>
                    <a:gd name="T15" fmla="*/ 5 h 1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8" h="11">
                      <a:moveTo>
                        <a:pt x="48" y="5"/>
                      </a:moveTo>
                      <a:cubicBezTo>
                        <a:pt x="48" y="8"/>
                        <a:pt x="45" y="11"/>
                        <a:pt x="42" y="11"/>
                      </a:cubicBezTo>
                      <a:cubicBezTo>
                        <a:pt x="5" y="11"/>
                        <a:pt x="5" y="11"/>
                        <a:pt x="5" y="11"/>
                      </a:cubicBezTo>
                      <a:cubicBezTo>
                        <a:pt x="2" y="11"/>
                        <a:pt x="0" y="8"/>
                        <a:pt x="0" y="5"/>
                      </a:cubicBezTo>
                      <a:cubicBezTo>
                        <a:pt x="0" y="5"/>
                        <a:pt x="0" y="5"/>
                        <a:pt x="0" y="5"/>
                      </a:cubicBezTo>
                      <a:cubicBezTo>
                        <a:pt x="0" y="2"/>
                        <a:pt x="2" y="0"/>
                        <a:pt x="5" y="0"/>
                      </a:cubicBezTo>
                      <a:cubicBezTo>
                        <a:pt x="42" y="0"/>
                        <a:pt x="42" y="0"/>
                        <a:pt x="42" y="0"/>
                      </a:cubicBezTo>
                      <a:cubicBezTo>
                        <a:pt x="45" y="0"/>
                        <a:pt x="48" y="2"/>
                        <a:pt x="48" y="5"/>
                      </a:cubicBezTo>
                      <a:close/>
                    </a:path>
                  </a:pathLst>
                </a:custGeom>
                <a:solidFill>
                  <a:srgbClr val="B2B2B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solidFill>
                      <a:srgbClr val="262626"/>
                    </a:solidFill>
                  </a:endParaRPr>
                </a:p>
              </p:txBody>
            </p:sp>
            <p:sp>
              <p:nvSpPr>
                <p:cNvPr id="408" name="Freeform 36"/>
                <p:cNvSpPr>
                  <a:spLocks/>
                </p:cNvSpPr>
                <p:nvPr/>
              </p:nvSpPr>
              <p:spPr bwMode="auto">
                <a:xfrm flipH="1">
                  <a:off x="2699562" y="4976138"/>
                  <a:ext cx="166880" cy="42964"/>
                </a:xfrm>
                <a:custGeom>
                  <a:avLst/>
                  <a:gdLst>
                    <a:gd name="T0" fmla="*/ 48 w 48"/>
                    <a:gd name="T1" fmla="*/ 6 h 11"/>
                    <a:gd name="T2" fmla="*/ 42 w 48"/>
                    <a:gd name="T3" fmla="*/ 11 h 11"/>
                    <a:gd name="T4" fmla="*/ 5 w 48"/>
                    <a:gd name="T5" fmla="*/ 11 h 11"/>
                    <a:gd name="T6" fmla="*/ 0 w 48"/>
                    <a:gd name="T7" fmla="*/ 6 h 11"/>
                    <a:gd name="T8" fmla="*/ 0 w 48"/>
                    <a:gd name="T9" fmla="*/ 6 h 11"/>
                    <a:gd name="T10" fmla="*/ 5 w 48"/>
                    <a:gd name="T11" fmla="*/ 0 h 11"/>
                    <a:gd name="T12" fmla="*/ 42 w 48"/>
                    <a:gd name="T13" fmla="*/ 0 h 11"/>
                    <a:gd name="T14" fmla="*/ 48 w 48"/>
                    <a:gd name="T15" fmla="*/ 6 h 1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8" h="11">
                      <a:moveTo>
                        <a:pt x="48" y="6"/>
                      </a:moveTo>
                      <a:cubicBezTo>
                        <a:pt x="48" y="9"/>
                        <a:pt x="45" y="11"/>
                        <a:pt x="42" y="11"/>
                      </a:cubicBezTo>
                      <a:cubicBezTo>
                        <a:pt x="5" y="11"/>
                        <a:pt x="5" y="11"/>
                        <a:pt x="5" y="11"/>
                      </a:cubicBezTo>
                      <a:cubicBezTo>
                        <a:pt x="2" y="11"/>
                        <a:pt x="0" y="9"/>
                        <a:pt x="0" y="6"/>
                      </a:cubicBezTo>
                      <a:cubicBezTo>
                        <a:pt x="0" y="6"/>
                        <a:pt x="0" y="6"/>
                        <a:pt x="0" y="6"/>
                      </a:cubicBezTo>
                      <a:cubicBezTo>
                        <a:pt x="0" y="3"/>
                        <a:pt x="2" y="0"/>
                        <a:pt x="5" y="0"/>
                      </a:cubicBezTo>
                      <a:cubicBezTo>
                        <a:pt x="42" y="0"/>
                        <a:pt x="42" y="0"/>
                        <a:pt x="42" y="0"/>
                      </a:cubicBezTo>
                      <a:cubicBezTo>
                        <a:pt x="45" y="0"/>
                        <a:pt x="48" y="3"/>
                        <a:pt x="48" y="6"/>
                      </a:cubicBezTo>
                      <a:close/>
                    </a:path>
                  </a:pathLst>
                </a:custGeom>
                <a:solidFill>
                  <a:srgbClr val="B2B2B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solidFill>
                      <a:srgbClr val="262626"/>
                    </a:solidFill>
                  </a:endParaRPr>
                </a:p>
              </p:txBody>
            </p:sp>
            <p:sp>
              <p:nvSpPr>
                <p:cNvPr id="409" name="Freeform 37"/>
                <p:cNvSpPr>
                  <a:spLocks/>
                </p:cNvSpPr>
                <p:nvPr/>
              </p:nvSpPr>
              <p:spPr bwMode="auto">
                <a:xfrm flipH="1">
                  <a:off x="2699562" y="4857989"/>
                  <a:ext cx="166880" cy="40816"/>
                </a:xfrm>
                <a:custGeom>
                  <a:avLst/>
                  <a:gdLst>
                    <a:gd name="T0" fmla="*/ 48 w 48"/>
                    <a:gd name="T1" fmla="*/ 6 h 11"/>
                    <a:gd name="T2" fmla="*/ 42 w 48"/>
                    <a:gd name="T3" fmla="*/ 11 h 11"/>
                    <a:gd name="T4" fmla="*/ 5 w 48"/>
                    <a:gd name="T5" fmla="*/ 11 h 11"/>
                    <a:gd name="T6" fmla="*/ 0 w 48"/>
                    <a:gd name="T7" fmla="*/ 6 h 11"/>
                    <a:gd name="T8" fmla="*/ 0 w 48"/>
                    <a:gd name="T9" fmla="*/ 6 h 11"/>
                    <a:gd name="T10" fmla="*/ 5 w 48"/>
                    <a:gd name="T11" fmla="*/ 0 h 11"/>
                    <a:gd name="T12" fmla="*/ 42 w 48"/>
                    <a:gd name="T13" fmla="*/ 0 h 11"/>
                    <a:gd name="T14" fmla="*/ 48 w 48"/>
                    <a:gd name="T15" fmla="*/ 6 h 1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8" h="11">
                      <a:moveTo>
                        <a:pt x="48" y="6"/>
                      </a:moveTo>
                      <a:cubicBezTo>
                        <a:pt x="48" y="9"/>
                        <a:pt x="45" y="11"/>
                        <a:pt x="42" y="11"/>
                      </a:cubicBezTo>
                      <a:cubicBezTo>
                        <a:pt x="5" y="11"/>
                        <a:pt x="5" y="11"/>
                        <a:pt x="5" y="11"/>
                      </a:cubicBezTo>
                      <a:cubicBezTo>
                        <a:pt x="2" y="11"/>
                        <a:pt x="0" y="9"/>
                        <a:pt x="0" y="6"/>
                      </a:cubicBezTo>
                      <a:cubicBezTo>
                        <a:pt x="0" y="6"/>
                        <a:pt x="0" y="6"/>
                        <a:pt x="0" y="6"/>
                      </a:cubicBezTo>
                      <a:cubicBezTo>
                        <a:pt x="0" y="3"/>
                        <a:pt x="2" y="0"/>
                        <a:pt x="5" y="0"/>
                      </a:cubicBezTo>
                      <a:cubicBezTo>
                        <a:pt x="42" y="0"/>
                        <a:pt x="42" y="0"/>
                        <a:pt x="42" y="0"/>
                      </a:cubicBezTo>
                      <a:cubicBezTo>
                        <a:pt x="45" y="0"/>
                        <a:pt x="48" y="3"/>
                        <a:pt x="48" y="6"/>
                      </a:cubicBezTo>
                      <a:close/>
                    </a:path>
                  </a:pathLst>
                </a:custGeom>
                <a:solidFill>
                  <a:srgbClr val="B2B2B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solidFill>
                      <a:srgbClr val="262626"/>
                    </a:solidFill>
                  </a:endParaRPr>
                </a:p>
              </p:txBody>
            </p:sp>
            <p:sp>
              <p:nvSpPr>
                <p:cNvPr id="410" name="Freeform 38"/>
                <p:cNvSpPr>
                  <a:spLocks/>
                </p:cNvSpPr>
                <p:nvPr/>
              </p:nvSpPr>
              <p:spPr bwMode="auto">
                <a:xfrm flipH="1">
                  <a:off x="2699562" y="4739839"/>
                  <a:ext cx="166880" cy="40816"/>
                </a:xfrm>
                <a:custGeom>
                  <a:avLst/>
                  <a:gdLst>
                    <a:gd name="T0" fmla="*/ 48 w 48"/>
                    <a:gd name="T1" fmla="*/ 5 h 11"/>
                    <a:gd name="T2" fmla="*/ 42 w 48"/>
                    <a:gd name="T3" fmla="*/ 11 h 11"/>
                    <a:gd name="T4" fmla="*/ 5 w 48"/>
                    <a:gd name="T5" fmla="*/ 11 h 11"/>
                    <a:gd name="T6" fmla="*/ 0 w 48"/>
                    <a:gd name="T7" fmla="*/ 5 h 11"/>
                    <a:gd name="T8" fmla="*/ 0 w 48"/>
                    <a:gd name="T9" fmla="*/ 5 h 11"/>
                    <a:gd name="T10" fmla="*/ 5 w 48"/>
                    <a:gd name="T11" fmla="*/ 0 h 11"/>
                    <a:gd name="T12" fmla="*/ 42 w 48"/>
                    <a:gd name="T13" fmla="*/ 0 h 11"/>
                    <a:gd name="T14" fmla="*/ 48 w 48"/>
                    <a:gd name="T15" fmla="*/ 5 h 1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8" h="11">
                      <a:moveTo>
                        <a:pt x="48" y="5"/>
                      </a:moveTo>
                      <a:cubicBezTo>
                        <a:pt x="48" y="8"/>
                        <a:pt x="45" y="11"/>
                        <a:pt x="42" y="11"/>
                      </a:cubicBezTo>
                      <a:cubicBezTo>
                        <a:pt x="5" y="11"/>
                        <a:pt x="5" y="11"/>
                        <a:pt x="5" y="11"/>
                      </a:cubicBezTo>
                      <a:cubicBezTo>
                        <a:pt x="2" y="11"/>
                        <a:pt x="0" y="8"/>
                        <a:pt x="0" y="5"/>
                      </a:cubicBezTo>
                      <a:cubicBezTo>
                        <a:pt x="0" y="5"/>
                        <a:pt x="0" y="5"/>
                        <a:pt x="0" y="5"/>
                      </a:cubicBezTo>
                      <a:cubicBezTo>
                        <a:pt x="0" y="2"/>
                        <a:pt x="2" y="0"/>
                        <a:pt x="5" y="0"/>
                      </a:cubicBezTo>
                      <a:cubicBezTo>
                        <a:pt x="42" y="0"/>
                        <a:pt x="42" y="0"/>
                        <a:pt x="42" y="0"/>
                      </a:cubicBezTo>
                      <a:cubicBezTo>
                        <a:pt x="45" y="0"/>
                        <a:pt x="48" y="2"/>
                        <a:pt x="48" y="5"/>
                      </a:cubicBezTo>
                      <a:close/>
                    </a:path>
                  </a:pathLst>
                </a:custGeom>
                <a:solidFill>
                  <a:srgbClr val="B2B2B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solidFill>
                      <a:srgbClr val="262626"/>
                    </a:solidFill>
                  </a:endParaRPr>
                </a:p>
              </p:txBody>
            </p:sp>
            <p:sp>
              <p:nvSpPr>
                <p:cNvPr id="411" name="Freeform 39"/>
                <p:cNvSpPr>
                  <a:spLocks/>
                </p:cNvSpPr>
                <p:nvPr/>
              </p:nvSpPr>
              <p:spPr bwMode="auto">
                <a:xfrm flipH="1">
                  <a:off x="2699562" y="4621690"/>
                  <a:ext cx="166880" cy="40816"/>
                </a:xfrm>
                <a:custGeom>
                  <a:avLst/>
                  <a:gdLst>
                    <a:gd name="T0" fmla="*/ 48 w 48"/>
                    <a:gd name="T1" fmla="*/ 5 h 11"/>
                    <a:gd name="T2" fmla="*/ 42 w 48"/>
                    <a:gd name="T3" fmla="*/ 11 h 11"/>
                    <a:gd name="T4" fmla="*/ 5 w 48"/>
                    <a:gd name="T5" fmla="*/ 11 h 11"/>
                    <a:gd name="T6" fmla="*/ 0 w 48"/>
                    <a:gd name="T7" fmla="*/ 5 h 11"/>
                    <a:gd name="T8" fmla="*/ 0 w 48"/>
                    <a:gd name="T9" fmla="*/ 5 h 11"/>
                    <a:gd name="T10" fmla="*/ 5 w 48"/>
                    <a:gd name="T11" fmla="*/ 0 h 11"/>
                    <a:gd name="T12" fmla="*/ 42 w 48"/>
                    <a:gd name="T13" fmla="*/ 0 h 11"/>
                    <a:gd name="T14" fmla="*/ 48 w 48"/>
                    <a:gd name="T15" fmla="*/ 5 h 1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8" h="11">
                      <a:moveTo>
                        <a:pt x="48" y="5"/>
                      </a:moveTo>
                      <a:cubicBezTo>
                        <a:pt x="48" y="8"/>
                        <a:pt x="45" y="11"/>
                        <a:pt x="42" y="11"/>
                      </a:cubicBezTo>
                      <a:cubicBezTo>
                        <a:pt x="5" y="11"/>
                        <a:pt x="5" y="11"/>
                        <a:pt x="5" y="11"/>
                      </a:cubicBezTo>
                      <a:cubicBezTo>
                        <a:pt x="2" y="11"/>
                        <a:pt x="0" y="8"/>
                        <a:pt x="0" y="5"/>
                      </a:cubicBezTo>
                      <a:cubicBezTo>
                        <a:pt x="0" y="5"/>
                        <a:pt x="0" y="5"/>
                        <a:pt x="0" y="5"/>
                      </a:cubicBezTo>
                      <a:cubicBezTo>
                        <a:pt x="0" y="2"/>
                        <a:pt x="2" y="0"/>
                        <a:pt x="5" y="0"/>
                      </a:cubicBezTo>
                      <a:cubicBezTo>
                        <a:pt x="42" y="0"/>
                        <a:pt x="42" y="0"/>
                        <a:pt x="42" y="0"/>
                      </a:cubicBezTo>
                      <a:cubicBezTo>
                        <a:pt x="45" y="0"/>
                        <a:pt x="48" y="2"/>
                        <a:pt x="48" y="5"/>
                      </a:cubicBezTo>
                      <a:close/>
                    </a:path>
                  </a:pathLst>
                </a:custGeom>
                <a:solidFill>
                  <a:srgbClr val="B2B2B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solidFill>
                      <a:srgbClr val="262626"/>
                    </a:solidFill>
                  </a:endParaRPr>
                </a:p>
              </p:txBody>
            </p:sp>
            <p:sp>
              <p:nvSpPr>
                <p:cNvPr id="412" name="Freeform 40"/>
                <p:cNvSpPr>
                  <a:spLocks/>
                </p:cNvSpPr>
                <p:nvPr/>
              </p:nvSpPr>
              <p:spPr bwMode="auto">
                <a:xfrm flipH="1">
                  <a:off x="2699562" y="4501392"/>
                  <a:ext cx="166880" cy="38667"/>
                </a:xfrm>
                <a:custGeom>
                  <a:avLst/>
                  <a:gdLst>
                    <a:gd name="T0" fmla="*/ 48 w 48"/>
                    <a:gd name="T1" fmla="*/ 5 h 10"/>
                    <a:gd name="T2" fmla="*/ 42 w 48"/>
                    <a:gd name="T3" fmla="*/ 10 h 10"/>
                    <a:gd name="T4" fmla="*/ 5 w 48"/>
                    <a:gd name="T5" fmla="*/ 10 h 10"/>
                    <a:gd name="T6" fmla="*/ 0 w 48"/>
                    <a:gd name="T7" fmla="*/ 5 h 10"/>
                    <a:gd name="T8" fmla="*/ 0 w 48"/>
                    <a:gd name="T9" fmla="*/ 5 h 10"/>
                    <a:gd name="T10" fmla="*/ 5 w 48"/>
                    <a:gd name="T11" fmla="*/ 0 h 10"/>
                    <a:gd name="T12" fmla="*/ 42 w 48"/>
                    <a:gd name="T13" fmla="*/ 0 h 10"/>
                    <a:gd name="T14" fmla="*/ 48 w 48"/>
                    <a:gd name="T15" fmla="*/ 5 h 1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8" h="10">
                      <a:moveTo>
                        <a:pt x="48" y="5"/>
                      </a:moveTo>
                      <a:cubicBezTo>
                        <a:pt x="48" y="8"/>
                        <a:pt x="45" y="10"/>
                        <a:pt x="42" y="10"/>
                      </a:cubicBezTo>
                      <a:cubicBezTo>
                        <a:pt x="5" y="10"/>
                        <a:pt x="5" y="10"/>
                        <a:pt x="5" y="10"/>
                      </a:cubicBezTo>
                      <a:cubicBezTo>
                        <a:pt x="2" y="10"/>
                        <a:pt x="0" y="8"/>
                        <a:pt x="0" y="5"/>
                      </a:cubicBezTo>
                      <a:cubicBezTo>
                        <a:pt x="0" y="5"/>
                        <a:pt x="0" y="5"/>
                        <a:pt x="0" y="5"/>
                      </a:cubicBezTo>
                      <a:cubicBezTo>
                        <a:pt x="0" y="2"/>
                        <a:pt x="2" y="0"/>
                        <a:pt x="5" y="0"/>
                      </a:cubicBezTo>
                      <a:cubicBezTo>
                        <a:pt x="42" y="0"/>
                        <a:pt x="42" y="0"/>
                        <a:pt x="42" y="0"/>
                      </a:cubicBezTo>
                      <a:cubicBezTo>
                        <a:pt x="45" y="0"/>
                        <a:pt x="48" y="2"/>
                        <a:pt x="48" y="5"/>
                      </a:cubicBezTo>
                      <a:close/>
                    </a:path>
                  </a:pathLst>
                </a:custGeom>
                <a:solidFill>
                  <a:srgbClr val="B2B2B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solidFill>
                      <a:srgbClr val="262626"/>
                    </a:solidFill>
                  </a:endParaRPr>
                </a:p>
              </p:txBody>
            </p:sp>
            <p:sp>
              <p:nvSpPr>
                <p:cNvPr id="413" name="Freeform 41"/>
                <p:cNvSpPr>
                  <a:spLocks/>
                </p:cNvSpPr>
                <p:nvPr/>
              </p:nvSpPr>
              <p:spPr bwMode="auto">
                <a:xfrm flipH="1">
                  <a:off x="2699562" y="4378945"/>
                  <a:ext cx="166880" cy="42964"/>
                </a:xfrm>
                <a:custGeom>
                  <a:avLst/>
                  <a:gdLst>
                    <a:gd name="T0" fmla="*/ 48 w 48"/>
                    <a:gd name="T1" fmla="*/ 6 h 11"/>
                    <a:gd name="T2" fmla="*/ 42 w 48"/>
                    <a:gd name="T3" fmla="*/ 11 h 11"/>
                    <a:gd name="T4" fmla="*/ 5 w 48"/>
                    <a:gd name="T5" fmla="*/ 11 h 11"/>
                    <a:gd name="T6" fmla="*/ 0 w 48"/>
                    <a:gd name="T7" fmla="*/ 6 h 11"/>
                    <a:gd name="T8" fmla="*/ 0 w 48"/>
                    <a:gd name="T9" fmla="*/ 6 h 11"/>
                    <a:gd name="T10" fmla="*/ 5 w 48"/>
                    <a:gd name="T11" fmla="*/ 0 h 11"/>
                    <a:gd name="T12" fmla="*/ 42 w 48"/>
                    <a:gd name="T13" fmla="*/ 0 h 11"/>
                    <a:gd name="T14" fmla="*/ 48 w 48"/>
                    <a:gd name="T15" fmla="*/ 6 h 1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8" h="11">
                      <a:moveTo>
                        <a:pt x="48" y="6"/>
                      </a:moveTo>
                      <a:cubicBezTo>
                        <a:pt x="48" y="9"/>
                        <a:pt x="45" y="11"/>
                        <a:pt x="42" y="11"/>
                      </a:cubicBezTo>
                      <a:cubicBezTo>
                        <a:pt x="5" y="11"/>
                        <a:pt x="5" y="11"/>
                        <a:pt x="5" y="11"/>
                      </a:cubicBezTo>
                      <a:cubicBezTo>
                        <a:pt x="2" y="11"/>
                        <a:pt x="0" y="9"/>
                        <a:pt x="0" y="6"/>
                      </a:cubicBezTo>
                      <a:cubicBezTo>
                        <a:pt x="0" y="6"/>
                        <a:pt x="0" y="6"/>
                        <a:pt x="0" y="6"/>
                      </a:cubicBezTo>
                      <a:cubicBezTo>
                        <a:pt x="0" y="3"/>
                        <a:pt x="2" y="0"/>
                        <a:pt x="5" y="0"/>
                      </a:cubicBezTo>
                      <a:cubicBezTo>
                        <a:pt x="42" y="0"/>
                        <a:pt x="42" y="0"/>
                        <a:pt x="42" y="0"/>
                      </a:cubicBezTo>
                      <a:cubicBezTo>
                        <a:pt x="45" y="0"/>
                        <a:pt x="48" y="3"/>
                        <a:pt x="48" y="6"/>
                      </a:cubicBezTo>
                      <a:close/>
                    </a:path>
                  </a:pathLst>
                </a:custGeom>
                <a:solidFill>
                  <a:srgbClr val="B2B2B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solidFill>
                      <a:srgbClr val="262626"/>
                    </a:solidFill>
                  </a:endParaRPr>
                </a:p>
              </p:txBody>
            </p:sp>
            <p:sp>
              <p:nvSpPr>
                <p:cNvPr id="414" name="Freeform 42"/>
                <p:cNvSpPr>
                  <a:spLocks/>
                </p:cNvSpPr>
                <p:nvPr/>
              </p:nvSpPr>
              <p:spPr bwMode="auto">
                <a:xfrm flipH="1">
                  <a:off x="2699562" y="4260796"/>
                  <a:ext cx="166880" cy="42964"/>
                </a:xfrm>
                <a:custGeom>
                  <a:avLst/>
                  <a:gdLst>
                    <a:gd name="T0" fmla="*/ 48 w 48"/>
                    <a:gd name="T1" fmla="*/ 5 h 11"/>
                    <a:gd name="T2" fmla="*/ 42 w 48"/>
                    <a:gd name="T3" fmla="*/ 11 h 11"/>
                    <a:gd name="T4" fmla="*/ 5 w 48"/>
                    <a:gd name="T5" fmla="*/ 11 h 11"/>
                    <a:gd name="T6" fmla="*/ 0 w 48"/>
                    <a:gd name="T7" fmla="*/ 5 h 11"/>
                    <a:gd name="T8" fmla="*/ 0 w 48"/>
                    <a:gd name="T9" fmla="*/ 5 h 11"/>
                    <a:gd name="T10" fmla="*/ 5 w 48"/>
                    <a:gd name="T11" fmla="*/ 0 h 11"/>
                    <a:gd name="T12" fmla="*/ 42 w 48"/>
                    <a:gd name="T13" fmla="*/ 0 h 11"/>
                    <a:gd name="T14" fmla="*/ 48 w 48"/>
                    <a:gd name="T15" fmla="*/ 5 h 1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8" h="11">
                      <a:moveTo>
                        <a:pt x="48" y="5"/>
                      </a:moveTo>
                      <a:cubicBezTo>
                        <a:pt x="48" y="8"/>
                        <a:pt x="45" y="11"/>
                        <a:pt x="42" y="11"/>
                      </a:cubicBezTo>
                      <a:cubicBezTo>
                        <a:pt x="5" y="11"/>
                        <a:pt x="5" y="11"/>
                        <a:pt x="5" y="11"/>
                      </a:cubicBezTo>
                      <a:cubicBezTo>
                        <a:pt x="2" y="11"/>
                        <a:pt x="0" y="8"/>
                        <a:pt x="0" y="5"/>
                      </a:cubicBezTo>
                      <a:cubicBezTo>
                        <a:pt x="0" y="5"/>
                        <a:pt x="0" y="5"/>
                        <a:pt x="0" y="5"/>
                      </a:cubicBezTo>
                      <a:cubicBezTo>
                        <a:pt x="0" y="2"/>
                        <a:pt x="2" y="0"/>
                        <a:pt x="5" y="0"/>
                      </a:cubicBezTo>
                      <a:cubicBezTo>
                        <a:pt x="42" y="0"/>
                        <a:pt x="42" y="0"/>
                        <a:pt x="42" y="0"/>
                      </a:cubicBezTo>
                      <a:cubicBezTo>
                        <a:pt x="45" y="0"/>
                        <a:pt x="48" y="2"/>
                        <a:pt x="48" y="5"/>
                      </a:cubicBezTo>
                      <a:close/>
                    </a:path>
                  </a:pathLst>
                </a:custGeom>
                <a:solidFill>
                  <a:srgbClr val="B2B2B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solidFill>
                      <a:srgbClr val="262626"/>
                    </a:solidFill>
                  </a:endParaRPr>
                </a:p>
              </p:txBody>
            </p:sp>
            <p:sp>
              <p:nvSpPr>
                <p:cNvPr id="415" name="Freeform 43"/>
                <p:cNvSpPr>
                  <a:spLocks/>
                </p:cNvSpPr>
                <p:nvPr/>
              </p:nvSpPr>
              <p:spPr bwMode="auto">
                <a:xfrm flipH="1">
                  <a:off x="2699562" y="4142646"/>
                  <a:ext cx="166880" cy="42964"/>
                </a:xfrm>
                <a:custGeom>
                  <a:avLst/>
                  <a:gdLst>
                    <a:gd name="T0" fmla="*/ 48 w 48"/>
                    <a:gd name="T1" fmla="*/ 5 h 11"/>
                    <a:gd name="T2" fmla="*/ 42 w 48"/>
                    <a:gd name="T3" fmla="*/ 11 h 11"/>
                    <a:gd name="T4" fmla="*/ 5 w 48"/>
                    <a:gd name="T5" fmla="*/ 11 h 11"/>
                    <a:gd name="T6" fmla="*/ 0 w 48"/>
                    <a:gd name="T7" fmla="*/ 5 h 11"/>
                    <a:gd name="T8" fmla="*/ 0 w 48"/>
                    <a:gd name="T9" fmla="*/ 5 h 11"/>
                    <a:gd name="T10" fmla="*/ 5 w 48"/>
                    <a:gd name="T11" fmla="*/ 0 h 11"/>
                    <a:gd name="T12" fmla="*/ 42 w 48"/>
                    <a:gd name="T13" fmla="*/ 0 h 11"/>
                    <a:gd name="T14" fmla="*/ 48 w 48"/>
                    <a:gd name="T15" fmla="*/ 5 h 1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8" h="11">
                      <a:moveTo>
                        <a:pt x="48" y="5"/>
                      </a:moveTo>
                      <a:cubicBezTo>
                        <a:pt x="48" y="8"/>
                        <a:pt x="45" y="11"/>
                        <a:pt x="42" y="11"/>
                      </a:cubicBezTo>
                      <a:cubicBezTo>
                        <a:pt x="5" y="11"/>
                        <a:pt x="5" y="11"/>
                        <a:pt x="5" y="11"/>
                      </a:cubicBezTo>
                      <a:cubicBezTo>
                        <a:pt x="2" y="11"/>
                        <a:pt x="0" y="8"/>
                        <a:pt x="0" y="5"/>
                      </a:cubicBezTo>
                      <a:cubicBezTo>
                        <a:pt x="0" y="5"/>
                        <a:pt x="0" y="5"/>
                        <a:pt x="0" y="5"/>
                      </a:cubicBezTo>
                      <a:cubicBezTo>
                        <a:pt x="0" y="2"/>
                        <a:pt x="2" y="0"/>
                        <a:pt x="5" y="0"/>
                      </a:cubicBezTo>
                      <a:cubicBezTo>
                        <a:pt x="42" y="0"/>
                        <a:pt x="42" y="0"/>
                        <a:pt x="42" y="0"/>
                      </a:cubicBezTo>
                      <a:cubicBezTo>
                        <a:pt x="45" y="0"/>
                        <a:pt x="48" y="2"/>
                        <a:pt x="48" y="5"/>
                      </a:cubicBezTo>
                      <a:close/>
                    </a:path>
                  </a:pathLst>
                </a:custGeom>
                <a:solidFill>
                  <a:srgbClr val="B2B2B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solidFill>
                      <a:srgbClr val="262626"/>
                    </a:solidFill>
                  </a:endParaRPr>
                </a:p>
              </p:txBody>
            </p:sp>
            <p:sp>
              <p:nvSpPr>
                <p:cNvPr id="416" name="Freeform 44"/>
                <p:cNvSpPr>
                  <a:spLocks/>
                </p:cNvSpPr>
                <p:nvPr/>
              </p:nvSpPr>
              <p:spPr bwMode="auto">
                <a:xfrm flipH="1">
                  <a:off x="2699562" y="4024497"/>
                  <a:ext cx="166880" cy="38667"/>
                </a:xfrm>
                <a:custGeom>
                  <a:avLst/>
                  <a:gdLst>
                    <a:gd name="T0" fmla="*/ 48 w 48"/>
                    <a:gd name="T1" fmla="*/ 5 h 10"/>
                    <a:gd name="T2" fmla="*/ 42 w 48"/>
                    <a:gd name="T3" fmla="*/ 10 h 10"/>
                    <a:gd name="T4" fmla="*/ 5 w 48"/>
                    <a:gd name="T5" fmla="*/ 10 h 10"/>
                    <a:gd name="T6" fmla="*/ 0 w 48"/>
                    <a:gd name="T7" fmla="*/ 5 h 10"/>
                    <a:gd name="T8" fmla="*/ 0 w 48"/>
                    <a:gd name="T9" fmla="*/ 5 h 10"/>
                    <a:gd name="T10" fmla="*/ 5 w 48"/>
                    <a:gd name="T11" fmla="*/ 0 h 10"/>
                    <a:gd name="T12" fmla="*/ 42 w 48"/>
                    <a:gd name="T13" fmla="*/ 0 h 10"/>
                    <a:gd name="T14" fmla="*/ 48 w 48"/>
                    <a:gd name="T15" fmla="*/ 5 h 1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8" h="10">
                      <a:moveTo>
                        <a:pt x="48" y="5"/>
                      </a:moveTo>
                      <a:cubicBezTo>
                        <a:pt x="48" y="8"/>
                        <a:pt x="45" y="10"/>
                        <a:pt x="42" y="10"/>
                      </a:cubicBezTo>
                      <a:cubicBezTo>
                        <a:pt x="5" y="10"/>
                        <a:pt x="5" y="10"/>
                        <a:pt x="5" y="10"/>
                      </a:cubicBezTo>
                      <a:cubicBezTo>
                        <a:pt x="2" y="10"/>
                        <a:pt x="0" y="8"/>
                        <a:pt x="0" y="5"/>
                      </a:cubicBezTo>
                      <a:cubicBezTo>
                        <a:pt x="0" y="5"/>
                        <a:pt x="0" y="5"/>
                        <a:pt x="0" y="5"/>
                      </a:cubicBezTo>
                      <a:cubicBezTo>
                        <a:pt x="0" y="2"/>
                        <a:pt x="2" y="0"/>
                        <a:pt x="5" y="0"/>
                      </a:cubicBezTo>
                      <a:cubicBezTo>
                        <a:pt x="42" y="0"/>
                        <a:pt x="42" y="0"/>
                        <a:pt x="42" y="0"/>
                      </a:cubicBezTo>
                      <a:cubicBezTo>
                        <a:pt x="45" y="0"/>
                        <a:pt x="48" y="2"/>
                        <a:pt x="48" y="5"/>
                      </a:cubicBezTo>
                      <a:close/>
                    </a:path>
                  </a:pathLst>
                </a:custGeom>
                <a:solidFill>
                  <a:srgbClr val="B2B2B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solidFill>
                      <a:srgbClr val="262626"/>
                    </a:solidFill>
                  </a:endParaRPr>
                </a:p>
              </p:txBody>
            </p:sp>
            <p:sp>
              <p:nvSpPr>
                <p:cNvPr id="417" name="Freeform 45"/>
                <p:cNvSpPr>
                  <a:spLocks/>
                </p:cNvSpPr>
                <p:nvPr/>
              </p:nvSpPr>
              <p:spPr bwMode="auto">
                <a:xfrm flipH="1">
                  <a:off x="2699562" y="3902050"/>
                  <a:ext cx="166880" cy="40816"/>
                </a:xfrm>
                <a:custGeom>
                  <a:avLst/>
                  <a:gdLst>
                    <a:gd name="T0" fmla="*/ 48 w 48"/>
                    <a:gd name="T1" fmla="*/ 6 h 11"/>
                    <a:gd name="T2" fmla="*/ 42 w 48"/>
                    <a:gd name="T3" fmla="*/ 11 h 11"/>
                    <a:gd name="T4" fmla="*/ 5 w 48"/>
                    <a:gd name="T5" fmla="*/ 11 h 11"/>
                    <a:gd name="T6" fmla="*/ 0 w 48"/>
                    <a:gd name="T7" fmla="*/ 6 h 11"/>
                    <a:gd name="T8" fmla="*/ 0 w 48"/>
                    <a:gd name="T9" fmla="*/ 6 h 11"/>
                    <a:gd name="T10" fmla="*/ 5 w 48"/>
                    <a:gd name="T11" fmla="*/ 0 h 11"/>
                    <a:gd name="T12" fmla="*/ 42 w 48"/>
                    <a:gd name="T13" fmla="*/ 0 h 11"/>
                    <a:gd name="T14" fmla="*/ 48 w 48"/>
                    <a:gd name="T15" fmla="*/ 6 h 1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8" h="11">
                      <a:moveTo>
                        <a:pt x="48" y="6"/>
                      </a:moveTo>
                      <a:cubicBezTo>
                        <a:pt x="48" y="9"/>
                        <a:pt x="45" y="11"/>
                        <a:pt x="42" y="11"/>
                      </a:cubicBezTo>
                      <a:cubicBezTo>
                        <a:pt x="5" y="11"/>
                        <a:pt x="5" y="11"/>
                        <a:pt x="5" y="11"/>
                      </a:cubicBezTo>
                      <a:cubicBezTo>
                        <a:pt x="2" y="11"/>
                        <a:pt x="0" y="9"/>
                        <a:pt x="0" y="6"/>
                      </a:cubicBezTo>
                      <a:cubicBezTo>
                        <a:pt x="0" y="6"/>
                        <a:pt x="0" y="6"/>
                        <a:pt x="0" y="6"/>
                      </a:cubicBezTo>
                      <a:cubicBezTo>
                        <a:pt x="0" y="3"/>
                        <a:pt x="2" y="0"/>
                        <a:pt x="5" y="0"/>
                      </a:cubicBezTo>
                      <a:cubicBezTo>
                        <a:pt x="42" y="0"/>
                        <a:pt x="42" y="0"/>
                        <a:pt x="42" y="0"/>
                      </a:cubicBezTo>
                      <a:cubicBezTo>
                        <a:pt x="45" y="0"/>
                        <a:pt x="48" y="3"/>
                        <a:pt x="48" y="6"/>
                      </a:cubicBezTo>
                      <a:close/>
                    </a:path>
                  </a:pathLst>
                </a:custGeom>
                <a:solidFill>
                  <a:srgbClr val="B2B2B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solidFill>
                      <a:srgbClr val="262626"/>
                    </a:solidFill>
                  </a:endParaRPr>
                </a:p>
              </p:txBody>
            </p:sp>
          </p:grpSp>
          <p:sp>
            <p:nvSpPr>
              <p:cNvPr id="420" name="Rounded Rectangle 419"/>
              <p:cNvSpPr/>
              <p:nvPr/>
            </p:nvSpPr>
            <p:spPr bwMode="auto">
              <a:xfrm>
                <a:off x="9727138" y="1320696"/>
                <a:ext cx="802609" cy="123093"/>
              </a:xfrm>
              <a:prstGeom prst="roundRect">
                <a:avLst/>
              </a:prstGeom>
              <a:solidFill>
                <a:schemeClr val="bg2">
                  <a:lumMod val="75000"/>
                </a:schemeClr>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sp>
            <p:nvSpPr>
              <p:cNvPr id="421" name="Rounded Rectangle 420"/>
              <p:cNvSpPr/>
              <p:nvPr/>
            </p:nvSpPr>
            <p:spPr bwMode="auto">
              <a:xfrm>
                <a:off x="9727138" y="1473096"/>
                <a:ext cx="802609" cy="123093"/>
              </a:xfrm>
              <a:prstGeom prst="roundRect">
                <a:avLst/>
              </a:prstGeom>
              <a:solidFill>
                <a:schemeClr val="bg2">
                  <a:lumMod val="75000"/>
                </a:schemeClr>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sp>
            <p:nvSpPr>
              <p:cNvPr id="422" name="Rounded Rectangle 421"/>
              <p:cNvSpPr/>
              <p:nvPr/>
            </p:nvSpPr>
            <p:spPr bwMode="auto">
              <a:xfrm>
                <a:off x="9727138" y="1625496"/>
                <a:ext cx="802609" cy="123093"/>
              </a:xfrm>
              <a:prstGeom prst="roundRect">
                <a:avLst/>
              </a:prstGeom>
              <a:solidFill>
                <a:schemeClr val="bg2">
                  <a:lumMod val="75000"/>
                </a:schemeClr>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grpSp>
        <p:grpSp>
          <p:nvGrpSpPr>
            <p:cNvPr id="22" name="Group 21"/>
            <p:cNvGrpSpPr/>
            <p:nvPr/>
          </p:nvGrpSpPr>
          <p:grpSpPr>
            <a:xfrm>
              <a:off x="7202936" y="2137601"/>
              <a:ext cx="434396" cy="1567623"/>
              <a:chOff x="7202936" y="1464501"/>
              <a:chExt cx="434396" cy="1567623"/>
            </a:xfrm>
          </p:grpSpPr>
          <p:pic>
            <p:nvPicPr>
              <p:cNvPr id="424" name="Picture 423"/>
              <p:cNvPicPr>
                <a:picLocks noChangeAspect="1"/>
              </p:cNvPicPr>
              <p:nvPr/>
            </p:nvPicPr>
            <p:blipFill>
              <a:blip r:embed="rId3"/>
              <a:stretch>
                <a:fillRect/>
              </a:stretch>
            </p:blipFill>
            <p:spPr>
              <a:xfrm>
                <a:off x="7509783" y="1515955"/>
                <a:ext cx="127549" cy="1513579"/>
              </a:xfrm>
              <a:prstGeom prst="rect">
                <a:avLst/>
              </a:prstGeom>
            </p:spPr>
          </p:pic>
          <p:grpSp>
            <p:nvGrpSpPr>
              <p:cNvPr id="436" name="Group 435"/>
              <p:cNvGrpSpPr/>
              <p:nvPr/>
            </p:nvGrpSpPr>
            <p:grpSpPr>
              <a:xfrm flipV="1">
                <a:off x="7202936" y="1464501"/>
                <a:ext cx="164653" cy="1567623"/>
                <a:chOff x="7138988" y="855663"/>
                <a:chExt cx="228601" cy="2176462"/>
              </a:xfrm>
            </p:grpSpPr>
            <p:sp>
              <p:nvSpPr>
                <p:cNvPr id="427" name="AutoShape 47"/>
                <p:cNvSpPr>
                  <a:spLocks noChangeAspect="1" noChangeArrowheads="1" noTextEdit="1"/>
                </p:cNvSpPr>
                <p:nvPr/>
              </p:nvSpPr>
              <p:spPr bwMode="auto">
                <a:xfrm>
                  <a:off x="7142163" y="858838"/>
                  <a:ext cx="225425" cy="2170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a:solidFill>
                      <a:srgbClr val="262626"/>
                    </a:solidFill>
                  </a:endParaRPr>
                </a:p>
              </p:txBody>
            </p:sp>
            <p:sp>
              <p:nvSpPr>
                <p:cNvPr id="428" name="Freeform 49"/>
                <p:cNvSpPr>
                  <a:spLocks/>
                </p:cNvSpPr>
                <p:nvPr/>
              </p:nvSpPr>
              <p:spPr bwMode="auto">
                <a:xfrm>
                  <a:off x="7232651" y="2946400"/>
                  <a:ext cx="119063" cy="85725"/>
                </a:xfrm>
                <a:custGeom>
                  <a:avLst/>
                  <a:gdLst>
                    <a:gd name="T0" fmla="*/ 30 w 30"/>
                    <a:gd name="T1" fmla="*/ 0 h 23"/>
                    <a:gd name="T2" fmla="*/ 30 w 30"/>
                    <a:gd name="T3" fmla="*/ 18 h 23"/>
                    <a:gd name="T4" fmla="*/ 25 w 30"/>
                    <a:gd name="T5" fmla="*/ 23 h 23"/>
                    <a:gd name="T6" fmla="*/ 4 w 30"/>
                    <a:gd name="T7" fmla="*/ 23 h 23"/>
                    <a:gd name="T8" fmla="*/ 0 w 30"/>
                    <a:gd name="T9" fmla="*/ 18 h 23"/>
                    <a:gd name="T10" fmla="*/ 0 w 30"/>
                    <a:gd name="T11" fmla="*/ 0 h 23"/>
                    <a:gd name="T12" fmla="*/ 30 w 30"/>
                    <a:gd name="T13" fmla="*/ 0 h 23"/>
                  </a:gdLst>
                  <a:ahLst/>
                  <a:cxnLst>
                    <a:cxn ang="0">
                      <a:pos x="T0" y="T1"/>
                    </a:cxn>
                    <a:cxn ang="0">
                      <a:pos x="T2" y="T3"/>
                    </a:cxn>
                    <a:cxn ang="0">
                      <a:pos x="T4" y="T5"/>
                    </a:cxn>
                    <a:cxn ang="0">
                      <a:pos x="T6" y="T7"/>
                    </a:cxn>
                    <a:cxn ang="0">
                      <a:pos x="T8" y="T9"/>
                    </a:cxn>
                    <a:cxn ang="0">
                      <a:pos x="T10" y="T11"/>
                    </a:cxn>
                    <a:cxn ang="0">
                      <a:pos x="T12" y="T13"/>
                    </a:cxn>
                  </a:cxnLst>
                  <a:rect l="0" t="0" r="r" b="b"/>
                  <a:pathLst>
                    <a:path w="30" h="23">
                      <a:moveTo>
                        <a:pt x="30" y="0"/>
                      </a:moveTo>
                      <a:cubicBezTo>
                        <a:pt x="30" y="18"/>
                        <a:pt x="30" y="18"/>
                        <a:pt x="30" y="18"/>
                      </a:cubicBezTo>
                      <a:cubicBezTo>
                        <a:pt x="30" y="21"/>
                        <a:pt x="28" y="23"/>
                        <a:pt x="25" y="23"/>
                      </a:cubicBezTo>
                      <a:cubicBezTo>
                        <a:pt x="4" y="23"/>
                        <a:pt x="4" y="23"/>
                        <a:pt x="4" y="23"/>
                      </a:cubicBezTo>
                      <a:cubicBezTo>
                        <a:pt x="2" y="23"/>
                        <a:pt x="0" y="21"/>
                        <a:pt x="0" y="18"/>
                      </a:cubicBezTo>
                      <a:cubicBezTo>
                        <a:pt x="0" y="0"/>
                        <a:pt x="0" y="0"/>
                        <a:pt x="0" y="0"/>
                      </a:cubicBezTo>
                      <a:lnTo>
                        <a:pt x="30" y="0"/>
                      </a:lnTo>
                      <a:close/>
                    </a:path>
                  </a:pathLst>
                </a:custGeom>
                <a:solidFill>
                  <a:srgbClr val="73737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solidFill>
                      <a:srgbClr val="262626"/>
                    </a:solidFill>
                  </a:endParaRPr>
                </a:p>
              </p:txBody>
            </p:sp>
            <p:sp>
              <p:nvSpPr>
                <p:cNvPr id="429" name="Freeform 50"/>
                <p:cNvSpPr>
                  <a:spLocks/>
                </p:cNvSpPr>
                <p:nvPr/>
              </p:nvSpPr>
              <p:spPr bwMode="auto">
                <a:xfrm>
                  <a:off x="7138988" y="2173288"/>
                  <a:ext cx="109538" cy="581025"/>
                </a:xfrm>
                <a:custGeom>
                  <a:avLst/>
                  <a:gdLst>
                    <a:gd name="T0" fmla="*/ 26 w 28"/>
                    <a:gd name="T1" fmla="*/ 146 h 154"/>
                    <a:gd name="T2" fmla="*/ 26 w 28"/>
                    <a:gd name="T3" fmla="*/ 114 h 154"/>
                    <a:gd name="T4" fmla="*/ 23 w 28"/>
                    <a:gd name="T5" fmla="*/ 114 h 154"/>
                    <a:gd name="T6" fmla="*/ 22 w 28"/>
                    <a:gd name="T7" fmla="*/ 105 h 154"/>
                    <a:gd name="T8" fmla="*/ 16 w 28"/>
                    <a:gd name="T9" fmla="*/ 111 h 154"/>
                    <a:gd name="T10" fmla="*/ 11 w 28"/>
                    <a:gd name="T11" fmla="*/ 109 h 154"/>
                    <a:gd name="T12" fmla="*/ 9 w 28"/>
                    <a:gd name="T13" fmla="*/ 71 h 154"/>
                    <a:gd name="T14" fmla="*/ 17 w 28"/>
                    <a:gd name="T15" fmla="*/ 6 h 154"/>
                    <a:gd name="T16" fmla="*/ 14 w 28"/>
                    <a:gd name="T17" fmla="*/ 1 h 154"/>
                    <a:gd name="T18" fmla="*/ 9 w 28"/>
                    <a:gd name="T19" fmla="*/ 3 h 154"/>
                    <a:gd name="T20" fmla="*/ 0 w 28"/>
                    <a:gd name="T21" fmla="*/ 71 h 154"/>
                    <a:gd name="T22" fmla="*/ 23 w 28"/>
                    <a:gd name="T23" fmla="*/ 154 h 154"/>
                    <a:gd name="T24" fmla="*/ 28 w 28"/>
                    <a:gd name="T25" fmla="*/ 150 h 154"/>
                    <a:gd name="T26" fmla="*/ 26 w 28"/>
                    <a:gd name="T27" fmla="*/ 146 h 1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8" h="154">
                      <a:moveTo>
                        <a:pt x="26" y="146"/>
                      </a:moveTo>
                      <a:cubicBezTo>
                        <a:pt x="26" y="114"/>
                        <a:pt x="26" y="114"/>
                        <a:pt x="26" y="114"/>
                      </a:cubicBezTo>
                      <a:cubicBezTo>
                        <a:pt x="23" y="114"/>
                        <a:pt x="23" y="114"/>
                        <a:pt x="23" y="114"/>
                      </a:cubicBezTo>
                      <a:cubicBezTo>
                        <a:pt x="22" y="105"/>
                        <a:pt x="22" y="105"/>
                        <a:pt x="22" y="105"/>
                      </a:cubicBezTo>
                      <a:cubicBezTo>
                        <a:pt x="22" y="108"/>
                        <a:pt x="19" y="111"/>
                        <a:pt x="16" y="111"/>
                      </a:cubicBezTo>
                      <a:cubicBezTo>
                        <a:pt x="14" y="111"/>
                        <a:pt x="12" y="110"/>
                        <a:pt x="11" y="109"/>
                      </a:cubicBezTo>
                      <a:cubicBezTo>
                        <a:pt x="10" y="99"/>
                        <a:pt x="9" y="86"/>
                        <a:pt x="9" y="71"/>
                      </a:cubicBezTo>
                      <a:cubicBezTo>
                        <a:pt x="9" y="45"/>
                        <a:pt x="12" y="21"/>
                        <a:pt x="17" y="6"/>
                      </a:cubicBezTo>
                      <a:cubicBezTo>
                        <a:pt x="18" y="4"/>
                        <a:pt x="17" y="2"/>
                        <a:pt x="14" y="1"/>
                      </a:cubicBezTo>
                      <a:cubicBezTo>
                        <a:pt x="12" y="0"/>
                        <a:pt x="10" y="1"/>
                        <a:pt x="9" y="3"/>
                      </a:cubicBezTo>
                      <a:cubicBezTo>
                        <a:pt x="3" y="18"/>
                        <a:pt x="0" y="44"/>
                        <a:pt x="0" y="71"/>
                      </a:cubicBezTo>
                      <a:cubicBezTo>
                        <a:pt x="0" y="100"/>
                        <a:pt x="5" y="154"/>
                        <a:pt x="23" y="154"/>
                      </a:cubicBezTo>
                      <a:cubicBezTo>
                        <a:pt x="26" y="154"/>
                        <a:pt x="28" y="152"/>
                        <a:pt x="28" y="150"/>
                      </a:cubicBezTo>
                      <a:cubicBezTo>
                        <a:pt x="28" y="148"/>
                        <a:pt x="27" y="147"/>
                        <a:pt x="26" y="146"/>
                      </a:cubicBezTo>
                      <a:close/>
                    </a:path>
                  </a:pathLst>
                </a:custGeom>
                <a:solidFill>
                  <a:srgbClr val="96969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solidFill>
                      <a:srgbClr val="262626"/>
                    </a:solidFill>
                  </a:endParaRPr>
                </a:p>
              </p:txBody>
            </p:sp>
            <p:sp>
              <p:nvSpPr>
                <p:cNvPr id="430" name="Rectangle 51"/>
                <p:cNvSpPr>
                  <a:spLocks noChangeArrowheads="1"/>
                </p:cNvSpPr>
                <p:nvPr/>
              </p:nvSpPr>
              <p:spPr bwMode="auto">
                <a:xfrm>
                  <a:off x="7232651" y="2784475"/>
                  <a:ext cx="123825" cy="85725"/>
                </a:xfrm>
                <a:prstGeom prst="rect">
                  <a:avLst/>
                </a:prstGeom>
                <a:solidFill>
                  <a:srgbClr val="B2291B"/>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a:solidFill>
                      <a:srgbClr val="262626"/>
                    </a:solidFill>
                  </a:endParaRPr>
                </a:p>
              </p:txBody>
            </p:sp>
            <p:sp>
              <p:nvSpPr>
                <p:cNvPr id="431" name="Freeform 52"/>
                <p:cNvSpPr>
                  <a:spLocks/>
                </p:cNvSpPr>
                <p:nvPr/>
              </p:nvSpPr>
              <p:spPr bwMode="auto">
                <a:xfrm>
                  <a:off x="7280276" y="855663"/>
                  <a:ext cx="28575" cy="192087"/>
                </a:xfrm>
                <a:custGeom>
                  <a:avLst/>
                  <a:gdLst>
                    <a:gd name="T0" fmla="*/ 7 w 7"/>
                    <a:gd name="T1" fmla="*/ 48 h 51"/>
                    <a:gd name="T2" fmla="*/ 3 w 7"/>
                    <a:gd name="T3" fmla="*/ 51 h 51"/>
                    <a:gd name="T4" fmla="*/ 3 w 7"/>
                    <a:gd name="T5" fmla="*/ 51 h 51"/>
                    <a:gd name="T6" fmla="*/ 0 w 7"/>
                    <a:gd name="T7" fmla="*/ 48 h 51"/>
                    <a:gd name="T8" fmla="*/ 0 w 7"/>
                    <a:gd name="T9" fmla="*/ 4 h 51"/>
                    <a:gd name="T10" fmla="*/ 3 w 7"/>
                    <a:gd name="T11" fmla="*/ 0 h 51"/>
                    <a:gd name="T12" fmla="*/ 3 w 7"/>
                    <a:gd name="T13" fmla="*/ 0 h 51"/>
                    <a:gd name="T14" fmla="*/ 7 w 7"/>
                    <a:gd name="T15" fmla="*/ 4 h 51"/>
                    <a:gd name="T16" fmla="*/ 7 w 7"/>
                    <a:gd name="T17" fmla="*/ 48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 h="51">
                      <a:moveTo>
                        <a:pt x="7" y="48"/>
                      </a:moveTo>
                      <a:cubicBezTo>
                        <a:pt x="7" y="50"/>
                        <a:pt x="5" y="51"/>
                        <a:pt x="3" y="51"/>
                      </a:cubicBezTo>
                      <a:cubicBezTo>
                        <a:pt x="3" y="51"/>
                        <a:pt x="3" y="51"/>
                        <a:pt x="3" y="51"/>
                      </a:cubicBezTo>
                      <a:cubicBezTo>
                        <a:pt x="1" y="51"/>
                        <a:pt x="0" y="50"/>
                        <a:pt x="0" y="48"/>
                      </a:cubicBezTo>
                      <a:cubicBezTo>
                        <a:pt x="0" y="4"/>
                        <a:pt x="0" y="4"/>
                        <a:pt x="0" y="4"/>
                      </a:cubicBezTo>
                      <a:cubicBezTo>
                        <a:pt x="0" y="2"/>
                        <a:pt x="1" y="0"/>
                        <a:pt x="3" y="0"/>
                      </a:cubicBezTo>
                      <a:cubicBezTo>
                        <a:pt x="3" y="0"/>
                        <a:pt x="3" y="0"/>
                        <a:pt x="3" y="0"/>
                      </a:cubicBezTo>
                      <a:cubicBezTo>
                        <a:pt x="5" y="0"/>
                        <a:pt x="7" y="2"/>
                        <a:pt x="7" y="4"/>
                      </a:cubicBezTo>
                      <a:lnTo>
                        <a:pt x="7" y="48"/>
                      </a:lnTo>
                      <a:close/>
                    </a:path>
                  </a:pathLst>
                </a:custGeom>
                <a:solidFill>
                  <a:srgbClr val="50505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solidFill>
                      <a:srgbClr val="262626"/>
                    </a:solidFill>
                  </a:endParaRPr>
                </a:p>
              </p:txBody>
            </p:sp>
            <p:sp>
              <p:nvSpPr>
                <p:cNvPr id="432" name="Freeform 53"/>
                <p:cNvSpPr>
                  <a:spLocks/>
                </p:cNvSpPr>
                <p:nvPr/>
              </p:nvSpPr>
              <p:spPr bwMode="auto">
                <a:xfrm>
                  <a:off x="7229476" y="908050"/>
                  <a:ext cx="127000" cy="225425"/>
                </a:xfrm>
                <a:custGeom>
                  <a:avLst/>
                  <a:gdLst>
                    <a:gd name="T0" fmla="*/ 55 w 80"/>
                    <a:gd name="T1" fmla="*/ 0 h 142"/>
                    <a:gd name="T2" fmla="*/ 25 w 80"/>
                    <a:gd name="T3" fmla="*/ 0 h 142"/>
                    <a:gd name="T4" fmla="*/ 0 w 80"/>
                    <a:gd name="T5" fmla="*/ 142 h 142"/>
                    <a:gd name="T6" fmla="*/ 80 w 80"/>
                    <a:gd name="T7" fmla="*/ 142 h 142"/>
                    <a:gd name="T8" fmla="*/ 55 w 80"/>
                    <a:gd name="T9" fmla="*/ 0 h 142"/>
                  </a:gdLst>
                  <a:ahLst/>
                  <a:cxnLst>
                    <a:cxn ang="0">
                      <a:pos x="T0" y="T1"/>
                    </a:cxn>
                    <a:cxn ang="0">
                      <a:pos x="T2" y="T3"/>
                    </a:cxn>
                    <a:cxn ang="0">
                      <a:pos x="T4" y="T5"/>
                    </a:cxn>
                    <a:cxn ang="0">
                      <a:pos x="T6" y="T7"/>
                    </a:cxn>
                    <a:cxn ang="0">
                      <a:pos x="T8" y="T9"/>
                    </a:cxn>
                  </a:cxnLst>
                  <a:rect l="0" t="0" r="r" b="b"/>
                  <a:pathLst>
                    <a:path w="80" h="142">
                      <a:moveTo>
                        <a:pt x="55" y="0"/>
                      </a:moveTo>
                      <a:lnTo>
                        <a:pt x="25" y="0"/>
                      </a:lnTo>
                      <a:lnTo>
                        <a:pt x="0" y="142"/>
                      </a:lnTo>
                      <a:lnTo>
                        <a:pt x="80" y="142"/>
                      </a:lnTo>
                      <a:lnTo>
                        <a:pt x="55" y="0"/>
                      </a:lnTo>
                      <a:close/>
                    </a:path>
                  </a:pathLst>
                </a:custGeom>
                <a:solidFill>
                  <a:srgbClr val="D2D2D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solidFill>
                      <a:srgbClr val="262626"/>
                    </a:solidFill>
                  </a:endParaRPr>
                </a:p>
              </p:txBody>
            </p:sp>
            <p:sp>
              <p:nvSpPr>
                <p:cNvPr id="433" name="Rectangle 54"/>
                <p:cNvSpPr>
                  <a:spLocks noChangeArrowheads="1"/>
                </p:cNvSpPr>
                <p:nvPr/>
              </p:nvSpPr>
              <p:spPr bwMode="auto">
                <a:xfrm>
                  <a:off x="7216776" y="1168400"/>
                  <a:ext cx="150813" cy="1619250"/>
                </a:xfrm>
                <a:prstGeom prst="rect">
                  <a:avLst/>
                </a:pr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sz="1800">
                    <a:solidFill>
                      <a:srgbClr val="262626"/>
                    </a:solidFill>
                  </a:endParaRPr>
                </a:p>
              </p:txBody>
            </p:sp>
            <p:sp>
              <p:nvSpPr>
                <p:cNvPr id="434" name="Rectangle 55"/>
                <p:cNvSpPr>
                  <a:spLocks noChangeArrowheads="1"/>
                </p:cNvSpPr>
                <p:nvPr/>
              </p:nvSpPr>
              <p:spPr bwMode="auto">
                <a:xfrm>
                  <a:off x="7216776" y="1130300"/>
                  <a:ext cx="150813" cy="38100"/>
                </a:xfrm>
                <a:prstGeom prst="rect">
                  <a:avLst/>
                </a:prstGeom>
                <a:solidFill>
                  <a:srgbClr val="50505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a:solidFill>
                      <a:srgbClr val="262626"/>
                    </a:solidFill>
                  </a:endParaRPr>
                </a:p>
              </p:txBody>
            </p:sp>
            <p:sp>
              <p:nvSpPr>
                <p:cNvPr id="435" name="Rectangle 56"/>
                <p:cNvSpPr>
                  <a:spLocks noChangeArrowheads="1"/>
                </p:cNvSpPr>
                <p:nvPr/>
              </p:nvSpPr>
              <p:spPr bwMode="auto">
                <a:xfrm>
                  <a:off x="7216776" y="2847975"/>
                  <a:ext cx="150813" cy="112712"/>
                </a:xfrm>
                <a:prstGeom prst="rect">
                  <a:avLst/>
                </a:pr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sz="1800">
                    <a:solidFill>
                      <a:srgbClr val="262626"/>
                    </a:solidFill>
                  </a:endParaRPr>
                </a:p>
              </p:txBody>
            </p:sp>
          </p:grpSp>
        </p:grpSp>
        <p:sp>
          <p:nvSpPr>
            <p:cNvPr id="440" name="Freeform 60"/>
            <p:cNvSpPr>
              <a:spLocks noEditPoints="1"/>
            </p:cNvSpPr>
            <p:nvPr/>
          </p:nvSpPr>
          <p:spPr bwMode="auto">
            <a:xfrm>
              <a:off x="10951640" y="3797916"/>
              <a:ext cx="1200752" cy="874489"/>
            </a:xfrm>
            <a:custGeom>
              <a:avLst/>
              <a:gdLst>
                <a:gd name="T0" fmla="*/ 45 w 1931"/>
                <a:gd name="T1" fmla="*/ 0 h 1354"/>
                <a:gd name="T2" fmla="*/ 1886 w 1931"/>
                <a:gd name="T3" fmla="*/ 0 h 1354"/>
                <a:gd name="T4" fmla="*/ 965 w 1931"/>
                <a:gd name="T5" fmla="*/ 774 h 1354"/>
                <a:gd name="T6" fmla="*/ 45 w 1931"/>
                <a:gd name="T7" fmla="*/ 0 h 1354"/>
                <a:gd name="T8" fmla="*/ 45 w 1931"/>
                <a:gd name="T9" fmla="*/ 0 h 1354"/>
                <a:gd name="T10" fmla="*/ 985 w 1931"/>
                <a:gd name="T11" fmla="*/ 838 h 1354"/>
                <a:gd name="T12" fmla="*/ 985 w 1931"/>
                <a:gd name="T13" fmla="*/ 838 h 1354"/>
                <a:gd name="T14" fmla="*/ 985 w 1931"/>
                <a:gd name="T15" fmla="*/ 845 h 1354"/>
                <a:gd name="T16" fmla="*/ 978 w 1931"/>
                <a:gd name="T17" fmla="*/ 845 h 1354"/>
                <a:gd name="T18" fmla="*/ 978 w 1931"/>
                <a:gd name="T19" fmla="*/ 845 h 1354"/>
                <a:gd name="T20" fmla="*/ 972 w 1931"/>
                <a:gd name="T21" fmla="*/ 845 h 1354"/>
                <a:gd name="T22" fmla="*/ 972 w 1931"/>
                <a:gd name="T23" fmla="*/ 845 h 1354"/>
                <a:gd name="T24" fmla="*/ 965 w 1931"/>
                <a:gd name="T25" fmla="*/ 845 h 1354"/>
                <a:gd name="T26" fmla="*/ 965 w 1931"/>
                <a:gd name="T27" fmla="*/ 845 h 1354"/>
                <a:gd name="T28" fmla="*/ 965 w 1931"/>
                <a:gd name="T29" fmla="*/ 845 h 1354"/>
                <a:gd name="T30" fmla="*/ 959 w 1931"/>
                <a:gd name="T31" fmla="*/ 845 h 1354"/>
                <a:gd name="T32" fmla="*/ 959 w 1931"/>
                <a:gd name="T33" fmla="*/ 845 h 1354"/>
                <a:gd name="T34" fmla="*/ 952 w 1931"/>
                <a:gd name="T35" fmla="*/ 845 h 1354"/>
                <a:gd name="T36" fmla="*/ 952 w 1931"/>
                <a:gd name="T37" fmla="*/ 845 h 1354"/>
                <a:gd name="T38" fmla="*/ 946 w 1931"/>
                <a:gd name="T39" fmla="*/ 845 h 1354"/>
                <a:gd name="T40" fmla="*/ 946 w 1931"/>
                <a:gd name="T41" fmla="*/ 838 h 1354"/>
                <a:gd name="T42" fmla="*/ 946 w 1931"/>
                <a:gd name="T43" fmla="*/ 838 h 1354"/>
                <a:gd name="T44" fmla="*/ 804 w 1931"/>
                <a:gd name="T45" fmla="*/ 722 h 1354"/>
                <a:gd name="T46" fmla="*/ 51 w 1931"/>
                <a:gd name="T47" fmla="*/ 1354 h 1354"/>
                <a:gd name="T48" fmla="*/ 1886 w 1931"/>
                <a:gd name="T49" fmla="*/ 1354 h 1354"/>
                <a:gd name="T50" fmla="*/ 1126 w 1931"/>
                <a:gd name="T51" fmla="*/ 722 h 1354"/>
                <a:gd name="T52" fmla="*/ 985 w 1931"/>
                <a:gd name="T53" fmla="*/ 838 h 1354"/>
                <a:gd name="T54" fmla="*/ 985 w 1931"/>
                <a:gd name="T55" fmla="*/ 838 h 1354"/>
                <a:gd name="T56" fmla="*/ 0 w 1931"/>
                <a:gd name="T57" fmla="*/ 39 h 1354"/>
                <a:gd name="T58" fmla="*/ 0 w 1931"/>
                <a:gd name="T59" fmla="*/ 1316 h 1354"/>
                <a:gd name="T60" fmla="*/ 759 w 1931"/>
                <a:gd name="T61" fmla="*/ 684 h 1354"/>
                <a:gd name="T62" fmla="*/ 0 w 1931"/>
                <a:gd name="T63" fmla="*/ 39 h 1354"/>
                <a:gd name="T64" fmla="*/ 0 w 1931"/>
                <a:gd name="T65" fmla="*/ 39 h 1354"/>
                <a:gd name="T66" fmla="*/ 1171 w 1931"/>
                <a:gd name="T67" fmla="*/ 684 h 1354"/>
                <a:gd name="T68" fmla="*/ 1931 w 1931"/>
                <a:gd name="T69" fmla="*/ 1316 h 1354"/>
                <a:gd name="T70" fmla="*/ 1931 w 1931"/>
                <a:gd name="T71" fmla="*/ 39 h 1354"/>
                <a:gd name="T72" fmla="*/ 1171 w 1931"/>
                <a:gd name="T73" fmla="*/ 684 h 1354"/>
                <a:gd name="T74" fmla="*/ 1171 w 1931"/>
                <a:gd name="T75" fmla="*/ 684 h 13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931" h="1354">
                  <a:moveTo>
                    <a:pt x="45" y="0"/>
                  </a:moveTo>
                  <a:cubicBezTo>
                    <a:pt x="1886" y="0"/>
                    <a:pt x="1886" y="0"/>
                    <a:pt x="1886" y="0"/>
                  </a:cubicBezTo>
                  <a:cubicBezTo>
                    <a:pt x="965" y="774"/>
                    <a:pt x="965" y="774"/>
                    <a:pt x="965" y="774"/>
                  </a:cubicBezTo>
                  <a:cubicBezTo>
                    <a:pt x="45" y="0"/>
                    <a:pt x="45" y="0"/>
                    <a:pt x="45" y="0"/>
                  </a:cubicBezTo>
                  <a:cubicBezTo>
                    <a:pt x="45" y="0"/>
                    <a:pt x="45" y="0"/>
                    <a:pt x="45" y="0"/>
                  </a:cubicBezTo>
                  <a:close/>
                  <a:moveTo>
                    <a:pt x="985" y="838"/>
                  </a:moveTo>
                  <a:cubicBezTo>
                    <a:pt x="985" y="838"/>
                    <a:pt x="985" y="838"/>
                    <a:pt x="985" y="838"/>
                  </a:cubicBezTo>
                  <a:cubicBezTo>
                    <a:pt x="985" y="838"/>
                    <a:pt x="985" y="838"/>
                    <a:pt x="985" y="845"/>
                  </a:cubicBezTo>
                  <a:cubicBezTo>
                    <a:pt x="978" y="845"/>
                    <a:pt x="978" y="845"/>
                    <a:pt x="978" y="845"/>
                  </a:cubicBezTo>
                  <a:cubicBezTo>
                    <a:pt x="978" y="845"/>
                    <a:pt x="978" y="845"/>
                    <a:pt x="978" y="845"/>
                  </a:cubicBezTo>
                  <a:cubicBezTo>
                    <a:pt x="972" y="845"/>
                    <a:pt x="972" y="845"/>
                    <a:pt x="972" y="845"/>
                  </a:cubicBezTo>
                  <a:cubicBezTo>
                    <a:pt x="972" y="845"/>
                    <a:pt x="972" y="845"/>
                    <a:pt x="972" y="845"/>
                  </a:cubicBezTo>
                  <a:cubicBezTo>
                    <a:pt x="965" y="845"/>
                    <a:pt x="965" y="845"/>
                    <a:pt x="965" y="845"/>
                  </a:cubicBezTo>
                  <a:cubicBezTo>
                    <a:pt x="965" y="845"/>
                    <a:pt x="965" y="845"/>
                    <a:pt x="965" y="845"/>
                  </a:cubicBezTo>
                  <a:cubicBezTo>
                    <a:pt x="965" y="845"/>
                    <a:pt x="965" y="845"/>
                    <a:pt x="965" y="845"/>
                  </a:cubicBezTo>
                  <a:cubicBezTo>
                    <a:pt x="959" y="845"/>
                    <a:pt x="959" y="845"/>
                    <a:pt x="959" y="845"/>
                  </a:cubicBezTo>
                  <a:cubicBezTo>
                    <a:pt x="959" y="845"/>
                    <a:pt x="959" y="845"/>
                    <a:pt x="959" y="845"/>
                  </a:cubicBezTo>
                  <a:cubicBezTo>
                    <a:pt x="952" y="845"/>
                    <a:pt x="952" y="845"/>
                    <a:pt x="952" y="845"/>
                  </a:cubicBezTo>
                  <a:cubicBezTo>
                    <a:pt x="952" y="845"/>
                    <a:pt x="952" y="845"/>
                    <a:pt x="952" y="845"/>
                  </a:cubicBezTo>
                  <a:cubicBezTo>
                    <a:pt x="952" y="845"/>
                    <a:pt x="952" y="845"/>
                    <a:pt x="946" y="845"/>
                  </a:cubicBezTo>
                  <a:cubicBezTo>
                    <a:pt x="946" y="838"/>
                    <a:pt x="946" y="838"/>
                    <a:pt x="946" y="838"/>
                  </a:cubicBezTo>
                  <a:cubicBezTo>
                    <a:pt x="946" y="838"/>
                    <a:pt x="946" y="838"/>
                    <a:pt x="946" y="838"/>
                  </a:cubicBezTo>
                  <a:cubicBezTo>
                    <a:pt x="804" y="722"/>
                    <a:pt x="804" y="722"/>
                    <a:pt x="804" y="722"/>
                  </a:cubicBezTo>
                  <a:cubicBezTo>
                    <a:pt x="51" y="1354"/>
                    <a:pt x="51" y="1354"/>
                    <a:pt x="51" y="1354"/>
                  </a:cubicBezTo>
                  <a:cubicBezTo>
                    <a:pt x="1886" y="1354"/>
                    <a:pt x="1886" y="1354"/>
                    <a:pt x="1886" y="1354"/>
                  </a:cubicBezTo>
                  <a:cubicBezTo>
                    <a:pt x="1126" y="722"/>
                    <a:pt x="1126" y="722"/>
                    <a:pt x="1126" y="722"/>
                  </a:cubicBezTo>
                  <a:cubicBezTo>
                    <a:pt x="985" y="838"/>
                    <a:pt x="985" y="838"/>
                    <a:pt x="985" y="838"/>
                  </a:cubicBezTo>
                  <a:cubicBezTo>
                    <a:pt x="985" y="838"/>
                    <a:pt x="985" y="838"/>
                    <a:pt x="985" y="838"/>
                  </a:cubicBezTo>
                  <a:close/>
                  <a:moveTo>
                    <a:pt x="0" y="39"/>
                  </a:moveTo>
                  <a:cubicBezTo>
                    <a:pt x="0" y="1316"/>
                    <a:pt x="0" y="1316"/>
                    <a:pt x="0" y="1316"/>
                  </a:cubicBezTo>
                  <a:cubicBezTo>
                    <a:pt x="759" y="684"/>
                    <a:pt x="759" y="684"/>
                    <a:pt x="759" y="684"/>
                  </a:cubicBezTo>
                  <a:cubicBezTo>
                    <a:pt x="0" y="39"/>
                    <a:pt x="0" y="39"/>
                    <a:pt x="0" y="39"/>
                  </a:cubicBezTo>
                  <a:cubicBezTo>
                    <a:pt x="0" y="39"/>
                    <a:pt x="0" y="39"/>
                    <a:pt x="0" y="39"/>
                  </a:cubicBezTo>
                  <a:close/>
                  <a:moveTo>
                    <a:pt x="1171" y="684"/>
                  </a:moveTo>
                  <a:cubicBezTo>
                    <a:pt x="1931" y="1316"/>
                    <a:pt x="1931" y="1316"/>
                    <a:pt x="1931" y="1316"/>
                  </a:cubicBezTo>
                  <a:cubicBezTo>
                    <a:pt x="1931" y="39"/>
                    <a:pt x="1931" y="39"/>
                    <a:pt x="1931" y="39"/>
                  </a:cubicBezTo>
                  <a:cubicBezTo>
                    <a:pt x="1171" y="684"/>
                    <a:pt x="1171" y="684"/>
                    <a:pt x="1171" y="684"/>
                  </a:cubicBezTo>
                  <a:cubicBezTo>
                    <a:pt x="1171" y="684"/>
                    <a:pt x="1171" y="684"/>
                    <a:pt x="1171" y="684"/>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sz="1800">
                <a:solidFill>
                  <a:srgbClr val="262626"/>
                </a:solidFill>
              </a:endParaRPr>
            </a:p>
          </p:txBody>
        </p:sp>
        <p:grpSp>
          <p:nvGrpSpPr>
            <p:cNvPr id="21" name="Group 20"/>
            <p:cNvGrpSpPr/>
            <p:nvPr/>
          </p:nvGrpSpPr>
          <p:grpSpPr>
            <a:xfrm>
              <a:off x="7743520" y="1710037"/>
              <a:ext cx="1470634" cy="1974359"/>
              <a:chOff x="7743520" y="1036937"/>
              <a:chExt cx="1470634" cy="1974359"/>
            </a:xfrm>
          </p:grpSpPr>
          <p:grpSp>
            <p:nvGrpSpPr>
              <p:cNvPr id="451" name="Group 450"/>
              <p:cNvGrpSpPr/>
              <p:nvPr/>
            </p:nvGrpSpPr>
            <p:grpSpPr>
              <a:xfrm>
                <a:off x="7743520" y="1036937"/>
                <a:ext cx="1470634" cy="1974359"/>
                <a:chOff x="7740650" y="1041915"/>
                <a:chExt cx="1470634" cy="1974359"/>
              </a:xfrm>
            </p:grpSpPr>
            <p:sp>
              <p:nvSpPr>
                <p:cNvPr id="450" name="Freeform 449"/>
                <p:cNvSpPr/>
                <p:nvPr/>
              </p:nvSpPr>
              <p:spPr bwMode="auto">
                <a:xfrm>
                  <a:off x="7740650" y="1044980"/>
                  <a:ext cx="1470634" cy="1971294"/>
                </a:xfrm>
                <a:custGeom>
                  <a:avLst/>
                  <a:gdLst>
                    <a:gd name="connsiteX0" fmla="*/ 0 w 1470634"/>
                    <a:gd name="connsiteY0" fmla="*/ 0 h 1971294"/>
                    <a:gd name="connsiteX1" fmla="*/ 1225530 w 1470634"/>
                    <a:gd name="connsiteY1" fmla="*/ 0 h 1971294"/>
                    <a:gd name="connsiteX2" fmla="*/ 1470634 w 1470634"/>
                    <a:gd name="connsiteY2" fmla="*/ 244431 h 1971294"/>
                    <a:gd name="connsiteX3" fmla="*/ 1470634 w 1470634"/>
                    <a:gd name="connsiteY3" fmla="*/ 1971294 h 1971294"/>
                    <a:gd name="connsiteX4" fmla="*/ 0 w 1470634"/>
                    <a:gd name="connsiteY4" fmla="*/ 1971294 h 19712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70634" h="1971294">
                      <a:moveTo>
                        <a:pt x="0" y="0"/>
                      </a:moveTo>
                      <a:lnTo>
                        <a:pt x="1225530" y="0"/>
                      </a:lnTo>
                      <a:lnTo>
                        <a:pt x="1470634" y="244431"/>
                      </a:lnTo>
                      <a:lnTo>
                        <a:pt x="1470634" y="1971294"/>
                      </a:lnTo>
                      <a:lnTo>
                        <a:pt x="0" y="1971294"/>
                      </a:lnTo>
                      <a:close/>
                    </a:path>
                  </a:pathLst>
                </a:custGeom>
                <a:solidFill>
                  <a:schemeClr val="accent4">
                    <a:lumMod val="20000"/>
                    <a:lumOff val="80000"/>
                  </a:schemeClr>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sp>
              <p:nvSpPr>
                <p:cNvPr id="447" name="Right Triangle 446"/>
                <p:cNvSpPr/>
                <p:nvPr/>
              </p:nvSpPr>
              <p:spPr bwMode="auto">
                <a:xfrm rot="16200000" flipV="1">
                  <a:off x="8964977" y="1040596"/>
                  <a:ext cx="244988" cy="247625"/>
                </a:xfrm>
                <a:prstGeom prst="rtTriangle">
                  <a:avLst/>
                </a:prstGeom>
                <a:solidFill>
                  <a:srgbClr val="262626"/>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grpSp>
          <p:grpSp>
            <p:nvGrpSpPr>
              <p:cNvPr id="464" name="Group 463"/>
              <p:cNvGrpSpPr/>
              <p:nvPr/>
            </p:nvGrpSpPr>
            <p:grpSpPr>
              <a:xfrm>
                <a:off x="7912042" y="1158011"/>
                <a:ext cx="1133265" cy="1611524"/>
                <a:chOff x="7912042" y="1158011"/>
                <a:chExt cx="1133265" cy="1611524"/>
              </a:xfrm>
            </p:grpSpPr>
            <p:sp>
              <p:nvSpPr>
                <p:cNvPr id="452" name="Right Bracket 451"/>
                <p:cNvSpPr/>
                <p:nvPr/>
              </p:nvSpPr>
              <p:spPr>
                <a:xfrm rot="16200000">
                  <a:off x="7955451" y="1747644"/>
                  <a:ext cx="1048681" cy="616312"/>
                </a:xfrm>
                <a:prstGeom prst="rightBracket">
                  <a:avLst>
                    <a:gd name="adj" fmla="val 0"/>
                  </a:avLst>
                </a:prstGeom>
                <a:ln w="22225" cap="sq">
                  <a:solidFill>
                    <a:schemeClr val="tx1"/>
                  </a:solidFill>
                  <a:miter lim="800000"/>
                  <a:headEnd type="none"/>
                  <a:tailEnd type="non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800">
                    <a:solidFill>
                      <a:srgbClr val="262626"/>
                    </a:solidFill>
                  </a:endParaRPr>
                </a:p>
              </p:txBody>
            </p:sp>
            <p:cxnSp>
              <p:nvCxnSpPr>
                <p:cNvPr id="454" name="Straight Connector 453"/>
                <p:cNvCxnSpPr>
                  <a:stCxn id="452" idx="2"/>
                </p:cNvCxnSpPr>
                <p:nvPr/>
              </p:nvCxnSpPr>
              <p:spPr>
                <a:xfrm flipH="1" flipV="1">
                  <a:off x="8478839" y="1329161"/>
                  <a:ext cx="953" cy="202299"/>
                </a:xfrm>
                <a:prstGeom prst="line">
                  <a:avLst/>
                </a:prstGeom>
                <a:ln w="22225" cap="sq">
                  <a:solidFill>
                    <a:schemeClr val="tx1"/>
                  </a:solidFill>
                  <a:miter lim="800000"/>
                  <a:headEnd type="none"/>
                  <a:tailEnd type="none"/>
                </a:ln>
              </p:spPr>
              <p:style>
                <a:lnRef idx="1">
                  <a:schemeClr val="accent1"/>
                </a:lnRef>
                <a:fillRef idx="0">
                  <a:schemeClr val="accent1"/>
                </a:fillRef>
                <a:effectRef idx="0">
                  <a:schemeClr val="accent1"/>
                </a:effectRef>
                <a:fontRef idx="minor">
                  <a:schemeClr val="tx1"/>
                </a:fontRef>
              </p:style>
            </p:cxnSp>
            <p:sp>
              <p:nvSpPr>
                <p:cNvPr id="455" name="Oval 454"/>
                <p:cNvSpPr/>
                <p:nvPr/>
              </p:nvSpPr>
              <p:spPr bwMode="auto">
                <a:xfrm>
                  <a:off x="8347075" y="1158011"/>
                  <a:ext cx="260053" cy="260053"/>
                </a:xfrm>
                <a:prstGeom prst="ellipse">
                  <a:avLst/>
                </a:prstGeom>
                <a:solidFill>
                  <a:schemeClr val="accent4"/>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sp>
              <p:nvSpPr>
                <p:cNvPr id="456" name="Oval 455"/>
                <p:cNvSpPr/>
                <p:nvPr/>
              </p:nvSpPr>
              <p:spPr bwMode="auto">
                <a:xfrm>
                  <a:off x="8662306" y="2509482"/>
                  <a:ext cx="260053" cy="260053"/>
                </a:xfrm>
                <a:prstGeom prst="ellipse">
                  <a:avLst/>
                </a:prstGeom>
                <a:solidFill>
                  <a:schemeClr val="accent4"/>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sp>
              <p:nvSpPr>
                <p:cNvPr id="457" name="Flowchart: Decision 456"/>
                <p:cNvSpPr/>
                <p:nvPr/>
              </p:nvSpPr>
              <p:spPr bwMode="auto">
                <a:xfrm>
                  <a:off x="7912042" y="1590464"/>
                  <a:ext cx="514722" cy="257035"/>
                </a:xfrm>
                <a:prstGeom prst="flowChartDecision">
                  <a:avLst/>
                </a:prstGeom>
                <a:solidFill>
                  <a:schemeClr val="accent4"/>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sp>
              <p:nvSpPr>
                <p:cNvPr id="458" name="Flowchart: Decision 457"/>
                <p:cNvSpPr/>
                <p:nvPr/>
              </p:nvSpPr>
              <p:spPr bwMode="auto">
                <a:xfrm>
                  <a:off x="8530585" y="1585939"/>
                  <a:ext cx="514722" cy="257035"/>
                </a:xfrm>
                <a:prstGeom prst="flowChartDecision">
                  <a:avLst/>
                </a:prstGeom>
                <a:solidFill>
                  <a:schemeClr val="accent4"/>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sp>
              <p:nvSpPr>
                <p:cNvPr id="459" name="Flowchart: Process 458"/>
                <p:cNvSpPr/>
                <p:nvPr/>
              </p:nvSpPr>
              <p:spPr bwMode="auto">
                <a:xfrm>
                  <a:off x="7930372" y="1899614"/>
                  <a:ext cx="490676" cy="246584"/>
                </a:xfrm>
                <a:prstGeom prst="flowChartProcess">
                  <a:avLst/>
                </a:prstGeom>
                <a:solidFill>
                  <a:schemeClr val="accent4"/>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sp>
              <p:nvSpPr>
                <p:cNvPr id="460" name="Flowchart: Process 459"/>
                <p:cNvSpPr/>
                <p:nvPr/>
              </p:nvSpPr>
              <p:spPr bwMode="auto">
                <a:xfrm>
                  <a:off x="7930767" y="2272353"/>
                  <a:ext cx="490676" cy="356147"/>
                </a:xfrm>
                <a:prstGeom prst="flowChartProcess">
                  <a:avLst/>
                </a:prstGeom>
                <a:solidFill>
                  <a:schemeClr val="accent4"/>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sp>
              <p:nvSpPr>
                <p:cNvPr id="461" name="Flowchart: Process 460"/>
                <p:cNvSpPr/>
                <p:nvPr/>
              </p:nvSpPr>
              <p:spPr bwMode="auto">
                <a:xfrm>
                  <a:off x="8665048" y="1900256"/>
                  <a:ext cx="253093" cy="128569"/>
                </a:xfrm>
                <a:prstGeom prst="flowChartProcess">
                  <a:avLst/>
                </a:prstGeom>
                <a:solidFill>
                  <a:schemeClr val="accent4"/>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sp>
              <p:nvSpPr>
                <p:cNvPr id="462" name="Flowchart: Process 461"/>
                <p:cNvSpPr/>
                <p:nvPr/>
              </p:nvSpPr>
              <p:spPr bwMode="auto">
                <a:xfrm>
                  <a:off x="8548688" y="2082622"/>
                  <a:ext cx="475640" cy="128569"/>
                </a:xfrm>
                <a:prstGeom prst="flowChartProcess">
                  <a:avLst/>
                </a:prstGeom>
                <a:solidFill>
                  <a:schemeClr val="accent4"/>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sp>
              <p:nvSpPr>
                <p:cNvPr id="463" name="Flowchart: Process 462"/>
                <p:cNvSpPr/>
                <p:nvPr/>
              </p:nvSpPr>
              <p:spPr bwMode="auto">
                <a:xfrm>
                  <a:off x="8607128" y="2273633"/>
                  <a:ext cx="363651" cy="128569"/>
                </a:xfrm>
                <a:prstGeom prst="flowChartProcess">
                  <a:avLst/>
                </a:prstGeom>
                <a:solidFill>
                  <a:schemeClr val="accent4"/>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grpSp>
        </p:grpSp>
        <p:grpSp>
          <p:nvGrpSpPr>
            <p:cNvPr id="2" name="Group 1"/>
            <p:cNvGrpSpPr/>
            <p:nvPr/>
          </p:nvGrpSpPr>
          <p:grpSpPr>
            <a:xfrm>
              <a:off x="7983513" y="1945650"/>
              <a:ext cx="989927" cy="1378516"/>
              <a:chOff x="7983513" y="1272550"/>
              <a:chExt cx="989927" cy="1378516"/>
            </a:xfrm>
          </p:grpSpPr>
          <p:sp>
            <p:nvSpPr>
              <p:cNvPr id="222" name="Rectangle 221"/>
              <p:cNvSpPr/>
              <p:nvPr/>
            </p:nvSpPr>
            <p:spPr bwMode="auto">
              <a:xfrm>
                <a:off x="8052093" y="1700740"/>
                <a:ext cx="246888" cy="27432"/>
              </a:xfrm>
              <a:prstGeom prst="rect">
                <a:avLst/>
              </a:prstGeom>
              <a:solidFill>
                <a:schemeClr val="bg1"/>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sp>
            <p:nvSpPr>
              <p:cNvPr id="231" name="Rectangle 230"/>
              <p:cNvSpPr/>
              <p:nvPr/>
            </p:nvSpPr>
            <p:spPr bwMode="auto">
              <a:xfrm>
                <a:off x="8670735" y="1701124"/>
                <a:ext cx="246888" cy="27432"/>
              </a:xfrm>
              <a:prstGeom prst="rect">
                <a:avLst/>
              </a:prstGeom>
              <a:solidFill>
                <a:schemeClr val="bg1"/>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sp>
            <p:nvSpPr>
              <p:cNvPr id="235" name="Rectangle 234"/>
              <p:cNvSpPr/>
              <p:nvPr/>
            </p:nvSpPr>
            <p:spPr bwMode="auto">
              <a:xfrm>
                <a:off x="8398112" y="1272550"/>
                <a:ext cx="155448" cy="27432"/>
              </a:xfrm>
              <a:prstGeom prst="rect">
                <a:avLst/>
              </a:prstGeom>
              <a:solidFill>
                <a:schemeClr val="bg1"/>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sp>
            <p:nvSpPr>
              <p:cNvPr id="237" name="Rectangle 236"/>
              <p:cNvSpPr/>
              <p:nvPr/>
            </p:nvSpPr>
            <p:spPr bwMode="auto">
              <a:xfrm>
                <a:off x="8024697" y="1979764"/>
                <a:ext cx="118872" cy="27432"/>
              </a:xfrm>
              <a:prstGeom prst="rect">
                <a:avLst/>
              </a:prstGeom>
              <a:solidFill>
                <a:schemeClr val="bg1"/>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sp>
            <p:nvSpPr>
              <p:cNvPr id="239" name="Rectangle 238"/>
              <p:cNvSpPr/>
              <p:nvPr/>
            </p:nvSpPr>
            <p:spPr bwMode="auto">
              <a:xfrm>
                <a:off x="8204710" y="1979764"/>
                <a:ext cx="64008" cy="27432"/>
              </a:xfrm>
              <a:prstGeom prst="rect">
                <a:avLst/>
              </a:prstGeom>
              <a:solidFill>
                <a:schemeClr val="bg1"/>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sp>
            <p:nvSpPr>
              <p:cNvPr id="240" name="Rectangle 239"/>
              <p:cNvSpPr/>
              <p:nvPr/>
            </p:nvSpPr>
            <p:spPr bwMode="auto">
              <a:xfrm>
                <a:off x="8020125" y="2042062"/>
                <a:ext cx="310896" cy="27432"/>
              </a:xfrm>
              <a:prstGeom prst="rect">
                <a:avLst/>
              </a:prstGeom>
              <a:solidFill>
                <a:schemeClr val="bg1"/>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sp>
            <p:nvSpPr>
              <p:cNvPr id="241" name="Rectangle 240"/>
              <p:cNvSpPr/>
              <p:nvPr/>
            </p:nvSpPr>
            <p:spPr bwMode="auto">
              <a:xfrm>
                <a:off x="8736281" y="1947558"/>
                <a:ext cx="118872" cy="27432"/>
              </a:xfrm>
              <a:prstGeom prst="rect">
                <a:avLst/>
              </a:prstGeom>
              <a:solidFill>
                <a:schemeClr val="bg1"/>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sp>
            <p:nvSpPr>
              <p:cNvPr id="242" name="Rectangle 241"/>
              <p:cNvSpPr/>
              <p:nvPr/>
            </p:nvSpPr>
            <p:spPr bwMode="auto">
              <a:xfrm>
                <a:off x="8610547" y="2132789"/>
                <a:ext cx="118872" cy="27432"/>
              </a:xfrm>
              <a:prstGeom prst="rect">
                <a:avLst/>
              </a:prstGeom>
              <a:solidFill>
                <a:schemeClr val="bg1"/>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sp>
            <p:nvSpPr>
              <p:cNvPr id="243" name="Rectangle 242"/>
              <p:cNvSpPr/>
              <p:nvPr/>
            </p:nvSpPr>
            <p:spPr bwMode="auto">
              <a:xfrm>
                <a:off x="8790560" y="2132789"/>
                <a:ext cx="182880" cy="27432"/>
              </a:xfrm>
              <a:prstGeom prst="rect">
                <a:avLst/>
              </a:prstGeom>
              <a:solidFill>
                <a:schemeClr val="bg1"/>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sp>
            <p:nvSpPr>
              <p:cNvPr id="244" name="Rectangle 243"/>
              <p:cNvSpPr/>
              <p:nvPr/>
            </p:nvSpPr>
            <p:spPr bwMode="auto">
              <a:xfrm>
                <a:off x="8706336" y="2623634"/>
                <a:ext cx="155448" cy="27432"/>
              </a:xfrm>
              <a:prstGeom prst="rect">
                <a:avLst/>
              </a:prstGeom>
              <a:solidFill>
                <a:schemeClr val="bg1"/>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sp>
            <p:nvSpPr>
              <p:cNvPr id="245" name="Rectangle 244"/>
              <p:cNvSpPr/>
              <p:nvPr/>
            </p:nvSpPr>
            <p:spPr bwMode="auto">
              <a:xfrm>
                <a:off x="8694281" y="2320294"/>
                <a:ext cx="182880" cy="27432"/>
              </a:xfrm>
              <a:prstGeom prst="rect">
                <a:avLst/>
              </a:prstGeom>
              <a:solidFill>
                <a:schemeClr val="bg1"/>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sp>
            <p:nvSpPr>
              <p:cNvPr id="246" name="Rectangle 245"/>
              <p:cNvSpPr/>
              <p:nvPr/>
            </p:nvSpPr>
            <p:spPr bwMode="auto">
              <a:xfrm>
                <a:off x="7983513" y="2350850"/>
                <a:ext cx="310896" cy="27432"/>
              </a:xfrm>
              <a:prstGeom prst="rect">
                <a:avLst/>
              </a:prstGeom>
              <a:solidFill>
                <a:schemeClr val="bg1"/>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sp>
            <p:nvSpPr>
              <p:cNvPr id="247" name="Rectangle 246"/>
              <p:cNvSpPr/>
              <p:nvPr/>
            </p:nvSpPr>
            <p:spPr bwMode="auto">
              <a:xfrm>
                <a:off x="7983513" y="2411298"/>
                <a:ext cx="182880" cy="27432"/>
              </a:xfrm>
              <a:prstGeom prst="rect">
                <a:avLst/>
              </a:prstGeom>
              <a:solidFill>
                <a:schemeClr val="bg1"/>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sp>
            <p:nvSpPr>
              <p:cNvPr id="258" name="Rectangle 257"/>
              <p:cNvSpPr/>
              <p:nvPr/>
            </p:nvSpPr>
            <p:spPr bwMode="auto">
              <a:xfrm>
                <a:off x="8226093" y="2411298"/>
                <a:ext cx="128016" cy="27432"/>
              </a:xfrm>
              <a:prstGeom prst="rect">
                <a:avLst/>
              </a:prstGeom>
              <a:solidFill>
                <a:schemeClr val="bg1"/>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sp>
            <p:nvSpPr>
              <p:cNvPr id="259" name="Rectangle 258"/>
              <p:cNvSpPr/>
              <p:nvPr/>
            </p:nvSpPr>
            <p:spPr bwMode="auto">
              <a:xfrm>
                <a:off x="7983513" y="2474844"/>
                <a:ext cx="365760" cy="27432"/>
              </a:xfrm>
              <a:prstGeom prst="rect">
                <a:avLst/>
              </a:prstGeom>
              <a:solidFill>
                <a:schemeClr val="bg1"/>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sp>
            <p:nvSpPr>
              <p:cNvPr id="274" name="Rectangle 273"/>
              <p:cNvSpPr/>
              <p:nvPr/>
            </p:nvSpPr>
            <p:spPr bwMode="auto">
              <a:xfrm>
                <a:off x="7983513" y="2534947"/>
                <a:ext cx="118872" cy="27432"/>
              </a:xfrm>
              <a:prstGeom prst="rect">
                <a:avLst/>
              </a:prstGeom>
              <a:solidFill>
                <a:schemeClr val="bg1"/>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sp>
            <p:nvSpPr>
              <p:cNvPr id="275" name="Rectangle 274"/>
              <p:cNvSpPr/>
              <p:nvPr/>
            </p:nvSpPr>
            <p:spPr bwMode="auto">
              <a:xfrm>
                <a:off x="8169867" y="2534947"/>
                <a:ext cx="64008" cy="27432"/>
              </a:xfrm>
              <a:prstGeom prst="rect">
                <a:avLst/>
              </a:prstGeom>
              <a:solidFill>
                <a:schemeClr val="bg1"/>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grpSp>
        <p:grpSp>
          <p:nvGrpSpPr>
            <p:cNvPr id="20" name="Group 19"/>
            <p:cNvGrpSpPr/>
            <p:nvPr/>
          </p:nvGrpSpPr>
          <p:grpSpPr>
            <a:xfrm>
              <a:off x="5895503" y="1955025"/>
              <a:ext cx="1229051" cy="1725027"/>
              <a:chOff x="5895503" y="1281925"/>
              <a:chExt cx="1229051" cy="1725027"/>
            </a:xfrm>
          </p:grpSpPr>
          <p:grpSp>
            <p:nvGrpSpPr>
              <p:cNvPr id="19" name="Group 18"/>
              <p:cNvGrpSpPr/>
              <p:nvPr/>
            </p:nvGrpSpPr>
            <p:grpSpPr>
              <a:xfrm>
                <a:off x="5895503" y="1281925"/>
                <a:ext cx="1229051" cy="1725027"/>
                <a:chOff x="5895503" y="1281925"/>
                <a:chExt cx="1229051" cy="1725027"/>
              </a:xfrm>
            </p:grpSpPr>
            <p:sp>
              <p:nvSpPr>
                <p:cNvPr id="297" name="Freeform 296"/>
                <p:cNvSpPr/>
                <p:nvPr/>
              </p:nvSpPr>
              <p:spPr bwMode="auto">
                <a:xfrm>
                  <a:off x="5895503" y="1281925"/>
                  <a:ext cx="1229050" cy="1725027"/>
                </a:xfrm>
                <a:custGeom>
                  <a:avLst/>
                  <a:gdLst>
                    <a:gd name="connsiteX0" fmla="*/ 0 w 1470634"/>
                    <a:gd name="connsiteY0" fmla="*/ 0 h 1971294"/>
                    <a:gd name="connsiteX1" fmla="*/ 1225530 w 1470634"/>
                    <a:gd name="connsiteY1" fmla="*/ 0 h 1971294"/>
                    <a:gd name="connsiteX2" fmla="*/ 1470634 w 1470634"/>
                    <a:gd name="connsiteY2" fmla="*/ 244431 h 1971294"/>
                    <a:gd name="connsiteX3" fmla="*/ 1470634 w 1470634"/>
                    <a:gd name="connsiteY3" fmla="*/ 1971294 h 1971294"/>
                    <a:gd name="connsiteX4" fmla="*/ 0 w 1470634"/>
                    <a:gd name="connsiteY4" fmla="*/ 1971294 h 19712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70634" h="1971294">
                      <a:moveTo>
                        <a:pt x="0" y="0"/>
                      </a:moveTo>
                      <a:lnTo>
                        <a:pt x="1225530" y="0"/>
                      </a:lnTo>
                      <a:lnTo>
                        <a:pt x="1470634" y="244431"/>
                      </a:lnTo>
                      <a:lnTo>
                        <a:pt x="1470634" y="1971294"/>
                      </a:lnTo>
                      <a:lnTo>
                        <a:pt x="0" y="1971294"/>
                      </a:lnTo>
                      <a:close/>
                    </a:path>
                  </a:pathLst>
                </a:custGeom>
                <a:solidFill>
                  <a:schemeClr val="bg2">
                    <a:lumMod val="20000"/>
                    <a:lumOff val="80000"/>
                  </a:schemeClr>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sp>
              <p:nvSpPr>
                <p:cNvPr id="298" name="Right Triangle 297"/>
                <p:cNvSpPr/>
                <p:nvPr/>
              </p:nvSpPr>
              <p:spPr bwMode="auto">
                <a:xfrm rot="16200000" flipV="1">
                  <a:off x="6915207" y="1286954"/>
                  <a:ext cx="214376" cy="204318"/>
                </a:xfrm>
                <a:prstGeom prst="rtTriangle">
                  <a:avLst/>
                </a:prstGeom>
                <a:solidFill>
                  <a:schemeClr val="accent4">
                    <a:lumMod val="75000"/>
                  </a:schemeClr>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grpSp>
          <p:grpSp>
            <p:nvGrpSpPr>
              <p:cNvPr id="18" name="Group 17"/>
              <p:cNvGrpSpPr/>
              <p:nvPr/>
            </p:nvGrpSpPr>
            <p:grpSpPr>
              <a:xfrm>
                <a:off x="5996740" y="1640587"/>
                <a:ext cx="1000052" cy="1136612"/>
                <a:chOff x="5996740" y="1640587"/>
                <a:chExt cx="1000052" cy="1136612"/>
              </a:xfrm>
            </p:grpSpPr>
            <p:grpSp>
              <p:nvGrpSpPr>
                <p:cNvPr id="12" name="Group 11"/>
                <p:cNvGrpSpPr/>
                <p:nvPr/>
              </p:nvGrpSpPr>
              <p:grpSpPr>
                <a:xfrm>
                  <a:off x="6265272" y="1646040"/>
                  <a:ext cx="731520" cy="87880"/>
                  <a:chOff x="6265272" y="1646040"/>
                  <a:chExt cx="731520" cy="87880"/>
                </a:xfrm>
              </p:grpSpPr>
              <p:sp>
                <p:nvSpPr>
                  <p:cNvPr id="276" name="Rectangle 275"/>
                  <p:cNvSpPr/>
                  <p:nvPr/>
                </p:nvSpPr>
                <p:spPr bwMode="auto">
                  <a:xfrm>
                    <a:off x="6265272" y="1646040"/>
                    <a:ext cx="731520" cy="27432"/>
                  </a:xfrm>
                  <a:prstGeom prst="rect">
                    <a:avLst/>
                  </a:prstGeom>
                  <a:solidFill>
                    <a:schemeClr val="accent4">
                      <a:lumMod val="75000"/>
                    </a:schemeClr>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sp>
                <p:nvSpPr>
                  <p:cNvPr id="278" name="Rectangle 277"/>
                  <p:cNvSpPr/>
                  <p:nvPr/>
                </p:nvSpPr>
                <p:spPr bwMode="auto">
                  <a:xfrm>
                    <a:off x="6265272" y="1706488"/>
                    <a:ext cx="182880" cy="27432"/>
                  </a:xfrm>
                  <a:prstGeom prst="rect">
                    <a:avLst/>
                  </a:prstGeom>
                  <a:solidFill>
                    <a:schemeClr val="accent4">
                      <a:lumMod val="75000"/>
                    </a:schemeClr>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sp>
                <p:nvSpPr>
                  <p:cNvPr id="279" name="Rectangle 278"/>
                  <p:cNvSpPr/>
                  <p:nvPr/>
                </p:nvSpPr>
                <p:spPr bwMode="auto">
                  <a:xfrm>
                    <a:off x="6507852" y="1706488"/>
                    <a:ext cx="246888" cy="27432"/>
                  </a:xfrm>
                  <a:prstGeom prst="rect">
                    <a:avLst/>
                  </a:prstGeom>
                  <a:solidFill>
                    <a:schemeClr val="accent4">
                      <a:lumMod val="75000"/>
                    </a:schemeClr>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grpSp>
            <p:grpSp>
              <p:nvGrpSpPr>
                <p:cNvPr id="13" name="Group 12"/>
                <p:cNvGrpSpPr/>
                <p:nvPr/>
              </p:nvGrpSpPr>
              <p:grpSpPr>
                <a:xfrm>
                  <a:off x="6265272" y="1889531"/>
                  <a:ext cx="731520" cy="87880"/>
                  <a:chOff x="6265272" y="1889531"/>
                  <a:chExt cx="731520" cy="87880"/>
                </a:xfrm>
              </p:grpSpPr>
              <p:sp>
                <p:nvSpPr>
                  <p:cNvPr id="280" name="Rectangle 279"/>
                  <p:cNvSpPr/>
                  <p:nvPr/>
                </p:nvSpPr>
                <p:spPr bwMode="auto">
                  <a:xfrm>
                    <a:off x="6265272" y="1889531"/>
                    <a:ext cx="731520" cy="27432"/>
                  </a:xfrm>
                  <a:prstGeom prst="rect">
                    <a:avLst/>
                  </a:prstGeom>
                  <a:solidFill>
                    <a:schemeClr val="accent4">
                      <a:lumMod val="75000"/>
                    </a:schemeClr>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sp>
                <p:nvSpPr>
                  <p:cNvPr id="281" name="Rectangle 280"/>
                  <p:cNvSpPr/>
                  <p:nvPr/>
                </p:nvSpPr>
                <p:spPr bwMode="auto">
                  <a:xfrm>
                    <a:off x="6265272" y="1949979"/>
                    <a:ext cx="365760" cy="27432"/>
                  </a:xfrm>
                  <a:prstGeom prst="rect">
                    <a:avLst/>
                  </a:prstGeom>
                  <a:solidFill>
                    <a:schemeClr val="accent4">
                      <a:lumMod val="75000"/>
                    </a:schemeClr>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grpSp>
            <p:grpSp>
              <p:nvGrpSpPr>
                <p:cNvPr id="14" name="Group 13"/>
                <p:cNvGrpSpPr/>
                <p:nvPr/>
              </p:nvGrpSpPr>
              <p:grpSpPr>
                <a:xfrm>
                  <a:off x="6265272" y="2130746"/>
                  <a:ext cx="709184" cy="87880"/>
                  <a:chOff x="6265272" y="2130746"/>
                  <a:chExt cx="709184" cy="87880"/>
                </a:xfrm>
              </p:grpSpPr>
              <p:sp>
                <p:nvSpPr>
                  <p:cNvPr id="282" name="Rectangle 281"/>
                  <p:cNvSpPr/>
                  <p:nvPr/>
                </p:nvSpPr>
                <p:spPr bwMode="auto">
                  <a:xfrm>
                    <a:off x="6265272" y="2130746"/>
                    <a:ext cx="429768" cy="27432"/>
                  </a:xfrm>
                  <a:prstGeom prst="rect">
                    <a:avLst/>
                  </a:prstGeom>
                  <a:solidFill>
                    <a:schemeClr val="accent4">
                      <a:lumMod val="75000"/>
                    </a:schemeClr>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sp>
                <p:nvSpPr>
                  <p:cNvPr id="283" name="Rectangle 282"/>
                  <p:cNvSpPr/>
                  <p:nvPr/>
                </p:nvSpPr>
                <p:spPr bwMode="auto">
                  <a:xfrm>
                    <a:off x="6265272" y="2191194"/>
                    <a:ext cx="301752" cy="27432"/>
                  </a:xfrm>
                  <a:prstGeom prst="rect">
                    <a:avLst/>
                  </a:prstGeom>
                  <a:solidFill>
                    <a:schemeClr val="accent4">
                      <a:lumMod val="75000"/>
                    </a:schemeClr>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sp>
                <p:nvSpPr>
                  <p:cNvPr id="284" name="Rectangle 283"/>
                  <p:cNvSpPr/>
                  <p:nvPr/>
                </p:nvSpPr>
                <p:spPr bwMode="auto">
                  <a:xfrm>
                    <a:off x="6736712" y="2132789"/>
                    <a:ext cx="237744" cy="27432"/>
                  </a:xfrm>
                  <a:prstGeom prst="rect">
                    <a:avLst/>
                  </a:prstGeom>
                  <a:solidFill>
                    <a:schemeClr val="accent4">
                      <a:lumMod val="75000"/>
                    </a:schemeClr>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grpSp>
            <p:grpSp>
              <p:nvGrpSpPr>
                <p:cNvPr id="15" name="Group 14"/>
                <p:cNvGrpSpPr/>
                <p:nvPr/>
              </p:nvGrpSpPr>
              <p:grpSpPr>
                <a:xfrm>
                  <a:off x="6265272" y="2374770"/>
                  <a:ext cx="731520" cy="87880"/>
                  <a:chOff x="6265272" y="2374770"/>
                  <a:chExt cx="731520" cy="87880"/>
                </a:xfrm>
              </p:grpSpPr>
              <p:sp>
                <p:nvSpPr>
                  <p:cNvPr id="285" name="Rectangle 284"/>
                  <p:cNvSpPr/>
                  <p:nvPr/>
                </p:nvSpPr>
                <p:spPr bwMode="auto">
                  <a:xfrm>
                    <a:off x="6265272" y="2374770"/>
                    <a:ext cx="731520" cy="27432"/>
                  </a:xfrm>
                  <a:prstGeom prst="rect">
                    <a:avLst/>
                  </a:prstGeom>
                  <a:solidFill>
                    <a:schemeClr val="accent4">
                      <a:lumMod val="75000"/>
                    </a:schemeClr>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sp>
                <p:nvSpPr>
                  <p:cNvPr id="286" name="Rectangle 285"/>
                  <p:cNvSpPr/>
                  <p:nvPr/>
                </p:nvSpPr>
                <p:spPr bwMode="auto">
                  <a:xfrm>
                    <a:off x="6265272" y="2435218"/>
                    <a:ext cx="484632" cy="27432"/>
                  </a:xfrm>
                  <a:prstGeom prst="rect">
                    <a:avLst/>
                  </a:prstGeom>
                  <a:solidFill>
                    <a:schemeClr val="accent4">
                      <a:lumMod val="75000"/>
                    </a:schemeClr>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grpSp>
            <p:grpSp>
              <p:nvGrpSpPr>
                <p:cNvPr id="16" name="Group 15"/>
                <p:cNvGrpSpPr/>
                <p:nvPr/>
              </p:nvGrpSpPr>
              <p:grpSpPr>
                <a:xfrm>
                  <a:off x="6265272" y="2623634"/>
                  <a:ext cx="731520" cy="87880"/>
                  <a:chOff x="6265272" y="2623634"/>
                  <a:chExt cx="731520" cy="87880"/>
                </a:xfrm>
              </p:grpSpPr>
              <p:sp>
                <p:nvSpPr>
                  <p:cNvPr id="287" name="Rectangle 286"/>
                  <p:cNvSpPr/>
                  <p:nvPr/>
                </p:nvSpPr>
                <p:spPr bwMode="auto">
                  <a:xfrm>
                    <a:off x="6265272" y="2623634"/>
                    <a:ext cx="731520" cy="27432"/>
                  </a:xfrm>
                  <a:prstGeom prst="rect">
                    <a:avLst/>
                  </a:prstGeom>
                  <a:solidFill>
                    <a:schemeClr val="accent4">
                      <a:lumMod val="75000"/>
                    </a:schemeClr>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sp>
                <p:nvSpPr>
                  <p:cNvPr id="288" name="Rectangle 287"/>
                  <p:cNvSpPr/>
                  <p:nvPr/>
                </p:nvSpPr>
                <p:spPr bwMode="auto">
                  <a:xfrm>
                    <a:off x="6265272" y="2684082"/>
                    <a:ext cx="182880" cy="27432"/>
                  </a:xfrm>
                  <a:prstGeom prst="rect">
                    <a:avLst/>
                  </a:prstGeom>
                  <a:solidFill>
                    <a:schemeClr val="accent4">
                      <a:lumMod val="75000"/>
                    </a:schemeClr>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sp>
                <p:nvSpPr>
                  <p:cNvPr id="289" name="Rectangle 288"/>
                  <p:cNvSpPr/>
                  <p:nvPr/>
                </p:nvSpPr>
                <p:spPr bwMode="auto">
                  <a:xfrm>
                    <a:off x="6501893" y="2684082"/>
                    <a:ext cx="246888" cy="27432"/>
                  </a:xfrm>
                  <a:prstGeom prst="rect">
                    <a:avLst/>
                  </a:prstGeom>
                  <a:solidFill>
                    <a:schemeClr val="accent4">
                      <a:lumMod val="75000"/>
                    </a:schemeClr>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grpSp>
            <p:sp>
              <p:nvSpPr>
                <p:cNvPr id="291" name="Rectangle 290"/>
                <p:cNvSpPr/>
                <p:nvPr/>
              </p:nvSpPr>
              <p:spPr bwMode="auto">
                <a:xfrm>
                  <a:off x="5996740" y="2131485"/>
                  <a:ext cx="154817" cy="154817"/>
                </a:xfrm>
                <a:prstGeom prst="rect">
                  <a:avLst/>
                </a:prstGeom>
                <a:solidFill>
                  <a:schemeClr val="bg2">
                    <a:lumMod val="20000"/>
                    <a:lumOff val="80000"/>
                  </a:schemeClr>
                </a:solidFill>
                <a:ln w="19050" cap="sq">
                  <a:solidFill>
                    <a:schemeClr val="accent4"/>
                  </a:solidFill>
                  <a:miter lim="800000"/>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sp>
              <p:nvSpPr>
                <p:cNvPr id="293" name="Rectangle 292"/>
                <p:cNvSpPr/>
                <p:nvPr/>
              </p:nvSpPr>
              <p:spPr bwMode="auto">
                <a:xfrm>
                  <a:off x="5996740" y="2622382"/>
                  <a:ext cx="154817" cy="154817"/>
                </a:xfrm>
                <a:prstGeom prst="rect">
                  <a:avLst/>
                </a:prstGeom>
                <a:solidFill>
                  <a:schemeClr val="bg2">
                    <a:lumMod val="20000"/>
                    <a:lumOff val="80000"/>
                  </a:schemeClr>
                </a:solidFill>
                <a:ln w="19050" cap="sq">
                  <a:solidFill>
                    <a:schemeClr val="accent4"/>
                  </a:solidFill>
                  <a:miter lim="800000"/>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grpSp>
              <p:nvGrpSpPr>
                <p:cNvPr id="9" name="Group 8"/>
                <p:cNvGrpSpPr/>
                <p:nvPr/>
              </p:nvGrpSpPr>
              <p:grpSpPr>
                <a:xfrm>
                  <a:off x="5996740" y="1640587"/>
                  <a:ext cx="154817" cy="154817"/>
                  <a:chOff x="5996740" y="1640587"/>
                  <a:chExt cx="154817" cy="154817"/>
                </a:xfrm>
              </p:grpSpPr>
              <p:sp>
                <p:nvSpPr>
                  <p:cNvPr id="3" name="Rectangle 2"/>
                  <p:cNvSpPr/>
                  <p:nvPr/>
                </p:nvSpPr>
                <p:spPr bwMode="auto">
                  <a:xfrm>
                    <a:off x="5996740" y="1640587"/>
                    <a:ext cx="154817" cy="154817"/>
                  </a:xfrm>
                  <a:prstGeom prst="rect">
                    <a:avLst/>
                  </a:prstGeom>
                  <a:solidFill>
                    <a:schemeClr val="bg2">
                      <a:lumMod val="20000"/>
                      <a:lumOff val="80000"/>
                    </a:schemeClr>
                  </a:solidFill>
                  <a:ln w="19050" cap="sq">
                    <a:solidFill>
                      <a:schemeClr val="accent4"/>
                    </a:solidFill>
                    <a:miter lim="800000"/>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0" rIns="0" bIns="0" numCol="1" rtlCol="0" anchor="ctr" anchorCtr="0" compatLnSpc="1">
                    <a:prstTxWarp prst="textNoShape">
                      <a:avLst/>
                    </a:prstTxWarp>
                  </a:bodyPr>
                  <a:lstStyle/>
                  <a:p>
                    <a:pPr algn="ctr" defTabSz="932472" fontAlgn="base">
                      <a:lnSpc>
                        <a:spcPct val="90000"/>
                      </a:lnSpc>
                      <a:spcBef>
                        <a:spcPct val="0"/>
                      </a:spcBef>
                      <a:spcAft>
                        <a:spcPct val="0"/>
                      </a:spcAft>
                    </a:pPr>
                    <a:endParaRPr lang="en-US" sz="2000" dirty="0">
                      <a:gradFill>
                        <a:gsLst>
                          <a:gs pos="0">
                            <a:srgbClr val="FFFFFF"/>
                          </a:gs>
                          <a:gs pos="100000">
                            <a:srgbClr val="FFFFFF"/>
                          </a:gs>
                        </a:gsLst>
                        <a:lin ang="5400000" scaled="0"/>
                      </a:gradFill>
                    </a:endParaRPr>
                  </a:p>
                </p:txBody>
              </p:sp>
              <p:sp>
                <p:nvSpPr>
                  <p:cNvPr id="8" name="Freeform 5"/>
                  <p:cNvSpPr>
                    <a:spLocks/>
                  </p:cNvSpPr>
                  <p:nvPr/>
                </p:nvSpPr>
                <p:spPr bwMode="auto">
                  <a:xfrm>
                    <a:off x="6014932" y="1667864"/>
                    <a:ext cx="113315" cy="100262"/>
                  </a:xfrm>
                  <a:custGeom>
                    <a:avLst/>
                    <a:gdLst>
                      <a:gd name="T0" fmla="*/ 3976 w 3976"/>
                      <a:gd name="T1" fmla="*/ 580 h 3518"/>
                      <a:gd name="T2" fmla="*/ 3226 w 3976"/>
                      <a:gd name="T3" fmla="*/ 0 h 3518"/>
                      <a:gd name="T4" fmla="*/ 1515 w 3976"/>
                      <a:gd name="T5" fmla="*/ 2235 h 3518"/>
                      <a:gd name="T6" fmla="*/ 540 w 3976"/>
                      <a:gd name="T7" fmla="*/ 1484 h 3518"/>
                      <a:gd name="T8" fmla="*/ 0 w 3976"/>
                      <a:gd name="T9" fmla="*/ 2190 h 3518"/>
                      <a:gd name="T10" fmla="*/ 1728 w 3976"/>
                      <a:gd name="T11" fmla="*/ 3518 h 3518"/>
                      <a:gd name="T12" fmla="*/ 2267 w 3976"/>
                      <a:gd name="T13" fmla="*/ 2815 h 3518"/>
                      <a:gd name="T14" fmla="*/ 2267 w 3976"/>
                      <a:gd name="T15" fmla="*/ 2815 h 3518"/>
                      <a:gd name="T16" fmla="*/ 3976 w 3976"/>
                      <a:gd name="T17" fmla="*/ 580 h 3518"/>
                      <a:gd name="T18" fmla="*/ 3976 w 3976"/>
                      <a:gd name="T19" fmla="*/ 580 h 3518"/>
                      <a:gd name="T20" fmla="*/ 3976 w 3976"/>
                      <a:gd name="T21" fmla="*/ 580 h 35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976" h="3518">
                        <a:moveTo>
                          <a:pt x="3976" y="580"/>
                        </a:moveTo>
                        <a:lnTo>
                          <a:pt x="3226" y="0"/>
                        </a:lnTo>
                        <a:lnTo>
                          <a:pt x="1515" y="2235"/>
                        </a:lnTo>
                        <a:lnTo>
                          <a:pt x="540" y="1484"/>
                        </a:lnTo>
                        <a:lnTo>
                          <a:pt x="0" y="2190"/>
                        </a:lnTo>
                        <a:lnTo>
                          <a:pt x="1728" y="3518"/>
                        </a:lnTo>
                        <a:lnTo>
                          <a:pt x="2267" y="2815"/>
                        </a:lnTo>
                        <a:lnTo>
                          <a:pt x="2267" y="2815"/>
                        </a:lnTo>
                        <a:lnTo>
                          <a:pt x="3976" y="580"/>
                        </a:lnTo>
                        <a:lnTo>
                          <a:pt x="3976" y="580"/>
                        </a:lnTo>
                        <a:lnTo>
                          <a:pt x="3976" y="580"/>
                        </a:lnTo>
                        <a:close/>
                      </a:path>
                    </a:pathLst>
                  </a:custGeom>
                  <a:solidFill>
                    <a:schemeClr val="accent4"/>
                  </a:solidFill>
                  <a:ln>
                    <a:noFill/>
                  </a:ln>
                </p:spPr>
                <p:txBody>
                  <a:bodyPr vert="horz" wrap="square" lIns="91440" tIns="45720" rIns="91440" bIns="45720" numCol="1" anchor="t" anchorCtr="0" compatLnSpc="1">
                    <a:prstTxWarp prst="textNoShape">
                      <a:avLst/>
                    </a:prstTxWarp>
                  </a:bodyPr>
                  <a:lstStyle/>
                  <a:p>
                    <a:endParaRPr lang="en-US" sz="1800">
                      <a:solidFill>
                        <a:srgbClr val="262626"/>
                      </a:solidFill>
                    </a:endParaRPr>
                  </a:p>
                </p:txBody>
              </p:sp>
            </p:grpSp>
            <p:grpSp>
              <p:nvGrpSpPr>
                <p:cNvPr id="10" name="Group 9"/>
                <p:cNvGrpSpPr/>
                <p:nvPr/>
              </p:nvGrpSpPr>
              <p:grpSpPr>
                <a:xfrm>
                  <a:off x="5996740" y="1886036"/>
                  <a:ext cx="154817" cy="154817"/>
                  <a:chOff x="5996740" y="1886036"/>
                  <a:chExt cx="154817" cy="154817"/>
                </a:xfrm>
              </p:grpSpPr>
              <p:sp>
                <p:nvSpPr>
                  <p:cNvPr id="290" name="Rectangle 289"/>
                  <p:cNvSpPr/>
                  <p:nvPr/>
                </p:nvSpPr>
                <p:spPr bwMode="auto">
                  <a:xfrm>
                    <a:off x="5996740" y="1886036"/>
                    <a:ext cx="154817" cy="154817"/>
                  </a:xfrm>
                  <a:prstGeom prst="rect">
                    <a:avLst/>
                  </a:prstGeom>
                  <a:solidFill>
                    <a:schemeClr val="bg2">
                      <a:lumMod val="20000"/>
                      <a:lumOff val="80000"/>
                    </a:schemeClr>
                  </a:solidFill>
                  <a:ln w="19050" cap="sq">
                    <a:solidFill>
                      <a:schemeClr val="accent4"/>
                    </a:solidFill>
                    <a:miter lim="800000"/>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0" rIns="0" bIns="0" numCol="1" rtlCol="0" anchor="ctr" anchorCtr="0" compatLnSpc="1">
                    <a:prstTxWarp prst="textNoShape">
                      <a:avLst/>
                    </a:prstTxWarp>
                  </a:bodyPr>
                  <a:lstStyle/>
                  <a:p>
                    <a:pPr algn="ctr" defTabSz="932472" fontAlgn="base">
                      <a:lnSpc>
                        <a:spcPct val="90000"/>
                      </a:lnSpc>
                      <a:spcBef>
                        <a:spcPct val="0"/>
                      </a:spcBef>
                      <a:spcAft>
                        <a:spcPct val="0"/>
                      </a:spcAft>
                    </a:pPr>
                    <a:endParaRPr lang="en-US" sz="2000" dirty="0">
                      <a:gradFill>
                        <a:gsLst>
                          <a:gs pos="0">
                            <a:srgbClr val="FFFFFF"/>
                          </a:gs>
                          <a:gs pos="100000">
                            <a:srgbClr val="FFFFFF"/>
                          </a:gs>
                        </a:gsLst>
                        <a:lin ang="5400000" scaled="0"/>
                      </a:gradFill>
                    </a:endParaRPr>
                  </a:p>
                </p:txBody>
              </p:sp>
              <p:sp>
                <p:nvSpPr>
                  <p:cNvPr id="294" name="Freeform 5"/>
                  <p:cNvSpPr>
                    <a:spLocks/>
                  </p:cNvSpPr>
                  <p:nvPr/>
                </p:nvSpPr>
                <p:spPr bwMode="auto">
                  <a:xfrm>
                    <a:off x="6017491" y="1913313"/>
                    <a:ext cx="113315" cy="100262"/>
                  </a:xfrm>
                  <a:custGeom>
                    <a:avLst/>
                    <a:gdLst>
                      <a:gd name="T0" fmla="*/ 3976 w 3976"/>
                      <a:gd name="T1" fmla="*/ 580 h 3518"/>
                      <a:gd name="T2" fmla="*/ 3226 w 3976"/>
                      <a:gd name="T3" fmla="*/ 0 h 3518"/>
                      <a:gd name="T4" fmla="*/ 1515 w 3976"/>
                      <a:gd name="T5" fmla="*/ 2235 h 3518"/>
                      <a:gd name="T6" fmla="*/ 540 w 3976"/>
                      <a:gd name="T7" fmla="*/ 1484 h 3518"/>
                      <a:gd name="T8" fmla="*/ 0 w 3976"/>
                      <a:gd name="T9" fmla="*/ 2190 h 3518"/>
                      <a:gd name="T10" fmla="*/ 1728 w 3976"/>
                      <a:gd name="T11" fmla="*/ 3518 h 3518"/>
                      <a:gd name="T12" fmla="*/ 2267 w 3976"/>
                      <a:gd name="T13" fmla="*/ 2815 h 3518"/>
                      <a:gd name="T14" fmla="*/ 2267 w 3976"/>
                      <a:gd name="T15" fmla="*/ 2815 h 3518"/>
                      <a:gd name="T16" fmla="*/ 3976 w 3976"/>
                      <a:gd name="T17" fmla="*/ 580 h 3518"/>
                      <a:gd name="T18" fmla="*/ 3976 w 3976"/>
                      <a:gd name="T19" fmla="*/ 580 h 3518"/>
                      <a:gd name="T20" fmla="*/ 3976 w 3976"/>
                      <a:gd name="T21" fmla="*/ 580 h 35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976" h="3518">
                        <a:moveTo>
                          <a:pt x="3976" y="580"/>
                        </a:moveTo>
                        <a:lnTo>
                          <a:pt x="3226" y="0"/>
                        </a:lnTo>
                        <a:lnTo>
                          <a:pt x="1515" y="2235"/>
                        </a:lnTo>
                        <a:lnTo>
                          <a:pt x="540" y="1484"/>
                        </a:lnTo>
                        <a:lnTo>
                          <a:pt x="0" y="2190"/>
                        </a:lnTo>
                        <a:lnTo>
                          <a:pt x="1728" y="3518"/>
                        </a:lnTo>
                        <a:lnTo>
                          <a:pt x="2267" y="2815"/>
                        </a:lnTo>
                        <a:lnTo>
                          <a:pt x="2267" y="2815"/>
                        </a:lnTo>
                        <a:lnTo>
                          <a:pt x="3976" y="580"/>
                        </a:lnTo>
                        <a:lnTo>
                          <a:pt x="3976" y="580"/>
                        </a:lnTo>
                        <a:lnTo>
                          <a:pt x="3976" y="580"/>
                        </a:lnTo>
                        <a:close/>
                      </a:path>
                    </a:pathLst>
                  </a:custGeom>
                  <a:solidFill>
                    <a:schemeClr val="accent4"/>
                  </a:solidFill>
                  <a:ln>
                    <a:noFill/>
                  </a:ln>
                </p:spPr>
                <p:txBody>
                  <a:bodyPr vert="horz" wrap="square" lIns="91440" tIns="45720" rIns="91440" bIns="45720" numCol="1" anchor="t" anchorCtr="0" compatLnSpc="1">
                    <a:prstTxWarp prst="textNoShape">
                      <a:avLst/>
                    </a:prstTxWarp>
                  </a:bodyPr>
                  <a:lstStyle/>
                  <a:p>
                    <a:endParaRPr lang="en-US" sz="1800">
                      <a:solidFill>
                        <a:srgbClr val="262626"/>
                      </a:solidFill>
                    </a:endParaRPr>
                  </a:p>
                </p:txBody>
              </p:sp>
            </p:grpSp>
            <p:grpSp>
              <p:nvGrpSpPr>
                <p:cNvPr id="11" name="Group 10"/>
                <p:cNvGrpSpPr/>
                <p:nvPr/>
              </p:nvGrpSpPr>
              <p:grpSpPr>
                <a:xfrm>
                  <a:off x="5996740" y="2376934"/>
                  <a:ext cx="154817" cy="154817"/>
                  <a:chOff x="5996740" y="2376934"/>
                  <a:chExt cx="154817" cy="154817"/>
                </a:xfrm>
              </p:grpSpPr>
              <p:sp>
                <p:nvSpPr>
                  <p:cNvPr id="292" name="Rectangle 291"/>
                  <p:cNvSpPr/>
                  <p:nvPr/>
                </p:nvSpPr>
                <p:spPr bwMode="auto">
                  <a:xfrm>
                    <a:off x="5996740" y="2376934"/>
                    <a:ext cx="154817" cy="154817"/>
                  </a:xfrm>
                  <a:prstGeom prst="rect">
                    <a:avLst/>
                  </a:prstGeom>
                  <a:solidFill>
                    <a:schemeClr val="bg2">
                      <a:lumMod val="20000"/>
                      <a:lumOff val="80000"/>
                    </a:schemeClr>
                  </a:solidFill>
                  <a:ln w="19050" cap="sq">
                    <a:solidFill>
                      <a:schemeClr val="accent4"/>
                    </a:solidFill>
                    <a:miter lim="800000"/>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0" rIns="0" bIns="0" numCol="1" rtlCol="0" anchor="ctr" anchorCtr="0" compatLnSpc="1">
                    <a:prstTxWarp prst="textNoShape">
                      <a:avLst/>
                    </a:prstTxWarp>
                  </a:bodyPr>
                  <a:lstStyle/>
                  <a:p>
                    <a:pPr algn="ctr" defTabSz="932472" fontAlgn="base">
                      <a:lnSpc>
                        <a:spcPct val="90000"/>
                      </a:lnSpc>
                      <a:spcBef>
                        <a:spcPct val="0"/>
                      </a:spcBef>
                      <a:spcAft>
                        <a:spcPct val="0"/>
                      </a:spcAft>
                    </a:pPr>
                    <a:endParaRPr lang="en-US" sz="2000" dirty="0">
                      <a:gradFill>
                        <a:gsLst>
                          <a:gs pos="0">
                            <a:srgbClr val="FFFFFF"/>
                          </a:gs>
                          <a:gs pos="100000">
                            <a:srgbClr val="FFFFFF"/>
                          </a:gs>
                        </a:gsLst>
                        <a:lin ang="5400000" scaled="0"/>
                      </a:gradFill>
                    </a:endParaRPr>
                  </a:p>
                </p:txBody>
              </p:sp>
              <p:sp>
                <p:nvSpPr>
                  <p:cNvPr id="295" name="Freeform 5"/>
                  <p:cNvSpPr>
                    <a:spLocks/>
                  </p:cNvSpPr>
                  <p:nvPr/>
                </p:nvSpPr>
                <p:spPr bwMode="auto">
                  <a:xfrm>
                    <a:off x="6017491" y="2404211"/>
                    <a:ext cx="113315" cy="100262"/>
                  </a:xfrm>
                  <a:custGeom>
                    <a:avLst/>
                    <a:gdLst>
                      <a:gd name="T0" fmla="*/ 3976 w 3976"/>
                      <a:gd name="T1" fmla="*/ 580 h 3518"/>
                      <a:gd name="T2" fmla="*/ 3226 w 3976"/>
                      <a:gd name="T3" fmla="*/ 0 h 3518"/>
                      <a:gd name="T4" fmla="*/ 1515 w 3976"/>
                      <a:gd name="T5" fmla="*/ 2235 h 3518"/>
                      <a:gd name="T6" fmla="*/ 540 w 3976"/>
                      <a:gd name="T7" fmla="*/ 1484 h 3518"/>
                      <a:gd name="T8" fmla="*/ 0 w 3976"/>
                      <a:gd name="T9" fmla="*/ 2190 h 3518"/>
                      <a:gd name="T10" fmla="*/ 1728 w 3976"/>
                      <a:gd name="T11" fmla="*/ 3518 h 3518"/>
                      <a:gd name="T12" fmla="*/ 2267 w 3976"/>
                      <a:gd name="T13" fmla="*/ 2815 h 3518"/>
                      <a:gd name="T14" fmla="*/ 2267 w 3976"/>
                      <a:gd name="T15" fmla="*/ 2815 h 3518"/>
                      <a:gd name="T16" fmla="*/ 3976 w 3976"/>
                      <a:gd name="T17" fmla="*/ 580 h 3518"/>
                      <a:gd name="T18" fmla="*/ 3976 w 3976"/>
                      <a:gd name="T19" fmla="*/ 580 h 3518"/>
                      <a:gd name="T20" fmla="*/ 3976 w 3976"/>
                      <a:gd name="T21" fmla="*/ 580 h 35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976" h="3518">
                        <a:moveTo>
                          <a:pt x="3976" y="580"/>
                        </a:moveTo>
                        <a:lnTo>
                          <a:pt x="3226" y="0"/>
                        </a:lnTo>
                        <a:lnTo>
                          <a:pt x="1515" y="2235"/>
                        </a:lnTo>
                        <a:lnTo>
                          <a:pt x="540" y="1484"/>
                        </a:lnTo>
                        <a:lnTo>
                          <a:pt x="0" y="2190"/>
                        </a:lnTo>
                        <a:lnTo>
                          <a:pt x="1728" y="3518"/>
                        </a:lnTo>
                        <a:lnTo>
                          <a:pt x="2267" y="2815"/>
                        </a:lnTo>
                        <a:lnTo>
                          <a:pt x="2267" y="2815"/>
                        </a:lnTo>
                        <a:lnTo>
                          <a:pt x="3976" y="580"/>
                        </a:lnTo>
                        <a:lnTo>
                          <a:pt x="3976" y="580"/>
                        </a:lnTo>
                        <a:lnTo>
                          <a:pt x="3976" y="580"/>
                        </a:lnTo>
                        <a:close/>
                      </a:path>
                    </a:pathLst>
                  </a:custGeom>
                  <a:solidFill>
                    <a:schemeClr val="accent4"/>
                  </a:solidFill>
                  <a:ln>
                    <a:noFill/>
                  </a:ln>
                </p:spPr>
                <p:txBody>
                  <a:bodyPr vert="horz" wrap="square" lIns="91440" tIns="45720" rIns="91440" bIns="45720" numCol="1" anchor="t" anchorCtr="0" compatLnSpc="1">
                    <a:prstTxWarp prst="textNoShape">
                      <a:avLst/>
                    </a:prstTxWarp>
                  </a:bodyPr>
                  <a:lstStyle/>
                  <a:p>
                    <a:endParaRPr lang="en-US" sz="1800">
                      <a:solidFill>
                        <a:srgbClr val="262626"/>
                      </a:solidFill>
                    </a:endParaRPr>
                  </a:p>
                </p:txBody>
              </p:sp>
            </p:grpSp>
          </p:grpSp>
        </p:grpSp>
      </p:grpSp>
      <p:grpSp>
        <p:nvGrpSpPr>
          <p:cNvPr id="273" name="Group 272" hidden="1"/>
          <p:cNvGrpSpPr/>
          <p:nvPr/>
        </p:nvGrpSpPr>
        <p:grpSpPr>
          <a:xfrm>
            <a:off x="6475333" y="2436019"/>
            <a:ext cx="5656342" cy="4120953"/>
            <a:chOff x="5308651" y="1710037"/>
            <a:chExt cx="6843741" cy="4986038"/>
          </a:xfrm>
        </p:grpSpPr>
        <p:grpSp>
          <p:nvGrpSpPr>
            <p:cNvPr id="296" name="Group 295"/>
            <p:cNvGrpSpPr/>
            <p:nvPr/>
          </p:nvGrpSpPr>
          <p:grpSpPr>
            <a:xfrm>
              <a:off x="8356600" y="5895975"/>
              <a:ext cx="2466975" cy="800100"/>
              <a:chOff x="8356600" y="5222875"/>
              <a:chExt cx="2466975" cy="800100"/>
            </a:xfrm>
          </p:grpSpPr>
          <p:sp>
            <p:nvSpPr>
              <p:cNvPr id="628" name="Rectangle 627"/>
              <p:cNvSpPr/>
              <p:nvPr/>
            </p:nvSpPr>
            <p:spPr bwMode="auto">
              <a:xfrm>
                <a:off x="8356600" y="5222875"/>
                <a:ext cx="2466975" cy="800100"/>
              </a:xfrm>
              <a:prstGeom prst="rect">
                <a:avLst/>
              </a:prstGeom>
              <a:solidFill>
                <a:schemeClr val="accent4">
                  <a:lumMod val="50000"/>
                </a:schemeClr>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grpSp>
            <p:nvGrpSpPr>
              <p:cNvPr id="629" name="Group 628"/>
              <p:cNvGrpSpPr/>
              <p:nvPr/>
            </p:nvGrpSpPr>
            <p:grpSpPr>
              <a:xfrm>
                <a:off x="8415948" y="5283201"/>
                <a:ext cx="2344108" cy="678908"/>
                <a:chOff x="8415948" y="5283201"/>
                <a:chExt cx="2344108" cy="678908"/>
              </a:xfrm>
            </p:grpSpPr>
            <p:sp>
              <p:nvSpPr>
                <p:cNvPr id="630" name="Rectangle 629"/>
                <p:cNvSpPr/>
                <p:nvPr/>
              </p:nvSpPr>
              <p:spPr bwMode="auto">
                <a:xfrm>
                  <a:off x="8415948" y="5283201"/>
                  <a:ext cx="124782" cy="124782"/>
                </a:xfrm>
                <a:prstGeom prst="rect">
                  <a:avLst/>
                </a:prstGeom>
                <a:solidFill>
                  <a:schemeClr val="accent4"/>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sp>
              <p:nvSpPr>
                <p:cNvPr id="631" name="Rectangle 630"/>
                <p:cNvSpPr/>
                <p:nvPr/>
              </p:nvSpPr>
              <p:spPr bwMode="auto">
                <a:xfrm>
                  <a:off x="8600892" y="5283201"/>
                  <a:ext cx="124782" cy="124782"/>
                </a:xfrm>
                <a:prstGeom prst="rect">
                  <a:avLst/>
                </a:prstGeom>
                <a:solidFill>
                  <a:schemeClr val="accent4"/>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sp>
              <p:nvSpPr>
                <p:cNvPr id="632" name="Rectangle 631"/>
                <p:cNvSpPr/>
                <p:nvPr/>
              </p:nvSpPr>
              <p:spPr bwMode="auto">
                <a:xfrm>
                  <a:off x="8785836" y="5283201"/>
                  <a:ext cx="124782" cy="124782"/>
                </a:xfrm>
                <a:prstGeom prst="rect">
                  <a:avLst/>
                </a:prstGeom>
                <a:solidFill>
                  <a:schemeClr val="accent4"/>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sp>
              <p:nvSpPr>
                <p:cNvPr id="633" name="Rectangle 632"/>
                <p:cNvSpPr/>
                <p:nvPr/>
              </p:nvSpPr>
              <p:spPr bwMode="auto">
                <a:xfrm>
                  <a:off x="8970780" y="5283201"/>
                  <a:ext cx="124782" cy="124782"/>
                </a:xfrm>
                <a:prstGeom prst="rect">
                  <a:avLst/>
                </a:prstGeom>
                <a:solidFill>
                  <a:schemeClr val="accent4"/>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sp>
              <p:nvSpPr>
                <p:cNvPr id="634" name="Rectangle 633"/>
                <p:cNvSpPr/>
                <p:nvPr/>
              </p:nvSpPr>
              <p:spPr bwMode="auto">
                <a:xfrm>
                  <a:off x="9155724" y="5283201"/>
                  <a:ext cx="124782" cy="124782"/>
                </a:xfrm>
                <a:prstGeom prst="rect">
                  <a:avLst/>
                </a:prstGeom>
                <a:solidFill>
                  <a:schemeClr val="accent4"/>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sp>
              <p:nvSpPr>
                <p:cNvPr id="635" name="Rectangle 634"/>
                <p:cNvSpPr/>
                <p:nvPr/>
              </p:nvSpPr>
              <p:spPr bwMode="auto">
                <a:xfrm>
                  <a:off x="9340668" y="5283201"/>
                  <a:ext cx="124782" cy="124782"/>
                </a:xfrm>
                <a:prstGeom prst="rect">
                  <a:avLst/>
                </a:prstGeom>
                <a:solidFill>
                  <a:schemeClr val="accent4"/>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sp>
              <p:nvSpPr>
                <p:cNvPr id="636" name="Rectangle 635"/>
                <p:cNvSpPr/>
                <p:nvPr/>
              </p:nvSpPr>
              <p:spPr bwMode="auto">
                <a:xfrm>
                  <a:off x="9525611" y="5283201"/>
                  <a:ext cx="124782" cy="124782"/>
                </a:xfrm>
                <a:prstGeom prst="rect">
                  <a:avLst/>
                </a:prstGeom>
                <a:solidFill>
                  <a:schemeClr val="accent4"/>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sp>
              <p:nvSpPr>
                <p:cNvPr id="637" name="Rectangle 636"/>
                <p:cNvSpPr/>
                <p:nvPr/>
              </p:nvSpPr>
              <p:spPr bwMode="auto">
                <a:xfrm>
                  <a:off x="9710556" y="5283201"/>
                  <a:ext cx="124782" cy="124782"/>
                </a:xfrm>
                <a:prstGeom prst="rect">
                  <a:avLst/>
                </a:prstGeom>
                <a:solidFill>
                  <a:schemeClr val="accent4"/>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sp>
              <p:nvSpPr>
                <p:cNvPr id="638" name="Rectangle 637"/>
                <p:cNvSpPr/>
                <p:nvPr/>
              </p:nvSpPr>
              <p:spPr bwMode="auto">
                <a:xfrm>
                  <a:off x="9895500" y="5283201"/>
                  <a:ext cx="124782" cy="124782"/>
                </a:xfrm>
                <a:prstGeom prst="rect">
                  <a:avLst/>
                </a:prstGeom>
                <a:solidFill>
                  <a:schemeClr val="accent4"/>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sp>
              <p:nvSpPr>
                <p:cNvPr id="639" name="Rectangle 638"/>
                <p:cNvSpPr/>
                <p:nvPr/>
              </p:nvSpPr>
              <p:spPr bwMode="auto">
                <a:xfrm>
                  <a:off x="10080444" y="5283201"/>
                  <a:ext cx="124782" cy="124782"/>
                </a:xfrm>
                <a:prstGeom prst="rect">
                  <a:avLst/>
                </a:prstGeom>
                <a:solidFill>
                  <a:schemeClr val="accent4"/>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sp>
              <p:nvSpPr>
                <p:cNvPr id="640" name="Rectangle 639"/>
                <p:cNvSpPr/>
                <p:nvPr/>
              </p:nvSpPr>
              <p:spPr bwMode="auto">
                <a:xfrm>
                  <a:off x="10265388" y="5283201"/>
                  <a:ext cx="124782" cy="124782"/>
                </a:xfrm>
                <a:prstGeom prst="rect">
                  <a:avLst/>
                </a:prstGeom>
                <a:solidFill>
                  <a:schemeClr val="accent4"/>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sp>
              <p:nvSpPr>
                <p:cNvPr id="641" name="Rectangle 640"/>
                <p:cNvSpPr/>
                <p:nvPr/>
              </p:nvSpPr>
              <p:spPr bwMode="auto">
                <a:xfrm>
                  <a:off x="10450332" y="5283201"/>
                  <a:ext cx="124782" cy="124782"/>
                </a:xfrm>
                <a:prstGeom prst="rect">
                  <a:avLst/>
                </a:prstGeom>
                <a:solidFill>
                  <a:schemeClr val="accent4"/>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sp>
              <p:nvSpPr>
                <p:cNvPr id="642" name="Rectangle 641"/>
                <p:cNvSpPr/>
                <p:nvPr/>
              </p:nvSpPr>
              <p:spPr bwMode="auto">
                <a:xfrm>
                  <a:off x="10635274" y="5283201"/>
                  <a:ext cx="124782" cy="124782"/>
                </a:xfrm>
                <a:prstGeom prst="rect">
                  <a:avLst/>
                </a:prstGeom>
                <a:solidFill>
                  <a:schemeClr val="accent4"/>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sp>
              <p:nvSpPr>
                <p:cNvPr id="643" name="Rectangle 642"/>
                <p:cNvSpPr/>
                <p:nvPr/>
              </p:nvSpPr>
              <p:spPr bwMode="auto">
                <a:xfrm>
                  <a:off x="8415948" y="5467351"/>
                  <a:ext cx="124782" cy="124782"/>
                </a:xfrm>
                <a:prstGeom prst="rect">
                  <a:avLst/>
                </a:prstGeom>
                <a:solidFill>
                  <a:schemeClr val="accent4"/>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sp>
              <p:nvSpPr>
                <p:cNvPr id="644" name="Rectangle 643"/>
                <p:cNvSpPr/>
                <p:nvPr/>
              </p:nvSpPr>
              <p:spPr bwMode="auto">
                <a:xfrm>
                  <a:off x="8600892" y="5467351"/>
                  <a:ext cx="124782" cy="124782"/>
                </a:xfrm>
                <a:prstGeom prst="rect">
                  <a:avLst/>
                </a:prstGeom>
                <a:solidFill>
                  <a:schemeClr val="accent4"/>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sp>
              <p:nvSpPr>
                <p:cNvPr id="645" name="Rectangle 644"/>
                <p:cNvSpPr/>
                <p:nvPr/>
              </p:nvSpPr>
              <p:spPr bwMode="auto">
                <a:xfrm>
                  <a:off x="8785836" y="5467351"/>
                  <a:ext cx="124782" cy="124782"/>
                </a:xfrm>
                <a:prstGeom prst="rect">
                  <a:avLst/>
                </a:prstGeom>
                <a:solidFill>
                  <a:schemeClr val="accent4"/>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sp>
              <p:nvSpPr>
                <p:cNvPr id="646" name="Rectangle 645"/>
                <p:cNvSpPr/>
                <p:nvPr/>
              </p:nvSpPr>
              <p:spPr bwMode="auto">
                <a:xfrm>
                  <a:off x="8970780" y="5467351"/>
                  <a:ext cx="124782" cy="124782"/>
                </a:xfrm>
                <a:prstGeom prst="rect">
                  <a:avLst/>
                </a:prstGeom>
                <a:solidFill>
                  <a:schemeClr val="accent4"/>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sp>
              <p:nvSpPr>
                <p:cNvPr id="647" name="Rectangle 646"/>
                <p:cNvSpPr/>
                <p:nvPr/>
              </p:nvSpPr>
              <p:spPr bwMode="auto">
                <a:xfrm>
                  <a:off x="9155724" y="5467351"/>
                  <a:ext cx="124782" cy="124782"/>
                </a:xfrm>
                <a:prstGeom prst="rect">
                  <a:avLst/>
                </a:prstGeom>
                <a:solidFill>
                  <a:schemeClr val="accent4"/>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sp>
              <p:nvSpPr>
                <p:cNvPr id="648" name="Rectangle 647"/>
                <p:cNvSpPr/>
                <p:nvPr/>
              </p:nvSpPr>
              <p:spPr bwMode="auto">
                <a:xfrm>
                  <a:off x="9340668" y="5467351"/>
                  <a:ext cx="124782" cy="124782"/>
                </a:xfrm>
                <a:prstGeom prst="rect">
                  <a:avLst/>
                </a:prstGeom>
                <a:solidFill>
                  <a:schemeClr val="accent4"/>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sp>
              <p:nvSpPr>
                <p:cNvPr id="649" name="Rectangle 648"/>
                <p:cNvSpPr/>
                <p:nvPr/>
              </p:nvSpPr>
              <p:spPr bwMode="auto">
                <a:xfrm>
                  <a:off x="9525611" y="5467352"/>
                  <a:ext cx="124782" cy="124782"/>
                </a:xfrm>
                <a:prstGeom prst="rect">
                  <a:avLst/>
                </a:prstGeom>
                <a:solidFill>
                  <a:schemeClr val="accent4"/>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sp>
              <p:nvSpPr>
                <p:cNvPr id="650" name="Rectangle 649"/>
                <p:cNvSpPr/>
                <p:nvPr/>
              </p:nvSpPr>
              <p:spPr bwMode="auto">
                <a:xfrm>
                  <a:off x="9710556" y="5467352"/>
                  <a:ext cx="124782" cy="124782"/>
                </a:xfrm>
                <a:prstGeom prst="rect">
                  <a:avLst/>
                </a:prstGeom>
                <a:solidFill>
                  <a:schemeClr val="accent4"/>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sp>
              <p:nvSpPr>
                <p:cNvPr id="651" name="Rectangle 650"/>
                <p:cNvSpPr/>
                <p:nvPr/>
              </p:nvSpPr>
              <p:spPr bwMode="auto">
                <a:xfrm>
                  <a:off x="9895500" y="5467352"/>
                  <a:ext cx="124782" cy="124782"/>
                </a:xfrm>
                <a:prstGeom prst="rect">
                  <a:avLst/>
                </a:prstGeom>
                <a:solidFill>
                  <a:schemeClr val="accent4"/>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sp>
              <p:nvSpPr>
                <p:cNvPr id="652" name="Rectangle 651"/>
                <p:cNvSpPr/>
                <p:nvPr/>
              </p:nvSpPr>
              <p:spPr bwMode="auto">
                <a:xfrm>
                  <a:off x="10080444" y="5467352"/>
                  <a:ext cx="124782" cy="124782"/>
                </a:xfrm>
                <a:prstGeom prst="rect">
                  <a:avLst/>
                </a:prstGeom>
                <a:solidFill>
                  <a:schemeClr val="accent4"/>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sp>
              <p:nvSpPr>
                <p:cNvPr id="653" name="Rectangle 652"/>
                <p:cNvSpPr/>
                <p:nvPr/>
              </p:nvSpPr>
              <p:spPr bwMode="auto">
                <a:xfrm>
                  <a:off x="10265388" y="5467352"/>
                  <a:ext cx="124782" cy="124782"/>
                </a:xfrm>
                <a:prstGeom prst="rect">
                  <a:avLst/>
                </a:prstGeom>
                <a:solidFill>
                  <a:schemeClr val="accent4"/>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sp>
              <p:nvSpPr>
                <p:cNvPr id="654" name="Rectangle 653"/>
                <p:cNvSpPr/>
                <p:nvPr/>
              </p:nvSpPr>
              <p:spPr bwMode="auto">
                <a:xfrm>
                  <a:off x="10450332" y="5467352"/>
                  <a:ext cx="124782" cy="124782"/>
                </a:xfrm>
                <a:prstGeom prst="rect">
                  <a:avLst/>
                </a:prstGeom>
                <a:solidFill>
                  <a:schemeClr val="accent4"/>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sp>
              <p:nvSpPr>
                <p:cNvPr id="655" name="Rectangle 654"/>
                <p:cNvSpPr/>
                <p:nvPr/>
              </p:nvSpPr>
              <p:spPr bwMode="auto">
                <a:xfrm>
                  <a:off x="10635273" y="5467352"/>
                  <a:ext cx="124782" cy="124782"/>
                </a:xfrm>
                <a:prstGeom prst="rect">
                  <a:avLst/>
                </a:prstGeom>
                <a:solidFill>
                  <a:schemeClr val="accent4"/>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sp>
              <p:nvSpPr>
                <p:cNvPr id="656" name="Rectangle 655"/>
                <p:cNvSpPr/>
                <p:nvPr/>
              </p:nvSpPr>
              <p:spPr bwMode="auto">
                <a:xfrm>
                  <a:off x="8415948" y="5651501"/>
                  <a:ext cx="124782" cy="124782"/>
                </a:xfrm>
                <a:prstGeom prst="rect">
                  <a:avLst/>
                </a:prstGeom>
                <a:solidFill>
                  <a:schemeClr val="accent4"/>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sp>
              <p:nvSpPr>
                <p:cNvPr id="657" name="Rectangle 656"/>
                <p:cNvSpPr/>
                <p:nvPr/>
              </p:nvSpPr>
              <p:spPr bwMode="auto">
                <a:xfrm>
                  <a:off x="8600892" y="5651501"/>
                  <a:ext cx="124782" cy="124782"/>
                </a:xfrm>
                <a:prstGeom prst="rect">
                  <a:avLst/>
                </a:prstGeom>
                <a:solidFill>
                  <a:schemeClr val="accent4"/>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sp>
              <p:nvSpPr>
                <p:cNvPr id="658" name="Rectangle 657"/>
                <p:cNvSpPr/>
                <p:nvPr/>
              </p:nvSpPr>
              <p:spPr bwMode="auto">
                <a:xfrm>
                  <a:off x="8785836" y="5651501"/>
                  <a:ext cx="124782" cy="124782"/>
                </a:xfrm>
                <a:prstGeom prst="rect">
                  <a:avLst/>
                </a:prstGeom>
                <a:solidFill>
                  <a:schemeClr val="accent4"/>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sp>
              <p:nvSpPr>
                <p:cNvPr id="659" name="Rectangle 658"/>
                <p:cNvSpPr/>
                <p:nvPr/>
              </p:nvSpPr>
              <p:spPr bwMode="auto">
                <a:xfrm>
                  <a:off x="8970780" y="5651501"/>
                  <a:ext cx="124782" cy="124782"/>
                </a:xfrm>
                <a:prstGeom prst="rect">
                  <a:avLst/>
                </a:prstGeom>
                <a:solidFill>
                  <a:schemeClr val="accent4"/>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sp>
              <p:nvSpPr>
                <p:cNvPr id="660" name="Rectangle 659"/>
                <p:cNvSpPr/>
                <p:nvPr/>
              </p:nvSpPr>
              <p:spPr bwMode="auto">
                <a:xfrm>
                  <a:off x="9155724" y="5651501"/>
                  <a:ext cx="124782" cy="124782"/>
                </a:xfrm>
                <a:prstGeom prst="rect">
                  <a:avLst/>
                </a:prstGeom>
                <a:solidFill>
                  <a:schemeClr val="accent4"/>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sp>
              <p:nvSpPr>
                <p:cNvPr id="661" name="Rectangle 660"/>
                <p:cNvSpPr/>
                <p:nvPr/>
              </p:nvSpPr>
              <p:spPr bwMode="auto">
                <a:xfrm>
                  <a:off x="9340668" y="5651501"/>
                  <a:ext cx="124782" cy="124782"/>
                </a:xfrm>
                <a:prstGeom prst="rect">
                  <a:avLst/>
                </a:prstGeom>
                <a:solidFill>
                  <a:schemeClr val="accent4"/>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sp>
              <p:nvSpPr>
                <p:cNvPr id="662" name="Rectangle 661"/>
                <p:cNvSpPr/>
                <p:nvPr/>
              </p:nvSpPr>
              <p:spPr bwMode="auto">
                <a:xfrm>
                  <a:off x="9525611" y="5651501"/>
                  <a:ext cx="124782" cy="124782"/>
                </a:xfrm>
                <a:prstGeom prst="rect">
                  <a:avLst/>
                </a:prstGeom>
                <a:solidFill>
                  <a:schemeClr val="accent4"/>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sp>
              <p:nvSpPr>
                <p:cNvPr id="663" name="Rectangle 662"/>
                <p:cNvSpPr/>
                <p:nvPr/>
              </p:nvSpPr>
              <p:spPr bwMode="auto">
                <a:xfrm>
                  <a:off x="9710556" y="5651501"/>
                  <a:ext cx="124782" cy="124782"/>
                </a:xfrm>
                <a:prstGeom prst="rect">
                  <a:avLst/>
                </a:prstGeom>
                <a:solidFill>
                  <a:schemeClr val="accent4"/>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sp>
              <p:nvSpPr>
                <p:cNvPr id="664" name="Rectangle 663"/>
                <p:cNvSpPr/>
                <p:nvPr/>
              </p:nvSpPr>
              <p:spPr bwMode="auto">
                <a:xfrm>
                  <a:off x="9895500" y="5651501"/>
                  <a:ext cx="124782" cy="124782"/>
                </a:xfrm>
                <a:prstGeom prst="rect">
                  <a:avLst/>
                </a:prstGeom>
                <a:solidFill>
                  <a:schemeClr val="accent4"/>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sp>
              <p:nvSpPr>
                <p:cNvPr id="665" name="Rectangle 664"/>
                <p:cNvSpPr/>
                <p:nvPr/>
              </p:nvSpPr>
              <p:spPr bwMode="auto">
                <a:xfrm>
                  <a:off x="10080444" y="5651501"/>
                  <a:ext cx="124782" cy="124782"/>
                </a:xfrm>
                <a:prstGeom prst="rect">
                  <a:avLst/>
                </a:prstGeom>
                <a:solidFill>
                  <a:schemeClr val="accent4"/>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sp>
              <p:nvSpPr>
                <p:cNvPr id="666" name="Rectangle 665"/>
                <p:cNvSpPr/>
                <p:nvPr/>
              </p:nvSpPr>
              <p:spPr bwMode="auto">
                <a:xfrm>
                  <a:off x="10265388" y="5651501"/>
                  <a:ext cx="124782" cy="124782"/>
                </a:xfrm>
                <a:prstGeom prst="rect">
                  <a:avLst/>
                </a:prstGeom>
                <a:solidFill>
                  <a:schemeClr val="accent4"/>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sp>
              <p:nvSpPr>
                <p:cNvPr id="667" name="Rectangle 666"/>
                <p:cNvSpPr/>
                <p:nvPr/>
              </p:nvSpPr>
              <p:spPr bwMode="auto">
                <a:xfrm>
                  <a:off x="10450332" y="5651501"/>
                  <a:ext cx="124782" cy="124782"/>
                </a:xfrm>
                <a:prstGeom prst="rect">
                  <a:avLst/>
                </a:prstGeom>
                <a:solidFill>
                  <a:schemeClr val="accent4"/>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sp>
              <p:nvSpPr>
                <p:cNvPr id="668" name="Rectangle 667"/>
                <p:cNvSpPr/>
                <p:nvPr/>
              </p:nvSpPr>
              <p:spPr bwMode="auto">
                <a:xfrm>
                  <a:off x="10635273" y="5651501"/>
                  <a:ext cx="124782" cy="310608"/>
                </a:xfrm>
                <a:prstGeom prst="rect">
                  <a:avLst/>
                </a:prstGeom>
                <a:solidFill>
                  <a:schemeClr val="accent4"/>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sp>
              <p:nvSpPr>
                <p:cNvPr id="669" name="Rectangle 668"/>
                <p:cNvSpPr/>
                <p:nvPr/>
              </p:nvSpPr>
              <p:spPr bwMode="auto">
                <a:xfrm>
                  <a:off x="8415948" y="5837327"/>
                  <a:ext cx="124782" cy="124782"/>
                </a:xfrm>
                <a:prstGeom prst="rect">
                  <a:avLst/>
                </a:prstGeom>
                <a:solidFill>
                  <a:schemeClr val="accent4"/>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sp>
              <p:nvSpPr>
                <p:cNvPr id="670" name="Rectangle 669"/>
                <p:cNvSpPr/>
                <p:nvPr/>
              </p:nvSpPr>
              <p:spPr bwMode="auto">
                <a:xfrm>
                  <a:off x="8600892" y="5837327"/>
                  <a:ext cx="124782" cy="124782"/>
                </a:xfrm>
                <a:prstGeom prst="rect">
                  <a:avLst/>
                </a:prstGeom>
                <a:solidFill>
                  <a:schemeClr val="accent4"/>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sp>
              <p:nvSpPr>
                <p:cNvPr id="671" name="Rectangle 670"/>
                <p:cNvSpPr/>
                <p:nvPr/>
              </p:nvSpPr>
              <p:spPr bwMode="auto">
                <a:xfrm>
                  <a:off x="8785836" y="5837327"/>
                  <a:ext cx="124782" cy="124782"/>
                </a:xfrm>
                <a:prstGeom prst="rect">
                  <a:avLst/>
                </a:prstGeom>
                <a:solidFill>
                  <a:schemeClr val="accent4"/>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sp>
              <p:nvSpPr>
                <p:cNvPr id="672" name="Rectangle 671"/>
                <p:cNvSpPr/>
                <p:nvPr/>
              </p:nvSpPr>
              <p:spPr bwMode="auto">
                <a:xfrm>
                  <a:off x="8970780" y="5837327"/>
                  <a:ext cx="864558" cy="124782"/>
                </a:xfrm>
                <a:prstGeom prst="rect">
                  <a:avLst/>
                </a:prstGeom>
                <a:solidFill>
                  <a:schemeClr val="accent4"/>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sp>
              <p:nvSpPr>
                <p:cNvPr id="673" name="Rectangle 672"/>
                <p:cNvSpPr/>
                <p:nvPr/>
              </p:nvSpPr>
              <p:spPr bwMode="auto">
                <a:xfrm>
                  <a:off x="9895500" y="5837327"/>
                  <a:ext cx="124782" cy="124782"/>
                </a:xfrm>
                <a:prstGeom prst="rect">
                  <a:avLst/>
                </a:prstGeom>
                <a:solidFill>
                  <a:schemeClr val="accent4"/>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sp>
              <p:nvSpPr>
                <p:cNvPr id="674" name="Rectangle 673"/>
                <p:cNvSpPr/>
                <p:nvPr/>
              </p:nvSpPr>
              <p:spPr bwMode="auto">
                <a:xfrm>
                  <a:off x="10080444" y="5837327"/>
                  <a:ext cx="124782" cy="124782"/>
                </a:xfrm>
                <a:prstGeom prst="rect">
                  <a:avLst/>
                </a:prstGeom>
                <a:solidFill>
                  <a:schemeClr val="accent4"/>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sp>
              <p:nvSpPr>
                <p:cNvPr id="675" name="Rectangle 674"/>
                <p:cNvSpPr/>
                <p:nvPr/>
              </p:nvSpPr>
              <p:spPr bwMode="auto">
                <a:xfrm>
                  <a:off x="10265388" y="5837327"/>
                  <a:ext cx="124782" cy="124782"/>
                </a:xfrm>
                <a:prstGeom prst="rect">
                  <a:avLst/>
                </a:prstGeom>
                <a:solidFill>
                  <a:schemeClr val="accent4"/>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sp>
              <p:nvSpPr>
                <p:cNvPr id="676" name="Rectangle 675"/>
                <p:cNvSpPr/>
                <p:nvPr/>
              </p:nvSpPr>
              <p:spPr bwMode="auto">
                <a:xfrm>
                  <a:off x="10450332" y="5837327"/>
                  <a:ext cx="124782" cy="124782"/>
                </a:xfrm>
                <a:prstGeom prst="rect">
                  <a:avLst/>
                </a:prstGeom>
                <a:solidFill>
                  <a:schemeClr val="accent4"/>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grpSp>
        </p:grpSp>
        <p:grpSp>
          <p:nvGrpSpPr>
            <p:cNvPr id="299" name="Group 298"/>
            <p:cNvGrpSpPr/>
            <p:nvPr/>
          </p:nvGrpSpPr>
          <p:grpSpPr>
            <a:xfrm>
              <a:off x="5308651" y="3794814"/>
              <a:ext cx="2367066" cy="1665498"/>
              <a:chOff x="5308651" y="3121714"/>
              <a:chExt cx="2367066" cy="1665498"/>
            </a:xfrm>
          </p:grpSpPr>
          <p:sp>
            <p:nvSpPr>
              <p:cNvPr id="626" name="Freeform 5"/>
              <p:cNvSpPr>
                <a:spLocks noEditPoints="1"/>
              </p:cNvSpPr>
              <p:nvPr/>
            </p:nvSpPr>
            <p:spPr bwMode="auto">
              <a:xfrm>
                <a:off x="5308651" y="3121714"/>
                <a:ext cx="2367066" cy="1665498"/>
              </a:xfrm>
              <a:custGeom>
                <a:avLst/>
                <a:gdLst>
                  <a:gd name="T0" fmla="*/ 2357 w 2411"/>
                  <a:gd name="T1" fmla="*/ 0 h 1695"/>
                  <a:gd name="T2" fmla="*/ 47 w 2411"/>
                  <a:gd name="T3" fmla="*/ 0 h 1695"/>
                  <a:gd name="T4" fmla="*/ 0 w 2411"/>
                  <a:gd name="T5" fmla="*/ 47 h 1695"/>
                  <a:gd name="T6" fmla="*/ 0 w 2411"/>
                  <a:gd name="T7" fmla="*/ 1406 h 1695"/>
                  <a:gd name="T8" fmla="*/ 47 w 2411"/>
                  <a:gd name="T9" fmla="*/ 1453 h 1695"/>
                  <a:gd name="T10" fmla="*/ 335 w 2411"/>
                  <a:gd name="T11" fmla="*/ 1453 h 1695"/>
                  <a:gd name="T12" fmla="*/ 335 w 2411"/>
                  <a:gd name="T13" fmla="*/ 1453 h 1695"/>
                  <a:gd name="T14" fmla="*/ 1101 w 2411"/>
                  <a:gd name="T15" fmla="*/ 1453 h 1695"/>
                  <a:gd name="T16" fmla="*/ 1101 w 2411"/>
                  <a:gd name="T17" fmla="*/ 1558 h 1695"/>
                  <a:gd name="T18" fmla="*/ 653 w 2411"/>
                  <a:gd name="T19" fmla="*/ 1558 h 1695"/>
                  <a:gd name="T20" fmla="*/ 605 w 2411"/>
                  <a:gd name="T21" fmla="*/ 1591 h 1695"/>
                  <a:gd name="T22" fmla="*/ 562 w 2411"/>
                  <a:gd name="T23" fmla="*/ 1638 h 1695"/>
                  <a:gd name="T24" fmla="*/ 562 w 2411"/>
                  <a:gd name="T25" fmla="*/ 1648 h 1695"/>
                  <a:gd name="T26" fmla="*/ 609 w 2411"/>
                  <a:gd name="T27" fmla="*/ 1695 h 1695"/>
                  <a:gd name="T28" fmla="*/ 1762 w 2411"/>
                  <a:gd name="T29" fmla="*/ 1695 h 1695"/>
                  <a:gd name="T30" fmla="*/ 1815 w 2411"/>
                  <a:gd name="T31" fmla="*/ 1648 h 1695"/>
                  <a:gd name="T32" fmla="*/ 1815 w 2411"/>
                  <a:gd name="T33" fmla="*/ 1638 h 1695"/>
                  <a:gd name="T34" fmla="*/ 1724 w 2411"/>
                  <a:gd name="T35" fmla="*/ 1558 h 1695"/>
                  <a:gd name="T36" fmla="*/ 1272 w 2411"/>
                  <a:gd name="T37" fmla="*/ 1558 h 1695"/>
                  <a:gd name="T38" fmla="*/ 1272 w 2411"/>
                  <a:gd name="T39" fmla="*/ 1453 h 1695"/>
                  <a:gd name="T40" fmla="*/ 2357 w 2411"/>
                  <a:gd name="T41" fmla="*/ 1453 h 1695"/>
                  <a:gd name="T42" fmla="*/ 2411 w 2411"/>
                  <a:gd name="T43" fmla="*/ 1406 h 1695"/>
                  <a:gd name="T44" fmla="*/ 2411 w 2411"/>
                  <a:gd name="T45" fmla="*/ 47 h 1695"/>
                  <a:gd name="T46" fmla="*/ 2357 w 2411"/>
                  <a:gd name="T47" fmla="*/ 0 h 1695"/>
                  <a:gd name="T48" fmla="*/ 2277 w 2411"/>
                  <a:gd name="T49" fmla="*/ 1322 h 1695"/>
                  <a:gd name="T50" fmla="*/ 128 w 2411"/>
                  <a:gd name="T51" fmla="*/ 1322 h 1695"/>
                  <a:gd name="T52" fmla="*/ 128 w 2411"/>
                  <a:gd name="T53" fmla="*/ 133 h 1695"/>
                  <a:gd name="T54" fmla="*/ 2277 w 2411"/>
                  <a:gd name="T55" fmla="*/ 133 h 1695"/>
                  <a:gd name="T56" fmla="*/ 2277 w 2411"/>
                  <a:gd name="T57" fmla="*/ 1322 h 1695"/>
                  <a:gd name="T58" fmla="*/ 2277 w 2411"/>
                  <a:gd name="T59" fmla="*/ 1322 h 16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2411" h="1695">
                    <a:moveTo>
                      <a:pt x="2357" y="0"/>
                    </a:moveTo>
                    <a:cubicBezTo>
                      <a:pt x="47" y="0"/>
                      <a:pt x="47" y="0"/>
                      <a:pt x="47" y="0"/>
                    </a:cubicBezTo>
                    <a:cubicBezTo>
                      <a:pt x="23" y="0"/>
                      <a:pt x="0" y="19"/>
                      <a:pt x="0" y="47"/>
                    </a:cubicBezTo>
                    <a:cubicBezTo>
                      <a:pt x="0" y="1406"/>
                      <a:pt x="0" y="1406"/>
                      <a:pt x="0" y="1406"/>
                    </a:cubicBezTo>
                    <a:cubicBezTo>
                      <a:pt x="0" y="1435"/>
                      <a:pt x="23" y="1453"/>
                      <a:pt x="47" y="1453"/>
                    </a:cubicBezTo>
                    <a:cubicBezTo>
                      <a:pt x="335" y="1453"/>
                      <a:pt x="335" y="1453"/>
                      <a:pt x="335" y="1453"/>
                    </a:cubicBezTo>
                    <a:cubicBezTo>
                      <a:pt x="335" y="1453"/>
                      <a:pt x="335" y="1453"/>
                      <a:pt x="335" y="1453"/>
                    </a:cubicBezTo>
                    <a:cubicBezTo>
                      <a:pt x="1101" y="1453"/>
                      <a:pt x="1101" y="1453"/>
                      <a:pt x="1101" y="1453"/>
                    </a:cubicBezTo>
                    <a:cubicBezTo>
                      <a:pt x="1101" y="1558"/>
                      <a:pt x="1101" y="1558"/>
                      <a:pt x="1101" y="1558"/>
                    </a:cubicBezTo>
                    <a:cubicBezTo>
                      <a:pt x="653" y="1558"/>
                      <a:pt x="653" y="1558"/>
                      <a:pt x="653" y="1558"/>
                    </a:cubicBezTo>
                    <a:cubicBezTo>
                      <a:pt x="628" y="1558"/>
                      <a:pt x="605" y="1591"/>
                      <a:pt x="605" y="1591"/>
                    </a:cubicBezTo>
                    <a:cubicBezTo>
                      <a:pt x="562" y="1638"/>
                      <a:pt x="562" y="1638"/>
                      <a:pt x="562" y="1638"/>
                    </a:cubicBezTo>
                    <a:cubicBezTo>
                      <a:pt x="562" y="1648"/>
                      <a:pt x="562" y="1648"/>
                      <a:pt x="562" y="1648"/>
                    </a:cubicBezTo>
                    <a:cubicBezTo>
                      <a:pt x="562" y="1676"/>
                      <a:pt x="581" y="1695"/>
                      <a:pt x="609" y="1695"/>
                    </a:cubicBezTo>
                    <a:cubicBezTo>
                      <a:pt x="1762" y="1695"/>
                      <a:pt x="1762" y="1695"/>
                      <a:pt x="1762" y="1695"/>
                    </a:cubicBezTo>
                    <a:cubicBezTo>
                      <a:pt x="1790" y="1695"/>
                      <a:pt x="1815" y="1676"/>
                      <a:pt x="1815" y="1648"/>
                    </a:cubicBezTo>
                    <a:cubicBezTo>
                      <a:pt x="1815" y="1638"/>
                      <a:pt x="1815" y="1638"/>
                      <a:pt x="1815" y="1638"/>
                    </a:cubicBezTo>
                    <a:cubicBezTo>
                      <a:pt x="1771" y="1591"/>
                      <a:pt x="1748" y="1558"/>
                      <a:pt x="1724" y="1558"/>
                    </a:cubicBezTo>
                    <a:cubicBezTo>
                      <a:pt x="1272" y="1558"/>
                      <a:pt x="1272" y="1558"/>
                      <a:pt x="1272" y="1558"/>
                    </a:cubicBezTo>
                    <a:cubicBezTo>
                      <a:pt x="1272" y="1453"/>
                      <a:pt x="1272" y="1453"/>
                      <a:pt x="1272" y="1453"/>
                    </a:cubicBezTo>
                    <a:cubicBezTo>
                      <a:pt x="2357" y="1453"/>
                      <a:pt x="2357" y="1453"/>
                      <a:pt x="2357" y="1453"/>
                    </a:cubicBezTo>
                    <a:cubicBezTo>
                      <a:pt x="2386" y="1453"/>
                      <a:pt x="2411" y="1435"/>
                      <a:pt x="2411" y="1406"/>
                    </a:cubicBezTo>
                    <a:cubicBezTo>
                      <a:pt x="2411" y="47"/>
                      <a:pt x="2411" y="47"/>
                      <a:pt x="2411" y="47"/>
                    </a:cubicBezTo>
                    <a:cubicBezTo>
                      <a:pt x="2411" y="19"/>
                      <a:pt x="2386" y="0"/>
                      <a:pt x="2357" y="0"/>
                    </a:cubicBezTo>
                    <a:close/>
                    <a:moveTo>
                      <a:pt x="2277" y="1322"/>
                    </a:moveTo>
                    <a:cubicBezTo>
                      <a:pt x="128" y="1322"/>
                      <a:pt x="128" y="1322"/>
                      <a:pt x="128" y="1322"/>
                    </a:cubicBezTo>
                    <a:cubicBezTo>
                      <a:pt x="128" y="133"/>
                      <a:pt x="128" y="133"/>
                      <a:pt x="128" y="133"/>
                    </a:cubicBezTo>
                    <a:cubicBezTo>
                      <a:pt x="2277" y="133"/>
                      <a:pt x="2277" y="133"/>
                      <a:pt x="2277" y="133"/>
                    </a:cubicBezTo>
                    <a:cubicBezTo>
                      <a:pt x="2277" y="1322"/>
                      <a:pt x="2277" y="1322"/>
                      <a:pt x="2277" y="1322"/>
                    </a:cubicBezTo>
                    <a:cubicBezTo>
                      <a:pt x="2277" y="1322"/>
                      <a:pt x="2277" y="1322"/>
                      <a:pt x="2277" y="1322"/>
                    </a:cubicBezTo>
                    <a:close/>
                  </a:path>
                </a:pathLst>
              </a:custGeom>
              <a:solidFill>
                <a:srgbClr val="01010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27" name="Rectangle 626"/>
              <p:cNvSpPr/>
              <p:nvPr/>
            </p:nvSpPr>
            <p:spPr bwMode="auto">
              <a:xfrm>
                <a:off x="5389063" y="3195487"/>
                <a:ext cx="2211887" cy="1270535"/>
              </a:xfrm>
              <a:prstGeom prst="rect">
                <a:avLst/>
              </a:prstGeom>
              <a:solidFill>
                <a:schemeClr val="accent4">
                  <a:lumMod val="20000"/>
                  <a:lumOff val="80000"/>
                </a:schemeClr>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grpSp>
        <p:grpSp>
          <p:nvGrpSpPr>
            <p:cNvPr id="300" name="Group 299"/>
            <p:cNvGrpSpPr/>
            <p:nvPr/>
          </p:nvGrpSpPr>
          <p:grpSpPr>
            <a:xfrm>
              <a:off x="7740650" y="3804195"/>
              <a:ext cx="1476375" cy="1967955"/>
              <a:chOff x="7740650" y="3131095"/>
              <a:chExt cx="1476375" cy="1967955"/>
            </a:xfrm>
          </p:grpSpPr>
          <p:grpSp>
            <p:nvGrpSpPr>
              <p:cNvPr id="578" name="Group 577"/>
              <p:cNvGrpSpPr/>
              <p:nvPr/>
            </p:nvGrpSpPr>
            <p:grpSpPr>
              <a:xfrm>
                <a:off x="7740650" y="3131095"/>
                <a:ext cx="1476375" cy="1967955"/>
                <a:chOff x="7740650" y="3131095"/>
                <a:chExt cx="1476375" cy="1967955"/>
              </a:xfrm>
            </p:grpSpPr>
            <p:sp>
              <p:nvSpPr>
                <p:cNvPr id="624" name="Rectangle 623"/>
                <p:cNvSpPr/>
                <p:nvPr/>
              </p:nvSpPr>
              <p:spPr bwMode="auto">
                <a:xfrm>
                  <a:off x="7740650" y="3131095"/>
                  <a:ext cx="1476375" cy="1844675"/>
                </a:xfrm>
                <a:prstGeom prst="rect">
                  <a:avLst/>
                </a:prstGeom>
                <a:solidFill>
                  <a:schemeClr val="accent4"/>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sp>
              <p:nvSpPr>
                <p:cNvPr id="625" name="Rectangle 624"/>
                <p:cNvSpPr/>
                <p:nvPr/>
              </p:nvSpPr>
              <p:spPr bwMode="auto">
                <a:xfrm>
                  <a:off x="7740650" y="3254375"/>
                  <a:ext cx="1476375" cy="1844675"/>
                </a:xfrm>
                <a:prstGeom prst="rect">
                  <a:avLst/>
                </a:prstGeom>
                <a:solidFill>
                  <a:srgbClr val="262626"/>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grpSp>
          <p:grpSp>
            <p:nvGrpSpPr>
              <p:cNvPr id="579" name="Group 578"/>
              <p:cNvGrpSpPr/>
              <p:nvPr/>
            </p:nvGrpSpPr>
            <p:grpSpPr>
              <a:xfrm>
                <a:off x="7861286" y="3300413"/>
                <a:ext cx="182880" cy="90578"/>
                <a:chOff x="7861286" y="3300413"/>
                <a:chExt cx="182880" cy="90578"/>
              </a:xfrm>
            </p:grpSpPr>
            <p:sp>
              <p:nvSpPr>
                <p:cNvPr id="622" name="Rectangle 621"/>
                <p:cNvSpPr/>
                <p:nvPr/>
              </p:nvSpPr>
              <p:spPr bwMode="auto">
                <a:xfrm>
                  <a:off x="7861286" y="3300413"/>
                  <a:ext cx="133350" cy="27432"/>
                </a:xfrm>
                <a:prstGeom prst="rect">
                  <a:avLst/>
                </a:prstGeom>
                <a:solidFill>
                  <a:schemeClr val="accent4">
                    <a:lumMod val="50000"/>
                  </a:schemeClr>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sp>
              <p:nvSpPr>
                <p:cNvPr id="623" name="Rectangle 622"/>
                <p:cNvSpPr/>
                <p:nvPr/>
              </p:nvSpPr>
              <p:spPr bwMode="auto">
                <a:xfrm>
                  <a:off x="7861286" y="3363559"/>
                  <a:ext cx="182880" cy="27432"/>
                </a:xfrm>
                <a:prstGeom prst="rect">
                  <a:avLst/>
                </a:prstGeom>
                <a:solidFill>
                  <a:schemeClr val="accent4">
                    <a:lumMod val="60000"/>
                    <a:lumOff val="40000"/>
                  </a:schemeClr>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grpSp>
          <p:grpSp>
            <p:nvGrpSpPr>
              <p:cNvPr id="580" name="Group 579"/>
              <p:cNvGrpSpPr/>
              <p:nvPr/>
            </p:nvGrpSpPr>
            <p:grpSpPr>
              <a:xfrm>
                <a:off x="7923541" y="3475943"/>
                <a:ext cx="1158557" cy="228744"/>
                <a:chOff x="7923541" y="3488009"/>
                <a:chExt cx="1158557" cy="228744"/>
              </a:xfrm>
            </p:grpSpPr>
            <p:sp>
              <p:nvSpPr>
                <p:cNvPr id="613" name="Rectangle 612"/>
                <p:cNvSpPr/>
                <p:nvPr/>
              </p:nvSpPr>
              <p:spPr bwMode="auto">
                <a:xfrm>
                  <a:off x="7923541" y="3488009"/>
                  <a:ext cx="365760" cy="27432"/>
                </a:xfrm>
                <a:prstGeom prst="rect">
                  <a:avLst/>
                </a:prstGeom>
                <a:solidFill>
                  <a:schemeClr val="tx1">
                    <a:lumMod val="65000"/>
                  </a:schemeClr>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sp>
              <p:nvSpPr>
                <p:cNvPr id="614" name="Rectangle 613"/>
                <p:cNvSpPr/>
                <p:nvPr/>
              </p:nvSpPr>
              <p:spPr bwMode="auto">
                <a:xfrm>
                  <a:off x="8350578" y="3488009"/>
                  <a:ext cx="365760" cy="27432"/>
                </a:xfrm>
                <a:prstGeom prst="rect">
                  <a:avLst/>
                </a:prstGeom>
                <a:solidFill>
                  <a:schemeClr val="tx1">
                    <a:lumMod val="65000"/>
                  </a:schemeClr>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sp>
              <p:nvSpPr>
                <p:cNvPr id="615" name="Rectangle 614"/>
                <p:cNvSpPr/>
                <p:nvPr/>
              </p:nvSpPr>
              <p:spPr bwMode="auto">
                <a:xfrm>
                  <a:off x="7984818" y="3555304"/>
                  <a:ext cx="137160" cy="27432"/>
                </a:xfrm>
                <a:prstGeom prst="rect">
                  <a:avLst/>
                </a:prstGeom>
                <a:solidFill>
                  <a:schemeClr val="accent4">
                    <a:lumMod val="60000"/>
                    <a:lumOff val="40000"/>
                  </a:schemeClr>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sp>
              <p:nvSpPr>
                <p:cNvPr id="616" name="Rectangle 615"/>
                <p:cNvSpPr/>
                <p:nvPr/>
              </p:nvSpPr>
              <p:spPr bwMode="auto">
                <a:xfrm>
                  <a:off x="8166592" y="3555304"/>
                  <a:ext cx="228600" cy="27432"/>
                </a:xfrm>
                <a:prstGeom prst="rect">
                  <a:avLst/>
                </a:prstGeom>
                <a:solidFill>
                  <a:schemeClr val="accent4">
                    <a:lumMod val="50000"/>
                  </a:schemeClr>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sp>
              <p:nvSpPr>
                <p:cNvPr id="617" name="Rectangle 616"/>
                <p:cNvSpPr/>
                <p:nvPr/>
              </p:nvSpPr>
              <p:spPr bwMode="auto">
                <a:xfrm>
                  <a:off x="8044166" y="3621022"/>
                  <a:ext cx="320040" cy="27432"/>
                </a:xfrm>
                <a:prstGeom prst="rect">
                  <a:avLst/>
                </a:prstGeom>
                <a:solidFill>
                  <a:schemeClr val="accent4">
                    <a:lumMod val="50000"/>
                  </a:schemeClr>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sp>
              <p:nvSpPr>
                <p:cNvPr id="618" name="Rectangle 617"/>
                <p:cNvSpPr/>
                <p:nvPr/>
              </p:nvSpPr>
              <p:spPr bwMode="auto">
                <a:xfrm>
                  <a:off x="8416440" y="3621022"/>
                  <a:ext cx="118872" cy="27432"/>
                </a:xfrm>
                <a:prstGeom prst="rect">
                  <a:avLst/>
                </a:prstGeom>
                <a:solidFill>
                  <a:schemeClr val="accent4">
                    <a:lumMod val="50000"/>
                  </a:schemeClr>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sp>
              <p:nvSpPr>
                <p:cNvPr id="619" name="Rectangle 618"/>
                <p:cNvSpPr/>
                <p:nvPr/>
              </p:nvSpPr>
              <p:spPr bwMode="auto">
                <a:xfrm>
                  <a:off x="8106421" y="3689321"/>
                  <a:ext cx="365760" cy="27432"/>
                </a:xfrm>
                <a:prstGeom prst="rect">
                  <a:avLst/>
                </a:prstGeom>
                <a:solidFill>
                  <a:schemeClr val="accent4">
                    <a:lumMod val="50000"/>
                  </a:schemeClr>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sp>
              <p:nvSpPr>
                <p:cNvPr id="620" name="Rectangle 619"/>
                <p:cNvSpPr/>
                <p:nvPr/>
              </p:nvSpPr>
              <p:spPr bwMode="auto">
                <a:xfrm>
                  <a:off x="8533458" y="3689321"/>
                  <a:ext cx="548640" cy="27432"/>
                </a:xfrm>
                <a:prstGeom prst="rect">
                  <a:avLst/>
                </a:prstGeom>
                <a:solidFill>
                  <a:schemeClr val="tx1">
                    <a:lumMod val="65000"/>
                  </a:schemeClr>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sp>
              <p:nvSpPr>
                <p:cNvPr id="621" name="Rectangle 620"/>
                <p:cNvSpPr/>
                <p:nvPr/>
              </p:nvSpPr>
              <p:spPr bwMode="auto">
                <a:xfrm>
                  <a:off x="8597825" y="3617048"/>
                  <a:ext cx="246888" cy="27432"/>
                </a:xfrm>
                <a:prstGeom prst="rect">
                  <a:avLst/>
                </a:prstGeom>
                <a:solidFill>
                  <a:schemeClr val="accent4"/>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grpSp>
          <p:grpSp>
            <p:nvGrpSpPr>
              <p:cNvPr id="581" name="Group 580"/>
              <p:cNvGrpSpPr/>
              <p:nvPr/>
            </p:nvGrpSpPr>
            <p:grpSpPr>
              <a:xfrm>
                <a:off x="7861286" y="3789639"/>
                <a:ext cx="303354" cy="90756"/>
                <a:chOff x="7861286" y="3793332"/>
                <a:chExt cx="303354" cy="90756"/>
              </a:xfrm>
            </p:grpSpPr>
            <p:sp>
              <p:nvSpPr>
                <p:cNvPr id="611" name="Rectangle 610"/>
                <p:cNvSpPr/>
                <p:nvPr/>
              </p:nvSpPr>
              <p:spPr bwMode="auto">
                <a:xfrm>
                  <a:off x="7861286" y="3793332"/>
                  <a:ext cx="228600" cy="27432"/>
                </a:xfrm>
                <a:prstGeom prst="rect">
                  <a:avLst/>
                </a:prstGeom>
                <a:solidFill>
                  <a:schemeClr val="accent4"/>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sp>
              <p:nvSpPr>
                <p:cNvPr id="612" name="Rectangle 611"/>
                <p:cNvSpPr/>
                <p:nvPr/>
              </p:nvSpPr>
              <p:spPr bwMode="auto">
                <a:xfrm>
                  <a:off x="7926896" y="3856656"/>
                  <a:ext cx="237744" cy="27432"/>
                </a:xfrm>
                <a:prstGeom prst="rect">
                  <a:avLst/>
                </a:prstGeom>
                <a:solidFill>
                  <a:schemeClr val="accent4">
                    <a:lumMod val="60000"/>
                    <a:lumOff val="40000"/>
                  </a:schemeClr>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grpSp>
          <p:grpSp>
            <p:nvGrpSpPr>
              <p:cNvPr id="582" name="Group 581"/>
              <p:cNvGrpSpPr/>
              <p:nvPr/>
            </p:nvGrpSpPr>
            <p:grpSpPr>
              <a:xfrm>
                <a:off x="7861286" y="3965347"/>
                <a:ext cx="977279" cy="294462"/>
                <a:chOff x="7861286" y="3976867"/>
                <a:chExt cx="977279" cy="294462"/>
              </a:xfrm>
            </p:grpSpPr>
            <p:sp>
              <p:nvSpPr>
                <p:cNvPr id="602" name="Rectangle 601"/>
                <p:cNvSpPr/>
                <p:nvPr/>
              </p:nvSpPr>
              <p:spPr bwMode="auto">
                <a:xfrm>
                  <a:off x="7861286" y="3976867"/>
                  <a:ext cx="182880" cy="27432"/>
                </a:xfrm>
                <a:prstGeom prst="rect">
                  <a:avLst/>
                </a:prstGeom>
                <a:solidFill>
                  <a:schemeClr val="bg2"/>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sp>
              <p:nvSpPr>
                <p:cNvPr id="603" name="Rectangle 602"/>
                <p:cNvSpPr/>
                <p:nvPr/>
              </p:nvSpPr>
              <p:spPr bwMode="auto">
                <a:xfrm>
                  <a:off x="8120862" y="3976867"/>
                  <a:ext cx="411480" cy="27432"/>
                </a:xfrm>
                <a:prstGeom prst="rect">
                  <a:avLst/>
                </a:prstGeom>
                <a:solidFill>
                  <a:schemeClr val="accent4">
                    <a:lumMod val="50000"/>
                  </a:schemeClr>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sp>
              <p:nvSpPr>
                <p:cNvPr id="604" name="Rectangle 603"/>
                <p:cNvSpPr/>
                <p:nvPr/>
              </p:nvSpPr>
              <p:spPr bwMode="auto">
                <a:xfrm>
                  <a:off x="7925728" y="4044664"/>
                  <a:ext cx="457200" cy="27432"/>
                </a:xfrm>
                <a:prstGeom prst="rect">
                  <a:avLst/>
                </a:prstGeom>
                <a:solidFill>
                  <a:schemeClr val="accent4">
                    <a:lumMod val="50000"/>
                  </a:schemeClr>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sp>
              <p:nvSpPr>
                <p:cNvPr id="605" name="Rectangle 604"/>
                <p:cNvSpPr/>
                <p:nvPr/>
              </p:nvSpPr>
              <p:spPr bwMode="auto">
                <a:xfrm>
                  <a:off x="7983513" y="4109880"/>
                  <a:ext cx="182880" cy="27432"/>
                </a:xfrm>
                <a:prstGeom prst="rect">
                  <a:avLst/>
                </a:prstGeom>
                <a:solidFill>
                  <a:schemeClr val="tx1">
                    <a:lumMod val="65000"/>
                  </a:schemeClr>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sp>
              <p:nvSpPr>
                <p:cNvPr id="606" name="Rectangle 605"/>
                <p:cNvSpPr/>
                <p:nvPr/>
              </p:nvSpPr>
              <p:spPr bwMode="auto">
                <a:xfrm>
                  <a:off x="8236731" y="4109880"/>
                  <a:ext cx="228600" cy="27432"/>
                </a:xfrm>
                <a:prstGeom prst="rect">
                  <a:avLst/>
                </a:prstGeom>
                <a:solidFill>
                  <a:schemeClr val="accent4">
                    <a:lumMod val="60000"/>
                    <a:lumOff val="40000"/>
                  </a:schemeClr>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sp>
              <p:nvSpPr>
                <p:cNvPr id="607" name="Rectangle 606"/>
                <p:cNvSpPr/>
                <p:nvPr/>
              </p:nvSpPr>
              <p:spPr bwMode="auto">
                <a:xfrm>
                  <a:off x="8045768" y="4178179"/>
                  <a:ext cx="365760" cy="27432"/>
                </a:xfrm>
                <a:prstGeom prst="rect">
                  <a:avLst/>
                </a:prstGeom>
                <a:solidFill>
                  <a:schemeClr val="accent4">
                    <a:lumMod val="50000"/>
                  </a:schemeClr>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sp>
              <p:nvSpPr>
                <p:cNvPr id="608" name="Rectangle 607"/>
                <p:cNvSpPr/>
                <p:nvPr/>
              </p:nvSpPr>
              <p:spPr bwMode="auto">
                <a:xfrm>
                  <a:off x="8472805" y="4178179"/>
                  <a:ext cx="365760" cy="27432"/>
                </a:xfrm>
                <a:prstGeom prst="rect">
                  <a:avLst/>
                </a:prstGeom>
                <a:solidFill>
                  <a:schemeClr val="accent4">
                    <a:lumMod val="50000"/>
                  </a:schemeClr>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sp>
              <p:nvSpPr>
                <p:cNvPr id="609" name="Rectangle 608"/>
                <p:cNvSpPr/>
                <p:nvPr/>
              </p:nvSpPr>
              <p:spPr bwMode="auto">
                <a:xfrm>
                  <a:off x="8537172" y="4105906"/>
                  <a:ext cx="246888" cy="27432"/>
                </a:xfrm>
                <a:prstGeom prst="rect">
                  <a:avLst/>
                </a:prstGeom>
                <a:solidFill>
                  <a:schemeClr val="accent4">
                    <a:lumMod val="50000"/>
                  </a:schemeClr>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sp>
              <p:nvSpPr>
                <p:cNvPr id="610" name="Rectangle 609"/>
                <p:cNvSpPr/>
                <p:nvPr/>
              </p:nvSpPr>
              <p:spPr bwMode="auto">
                <a:xfrm>
                  <a:off x="8105939" y="4243897"/>
                  <a:ext cx="411480" cy="27432"/>
                </a:xfrm>
                <a:prstGeom prst="rect">
                  <a:avLst/>
                </a:prstGeom>
                <a:solidFill>
                  <a:schemeClr val="tx1">
                    <a:lumMod val="65000"/>
                  </a:schemeClr>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grpSp>
          <p:grpSp>
            <p:nvGrpSpPr>
              <p:cNvPr id="583" name="Group 582"/>
              <p:cNvGrpSpPr/>
              <p:nvPr/>
            </p:nvGrpSpPr>
            <p:grpSpPr>
              <a:xfrm>
                <a:off x="7861286" y="4344761"/>
                <a:ext cx="1102374" cy="228744"/>
                <a:chOff x="7861286" y="4351628"/>
                <a:chExt cx="1102374" cy="228744"/>
              </a:xfrm>
            </p:grpSpPr>
            <p:sp>
              <p:nvSpPr>
                <p:cNvPr id="596" name="Rectangle 595"/>
                <p:cNvSpPr/>
                <p:nvPr/>
              </p:nvSpPr>
              <p:spPr bwMode="auto">
                <a:xfrm>
                  <a:off x="7861286" y="4351628"/>
                  <a:ext cx="137160" cy="27432"/>
                </a:xfrm>
                <a:prstGeom prst="rect">
                  <a:avLst/>
                </a:prstGeom>
                <a:solidFill>
                  <a:schemeClr val="accent4">
                    <a:lumMod val="60000"/>
                    <a:lumOff val="40000"/>
                  </a:schemeClr>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sp>
              <p:nvSpPr>
                <p:cNvPr id="597" name="Rectangle 596"/>
                <p:cNvSpPr/>
                <p:nvPr/>
              </p:nvSpPr>
              <p:spPr bwMode="auto">
                <a:xfrm>
                  <a:off x="7924165" y="4418923"/>
                  <a:ext cx="228600" cy="27432"/>
                </a:xfrm>
                <a:prstGeom prst="rect">
                  <a:avLst/>
                </a:prstGeom>
                <a:solidFill>
                  <a:schemeClr val="bg2"/>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sp>
              <p:nvSpPr>
                <p:cNvPr id="598" name="Rectangle 597"/>
                <p:cNvSpPr/>
                <p:nvPr/>
              </p:nvSpPr>
              <p:spPr bwMode="auto">
                <a:xfrm>
                  <a:off x="8232140" y="4418923"/>
                  <a:ext cx="731520" cy="27432"/>
                </a:xfrm>
                <a:prstGeom prst="rect">
                  <a:avLst/>
                </a:prstGeom>
                <a:solidFill>
                  <a:schemeClr val="tx1">
                    <a:lumMod val="65000"/>
                  </a:schemeClr>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sp>
              <p:nvSpPr>
                <p:cNvPr id="599" name="Rectangle 598"/>
                <p:cNvSpPr/>
                <p:nvPr/>
              </p:nvSpPr>
              <p:spPr bwMode="auto">
                <a:xfrm>
                  <a:off x="7983513" y="4484641"/>
                  <a:ext cx="365760" cy="27432"/>
                </a:xfrm>
                <a:prstGeom prst="rect">
                  <a:avLst/>
                </a:prstGeom>
                <a:solidFill>
                  <a:schemeClr val="accent4">
                    <a:lumMod val="50000"/>
                  </a:schemeClr>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sp>
              <p:nvSpPr>
                <p:cNvPr id="600" name="Rectangle 599"/>
                <p:cNvSpPr/>
                <p:nvPr/>
              </p:nvSpPr>
              <p:spPr bwMode="auto">
                <a:xfrm>
                  <a:off x="8045768" y="4552940"/>
                  <a:ext cx="502920" cy="27432"/>
                </a:xfrm>
                <a:prstGeom prst="rect">
                  <a:avLst/>
                </a:prstGeom>
                <a:solidFill>
                  <a:schemeClr val="accent4">
                    <a:lumMod val="50000"/>
                  </a:schemeClr>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sp>
              <p:nvSpPr>
                <p:cNvPr id="601" name="Rectangle 600"/>
                <p:cNvSpPr/>
                <p:nvPr/>
              </p:nvSpPr>
              <p:spPr bwMode="auto">
                <a:xfrm>
                  <a:off x="8422871" y="4480667"/>
                  <a:ext cx="310896" cy="27432"/>
                </a:xfrm>
                <a:prstGeom prst="rect">
                  <a:avLst/>
                </a:prstGeom>
                <a:solidFill>
                  <a:schemeClr val="accent4"/>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grpSp>
          <p:grpSp>
            <p:nvGrpSpPr>
              <p:cNvPr id="584" name="Group 583"/>
              <p:cNvGrpSpPr/>
              <p:nvPr/>
            </p:nvGrpSpPr>
            <p:grpSpPr>
              <a:xfrm>
                <a:off x="7983513" y="4658457"/>
                <a:ext cx="1116116" cy="161449"/>
                <a:chOff x="7983513" y="4654652"/>
                <a:chExt cx="1116116" cy="161449"/>
              </a:xfrm>
            </p:grpSpPr>
            <p:sp>
              <p:nvSpPr>
                <p:cNvPr id="589" name="Rectangle 588"/>
                <p:cNvSpPr/>
                <p:nvPr/>
              </p:nvSpPr>
              <p:spPr bwMode="auto">
                <a:xfrm>
                  <a:off x="7983513" y="4654652"/>
                  <a:ext cx="594360" cy="27432"/>
                </a:xfrm>
                <a:prstGeom prst="rect">
                  <a:avLst/>
                </a:prstGeom>
                <a:solidFill>
                  <a:schemeClr val="accent4">
                    <a:lumMod val="50000"/>
                  </a:schemeClr>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sp>
              <p:nvSpPr>
                <p:cNvPr id="590" name="Rectangle 589"/>
                <p:cNvSpPr/>
                <p:nvPr/>
              </p:nvSpPr>
              <p:spPr bwMode="auto">
                <a:xfrm>
                  <a:off x="8043050" y="4720370"/>
                  <a:ext cx="320040" cy="27432"/>
                </a:xfrm>
                <a:prstGeom prst="rect">
                  <a:avLst/>
                </a:prstGeom>
                <a:solidFill>
                  <a:schemeClr val="accent4">
                    <a:lumMod val="60000"/>
                    <a:lumOff val="40000"/>
                  </a:schemeClr>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sp>
              <p:nvSpPr>
                <p:cNvPr id="591" name="Rectangle 590"/>
                <p:cNvSpPr/>
                <p:nvPr/>
              </p:nvSpPr>
              <p:spPr bwMode="auto">
                <a:xfrm>
                  <a:off x="8415324" y="4720370"/>
                  <a:ext cx="118872" cy="27432"/>
                </a:xfrm>
                <a:prstGeom prst="rect">
                  <a:avLst/>
                </a:prstGeom>
                <a:solidFill>
                  <a:schemeClr val="tx1">
                    <a:lumMod val="65000"/>
                  </a:schemeClr>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sp>
              <p:nvSpPr>
                <p:cNvPr id="592" name="Rectangle 591"/>
                <p:cNvSpPr/>
                <p:nvPr/>
              </p:nvSpPr>
              <p:spPr bwMode="auto">
                <a:xfrm>
                  <a:off x="8105305" y="4788669"/>
                  <a:ext cx="320040" cy="27432"/>
                </a:xfrm>
                <a:prstGeom prst="rect">
                  <a:avLst/>
                </a:prstGeom>
                <a:solidFill>
                  <a:schemeClr val="accent4">
                    <a:lumMod val="50000"/>
                  </a:schemeClr>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sp>
              <p:nvSpPr>
                <p:cNvPr id="593" name="Rectangle 592"/>
                <p:cNvSpPr/>
                <p:nvPr/>
              </p:nvSpPr>
              <p:spPr bwMode="auto">
                <a:xfrm>
                  <a:off x="8487103" y="4788669"/>
                  <a:ext cx="182880" cy="27432"/>
                </a:xfrm>
                <a:prstGeom prst="rect">
                  <a:avLst/>
                </a:prstGeom>
                <a:solidFill>
                  <a:schemeClr val="tx1">
                    <a:lumMod val="65000"/>
                  </a:schemeClr>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sp>
              <p:nvSpPr>
                <p:cNvPr id="594" name="Rectangle 593"/>
                <p:cNvSpPr/>
                <p:nvPr/>
              </p:nvSpPr>
              <p:spPr bwMode="auto">
                <a:xfrm>
                  <a:off x="8596709" y="4716396"/>
                  <a:ext cx="502920" cy="27432"/>
                </a:xfrm>
                <a:prstGeom prst="rect">
                  <a:avLst/>
                </a:prstGeom>
                <a:solidFill>
                  <a:schemeClr val="accent4"/>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sp>
              <p:nvSpPr>
                <p:cNvPr id="595" name="Rectangle 594"/>
                <p:cNvSpPr/>
                <p:nvPr/>
              </p:nvSpPr>
              <p:spPr bwMode="auto">
                <a:xfrm>
                  <a:off x="8727738" y="4788669"/>
                  <a:ext cx="182880" cy="27432"/>
                </a:xfrm>
                <a:prstGeom prst="rect">
                  <a:avLst/>
                </a:prstGeom>
                <a:solidFill>
                  <a:schemeClr val="tx1">
                    <a:lumMod val="65000"/>
                  </a:schemeClr>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grpSp>
          <p:grpSp>
            <p:nvGrpSpPr>
              <p:cNvPr id="585" name="Group 584"/>
              <p:cNvGrpSpPr/>
              <p:nvPr/>
            </p:nvGrpSpPr>
            <p:grpSpPr>
              <a:xfrm>
                <a:off x="7861286" y="4904857"/>
                <a:ext cx="613124" cy="95731"/>
                <a:chOff x="7861286" y="4904857"/>
                <a:chExt cx="613124" cy="95731"/>
              </a:xfrm>
            </p:grpSpPr>
            <p:sp>
              <p:nvSpPr>
                <p:cNvPr id="586" name="Rectangle 585"/>
                <p:cNvSpPr/>
                <p:nvPr/>
              </p:nvSpPr>
              <p:spPr bwMode="auto">
                <a:xfrm>
                  <a:off x="7861286" y="4904857"/>
                  <a:ext cx="365760" cy="27432"/>
                </a:xfrm>
                <a:prstGeom prst="rect">
                  <a:avLst/>
                </a:prstGeom>
                <a:solidFill>
                  <a:schemeClr val="accent4"/>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sp>
              <p:nvSpPr>
                <p:cNvPr id="587" name="Rectangle 586"/>
                <p:cNvSpPr/>
                <p:nvPr/>
              </p:nvSpPr>
              <p:spPr bwMode="auto">
                <a:xfrm>
                  <a:off x="7923541" y="4973156"/>
                  <a:ext cx="246888" cy="27432"/>
                </a:xfrm>
                <a:prstGeom prst="rect">
                  <a:avLst/>
                </a:prstGeom>
                <a:solidFill>
                  <a:schemeClr val="accent4">
                    <a:lumMod val="50000"/>
                  </a:schemeClr>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sp>
              <p:nvSpPr>
                <p:cNvPr id="588" name="Rectangle 587"/>
                <p:cNvSpPr/>
                <p:nvPr/>
              </p:nvSpPr>
              <p:spPr bwMode="auto">
                <a:xfrm>
                  <a:off x="8245810" y="4973156"/>
                  <a:ext cx="228600" cy="27432"/>
                </a:xfrm>
                <a:prstGeom prst="rect">
                  <a:avLst/>
                </a:prstGeom>
                <a:solidFill>
                  <a:schemeClr val="tx1">
                    <a:lumMod val="65000"/>
                  </a:schemeClr>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grpSp>
        </p:grpSp>
        <p:grpSp>
          <p:nvGrpSpPr>
            <p:cNvPr id="301" name="Group 300"/>
            <p:cNvGrpSpPr/>
            <p:nvPr/>
          </p:nvGrpSpPr>
          <p:grpSpPr>
            <a:xfrm>
              <a:off x="9345911" y="3797978"/>
              <a:ext cx="1476375" cy="1967955"/>
              <a:chOff x="9345911" y="3124878"/>
              <a:chExt cx="1476375" cy="1967955"/>
            </a:xfrm>
          </p:grpSpPr>
          <p:grpSp>
            <p:nvGrpSpPr>
              <p:cNvPr id="532" name="Group 531"/>
              <p:cNvGrpSpPr/>
              <p:nvPr/>
            </p:nvGrpSpPr>
            <p:grpSpPr>
              <a:xfrm>
                <a:off x="9345911" y="3124878"/>
                <a:ext cx="1476375" cy="1967955"/>
                <a:chOff x="7740650" y="3131095"/>
                <a:chExt cx="1476375" cy="1967955"/>
              </a:xfrm>
            </p:grpSpPr>
            <p:sp>
              <p:nvSpPr>
                <p:cNvPr id="576" name="Rectangle 575"/>
                <p:cNvSpPr/>
                <p:nvPr/>
              </p:nvSpPr>
              <p:spPr bwMode="auto">
                <a:xfrm>
                  <a:off x="7740650" y="3131095"/>
                  <a:ext cx="1476375" cy="1844675"/>
                </a:xfrm>
                <a:prstGeom prst="rect">
                  <a:avLst/>
                </a:prstGeom>
                <a:solidFill>
                  <a:schemeClr val="tx1">
                    <a:lumMod val="75000"/>
                  </a:schemeClr>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sp>
              <p:nvSpPr>
                <p:cNvPr id="577" name="Rectangle 576"/>
                <p:cNvSpPr/>
                <p:nvPr/>
              </p:nvSpPr>
              <p:spPr bwMode="auto">
                <a:xfrm>
                  <a:off x="7740650" y="3254375"/>
                  <a:ext cx="1476375" cy="1844675"/>
                </a:xfrm>
                <a:prstGeom prst="rect">
                  <a:avLst/>
                </a:prstGeom>
                <a:solidFill>
                  <a:schemeClr val="tx1">
                    <a:lumMod val="95000"/>
                  </a:schemeClr>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grpSp>
          <p:sp>
            <p:nvSpPr>
              <p:cNvPr id="533" name="Rectangle 532"/>
              <p:cNvSpPr/>
              <p:nvPr/>
            </p:nvSpPr>
            <p:spPr bwMode="auto">
              <a:xfrm>
                <a:off x="9437493" y="4053432"/>
                <a:ext cx="363731" cy="304256"/>
              </a:xfrm>
              <a:prstGeom prst="rect">
                <a:avLst/>
              </a:prstGeom>
              <a:solidFill>
                <a:schemeClr val="accent4"/>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sp>
            <p:nvSpPr>
              <p:cNvPr id="534" name="Rectangle 533"/>
              <p:cNvSpPr/>
              <p:nvPr/>
            </p:nvSpPr>
            <p:spPr bwMode="auto">
              <a:xfrm>
                <a:off x="9898578" y="4053432"/>
                <a:ext cx="363731" cy="304256"/>
              </a:xfrm>
              <a:prstGeom prst="rect">
                <a:avLst/>
              </a:prstGeom>
              <a:solidFill>
                <a:schemeClr val="accent2"/>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sp>
            <p:nvSpPr>
              <p:cNvPr id="535" name="Rectangle 534"/>
              <p:cNvSpPr/>
              <p:nvPr/>
            </p:nvSpPr>
            <p:spPr bwMode="auto">
              <a:xfrm>
                <a:off x="10362747" y="4053432"/>
                <a:ext cx="363731" cy="304256"/>
              </a:xfrm>
              <a:prstGeom prst="rect">
                <a:avLst/>
              </a:prstGeom>
              <a:solidFill>
                <a:schemeClr val="accent3"/>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grpSp>
            <p:nvGrpSpPr>
              <p:cNvPr id="536" name="Group 535"/>
              <p:cNvGrpSpPr/>
              <p:nvPr/>
            </p:nvGrpSpPr>
            <p:grpSpPr>
              <a:xfrm>
                <a:off x="9437493" y="3559175"/>
                <a:ext cx="1288985" cy="117474"/>
                <a:chOff x="9437493" y="3559175"/>
                <a:chExt cx="1288985" cy="117474"/>
              </a:xfrm>
            </p:grpSpPr>
            <p:sp>
              <p:nvSpPr>
                <p:cNvPr id="569" name="Rectangle 568"/>
                <p:cNvSpPr/>
                <p:nvPr/>
              </p:nvSpPr>
              <p:spPr bwMode="auto">
                <a:xfrm>
                  <a:off x="9437493" y="3562035"/>
                  <a:ext cx="1288985" cy="114614"/>
                </a:xfrm>
                <a:prstGeom prst="rect">
                  <a:avLst/>
                </a:prstGeom>
                <a:solidFill>
                  <a:schemeClr val="accent4"/>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sp>
              <p:nvSpPr>
                <p:cNvPr id="570" name="Rectangle 569"/>
                <p:cNvSpPr/>
                <p:nvPr/>
              </p:nvSpPr>
              <p:spPr bwMode="auto">
                <a:xfrm>
                  <a:off x="9693073" y="3559175"/>
                  <a:ext cx="260552" cy="117474"/>
                </a:xfrm>
                <a:prstGeom prst="rect">
                  <a:avLst/>
                </a:prstGeom>
                <a:solidFill>
                  <a:srgbClr val="262626"/>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sp>
              <p:nvSpPr>
                <p:cNvPr id="571" name="Rectangle 570"/>
                <p:cNvSpPr/>
                <p:nvPr/>
              </p:nvSpPr>
              <p:spPr bwMode="auto">
                <a:xfrm>
                  <a:off x="9496177" y="3606662"/>
                  <a:ext cx="137160" cy="27432"/>
                </a:xfrm>
                <a:prstGeom prst="rect">
                  <a:avLst/>
                </a:prstGeom>
                <a:solidFill>
                  <a:schemeClr val="accent4">
                    <a:lumMod val="20000"/>
                    <a:lumOff val="80000"/>
                  </a:schemeClr>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sp>
              <p:nvSpPr>
                <p:cNvPr id="572" name="Rectangle 571"/>
                <p:cNvSpPr/>
                <p:nvPr/>
              </p:nvSpPr>
              <p:spPr bwMode="auto">
                <a:xfrm>
                  <a:off x="9754570" y="3606662"/>
                  <a:ext cx="137160" cy="27432"/>
                </a:xfrm>
                <a:prstGeom prst="rect">
                  <a:avLst/>
                </a:prstGeom>
                <a:solidFill>
                  <a:schemeClr val="accent4">
                    <a:lumMod val="20000"/>
                    <a:lumOff val="80000"/>
                  </a:schemeClr>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sp>
              <p:nvSpPr>
                <p:cNvPr id="573" name="Rectangle 572"/>
                <p:cNvSpPr/>
                <p:nvPr/>
              </p:nvSpPr>
              <p:spPr bwMode="auto">
                <a:xfrm>
                  <a:off x="10012963" y="3606662"/>
                  <a:ext cx="137160" cy="27432"/>
                </a:xfrm>
                <a:prstGeom prst="rect">
                  <a:avLst/>
                </a:prstGeom>
                <a:solidFill>
                  <a:schemeClr val="accent4">
                    <a:lumMod val="20000"/>
                    <a:lumOff val="80000"/>
                  </a:schemeClr>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sp>
              <p:nvSpPr>
                <p:cNvPr id="574" name="Rectangle 573"/>
                <p:cNvSpPr/>
                <p:nvPr/>
              </p:nvSpPr>
              <p:spPr bwMode="auto">
                <a:xfrm>
                  <a:off x="10271356" y="3606662"/>
                  <a:ext cx="137160" cy="27432"/>
                </a:xfrm>
                <a:prstGeom prst="rect">
                  <a:avLst/>
                </a:prstGeom>
                <a:solidFill>
                  <a:schemeClr val="accent4">
                    <a:lumMod val="20000"/>
                    <a:lumOff val="80000"/>
                  </a:schemeClr>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sp>
              <p:nvSpPr>
                <p:cNvPr id="575" name="Rectangle 574"/>
                <p:cNvSpPr/>
                <p:nvPr/>
              </p:nvSpPr>
              <p:spPr bwMode="auto">
                <a:xfrm>
                  <a:off x="10529747" y="3606662"/>
                  <a:ext cx="137160" cy="27432"/>
                </a:xfrm>
                <a:prstGeom prst="rect">
                  <a:avLst/>
                </a:prstGeom>
                <a:solidFill>
                  <a:schemeClr val="accent4">
                    <a:lumMod val="20000"/>
                    <a:lumOff val="80000"/>
                  </a:schemeClr>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grpSp>
          <p:grpSp>
            <p:nvGrpSpPr>
              <p:cNvPr id="537" name="Group 536"/>
              <p:cNvGrpSpPr/>
              <p:nvPr/>
            </p:nvGrpSpPr>
            <p:grpSpPr>
              <a:xfrm>
                <a:off x="9465450" y="3797545"/>
                <a:ext cx="1188720" cy="146051"/>
                <a:chOff x="9465450" y="3797545"/>
                <a:chExt cx="1188720" cy="146051"/>
              </a:xfrm>
            </p:grpSpPr>
            <p:sp>
              <p:nvSpPr>
                <p:cNvPr id="563" name="Rectangle 562"/>
                <p:cNvSpPr/>
                <p:nvPr/>
              </p:nvSpPr>
              <p:spPr bwMode="auto">
                <a:xfrm>
                  <a:off x="9527973" y="3797545"/>
                  <a:ext cx="603504" cy="27432"/>
                </a:xfrm>
                <a:prstGeom prst="rect">
                  <a:avLst/>
                </a:prstGeom>
                <a:solidFill>
                  <a:srgbClr val="262626"/>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sp>
              <p:nvSpPr>
                <p:cNvPr id="564" name="Rectangle 563"/>
                <p:cNvSpPr/>
                <p:nvPr/>
              </p:nvSpPr>
              <p:spPr bwMode="auto">
                <a:xfrm>
                  <a:off x="10205226" y="3797545"/>
                  <a:ext cx="393192" cy="27432"/>
                </a:xfrm>
                <a:prstGeom prst="rect">
                  <a:avLst/>
                </a:prstGeom>
                <a:solidFill>
                  <a:schemeClr val="accent4"/>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sp>
              <p:nvSpPr>
                <p:cNvPr id="565" name="Rectangle 564"/>
                <p:cNvSpPr/>
                <p:nvPr/>
              </p:nvSpPr>
              <p:spPr bwMode="auto">
                <a:xfrm>
                  <a:off x="9465450" y="3856854"/>
                  <a:ext cx="1188720" cy="27432"/>
                </a:xfrm>
                <a:prstGeom prst="rect">
                  <a:avLst/>
                </a:prstGeom>
                <a:solidFill>
                  <a:schemeClr val="accent4"/>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sp>
              <p:nvSpPr>
                <p:cNvPr id="566" name="Rectangle 565"/>
                <p:cNvSpPr/>
                <p:nvPr/>
              </p:nvSpPr>
              <p:spPr bwMode="auto">
                <a:xfrm>
                  <a:off x="9531407" y="3916164"/>
                  <a:ext cx="292608" cy="27432"/>
                </a:xfrm>
                <a:prstGeom prst="rect">
                  <a:avLst/>
                </a:prstGeom>
                <a:solidFill>
                  <a:schemeClr val="accent4"/>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sp>
              <p:nvSpPr>
                <p:cNvPr id="567" name="Rectangle 566"/>
                <p:cNvSpPr/>
                <p:nvPr/>
              </p:nvSpPr>
              <p:spPr bwMode="auto">
                <a:xfrm>
                  <a:off x="9898578" y="3916164"/>
                  <a:ext cx="118872" cy="27432"/>
                </a:xfrm>
                <a:prstGeom prst="rect">
                  <a:avLst/>
                </a:prstGeom>
                <a:solidFill>
                  <a:srgbClr val="262626"/>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sp>
              <p:nvSpPr>
                <p:cNvPr id="568" name="Rectangle 567"/>
                <p:cNvSpPr/>
                <p:nvPr/>
              </p:nvSpPr>
              <p:spPr bwMode="auto">
                <a:xfrm>
                  <a:off x="10086354" y="3916164"/>
                  <a:ext cx="512064" cy="27432"/>
                </a:xfrm>
                <a:prstGeom prst="rect">
                  <a:avLst/>
                </a:prstGeom>
                <a:solidFill>
                  <a:schemeClr val="accent4"/>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grpSp>
          <p:grpSp>
            <p:nvGrpSpPr>
              <p:cNvPr id="538" name="Group 537"/>
              <p:cNvGrpSpPr/>
              <p:nvPr/>
            </p:nvGrpSpPr>
            <p:grpSpPr>
              <a:xfrm>
                <a:off x="9465719" y="3362734"/>
                <a:ext cx="731520" cy="88380"/>
                <a:chOff x="9465719" y="3362734"/>
                <a:chExt cx="731520" cy="88380"/>
              </a:xfrm>
            </p:grpSpPr>
            <p:sp>
              <p:nvSpPr>
                <p:cNvPr id="561" name="Rectangle 560"/>
                <p:cNvSpPr/>
                <p:nvPr/>
              </p:nvSpPr>
              <p:spPr bwMode="auto">
                <a:xfrm>
                  <a:off x="9465719" y="3362734"/>
                  <a:ext cx="182880" cy="27432"/>
                </a:xfrm>
                <a:prstGeom prst="rect">
                  <a:avLst/>
                </a:prstGeom>
                <a:solidFill>
                  <a:srgbClr val="262626"/>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sp>
              <p:nvSpPr>
                <p:cNvPr id="562" name="Rectangle 561"/>
                <p:cNvSpPr/>
                <p:nvPr/>
              </p:nvSpPr>
              <p:spPr bwMode="auto">
                <a:xfrm>
                  <a:off x="9465719" y="3423682"/>
                  <a:ext cx="731520" cy="27432"/>
                </a:xfrm>
                <a:prstGeom prst="rect">
                  <a:avLst/>
                </a:prstGeom>
                <a:solidFill>
                  <a:srgbClr val="262626"/>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grpSp>
          <p:grpSp>
            <p:nvGrpSpPr>
              <p:cNvPr id="539" name="Group 538"/>
              <p:cNvGrpSpPr/>
              <p:nvPr/>
            </p:nvGrpSpPr>
            <p:grpSpPr>
              <a:xfrm>
                <a:off x="9434530" y="4405572"/>
                <a:ext cx="356616" cy="212071"/>
                <a:chOff x="9434530" y="4405572"/>
                <a:chExt cx="356616" cy="212071"/>
              </a:xfrm>
            </p:grpSpPr>
            <p:sp>
              <p:nvSpPr>
                <p:cNvPr id="556" name="Rectangle 555"/>
                <p:cNvSpPr/>
                <p:nvPr/>
              </p:nvSpPr>
              <p:spPr bwMode="auto">
                <a:xfrm>
                  <a:off x="9434530" y="4405572"/>
                  <a:ext cx="292608" cy="27432"/>
                </a:xfrm>
                <a:prstGeom prst="rect">
                  <a:avLst/>
                </a:prstGeom>
                <a:solidFill>
                  <a:srgbClr val="262626"/>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sp>
              <p:nvSpPr>
                <p:cNvPr id="557" name="Rectangle 556"/>
                <p:cNvSpPr/>
                <p:nvPr/>
              </p:nvSpPr>
              <p:spPr bwMode="auto">
                <a:xfrm>
                  <a:off x="9434530" y="4467118"/>
                  <a:ext cx="228600" cy="27432"/>
                </a:xfrm>
                <a:prstGeom prst="rect">
                  <a:avLst/>
                </a:prstGeom>
                <a:solidFill>
                  <a:srgbClr val="262626"/>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sp>
              <p:nvSpPr>
                <p:cNvPr id="558" name="Rectangle 557"/>
                <p:cNvSpPr/>
                <p:nvPr/>
              </p:nvSpPr>
              <p:spPr bwMode="auto">
                <a:xfrm>
                  <a:off x="9434530" y="4528664"/>
                  <a:ext cx="182880" cy="27432"/>
                </a:xfrm>
                <a:prstGeom prst="rect">
                  <a:avLst/>
                </a:prstGeom>
                <a:solidFill>
                  <a:srgbClr val="262626"/>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sp>
              <p:nvSpPr>
                <p:cNvPr id="559" name="Rectangle 558"/>
                <p:cNvSpPr/>
                <p:nvPr/>
              </p:nvSpPr>
              <p:spPr bwMode="auto">
                <a:xfrm>
                  <a:off x="9663130" y="4528664"/>
                  <a:ext cx="128016" cy="27432"/>
                </a:xfrm>
                <a:prstGeom prst="rect">
                  <a:avLst/>
                </a:prstGeom>
                <a:solidFill>
                  <a:srgbClr val="262626"/>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sp>
              <p:nvSpPr>
                <p:cNvPr id="560" name="Rectangle 559"/>
                <p:cNvSpPr/>
                <p:nvPr/>
              </p:nvSpPr>
              <p:spPr bwMode="auto">
                <a:xfrm>
                  <a:off x="9434530" y="4590211"/>
                  <a:ext cx="292608" cy="27432"/>
                </a:xfrm>
                <a:prstGeom prst="rect">
                  <a:avLst/>
                </a:prstGeom>
                <a:solidFill>
                  <a:srgbClr val="262626"/>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grpSp>
          <p:sp>
            <p:nvSpPr>
              <p:cNvPr id="540" name="Rectangle 539"/>
              <p:cNvSpPr/>
              <p:nvPr/>
            </p:nvSpPr>
            <p:spPr bwMode="auto">
              <a:xfrm>
                <a:off x="10134026" y="4466701"/>
                <a:ext cx="118872" cy="27432"/>
              </a:xfrm>
              <a:prstGeom prst="rect">
                <a:avLst/>
              </a:prstGeom>
              <a:solidFill>
                <a:srgbClr val="262626"/>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grpSp>
            <p:nvGrpSpPr>
              <p:cNvPr id="541" name="Group 540"/>
              <p:cNvGrpSpPr/>
              <p:nvPr/>
            </p:nvGrpSpPr>
            <p:grpSpPr>
              <a:xfrm>
                <a:off x="9898578" y="4405572"/>
                <a:ext cx="365760" cy="212071"/>
                <a:chOff x="9898578" y="4405572"/>
                <a:chExt cx="365760" cy="212071"/>
              </a:xfrm>
            </p:grpSpPr>
            <p:grpSp>
              <p:nvGrpSpPr>
                <p:cNvPr id="550" name="Group 549"/>
                <p:cNvGrpSpPr/>
                <p:nvPr/>
              </p:nvGrpSpPr>
              <p:grpSpPr>
                <a:xfrm>
                  <a:off x="9898578" y="4405572"/>
                  <a:ext cx="365760" cy="212071"/>
                  <a:chOff x="9434530" y="4405572"/>
                  <a:chExt cx="365760" cy="212071"/>
                </a:xfrm>
              </p:grpSpPr>
              <p:sp>
                <p:nvSpPr>
                  <p:cNvPr id="552" name="Rectangle 551"/>
                  <p:cNvSpPr/>
                  <p:nvPr/>
                </p:nvSpPr>
                <p:spPr bwMode="auto">
                  <a:xfrm>
                    <a:off x="9434530" y="4405572"/>
                    <a:ext cx="320040" cy="27432"/>
                  </a:xfrm>
                  <a:prstGeom prst="rect">
                    <a:avLst/>
                  </a:prstGeom>
                  <a:solidFill>
                    <a:srgbClr val="262626"/>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sp>
                <p:nvSpPr>
                  <p:cNvPr id="553" name="Rectangle 552"/>
                  <p:cNvSpPr/>
                  <p:nvPr/>
                </p:nvSpPr>
                <p:spPr bwMode="auto">
                  <a:xfrm>
                    <a:off x="9434530" y="4467118"/>
                    <a:ext cx="182880" cy="27432"/>
                  </a:xfrm>
                  <a:prstGeom prst="rect">
                    <a:avLst/>
                  </a:prstGeom>
                  <a:solidFill>
                    <a:srgbClr val="262626"/>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sp>
                <p:nvSpPr>
                  <p:cNvPr id="554" name="Rectangle 553"/>
                  <p:cNvSpPr/>
                  <p:nvPr/>
                </p:nvSpPr>
                <p:spPr bwMode="auto">
                  <a:xfrm>
                    <a:off x="9434530" y="4528664"/>
                    <a:ext cx="365760" cy="27432"/>
                  </a:xfrm>
                  <a:prstGeom prst="rect">
                    <a:avLst/>
                  </a:prstGeom>
                  <a:solidFill>
                    <a:srgbClr val="262626"/>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sp>
                <p:nvSpPr>
                  <p:cNvPr id="555" name="Rectangle 554"/>
                  <p:cNvSpPr/>
                  <p:nvPr/>
                </p:nvSpPr>
                <p:spPr bwMode="auto">
                  <a:xfrm>
                    <a:off x="9434530" y="4590211"/>
                    <a:ext cx="128016" cy="27432"/>
                  </a:xfrm>
                  <a:prstGeom prst="rect">
                    <a:avLst/>
                  </a:prstGeom>
                  <a:solidFill>
                    <a:srgbClr val="262626"/>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grpSp>
            <p:sp>
              <p:nvSpPr>
                <p:cNvPr id="551" name="Rectangle 550"/>
                <p:cNvSpPr/>
                <p:nvPr/>
              </p:nvSpPr>
              <p:spPr bwMode="auto">
                <a:xfrm>
                  <a:off x="10067469" y="4589888"/>
                  <a:ext cx="128016" cy="27432"/>
                </a:xfrm>
                <a:prstGeom prst="rect">
                  <a:avLst/>
                </a:prstGeom>
                <a:solidFill>
                  <a:srgbClr val="262626"/>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grpSp>
          <p:grpSp>
            <p:nvGrpSpPr>
              <p:cNvPr id="542" name="Group 541"/>
              <p:cNvGrpSpPr/>
              <p:nvPr/>
            </p:nvGrpSpPr>
            <p:grpSpPr>
              <a:xfrm>
                <a:off x="10358034" y="4405249"/>
                <a:ext cx="365760" cy="212071"/>
                <a:chOff x="10358034" y="4405249"/>
                <a:chExt cx="365760" cy="212071"/>
              </a:xfrm>
            </p:grpSpPr>
            <p:sp>
              <p:nvSpPr>
                <p:cNvPr id="544" name="Rectangle 543"/>
                <p:cNvSpPr/>
                <p:nvPr/>
              </p:nvSpPr>
              <p:spPr bwMode="auto">
                <a:xfrm>
                  <a:off x="10358034" y="4405249"/>
                  <a:ext cx="365760" cy="27432"/>
                </a:xfrm>
                <a:prstGeom prst="rect">
                  <a:avLst/>
                </a:prstGeom>
                <a:solidFill>
                  <a:srgbClr val="262626"/>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sp>
              <p:nvSpPr>
                <p:cNvPr id="545" name="Rectangle 544"/>
                <p:cNvSpPr/>
                <p:nvPr/>
              </p:nvSpPr>
              <p:spPr bwMode="auto">
                <a:xfrm>
                  <a:off x="10358034" y="4466795"/>
                  <a:ext cx="128016" cy="27432"/>
                </a:xfrm>
                <a:prstGeom prst="rect">
                  <a:avLst/>
                </a:prstGeom>
                <a:solidFill>
                  <a:srgbClr val="262626"/>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sp>
              <p:nvSpPr>
                <p:cNvPr id="546" name="Rectangle 545"/>
                <p:cNvSpPr/>
                <p:nvPr/>
              </p:nvSpPr>
              <p:spPr bwMode="auto">
                <a:xfrm>
                  <a:off x="10358034" y="4528341"/>
                  <a:ext cx="274320" cy="27432"/>
                </a:xfrm>
                <a:prstGeom prst="rect">
                  <a:avLst/>
                </a:prstGeom>
                <a:solidFill>
                  <a:srgbClr val="262626"/>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sp>
              <p:nvSpPr>
                <p:cNvPr id="547" name="Rectangle 546"/>
                <p:cNvSpPr/>
                <p:nvPr/>
              </p:nvSpPr>
              <p:spPr bwMode="auto">
                <a:xfrm>
                  <a:off x="10358034" y="4589888"/>
                  <a:ext cx="182880" cy="27432"/>
                </a:xfrm>
                <a:prstGeom prst="rect">
                  <a:avLst/>
                </a:prstGeom>
                <a:solidFill>
                  <a:srgbClr val="262626"/>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sp>
              <p:nvSpPr>
                <p:cNvPr id="548" name="Rectangle 547"/>
                <p:cNvSpPr/>
                <p:nvPr/>
              </p:nvSpPr>
              <p:spPr bwMode="auto">
                <a:xfrm>
                  <a:off x="10589183" y="4589565"/>
                  <a:ext cx="128016" cy="27432"/>
                </a:xfrm>
                <a:prstGeom prst="rect">
                  <a:avLst/>
                </a:prstGeom>
                <a:solidFill>
                  <a:srgbClr val="262626"/>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sp>
              <p:nvSpPr>
                <p:cNvPr id="549" name="Rectangle 548"/>
                <p:cNvSpPr/>
                <p:nvPr/>
              </p:nvSpPr>
              <p:spPr bwMode="auto">
                <a:xfrm>
                  <a:off x="10534319" y="4466701"/>
                  <a:ext cx="182880" cy="27432"/>
                </a:xfrm>
                <a:prstGeom prst="rect">
                  <a:avLst/>
                </a:prstGeom>
                <a:solidFill>
                  <a:srgbClr val="262626"/>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grpSp>
          <p:sp>
            <p:nvSpPr>
              <p:cNvPr id="543" name="Rectangle 542"/>
              <p:cNvSpPr/>
              <p:nvPr/>
            </p:nvSpPr>
            <p:spPr bwMode="auto">
              <a:xfrm>
                <a:off x="9434530" y="4725489"/>
                <a:ext cx="1289264" cy="247194"/>
              </a:xfrm>
              <a:prstGeom prst="rect">
                <a:avLst/>
              </a:prstGeom>
              <a:solidFill>
                <a:schemeClr val="accent4"/>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grpSp>
        <p:grpSp>
          <p:nvGrpSpPr>
            <p:cNvPr id="302" name="Group 301"/>
            <p:cNvGrpSpPr/>
            <p:nvPr/>
          </p:nvGrpSpPr>
          <p:grpSpPr>
            <a:xfrm>
              <a:off x="10915566" y="4874213"/>
              <a:ext cx="536092" cy="799475"/>
              <a:chOff x="5951537" y="5232400"/>
              <a:chExt cx="365126" cy="544513"/>
            </a:xfrm>
          </p:grpSpPr>
          <p:sp>
            <p:nvSpPr>
              <p:cNvPr id="528" name="AutoShape 7"/>
              <p:cNvSpPr>
                <a:spLocks noChangeAspect="1" noChangeArrowheads="1" noTextEdit="1"/>
              </p:cNvSpPr>
              <p:nvPr/>
            </p:nvSpPr>
            <p:spPr bwMode="auto">
              <a:xfrm>
                <a:off x="5959475" y="5235575"/>
                <a:ext cx="354013" cy="541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29" name="Freeform 9"/>
              <p:cNvSpPr>
                <a:spLocks/>
              </p:cNvSpPr>
              <p:nvPr/>
            </p:nvSpPr>
            <p:spPr bwMode="auto">
              <a:xfrm>
                <a:off x="5951537" y="5232400"/>
                <a:ext cx="365126" cy="544513"/>
              </a:xfrm>
              <a:custGeom>
                <a:avLst/>
                <a:gdLst>
                  <a:gd name="T0" fmla="*/ 120 w 127"/>
                  <a:gd name="T1" fmla="*/ 33 h 190"/>
                  <a:gd name="T2" fmla="*/ 75 w 127"/>
                  <a:gd name="T3" fmla="*/ 0 h 190"/>
                  <a:gd name="T4" fmla="*/ 64 w 127"/>
                  <a:gd name="T5" fmla="*/ 0 h 190"/>
                  <a:gd name="T6" fmla="*/ 64 w 127"/>
                  <a:gd name="T7" fmla="*/ 0 h 190"/>
                  <a:gd name="T8" fmla="*/ 57 w 127"/>
                  <a:gd name="T9" fmla="*/ 0 h 190"/>
                  <a:gd name="T10" fmla="*/ 53 w 127"/>
                  <a:gd name="T11" fmla="*/ 0 h 190"/>
                  <a:gd name="T12" fmla="*/ 8 w 127"/>
                  <a:gd name="T13" fmla="*/ 33 h 190"/>
                  <a:gd name="T14" fmla="*/ 3 w 127"/>
                  <a:gd name="T15" fmla="*/ 132 h 190"/>
                  <a:gd name="T16" fmla="*/ 64 w 127"/>
                  <a:gd name="T17" fmla="*/ 190 h 190"/>
                  <a:gd name="T18" fmla="*/ 64 w 127"/>
                  <a:gd name="T19" fmla="*/ 190 h 190"/>
                  <a:gd name="T20" fmla="*/ 64 w 127"/>
                  <a:gd name="T21" fmla="*/ 190 h 190"/>
                  <a:gd name="T22" fmla="*/ 125 w 127"/>
                  <a:gd name="T23" fmla="*/ 132 h 190"/>
                  <a:gd name="T24" fmla="*/ 120 w 127"/>
                  <a:gd name="T25" fmla="*/ 33 h 1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27" h="190">
                    <a:moveTo>
                      <a:pt x="120" y="33"/>
                    </a:moveTo>
                    <a:cubicBezTo>
                      <a:pt x="114" y="9"/>
                      <a:pt x="101" y="0"/>
                      <a:pt x="75" y="0"/>
                    </a:cubicBezTo>
                    <a:cubicBezTo>
                      <a:pt x="64" y="0"/>
                      <a:pt x="64" y="0"/>
                      <a:pt x="64" y="0"/>
                    </a:cubicBezTo>
                    <a:cubicBezTo>
                      <a:pt x="64" y="0"/>
                      <a:pt x="64" y="0"/>
                      <a:pt x="64" y="0"/>
                    </a:cubicBezTo>
                    <a:cubicBezTo>
                      <a:pt x="57" y="0"/>
                      <a:pt x="57" y="0"/>
                      <a:pt x="57" y="0"/>
                    </a:cubicBezTo>
                    <a:cubicBezTo>
                      <a:pt x="53" y="0"/>
                      <a:pt x="53" y="0"/>
                      <a:pt x="53" y="0"/>
                    </a:cubicBezTo>
                    <a:cubicBezTo>
                      <a:pt x="27" y="0"/>
                      <a:pt x="14" y="9"/>
                      <a:pt x="8" y="33"/>
                    </a:cubicBezTo>
                    <a:cubicBezTo>
                      <a:pt x="3" y="52"/>
                      <a:pt x="0" y="86"/>
                      <a:pt x="3" y="132"/>
                    </a:cubicBezTo>
                    <a:cubicBezTo>
                      <a:pt x="5" y="174"/>
                      <a:pt x="33" y="190"/>
                      <a:pt x="64" y="190"/>
                    </a:cubicBezTo>
                    <a:cubicBezTo>
                      <a:pt x="64" y="190"/>
                      <a:pt x="64" y="190"/>
                      <a:pt x="64" y="190"/>
                    </a:cubicBezTo>
                    <a:cubicBezTo>
                      <a:pt x="64" y="190"/>
                      <a:pt x="64" y="190"/>
                      <a:pt x="64" y="190"/>
                    </a:cubicBezTo>
                    <a:cubicBezTo>
                      <a:pt x="94" y="190"/>
                      <a:pt x="123" y="174"/>
                      <a:pt x="125" y="132"/>
                    </a:cubicBezTo>
                    <a:cubicBezTo>
                      <a:pt x="127" y="86"/>
                      <a:pt x="124" y="52"/>
                      <a:pt x="120" y="33"/>
                    </a:cubicBezTo>
                    <a:close/>
                  </a:path>
                </a:pathLst>
              </a:custGeom>
              <a:solidFill>
                <a:schemeClr val="accent4">
                  <a:lumMod val="20000"/>
                  <a:lumOff val="8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530" name="Freeform 10"/>
              <p:cNvSpPr>
                <a:spLocks/>
              </p:cNvSpPr>
              <p:nvPr/>
            </p:nvSpPr>
            <p:spPr bwMode="auto">
              <a:xfrm>
                <a:off x="6115050" y="5303838"/>
                <a:ext cx="38100" cy="134938"/>
              </a:xfrm>
              <a:custGeom>
                <a:avLst/>
                <a:gdLst>
                  <a:gd name="T0" fmla="*/ 13 w 13"/>
                  <a:gd name="T1" fmla="*/ 40 h 47"/>
                  <a:gd name="T2" fmla="*/ 7 w 13"/>
                  <a:gd name="T3" fmla="*/ 47 h 47"/>
                  <a:gd name="T4" fmla="*/ 7 w 13"/>
                  <a:gd name="T5" fmla="*/ 47 h 47"/>
                  <a:gd name="T6" fmla="*/ 0 w 13"/>
                  <a:gd name="T7" fmla="*/ 40 h 47"/>
                  <a:gd name="T8" fmla="*/ 0 w 13"/>
                  <a:gd name="T9" fmla="*/ 7 h 47"/>
                  <a:gd name="T10" fmla="*/ 7 w 13"/>
                  <a:gd name="T11" fmla="*/ 0 h 47"/>
                  <a:gd name="T12" fmla="*/ 7 w 13"/>
                  <a:gd name="T13" fmla="*/ 0 h 47"/>
                  <a:gd name="T14" fmla="*/ 13 w 13"/>
                  <a:gd name="T15" fmla="*/ 7 h 47"/>
                  <a:gd name="T16" fmla="*/ 13 w 13"/>
                  <a:gd name="T17" fmla="*/ 40 h 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3" h="47">
                    <a:moveTo>
                      <a:pt x="13" y="40"/>
                    </a:moveTo>
                    <a:cubicBezTo>
                      <a:pt x="13" y="44"/>
                      <a:pt x="10" y="47"/>
                      <a:pt x="7" y="47"/>
                    </a:cubicBezTo>
                    <a:cubicBezTo>
                      <a:pt x="7" y="47"/>
                      <a:pt x="7" y="47"/>
                      <a:pt x="7" y="47"/>
                    </a:cubicBezTo>
                    <a:cubicBezTo>
                      <a:pt x="3" y="47"/>
                      <a:pt x="0" y="44"/>
                      <a:pt x="0" y="40"/>
                    </a:cubicBezTo>
                    <a:cubicBezTo>
                      <a:pt x="0" y="7"/>
                      <a:pt x="0" y="7"/>
                      <a:pt x="0" y="7"/>
                    </a:cubicBezTo>
                    <a:cubicBezTo>
                      <a:pt x="0" y="3"/>
                      <a:pt x="3" y="0"/>
                      <a:pt x="7" y="0"/>
                    </a:cubicBezTo>
                    <a:cubicBezTo>
                      <a:pt x="7" y="0"/>
                      <a:pt x="7" y="0"/>
                      <a:pt x="7" y="0"/>
                    </a:cubicBezTo>
                    <a:cubicBezTo>
                      <a:pt x="10" y="0"/>
                      <a:pt x="13" y="3"/>
                      <a:pt x="13" y="7"/>
                    </a:cubicBezTo>
                    <a:lnTo>
                      <a:pt x="13" y="40"/>
                    </a:lnTo>
                    <a:close/>
                  </a:path>
                </a:pathLst>
              </a:custGeom>
              <a:solidFill>
                <a:srgbClr val="50505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31" name="Rectangle 11"/>
              <p:cNvSpPr>
                <a:spLocks noChangeArrowheads="1"/>
              </p:cNvSpPr>
              <p:nvPr/>
            </p:nvSpPr>
            <p:spPr bwMode="auto">
              <a:xfrm>
                <a:off x="6129338" y="5232400"/>
                <a:ext cx="11113" cy="292100"/>
              </a:xfrm>
              <a:prstGeom prst="rect">
                <a:avLst/>
              </a:prstGeom>
              <a:solidFill>
                <a:srgbClr val="50505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grpSp>
          <p:nvGrpSpPr>
            <p:cNvPr id="303" name="Group 302"/>
            <p:cNvGrpSpPr/>
            <p:nvPr/>
          </p:nvGrpSpPr>
          <p:grpSpPr>
            <a:xfrm>
              <a:off x="10929938" y="2701925"/>
              <a:ext cx="1168400" cy="1011238"/>
              <a:chOff x="10929938" y="2028825"/>
              <a:chExt cx="1168400" cy="1011238"/>
            </a:xfrm>
          </p:grpSpPr>
          <p:sp>
            <p:nvSpPr>
              <p:cNvPr id="516" name="Freeform 15"/>
              <p:cNvSpPr>
                <a:spLocks noEditPoints="1"/>
              </p:cNvSpPr>
              <p:nvPr/>
            </p:nvSpPr>
            <p:spPr bwMode="auto">
              <a:xfrm>
                <a:off x="10929938" y="2028825"/>
                <a:ext cx="1168400" cy="1011238"/>
              </a:xfrm>
              <a:custGeom>
                <a:avLst/>
                <a:gdLst>
                  <a:gd name="T0" fmla="*/ 285 w 340"/>
                  <a:gd name="T1" fmla="*/ 56 h 294"/>
                  <a:gd name="T2" fmla="*/ 243 w 340"/>
                  <a:gd name="T3" fmla="*/ 56 h 294"/>
                  <a:gd name="T4" fmla="*/ 243 w 340"/>
                  <a:gd name="T5" fmla="*/ 10 h 294"/>
                  <a:gd name="T6" fmla="*/ 233 w 340"/>
                  <a:gd name="T7" fmla="*/ 0 h 294"/>
                  <a:gd name="T8" fmla="*/ 10 w 340"/>
                  <a:gd name="T9" fmla="*/ 0 h 294"/>
                  <a:gd name="T10" fmla="*/ 0 w 340"/>
                  <a:gd name="T11" fmla="*/ 10 h 294"/>
                  <a:gd name="T12" fmla="*/ 0 w 340"/>
                  <a:gd name="T13" fmla="*/ 271 h 294"/>
                  <a:gd name="T14" fmla="*/ 10 w 340"/>
                  <a:gd name="T15" fmla="*/ 281 h 294"/>
                  <a:gd name="T16" fmla="*/ 22 w 340"/>
                  <a:gd name="T17" fmla="*/ 281 h 294"/>
                  <a:gd name="T18" fmla="*/ 22 w 340"/>
                  <a:gd name="T19" fmla="*/ 294 h 294"/>
                  <a:gd name="T20" fmla="*/ 224 w 340"/>
                  <a:gd name="T21" fmla="*/ 294 h 294"/>
                  <a:gd name="T22" fmla="*/ 224 w 340"/>
                  <a:gd name="T23" fmla="*/ 281 h 294"/>
                  <a:gd name="T24" fmla="*/ 233 w 340"/>
                  <a:gd name="T25" fmla="*/ 281 h 294"/>
                  <a:gd name="T26" fmla="*/ 243 w 340"/>
                  <a:gd name="T27" fmla="*/ 271 h 294"/>
                  <a:gd name="T28" fmla="*/ 243 w 340"/>
                  <a:gd name="T29" fmla="*/ 219 h 294"/>
                  <a:gd name="T30" fmla="*/ 285 w 340"/>
                  <a:gd name="T31" fmla="*/ 219 h 294"/>
                  <a:gd name="T32" fmla="*/ 340 w 340"/>
                  <a:gd name="T33" fmla="*/ 164 h 294"/>
                  <a:gd name="T34" fmla="*/ 340 w 340"/>
                  <a:gd name="T35" fmla="*/ 112 h 294"/>
                  <a:gd name="T36" fmla="*/ 285 w 340"/>
                  <a:gd name="T37" fmla="*/ 56 h 294"/>
                  <a:gd name="T38" fmla="*/ 313 w 340"/>
                  <a:gd name="T39" fmla="*/ 164 h 294"/>
                  <a:gd name="T40" fmla="*/ 285 w 340"/>
                  <a:gd name="T41" fmla="*/ 192 h 294"/>
                  <a:gd name="T42" fmla="*/ 243 w 340"/>
                  <a:gd name="T43" fmla="*/ 192 h 294"/>
                  <a:gd name="T44" fmla="*/ 243 w 340"/>
                  <a:gd name="T45" fmla="*/ 84 h 294"/>
                  <a:gd name="T46" fmla="*/ 285 w 340"/>
                  <a:gd name="T47" fmla="*/ 84 h 294"/>
                  <a:gd name="T48" fmla="*/ 313 w 340"/>
                  <a:gd name="T49" fmla="*/ 112 h 294"/>
                  <a:gd name="T50" fmla="*/ 313 w 340"/>
                  <a:gd name="T51" fmla="*/ 164 h 2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340" h="294">
                    <a:moveTo>
                      <a:pt x="285" y="56"/>
                    </a:moveTo>
                    <a:cubicBezTo>
                      <a:pt x="243" y="56"/>
                      <a:pt x="243" y="56"/>
                      <a:pt x="243" y="56"/>
                    </a:cubicBezTo>
                    <a:cubicBezTo>
                      <a:pt x="243" y="10"/>
                      <a:pt x="243" y="10"/>
                      <a:pt x="243" y="10"/>
                    </a:cubicBezTo>
                    <a:cubicBezTo>
                      <a:pt x="243" y="5"/>
                      <a:pt x="239" y="0"/>
                      <a:pt x="233" y="0"/>
                    </a:cubicBezTo>
                    <a:cubicBezTo>
                      <a:pt x="10" y="0"/>
                      <a:pt x="10" y="0"/>
                      <a:pt x="10" y="0"/>
                    </a:cubicBezTo>
                    <a:cubicBezTo>
                      <a:pt x="5" y="0"/>
                      <a:pt x="0" y="5"/>
                      <a:pt x="0" y="10"/>
                    </a:cubicBezTo>
                    <a:cubicBezTo>
                      <a:pt x="0" y="271"/>
                      <a:pt x="0" y="271"/>
                      <a:pt x="0" y="271"/>
                    </a:cubicBezTo>
                    <a:cubicBezTo>
                      <a:pt x="0" y="276"/>
                      <a:pt x="5" y="281"/>
                      <a:pt x="10" y="281"/>
                    </a:cubicBezTo>
                    <a:cubicBezTo>
                      <a:pt x="22" y="281"/>
                      <a:pt x="22" y="281"/>
                      <a:pt x="22" y="281"/>
                    </a:cubicBezTo>
                    <a:cubicBezTo>
                      <a:pt x="22" y="294"/>
                      <a:pt x="22" y="294"/>
                      <a:pt x="22" y="294"/>
                    </a:cubicBezTo>
                    <a:cubicBezTo>
                      <a:pt x="224" y="294"/>
                      <a:pt x="224" y="294"/>
                      <a:pt x="224" y="294"/>
                    </a:cubicBezTo>
                    <a:cubicBezTo>
                      <a:pt x="224" y="281"/>
                      <a:pt x="224" y="281"/>
                      <a:pt x="224" y="281"/>
                    </a:cubicBezTo>
                    <a:cubicBezTo>
                      <a:pt x="233" y="281"/>
                      <a:pt x="233" y="281"/>
                      <a:pt x="233" y="281"/>
                    </a:cubicBezTo>
                    <a:cubicBezTo>
                      <a:pt x="239" y="281"/>
                      <a:pt x="243" y="276"/>
                      <a:pt x="243" y="271"/>
                    </a:cubicBezTo>
                    <a:cubicBezTo>
                      <a:pt x="243" y="219"/>
                      <a:pt x="243" y="219"/>
                      <a:pt x="243" y="219"/>
                    </a:cubicBezTo>
                    <a:cubicBezTo>
                      <a:pt x="285" y="219"/>
                      <a:pt x="285" y="219"/>
                      <a:pt x="285" y="219"/>
                    </a:cubicBezTo>
                    <a:cubicBezTo>
                      <a:pt x="316" y="219"/>
                      <a:pt x="340" y="195"/>
                      <a:pt x="340" y="164"/>
                    </a:cubicBezTo>
                    <a:cubicBezTo>
                      <a:pt x="340" y="112"/>
                      <a:pt x="340" y="112"/>
                      <a:pt x="340" y="112"/>
                    </a:cubicBezTo>
                    <a:cubicBezTo>
                      <a:pt x="340" y="81"/>
                      <a:pt x="316" y="56"/>
                      <a:pt x="285" y="56"/>
                    </a:cubicBezTo>
                    <a:close/>
                    <a:moveTo>
                      <a:pt x="313" y="164"/>
                    </a:moveTo>
                    <a:cubicBezTo>
                      <a:pt x="313" y="179"/>
                      <a:pt x="300" y="192"/>
                      <a:pt x="285" y="192"/>
                    </a:cubicBezTo>
                    <a:cubicBezTo>
                      <a:pt x="243" y="192"/>
                      <a:pt x="243" y="192"/>
                      <a:pt x="243" y="192"/>
                    </a:cubicBezTo>
                    <a:cubicBezTo>
                      <a:pt x="243" y="84"/>
                      <a:pt x="243" y="84"/>
                      <a:pt x="243" y="84"/>
                    </a:cubicBezTo>
                    <a:cubicBezTo>
                      <a:pt x="285" y="84"/>
                      <a:pt x="285" y="84"/>
                      <a:pt x="285" y="84"/>
                    </a:cubicBezTo>
                    <a:cubicBezTo>
                      <a:pt x="300" y="84"/>
                      <a:pt x="313" y="96"/>
                      <a:pt x="313" y="112"/>
                    </a:cubicBezTo>
                    <a:lnTo>
                      <a:pt x="313" y="164"/>
                    </a:lnTo>
                    <a:close/>
                  </a:path>
                </a:pathLst>
              </a:custGeom>
              <a:solidFill>
                <a:srgbClr val="FFF1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17" name="Freeform 16"/>
              <p:cNvSpPr>
                <a:spLocks/>
              </p:cNvSpPr>
              <p:nvPr/>
            </p:nvSpPr>
            <p:spPr bwMode="auto">
              <a:xfrm>
                <a:off x="11077576" y="2424113"/>
                <a:ext cx="120650" cy="150813"/>
              </a:xfrm>
              <a:custGeom>
                <a:avLst/>
                <a:gdLst>
                  <a:gd name="T0" fmla="*/ 35 w 35"/>
                  <a:gd name="T1" fmla="*/ 41 h 44"/>
                  <a:gd name="T2" fmla="*/ 20 w 35"/>
                  <a:gd name="T3" fmla="*/ 44 h 44"/>
                  <a:gd name="T4" fmla="*/ 10 w 35"/>
                  <a:gd name="T5" fmla="*/ 42 h 44"/>
                  <a:gd name="T6" fmla="*/ 2 w 35"/>
                  <a:gd name="T7" fmla="*/ 34 h 44"/>
                  <a:gd name="T8" fmla="*/ 0 w 35"/>
                  <a:gd name="T9" fmla="*/ 23 h 44"/>
                  <a:gd name="T10" fmla="*/ 6 w 35"/>
                  <a:gd name="T11" fmla="*/ 6 h 44"/>
                  <a:gd name="T12" fmla="*/ 22 w 35"/>
                  <a:gd name="T13" fmla="*/ 0 h 44"/>
                  <a:gd name="T14" fmla="*/ 34 w 35"/>
                  <a:gd name="T15" fmla="*/ 2 h 44"/>
                  <a:gd name="T16" fmla="*/ 34 w 35"/>
                  <a:gd name="T17" fmla="*/ 8 h 44"/>
                  <a:gd name="T18" fmla="*/ 21 w 35"/>
                  <a:gd name="T19" fmla="*/ 4 h 44"/>
                  <a:gd name="T20" fmla="*/ 13 w 35"/>
                  <a:gd name="T21" fmla="*/ 7 h 44"/>
                  <a:gd name="T22" fmla="*/ 7 w 35"/>
                  <a:gd name="T23" fmla="*/ 13 h 44"/>
                  <a:gd name="T24" fmla="*/ 5 w 35"/>
                  <a:gd name="T25" fmla="*/ 22 h 44"/>
                  <a:gd name="T26" fmla="*/ 9 w 35"/>
                  <a:gd name="T27" fmla="*/ 35 h 44"/>
                  <a:gd name="T28" fmla="*/ 21 w 35"/>
                  <a:gd name="T29" fmla="*/ 40 h 44"/>
                  <a:gd name="T30" fmla="*/ 30 w 35"/>
                  <a:gd name="T31" fmla="*/ 38 h 44"/>
                  <a:gd name="T32" fmla="*/ 30 w 35"/>
                  <a:gd name="T33" fmla="*/ 26 h 44"/>
                  <a:gd name="T34" fmla="*/ 20 w 35"/>
                  <a:gd name="T35" fmla="*/ 26 h 44"/>
                  <a:gd name="T36" fmla="*/ 20 w 35"/>
                  <a:gd name="T37" fmla="*/ 21 h 44"/>
                  <a:gd name="T38" fmla="*/ 35 w 35"/>
                  <a:gd name="T39" fmla="*/ 21 h 44"/>
                  <a:gd name="T40" fmla="*/ 35 w 35"/>
                  <a:gd name="T41" fmla="*/ 41 h 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35" h="44">
                    <a:moveTo>
                      <a:pt x="35" y="41"/>
                    </a:moveTo>
                    <a:cubicBezTo>
                      <a:pt x="30" y="43"/>
                      <a:pt x="26" y="44"/>
                      <a:pt x="20" y="44"/>
                    </a:cubicBezTo>
                    <a:cubicBezTo>
                      <a:pt x="16" y="44"/>
                      <a:pt x="13" y="43"/>
                      <a:pt x="10" y="42"/>
                    </a:cubicBezTo>
                    <a:cubicBezTo>
                      <a:pt x="6" y="40"/>
                      <a:pt x="4" y="37"/>
                      <a:pt x="2" y="34"/>
                    </a:cubicBezTo>
                    <a:cubicBezTo>
                      <a:pt x="1" y="30"/>
                      <a:pt x="0" y="27"/>
                      <a:pt x="0" y="23"/>
                    </a:cubicBezTo>
                    <a:cubicBezTo>
                      <a:pt x="0" y="16"/>
                      <a:pt x="2" y="11"/>
                      <a:pt x="6" y="6"/>
                    </a:cubicBezTo>
                    <a:cubicBezTo>
                      <a:pt x="10" y="2"/>
                      <a:pt x="15" y="0"/>
                      <a:pt x="22" y="0"/>
                    </a:cubicBezTo>
                    <a:cubicBezTo>
                      <a:pt x="27" y="0"/>
                      <a:pt x="31" y="1"/>
                      <a:pt x="34" y="2"/>
                    </a:cubicBezTo>
                    <a:cubicBezTo>
                      <a:pt x="34" y="8"/>
                      <a:pt x="34" y="8"/>
                      <a:pt x="34" y="8"/>
                    </a:cubicBezTo>
                    <a:cubicBezTo>
                      <a:pt x="30" y="5"/>
                      <a:pt x="26" y="4"/>
                      <a:pt x="21" y="4"/>
                    </a:cubicBezTo>
                    <a:cubicBezTo>
                      <a:pt x="18" y="4"/>
                      <a:pt x="15" y="5"/>
                      <a:pt x="13" y="7"/>
                    </a:cubicBezTo>
                    <a:cubicBezTo>
                      <a:pt x="10" y="8"/>
                      <a:pt x="8" y="10"/>
                      <a:pt x="7" y="13"/>
                    </a:cubicBezTo>
                    <a:cubicBezTo>
                      <a:pt x="6" y="16"/>
                      <a:pt x="5" y="19"/>
                      <a:pt x="5" y="22"/>
                    </a:cubicBezTo>
                    <a:cubicBezTo>
                      <a:pt x="5" y="28"/>
                      <a:pt x="6" y="32"/>
                      <a:pt x="9" y="35"/>
                    </a:cubicBezTo>
                    <a:cubicBezTo>
                      <a:pt x="12" y="38"/>
                      <a:pt x="16" y="40"/>
                      <a:pt x="21" y="40"/>
                    </a:cubicBezTo>
                    <a:cubicBezTo>
                      <a:pt x="24" y="40"/>
                      <a:pt x="27" y="39"/>
                      <a:pt x="30" y="38"/>
                    </a:cubicBezTo>
                    <a:cubicBezTo>
                      <a:pt x="30" y="26"/>
                      <a:pt x="30" y="26"/>
                      <a:pt x="30" y="26"/>
                    </a:cubicBezTo>
                    <a:cubicBezTo>
                      <a:pt x="20" y="26"/>
                      <a:pt x="20" y="26"/>
                      <a:pt x="20" y="26"/>
                    </a:cubicBezTo>
                    <a:cubicBezTo>
                      <a:pt x="20" y="21"/>
                      <a:pt x="20" y="21"/>
                      <a:pt x="20" y="21"/>
                    </a:cubicBezTo>
                    <a:cubicBezTo>
                      <a:pt x="35" y="21"/>
                      <a:pt x="35" y="21"/>
                      <a:pt x="35" y="21"/>
                    </a:cubicBezTo>
                    <a:lnTo>
                      <a:pt x="35" y="41"/>
                    </a:lnTo>
                    <a:close/>
                  </a:path>
                </a:pathLst>
              </a:custGeom>
              <a:solidFill>
                <a:srgbClr val="231F2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18" name="Freeform 17"/>
              <p:cNvSpPr>
                <a:spLocks/>
              </p:cNvSpPr>
              <p:nvPr/>
            </p:nvSpPr>
            <p:spPr bwMode="auto">
              <a:xfrm>
                <a:off x="11256963" y="2427288"/>
                <a:ext cx="79375" cy="147638"/>
              </a:xfrm>
              <a:custGeom>
                <a:avLst/>
                <a:gdLst>
                  <a:gd name="T0" fmla="*/ 50 w 50"/>
                  <a:gd name="T1" fmla="*/ 93 h 93"/>
                  <a:gd name="T2" fmla="*/ 0 w 50"/>
                  <a:gd name="T3" fmla="*/ 93 h 93"/>
                  <a:gd name="T4" fmla="*/ 0 w 50"/>
                  <a:gd name="T5" fmla="*/ 0 h 93"/>
                  <a:gd name="T6" fmla="*/ 47 w 50"/>
                  <a:gd name="T7" fmla="*/ 0 h 93"/>
                  <a:gd name="T8" fmla="*/ 47 w 50"/>
                  <a:gd name="T9" fmla="*/ 9 h 93"/>
                  <a:gd name="T10" fmla="*/ 11 w 50"/>
                  <a:gd name="T11" fmla="*/ 9 h 93"/>
                  <a:gd name="T12" fmla="*/ 11 w 50"/>
                  <a:gd name="T13" fmla="*/ 39 h 93"/>
                  <a:gd name="T14" fmla="*/ 45 w 50"/>
                  <a:gd name="T15" fmla="*/ 39 h 93"/>
                  <a:gd name="T16" fmla="*/ 45 w 50"/>
                  <a:gd name="T17" fmla="*/ 50 h 93"/>
                  <a:gd name="T18" fmla="*/ 11 w 50"/>
                  <a:gd name="T19" fmla="*/ 50 h 93"/>
                  <a:gd name="T20" fmla="*/ 11 w 50"/>
                  <a:gd name="T21" fmla="*/ 83 h 93"/>
                  <a:gd name="T22" fmla="*/ 50 w 50"/>
                  <a:gd name="T23" fmla="*/ 83 h 93"/>
                  <a:gd name="T24" fmla="*/ 50 w 50"/>
                  <a:gd name="T25" fmla="*/ 93 h 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50" h="93">
                    <a:moveTo>
                      <a:pt x="50" y="93"/>
                    </a:moveTo>
                    <a:lnTo>
                      <a:pt x="0" y="93"/>
                    </a:lnTo>
                    <a:lnTo>
                      <a:pt x="0" y="0"/>
                    </a:lnTo>
                    <a:lnTo>
                      <a:pt x="47" y="0"/>
                    </a:lnTo>
                    <a:lnTo>
                      <a:pt x="47" y="9"/>
                    </a:lnTo>
                    <a:lnTo>
                      <a:pt x="11" y="9"/>
                    </a:lnTo>
                    <a:lnTo>
                      <a:pt x="11" y="39"/>
                    </a:lnTo>
                    <a:lnTo>
                      <a:pt x="45" y="39"/>
                    </a:lnTo>
                    <a:lnTo>
                      <a:pt x="45" y="50"/>
                    </a:lnTo>
                    <a:lnTo>
                      <a:pt x="11" y="50"/>
                    </a:lnTo>
                    <a:lnTo>
                      <a:pt x="11" y="83"/>
                    </a:lnTo>
                    <a:lnTo>
                      <a:pt x="50" y="83"/>
                    </a:lnTo>
                    <a:lnTo>
                      <a:pt x="50" y="93"/>
                    </a:lnTo>
                    <a:close/>
                  </a:path>
                </a:pathLst>
              </a:custGeom>
              <a:solidFill>
                <a:srgbClr val="231F2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19" name="Freeform 18"/>
              <p:cNvSpPr>
                <a:spLocks/>
              </p:cNvSpPr>
              <p:nvPr/>
            </p:nvSpPr>
            <p:spPr bwMode="auto">
              <a:xfrm>
                <a:off x="11387138" y="2427288"/>
                <a:ext cx="79375" cy="147638"/>
              </a:xfrm>
              <a:custGeom>
                <a:avLst/>
                <a:gdLst>
                  <a:gd name="T0" fmla="*/ 50 w 50"/>
                  <a:gd name="T1" fmla="*/ 93 h 93"/>
                  <a:gd name="T2" fmla="*/ 0 w 50"/>
                  <a:gd name="T3" fmla="*/ 93 h 93"/>
                  <a:gd name="T4" fmla="*/ 0 w 50"/>
                  <a:gd name="T5" fmla="*/ 0 h 93"/>
                  <a:gd name="T6" fmla="*/ 48 w 50"/>
                  <a:gd name="T7" fmla="*/ 0 h 93"/>
                  <a:gd name="T8" fmla="*/ 48 w 50"/>
                  <a:gd name="T9" fmla="*/ 9 h 93"/>
                  <a:gd name="T10" fmla="*/ 11 w 50"/>
                  <a:gd name="T11" fmla="*/ 9 h 93"/>
                  <a:gd name="T12" fmla="*/ 11 w 50"/>
                  <a:gd name="T13" fmla="*/ 39 h 93"/>
                  <a:gd name="T14" fmla="*/ 45 w 50"/>
                  <a:gd name="T15" fmla="*/ 39 h 93"/>
                  <a:gd name="T16" fmla="*/ 45 w 50"/>
                  <a:gd name="T17" fmla="*/ 50 h 93"/>
                  <a:gd name="T18" fmla="*/ 11 w 50"/>
                  <a:gd name="T19" fmla="*/ 50 h 93"/>
                  <a:gd name="T20" fmla="*/ 11 w 50"/>
                  <a:gd name="T21" fmla="*/ 83 h 93"/>
                  <a:gd name="T22" fmla="*/ 50 w 50"/>
                  <a:gd name="T23" fmla="*/ 83 h 93"/>
                  <a:gd name="T24" fmla="*/ 50 w 50"/>
                  <a:gd name="T25" fmla="*/ 93 h 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50" h="93">
                    <a:moveTo>
                      <a:pt x="50" y="93"/>
                    </a:moveTo>
                    <a:lnTo>
                      <a:pt x="0" y="93"/>
                    </a:lnTo>
                    <a:lnTo>
                      <a:pt x="0" y="0"/>
                    </a:lnTo>
                    <a:lnTo>
                      <a:pt x="48" y="0"/>
                    </a:lnTo>
                    <a:lnTo>
                      <a:pt x="48" y="9"/>
                    </a:lnTo>
                    <a:lnTo>
                      <a:pt x="11" y="9"/>
                    </a:lnTo>
                    <a:lnTo>
                      <a:pt x="11" y="39"/>
                    </a:lnTo>
                    <a:lnTo>
                      <a:pt x="45" y="39"/>
                    </a:lnTo>
                    <a:lnTo>
                      <a:pt x="45" y="50"/>
                    </a:lnTo>
                    <a:lnTo>
                      <a:pt x="11" y="50"/>
                    </a:lnTo>
                    <a:lnTo>
                      <a:pt x="11" y="83"/>
                    </a:lnTo>
                    <a:lnTo>
                      <a:pt x="50" y="83"/>
                    </a:lnTo>
                    <a:lnTo>
                      <a:pt x="50" y="93"/>
                    </a:lnTo>
                    <a:close/>
                  </a:path>
                </a:pathLst>
              </a:custGeom>
              <a:solidFill>
                <a:srgbClr val="231F2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20" name="Freeform 19"/>
              <p:cNvSpPr>
                <a:spLocks/>
              </p:cNvSpPr>
              <p:nvPr/>
            </p:nvSpPr>
            <p:spPr bwMode="auto">
              <a:xfrm>
                <a:off x="11517313" y="2427288"/>
                <a:ext cx="103188" cy="147638"/>
              </a:xfrm>
              <a:custGeom>
                <a:avLst/>
                <a:gdLst>
                  <a:gd name="T0" fmla="*/ 30 w 30"/>
                  <a:gd name="T1" fmla="*/ 43 h 43"/>
                  <a:gd name="T2" fmla="*/ 23 w 30"/>
                  <a:gd name="T3" fmla="*/ 43 h 43"/>
                  <a:gd name="T4" fmla="*/ 6 w 30"/>
                  <a:gd name="T5" fmla="*/ 23 h 43"/>
                  <a:gd name="T6" fmla="*/ 5 w 30"/>
                  <a:gd name="T7" fmla="*/ 21 h 43"/>
                  <a:gd name="T8" fmla="*/ 5 w 30"/>
                  <a:gd name="T9" fmla="*/ 21 h 43"/>
                  <a:gd name="T10" fmla="*/ 5 w 30"/>
                  <a:gd name="T11" fmla="*/ 43 h 43"/>
                  <a:gd name="T12" fmla="*/ 0 w 30"/>
                  <a:gd name="T13" fmla="*/ 43 h 43"/>
                  <a:gd name="T14" fmla="*/ 0 w 30"/>
                  <a:gd name="T15" fmla="*/ 0 h 43"/>
                  <a:gd name="T16" fmla="*/ 5 w 30"/>
                  <a:gd name="T17" fmla="*/ 0 h 43"/>
                  <a:gd name="T18" fmla="*/ 5 w 30"/>
                  <a:gd name="T19" fmla="*/ 20 h 43"/>
                  <a:gd name="T20" fmla="*/ 5 w 30"/>
                  <a:gd name="T21" fmla="*/ 20 h 43"/>
                  <a:gd name="T22" fmla="*/ 6 w 30"/>
                  <a:gd name="T23" fmla="*/ 18 h 43"/>
                  <a:gd name="T24" fmla="*/ 23 w 30"/>
                  <a:gd name="T25" fmla="*/ 0 h 43"/>
                  <a:gd name="T26" fmla="*/ 29 w 30"/>
                  <a:gd name="T27" fmla="*/ 0 h 43"/>
                  <a:gd name="T28" fmla="*/ 10 w 30"/>
                  <a:gd name="T29" fmla="*/ 20 h 43"/>
                  <a:gd name="T30" fmla="*/ 30 w 30"/>
                  <a:gd name="T31" fmla="*/ 43 h 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30" h="43">
                    <a:moveTo>
                      <a:pt x="30" y="43"/>
                    </a:moveTo>
                    <a:cubicBezTo>
                      <a:pt x="23" y="43"/>
                      <a:pt x="23" y="43"/>
                      <a:pt x="23" y="43"/>
                    </a:cubicBezTo>
                    <a:cubicBezTo>
                      <a:pt x="6" y="23"/>
                      <a:pt x="6" y="23"/>
                      <a:pt x="6" y="23"/>
                    </a:cubicBezTo>
                    <a:cubicBezTo>
                      <a:pt x="6" y="22"/>
                      <a:pt x="6" y="22"/>
                      <a:pt x="5" y="21"/>
                    </a:cubicBezTo>
                    <a:cubicBezTo>
                      <a:pt x="5" y="21"/>
                      <a:pt x="5" y="21"/>
                      <a:pt x="5" y="21"/>
                    </a:cubicBezTo>
                    <a:cubicBezTo>
                      <a:pt x="5" y="43"/>
                      <a:pt x="5" y="43"/>
                      <a:pt x="5" y="43"/>
                    </a:cubicBezTo>
                    <a:cubicBezTo>
                      <a:pt x="0" y="43"/>
                      <a:pt x="0" y="43"/>
                      <a:pt x="0" y="43"/>
                    </a:cubicBezTo>
                    <a:cubicBezTo>
                      <a:pt x="0" y="0"/>
                      <a:pt x="0" y="0"/>
                      <a:pt x="0" y="0"/>
                    </a:cubicBezTo>
                    <a:cubicBezTo>
                      <a:pt x="5" y="0"/>
                      <a:pt x="5" y="0"/>
                      <a:pt x="5" y="0"/>
                    </a:cubicBezTo>
                    <a:cubicBezTo>
                      <a:pt x="5" y="20"/>
                      <a:pt x="5" y="20"/>
                      <a:pt x="5" y="20"/>
                    </a:cubicBezTo>
                    <a:cubicBezTo>
                      <a:pt x="5" y="20"/>
                      <a:pt x="5" y="20"/>
                      <a:pt x="5" y="20"/>
                    </a:cubicBezTo>
                    <a:cubicBezTo>
                      <a:pt x="6" y="18"/>
                      <a:pt x="6" y="18"/>
                      <a:pt x="6" y="18"/>
                    </a:cubicBezTo>
                    <a:cubicBezTo>
                      <a:pt x="23" y="0"/>
                      <a:pt x="23" y="0"/>
                      <a:pt x="23" y="0"/>
                    </a:cubicBezTo>
                    <a:cubicBezTo>
                      <a:pt x="29" y="0"/>
                      <a:pt x="29" y="0"/>
                      <a:pt x="29" y="0"/>
                    </a:cubicBezTo>
                    <a:cubicBezTo>
                      <a:pt x="10" y="20"/>
                      <a:pt x="10" y="20"/>
                      <a:pt x="10" y="20"/>
                    </a:cubicBezTo>
                    <a:lnTo>
                      <a:pt x="30" y="43"/>
                    </a:lnTo>
                    <a:close/>
                  </a:path>
                </a:pathLst>
              </a:custGeom>
              <a:solidFill>
                <a:srgbClr val="231F2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21" name="Freeform 20"/>
              <p:cNvSpPr>
                <a:spLocks noEditPoints="1"/>
              </p:cNvSpPr>
              <p:nvPr/>
            </p:nvSpPr>
            <p:spPr bwMode="auto">
              <a:xfrm>
                <a:off x="10929938" y="2028825"/>
                <a:ext cx="1168400" cy="1011238"/>
              </a:xfrm>
              <a:custGeom>
                <a:avLst/>
                <a:gdLst>
                  <a:gd name="T0" fmla="*/ 285 w 340"/>
                  <a:gd name="T1" fmla="*/ 56 h 294"/>
                  <a:gd name="T2" fmla="*/ 243 w 340"/>
                  <a:gd name="T3" fmla="*/ 56 h 294"/>
                  <a:gd name="T4" fmla="*/ 243 w 340"/>
                  <a:gd name="T5" fmla="*/ 10 h 294"/>
                  <a:gd name="T6" fmla="*/ 233 w 340"/>
                  <a:gd name="T7" fmla="*/ 0 h 294"/>
                  <a:gd name="T8" fmla="*/ 10 w 340"/>
                  <a:gd name="T9" fmla="*/ 0 h 294"/>
                  <a:gd name="T10" fmla="*/ 0 w 340"/>
                  <a:gd name="T11" fmla="*/ 10 h 294"/>
                  <a:gd name="T12" fmla="*/ 0 w 340"/>
                  <a:gd name="T13" fmla="*/ 271 h 294"/>
                  <a:gd name="T14" fmla="*/ 10 w 340"/>
                  <a:gd name="T15" fmla="*/ 281 h 294"/>
                  <a:gd name="T16" fmla="*/ 22 w 340"/>
                  <a:gd name="T17" fmla="*/ 281 h 294"/>
                  <a:gd name="T18" fmla="*/ 22 w 340"/>
                  <a:gd name="T19" fmla="*/ 294 h 294"/>
                  <a:gd name="T20" fmla="*/ 224 w 340"/>
                  <a:gd name="T21" fmla="*/ 294 h 294"/>
                  <a:gd name="T22" fmla="*/ 224 w 340"/>
                  <a:gd name="T23" fmla="*/ 281 h 294"/>
                  <a:gd name="T24" fmla="*/ 233 w 340"/>
                  <a:gd name="T25" fmla="*/ 281 h 294"/>
                  <a:gd name="T26" fmla="*/ 243 w 340"/>
                  <a:gd name="T27" fmla="*/ 271 h 294"/>
                  <a:gd name="T28" fmla="*/ 243 w 340"/>
                  <a:gd name="T29" fmla="*/ 219 h 294"/>
                  <a:gd name="T30" fmla="*/ 285 w 340"/>
                  <a:gd name="T31" fmla="*/ 219 h 294"/>
                  <a:gd name="T32" fmla="*/ 340 w 340"/>
                  <a:gd name="T33" fmla="*/ 164 h 294"/>
                  <a:gd name="T34" fmla="*/ 340 w 340"/>
                  <a:gd name="T35" fmla="*/ 112 h 294"/>
                  <a:gd name="T36" fmla="*/ 285 w 340"/>
                  <a:gd name="T37" fmla="*/ 56 h 294"/>
                  <a:gd name="T38" fmla="*/ 313 w 340"/>
                  <a:gd name="T39" fmla="*/ 164 h 294"/>
                  <a:gd name="T40" fmla="*/ 285 w 340"/>
                  <a:gd name="T41" fmla="*/ 192 h 294"/>
                  <a:gd name="T42" fmla="*/ 243 w 340"/>
                  <a:gd name="T43" fmla="*/ 192 h 294"/>
                  <a:gd name="T44" fmla="*/ 243 w 340"/>
                  <a:gd name="T45" fmla="*/ 84 h 294"/>
                  <a:gd name="T46" fmla="*/ 285 w 340"/>
                  <a:gd name="T47" fmla="*/ 84 h 294"/>
                  <a:gd name="T48" fmla="*/ 313 w 340"/>
                  <a:gd name="T49" fmla="*/ 112 h 294"/>
                  <a:gd name="T50" fmla="*/ 313 w 340"/>
                  <a:gd name="T51" fmla="*/ 164 h 2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340" h="294">
                    <a:moveTo>
                      <a:pt x="285" y="56"/>
                    </a:moveTo>
                    <a:cubicBezTo>
                      <a:pt x="243" y="56"/>
                      <a:pt x="243" y="56"/>
                      <a:pt x="243" y="56"/>
                    </a:cubicBezTo>
                    <a:cubicBezTo>
                      <a:pt x="243" y="10"/>
                      <a:pt x="243" y="10"/>
                      <a:pt x="243" y="10"/>
                    </a:cubicBezTo>
                    <a:cubicBezTo>
                      <a:pt x="243" y="5"/>
                      <a:pt x="239" y="0"/>
                      <a:pt x="233" y="0"/>
                    </a:cubicBezTo>
                    <a:cubicBezTo>
                      <a:pt x="10" y="0"/>
                      <a:pt x="10" y="0"/>
                      <a:pt x="10" y="0"/>
                    </a:cubicBezTo>
                    <a:cubicBezTo>
                      <a:pt x="5" y="0"/>
                      <a:pt x="0" y="5"/>
                      <a:pt x="0" y="10"/>
                    </a:cubicBezTo>
                    <a:cubicBezTo>
                      <a:pt x="0" y="271"/>
                      <a:pt x="0" y="271"/>
                      <a:pt x="0" y="271"/>
                    </a:cubicBezTo>
                    <a:cubicBezTo>
                      <a:pt x="0" y="276"/>
                      <a:pt x="5" y="281"/>
                      <a:pt x="10" y="281"/>
                    </a:cubicBezTo>
                    <a:cubicBezTo>
                      <a:pt x="22" y="281"/>
                      <a:pt x="22" y="281"/>
                      <a:pt x="22" y="281"/>
                    </a:cubicBezTo>
                    <a:cubicBezTo>
                      <a:pt x="22" y="294"/>
                      <a:pt x="22" y="294"/>
                      <a:pt x="22" y="294"/>
                    </a:cubicBezTo>
                    <a:cubicBezTo>
                      <a:pt x="224" y="294"/>
                      <a:pt x="224" y="294"/>
                      <a:pt x="224" y="294"/>
                    </a:cubicBezTo>
                    <a:cubicBezTo>
                      <a:pt x="224" y="281"/>
                      <a:pt x="224" y="281"/>
                      <a:pt x="224" y="281"/>
                    </a:cubicBezTo>
                    <a:cubicBezTo>
                      <a:pt x="233" y="281"/>
                      <a:pt x="233" y="281"/>
                      <a:pt x="233" y="281"/>
                    </a:cubicBezTo>
                    <a:cubicBezTo>
                      <a:pt x="239" y="281"/>
                      <a:pt x="243" y="276"/>
                      <a:pt x="243" y="271"/>
                    </a:cubicBezTo>
                    <a:cubicBezTo>
                      <a:pt x="243" y="219"/>
                      <a:pt x="243" y="219"/>
                      <a:pt x="243" y="219"/>
                    </a:cubicBezTo>
                    <a:cubicBezTo>
                      <a:pt x="285" y="219"/>
                      <a:pt x="285" y="219"/>
                      <a:pt x="285" y="219"/>
                    </a:cubicBezTo>
                    <a:cubicBezTo>
                      <a:pt x="316" y="219"/>
                      <a:pt x="340" y="195"/>
                      <a:pt x="340" y="164"/>
                    </a:cubicBezTo>
                    <a:cubicBezTo>
                      <a:pt x="340" y="112"/>
                      <a:pt x="340" y="112"/>
                      <a:pt x="340" y="112"/>
                    </a:cubicBezTo>
                    <a:cubicBezTo>
                      <a:pt x="340" y="81"/>
                      <a:pt x="316" y="56"/>
                      <a:pt x="285" y="56"/>
                    </a:cubicBezTo>
                    <a:close/>
                    <a:moveTo>
                      <a:pt x="313" y="164"/>
                    </a:moveTo>
                    <a:cubicBezTo>
                      <a:pt x="313" y="179"/>
                      <a:pt x="300" y="192"/>
                      <a:pt x="285" y="192"/>
                    </a:cubicBezTo>
                    <a:cubicBezTo>
                      <a:pt x="243" y="192"/>
                      <a:pt x="243" y="192"/>
                      <a:pt x="243" y="192"/>
                    </a:cubicBezTo>
                    <a:cubicBezTo>
                      <a:pt x="243" y="84"/>
                      <a:pt x="243" y="84"/>
                      <a:pt x="243" y="84"/>
                    </a:cubicBezTo>
                    <a:cubicBezTo>
                      <a:pt x="285" y="84"/>
                      <a:pt x="285" y="84"/>
                      <a:pt x="285" y="84"/>
                    </a:cubicBezTo>
                    <a:cubicBezTo>
                      <a:pt x="300" y="84"/>
                      <a:pt x="313" y="96"/>
                      <a:pt x="313" y="112"/>
                    </a:cubicBezTo>
                    <a:lnTo>
                      <a:pt x="313" y="164"/>
                    </a:lnTo>
                    <a:close/>
                  </a:path>
                </a:pathLst>
              </a:custGeom>
              <a:solidFill>
                <a:schemeClr val="accent4"/>
              </a:solidFill>
              <a:ln>
                <a:noFill/>
              </a:ln>
            </p:spPr>
            <p:txBody>
              <a:bodyPr vert="horz" wrap="square" lIns="91440" tIns="45720" rIns="91440" bIns="45720" numCol="1" anchor="t" anchorCtr="0" compatLnSpc="1">
                <a:prstTxWarp prst="textNoShape">
                  <a:avLst/>
                </a:prstTxWarp>
              </a:bodyPr>
              <a:lstStyle/>
              <a:p>
                <a:endParaRPr lang="en-US"/>
              </a:p>
            </p:txBody>
          </p:sp>
          <p:sp>
            <p:nvSpPr>
              <p:cNvPr id="522" name="Freeform 21"/>
              <p:cNvSpPr>
                <a:spLocks/>
              </p:cNvSpPr>
              <p:nvPr/>
            </p:nvSpPr>
            <p:spPr bwMode="auto">
              <a:xfrm>
                <a:off x="11077576" y="2424113"/>
                <a:ext cx="120650" cy="150813"/>
              </a:xfrm>
              <a:custGeom>
                <a:avLst/>
                <a:gdLst>
                  <a:gd name="T0" fmla="*/ 35 w 35"/>
                  <a:gd name="T1" fmla="*/ 41 h 44"/>
                  <a:gd name="T2" fmla="*/ 20 w 35"/>
                  <a:gd name="T3" fmla="*/ 44 h 44"/>
                  <a:gd name="T4" fmla="*/ 10 w 35"/>
                  <a:gd name="T5" fmla="*/ 42 h 44"/>
                  <a:gd name="T6" fmla="*/ 2 w 35"/>
                  <a:gd name="T7" fmla="*/ 34 h 44"/>
                  <a:gd name="T8" fmla="*/ 0 w 35"/>
                  <a:gd name="T9" fmla="*/ 23 h 44"/>
                  <a:gd name="T10" fmla="*/ 6 w 35"/>
                  <a:gd name="T11" fmla="*/ 6 h 44"/>
                  <a:gd name="T12" fmla="*/ 22 w 35"/>
                  <a:gd name="T13" fmla="*/ 0 h 44"/>
                  <a:gd name="T14" fmla="*/ 34 w 35"/>
                  <a:gd name="T15" fmla="*/ 2 h 44"/>
                  <a:gd name="T16" fmla="*/ 34 w 35"/>
                  <a:gd name="T17" fmla="*/ 8 h 44"/>
                  <a:gd name="T18" fmla="*/ 21 w 35"/>
                  <a:gd name="T19" fmla="*/ 4 h 44"/>
                  <a:gd name="T20" fmla="*/ 13 w 35"/>
                  <a:gd name="T21" fmla="*/ 7 h 44"/>
                  <a:gd name="T22" fmla="*/ 7 w 35"/>
                  <a:gd name="T23" fmla="*/ 13 h 44"/>
                  <a:gd name="T24" fmla="*/ 5 w 35"/>
                  <a:gd name="T25" fmla="*/ 22 h 44"/>
                  <a:gd name="T26" fmla="*/ 9 w 35"/>
                  <a:gd name="T27" fmla="*/ 35 h 44"/>
                  <a:gd name="T28" fmla="*/ 21 w 35"/>
                  <a:gd name="T29" fmla="*/ 40 h 44"/>
                  <a:gd name="T30" fmla="*/ 30 w 35"/>
                  <a:gd name="T31" fmla="*/ 38 h 44"/>
                  <a:gd name="T32" fmla="*/ 30 w 35"/>
                  <a:gd name="T33" fmla="*/ 26 h 44"/>
                  <a:gd name="T34" fmla="*/ 20 w 35"/>
                  <a:gd name="T35" fmla="*/ 26 h 44"/>
                  <a:gd name="T36" fmla="*/ 20 w 35"/>
                  <a:gd name="T37" fmla="*/ 21 h 44"/>
                  <a:gd name="T38" fmla="*/ 35 w 35"/>
                  <a:gd name="T39" fmla="*/ 21 h 44"/>
                  <a:gd name="T40" fmla="*/ 35 w 35"/>
                  <a:gd name="T41" fmla="*/ 41 h 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35" h="44">
                    <a:moveTo>
                      <a:pt x="35" y="41"/>
                    </a:moveTo>
                    <a:cubicBezTo>
                      <a:pt x="30" y="43"/>
                      <a:pt x="26" y="44"/>
                      <a:pt x="20" y="44"/>
                    </a:cubicBezTo>
                    <a:cubicBezTo>
                      <a:pt x="16" y="44"/>
                      <a:pt x="13" y="43"/>
                      <a:pt x="10" y="42"/>
                    </a:cubicBezTo>
                    <a:cubicBezTo>
                      <a:pt x="6" y="40"/>
                      <a:pt x="4" y="37"/>
                      <a:pt x="2" y="34"/>
                    </a:cubicBezTo>
                    <a:cubicBezTo>
                      <a:pt x="1" y="30"/>
                      <a:pt x="0" y="27"/>
                      <a:pt x="0" y="23"/>
                    </a:cubicBezTo>
                    <a:cubicBezTo>
                      <a:pt x="0" y="16"/>
                      <a:pt x="2" y="11"/>
                      <a:pt x="6" y="6"/>
                    </a:cubicBezTo>
                    <a:cubicBezTo>
                      <a:pt x="10" y="2"/>
                      <a:pt x="15" y="0"/>
                      <a:pt x="22" y="0"/>
                    </a:cubicBezTo>
                    <a:cubicBezTo>
                      <a:pt x="27" y="0"/>
                      <a:pt x="31" y="1"/>
                      <a:pt x="34" y="2"/>
                    </a:cubicBezTo>
                    <a:cubicBezTo>
                      <a:pt x="34" y="8"/>
                      <a:pt x="34" y="8"/>
                      <a:pt x="34" y="8"/>
                    </a:cubicBezTo>
                    <a:cubicBezTo>
                      <a:pt x="30" y="5"/>
                      <a:pt x="26" y="4"/>
                      <a:pt x="21" y="4"/>
                    </a:cubicBezTo>
                    <a:cubicBezTo>
                      <a:pt x="18" y="4"/>
                      <a:pt x="15" y="5"/>
                      <a:pt x="13" y="7"/>
                    </a:cubicBezTo>
                    <a:cubicBezTo>
                      <a:pt x="10" y="8"/>
                      <a:pt x="8" y="10"/>
                      <a:pt x="7" y="13"/>
                    </a:cubicBezTo>
                    <a:cubicBezTo>
                      <a:pt x="6" y="16"/>
                      <a:pt x="5" y="19"/>
                      <a:pt x="5" y="22"/>
                    </a:cubicBezTo>
                    <a:cubicBezTo>
                      <a:pt x="5" y="28"/>
                      <a:pt x="6" y="32"/>
                      <a:pt x="9" y="35"/>
                    </a:cubicBezTo>
                    <a:cubicBezTo>
                      <a:pt x="12" y="38"/>
                      <a:pt x="16" y="40"/>
                      <a:pt x="21" y="40"/>
                    </a:cubicBezTo>
                    <a:cubicBezTo>
                      <a:pt x="24" y="40"/>
                      <a:pt x="27" y="39"/>
                      <a:pt x="30" y="38"/>
                    </a:cubicBezTo>
                    <a:cubicBezTo>
                      <a:pt x="30" y="26"/>
                      <a:pt x="30" y="26"/>
                      <a:pt x="30" y="26"/>
                    </a:cubicBezTo>
                    <a:cubicBezTo>
                      <a:pt x="20" y="26"/>
                      <a:pt x="20" y="26"/>
                      <a:pt x="20" y="26"/>
                    </a:cubicBezTo>
                    <a:cubicBezTo>
                      <a:pt x="20" y="21"/>
                      <a:pt x="20" y="21"/>
                      <a:pt x="20" y="21"/>
                    </a:cubicBezTo>
                    <a:cubicBezTo>
                      <a:pt x="35" y="21"/>
                      <a:pt x="35" y="21"/>
                      <a:pt x="35" y="21"/>
                    </a:cubicBezTo>
                    <a:lnTo>
                      <a:pt x="35" y="41"/>
                    </a:lnTo>
                    <a:close/>
                  </a:path>
                </a:pathLst>
              </a:custGeom>
              <a:solidFill>
                <a:srgbClr val="231F2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23" name="Freeform 22"/>
              <p:cNvSpPr>
                <a:spLocks/>
              </p:cNvSpPr>
              <p:nvPr/>
            </p:nvSpPr>
            <p:spPr bwMode="auto">
              <a:xfrm>
                <a:off x="11256963" y="2427288"/>
                <a:ext cx="79375" cy="147638"/>
              </a:xfrm>
              <a:custGeom>
                <a:avLst/>
                <a:gdLst>
                  <a:gd name="T0" fmla="*/ 50 w 50"/>
                  <a:gd name="T1" fmla="*/ 93 h 93"/>
                  <a:gd name="T2" fmla="*/ 0 w 50"/>
                  <a:gd name="T3" fmla="*/ 93 h 93"/>
                  <a:gd name="T4" fmla="*/ 0 w 50"/>
                  <a:gd name="T5" fmla="*/ 0 h 93"/>
                  <a:gd name="T6" fmla="*/ 47 w 50"/>
                  <a:gd name="T7" fmla="*/ 0 h 93"/>
                  <a:gd name="T8" fmla="*/ 47 w 50"/>
                  <a:gd name="T9" fmla="*/ 9 h 93"/>
                  <a:gd name="T10" fmla="*/ 11 w 50"/>
                  <a:gd name="T11" fmla="*/ 9 h 93"/>
                  <a:gd name="T12" fmla="*/ 11 w 50"/>
                  <a:gd name="T13" fmla="*/ 39 h 93"/>
                  <a:gd name="T14" fmla="*/ 45 w 50"/>
                  <a:gd name="T15" fmla="*/ 39 h 93"/>
                  <a:gd name="T16" fmla="*/ 45 w 50"/>
                  <a:gd name="T17" fmla="*/ 50 h 93"/>
                  <a:gd name="T18" fmla="*/ 11 w 50"/>
                  <a:gd name="T19" fmla="*/ 50 h 93"/>
                  <a:gd name="T20" fmla="*/ 11 w 50"/>
                  <a:gd name="T21" fmla="*/ 83 h 93"/>
                  <a:gd name="T22" fmla="*/ 50 w 50"/>
                  <a:gd name="T23" fmla="*/ 83 h 93"/>
                  <a:gd name="T24" fmla="*/ 50 w 50"/>
                  <a:gd name="T25" fmla="*/ 93 h 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50" h="93">
                    <a:moveTo>
                      <a:pt x="50" y="93"/>
                    </a:moveTo>
                    <a:lnTo>
                      <a:pt x="0" y="93"/>
                    </a:lnTo>
                    <a:lnTo>
                      <a:pt x="0" y="0"/>
                    </a:lnTo>
                    <a:lnTo>
                      <a:pt x="47" y="0"/>
                    </a:lnTo>
                    <a:lnTo>
                      <a:pt x="47" y="9"/>
                    </a:lnTo>
                    <a:lnTo>
                      <a:pt x="11" y="9"/>
                    </a:lnTo>
                    <a:lnTo>
                      <a:pt x="11" y="39"/>
                    </a:lnTo>
                    <a:lnTo>
                      <a:pt x="45" y="39"/>
                    </a:lnTo>
                    <a:lnTo>
                      <a:pt x="45" y="50"/>
                    </a:lnTo>
                    <a:lnTo>
                      <a:pt x="11" y="50"/>
                    </a:lnTo>
                    <a:lnTo>
                      <a:pt x="11" y="83"/>
                    </a:lnTo>
                    <a:lnTo>
                      <a:pt x="50" y="83"/>
                    </a:lnTo>
                    <a:lnTo>
                      <a:pt x="50" y="93"/>
                    </a:lnTo>
                    <a:close/>
                  </a:path>
                </a:pathLst>
              </a:custGeom>
              <a:solidFill>
                <a:srgbClr val="231F2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24" name="Freeform 23"/>
              <p:cNvSpPr>
                <a:spLocks/>
              </p:cNvSpPr>
              <p:nvPr/>
            </p:nvSpPr>
            <p:spPr bwMode="auto">
              <a:xfrm>
                <a:off x="11387138" y="2427288"/>
                <a:ext cx="79375" cy="147638"/>
              </a:xfrm>
              <a:custGeom>
                <a:avLst/>
                <a:gdLst>
                  <a:gd name="T0" fmla="*/ 50 w 50"/>
                  <a:gd name="T1" fmla="*/ 93 h 93"/>
                  <a:gd name="T2" fmla="*/ 0 w 50"/>
                  <a:gd name="T3" fmla="*/ 93 h 93"/>
                  <a:gd name="T4" fmla="*/ 0 w 50"/>
                  <a:gd name="T5" fmla="*/ 0 h 93"/>
                  <a:gd name="T6" fmla="*/ 48 w 50"/>
                  <a:gd name="T7" fmla="*/ 0 h 93"/>
                  <a:gd name="T8" fmla="*/ 48 w 50"/>
                  <a:gd name="T9" fmla="*/ 9 h 93"/>
                  <a:gd name="T10" fmla="*/ 11 w 50"/>
                  <a:gd name="T11" fmla="*/ 9 h 93"/>
                  <a:gd name="T12" fmla="*/ 11 w 50"/>
                  <a:gd name="T13" fmla="*/ 39 h 93"/>
                  <a:gd name="T14" fmla="*/ 45 w 50"/>
                  <a:gd name="T15" fmla="*/ 39 h 93"/>
                  <a:gd name="T16" fmla="*/ 45 w 50"/>
                  <a:gd name="T17" fmla="*/ 50 h 93"/>
                  <a:gd name="T18" fmla="*/ 11 w 50"/>
                  <a:gd name="T19" fmla="*/ 50 h 93"/>
                  <a:gd name="T20" fmla="*/ 11 w 50"/>
                  <a:gd name="T21" fmla="*/ 83 h 93"/>
                  <a:gd name="T22" fmla="*/ 50 w 50"/>
                  <a:gd name="T23" fmla="*/ 83 h 93"/>
                  <a:gd name="T24" fmla="*/ 50 w 50"/>
                  <a:gd name="T25" fmla="*/ 93 h 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50" h="93">
                    <a:moveTo>
                      <a:pt x="50" y="93"/>
                    </a:moveTo>
                    <a:lnTo>
                      <a:pt x="0" y="93"/>
                    </a:lnTo>
                    <a:lnTo>
                      <a:pt x="0" y="0"/>
                    </a:lnTo>
                    <a:lnTo>
                      <a:pt x="48" y="0"/>
                    </a:lnTo>
                    <a:lnTo>
                      <a:pt x="48" y="9"/>
                    </a:lnTo>
                    <a:lnTo>
                      <a:pt x="11" y="9"/>
                    </a:lnTo>
                    <a:lnTo>
                      <a:pt x="11" y="39"/>
                    </a:lnTo>
                    <a:lnTo>
                      <a:pt x="45" y="39"/>
                    </a:lnTo>
                    <a:lnTo>
                      <a:pt x="45" y="50"/>
                    </a:lnTo>
                    <a:lnTo>
                      <a:pt x="11" y="50"/>
                    </a:lnTo>
                    <a:lnTo>
                      <a:pt x="11" y="83"/>
                    </a:lnTo>
                    <a:lnTo>
                      <a:pt x="50" y="83"/>
                    </a:lnTo>
                    <a:lnTo>
                      <a:pt x="50" y="93"/>
                    </a:lnTo>
                    <a:close/>
                  </a:path>
                </a:pathLst>
              </a:custGeom>
              <a:solidFill>
                <a:srgbClr val="231F2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25" name="Freeform 24"/>
              <p:cNvSpPr>
                <a:spLocks/>
              </p:cNvSpPr>
              <p:nvPr/>
            </p:nvSpPr>
            <p:spPr bwMode="auto">
              <a:xfrm>
                <a:off x="11517313" y="2427288"/>
                <a:ext cx="103188" cy="147638"/>
              </a:xfrm>
              <a:custGeom>
                <a:avLst/>
                <a:gdLst>
                  <a:gd name="T0" fmla="*/ 30 w 30"/>
                  <a:gd name="T1" fmla="*/ 43 h 43"/>
                  <a:gd name="T2" fmla="*/ 23 w 30"/>
                  <a:gd name="T3" fmla="*/ 43 h 43"/>
                  <a:gd name="T4" fmla="*/ 6 w 30"/>
                  <a:gd name="T5" fmla="*/ 23 h 43"/>
                  <a:gd name="T6" fmla="*/ 5 w 30"/>
                  <a:gd name="T7" fmla="*/ 21 h 43"/>
                  <a:gd name="T8" fmla="*/ 5 w 30"/>
                  <a:gd name="T9" fmla="*/ 21 h 43"/>
                  <a:gd name="T10" fmla="*/ 5 w 30"/>
                  <a:gd name="T11" fmla="*/ 43 h 43"/>
                  <a:gd name="T12" fmla="*/ 0 w 30"/>
                  <a:gd name="T13" fmla="*/ 43 h 43"/>
                  <a:gd name="T14" fmla="*/ 0 w 30"/>
                  <a:gd name="T15" fmla="*/ 0 h 43"/>
                  <a:gd name="T16" fmla="*/ 5 w 30"/>
                  <a:gd name="T17" fmla="*/ 0 h 43"/>
                  <a:gd name="T18" fmla="*/ 5 w 30"/>
                  <a:gd name="T19" fmla="*/ 20 h 43"/>
                  <a:gd name="T20" fmla="*/ 5 w 30"/>
                  <a:gd name="T21" fmla="*/ 20 h 43"/>
                  <a:gd name="T22" fmla="*/ 6 w 30"/>
                  <a:gd name="T23" fmla="*/ 18 h 43"/>
                  <a:gd name="T24" fmla="*/ 23 w 30"/>
                  <a:gd name="T25" fmla="*/ 0 h 43"/>
                  <a:gd name="T26" fmla="*/ 29 w 30"/>
                  <a:gd name="T27" fmla="*/ 0 h 43"/>
                  <a:gd name="T28" fmla="*/ 10 w 30"/>
                  <a:gd name="T29" fmla="*/ 20 h 43"/>
                  <a:gd name="T30" fmla="*/ 30 w 30"/>
                  <a:gd name="T31" fmla="*/ 43 h 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30" h="43">
                    <a:moveTo>
                      <a:pt x="30" y="43"/>
                    </a:moveTo>
                    <a:cubicBezTo>
                      <a:pt x="23" y="43"/>
                      <a:pt x="23" y="43"/>
                      <a:pt x="23" y="43"/>
                    </a:cubicBezTo>
                    <a:cubicBezTo>
                      <a:pt x="6" y="23"/>
                      <a:pt x="6" y="23"/>
                      <a:pt x="6" y="23"/>
                    </a:cubicBezTo>
                    <a:cubicBezTo>
                      <a:pt x="6" y="22"/>
                      <a:pt x="6" y="22"/>
                      <a:pt x="5" y="21"/>
                    </a:cubicBezTo>
                    <a:cubicBezTo>
                      <a:pt x="5" y="21"/>
                      <a:pt x="5" y="21"/>
                      <a:pt x="5" y="21"/>
                    </a:cubicBezTo>
                    <a:cubicBezTo>
                      <a:pt x="5" y="43"/>
                      <a:pt x="5" y="43"/>
                      <a:pt x="5" y="43"/>
                    </a:cubicBezTo>
                    <a:cubicBezTo>
                      <a:pt x="0" y="43"/>
                      <a:pt x="0" y="43"/>
                      <a:pt x="0" y="43"/>
                    </a:cubicBezTo>
                    <a:cubicBezTo>
                      <a:pt x="0" y="0"/>
                      <a:pt x="0" y="0"/>
                      <a:pt x="0" y="0"/>
                    </a:cubicBezTo>
                    <a:cubicBezTo>
                      <a:pt x="5" y="0"/>
                      <a:pt x="5" y="0"/>
                      <a:pt x="5" y="0"/>
                    </a:cubicBezTo>
                    <a:cubicBezTo>
                      <a:pt x="5" y="20"/>
                      <a:pt x="5" y="20"/>
                      <a:pt x="5" y="20"/>
                    </a:cubicBezTo>
                    <a:cubicBezTo>
                      <a:pt x="5" y="20"/>
                      <a:pt x="5" y="20"/>
                      <a:pt x="5" y="20"/>
                    </a:cubicBezTo>
                    <a:cubicBezTo>
                      <a:pt x="6" y="18"/>
                      <a:pt x="6" y="18"/>
                      <a:pt x="6" y="18"/>
                    </a:cubicBezTo>
                    <a:cubicBezTo>
                      <a:pt x="23" y="0"/>
                      <a:pt x="23" y="0"/>
                      <a:pt x="23" y="0"/>
                    </a:cubicBezTo>
                    <a:cubicBezTo>
                      <a:pt x="29" y="0"/>
                      <a:pt x="29" y="0"/>
                      <a:pt x="29" y="0"/>
                    </a:cubicBezTo>
                    <a:cubicBezTo>
                      <a:pt x="10" y="20"/>
                      <a:pt x="10" y="20"/>
                      <a:pt x="10" y="20"/>
                    </a:cubicBezTo>
                    <a:lnTo>
                      <a:pt x="30" y="43"/>
                    </a:lnTo>
                    <a:close/>
                  </a:path>
                </a:pathLst>
              </a:custGeom>
              <a:solidFill>
                <a:srgbClr val="231F2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26" name="Rectangle 25"/>
              <p:cNvSpPr>
                <a:spLocks noChangeArrowheads="1"/>
              </p:cNvSpPr>
              <p:nvPr/>
            </p:nvSpPr>
            <p:spPr bwMode="auto">
              <a:xfrm>
                <a:off x="11764963" y="2220913"/>
                <a:ext cx="76200" cy="96838"/>
              </a:xfrm>
              <a:prstGeom prst="rect">
                <a:avLst/>
              </a:prstGeom>
              <a:solidFill>
                <a:schemeClr val="accent4">
                  <a:lumMod val="7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527" name="Rectangle 26"/>
              <p:cNvSpPr>
                <a:spLocks noChangeArrowheads="1"/>
              </p:cNvSpPr>
              <p:nvPr/>
            </p:nvSpPr>
            <p:spPr bwMode="auto">
              <a:xfrm>
                <a:off x="11764963" y="2686050"/>
                <a:ext cx="76200" cy="95250"/>
              </a:xfrm>
              <a:prstGeom prst="rect">
                <a:avLst/>
              </a:prstGeom>
              <a:solidFill>
                <a:schemeClr val="accent4">
                  <a:lumMod val="75000"/>
                </a:schemeClr>
              </a:solidFill>
              <a:ln>
                <a:noFill/>
              </a:ln>
            </p:spPr>
            <p:txBody>
              <a:bodyPr vert="horz" wrap="square" lIns="91440" tIns="45720" rIns="91440" bIns="45720" numCol="1" anchor="t" anchorCtr="0" compatLnSpc="1">
                <a:prstTxWarp prst="textNoShape">
                  <a:avLst/>
                </a:prstTxWarp>
              </a:bodyPr>
              <a:lstStyle/>
              <a:p>
                <a:endParaRPr lang="en-US"/>
              </a:p>
            </p:txBody>
          </p:sp>
        </p:grpSp>
        <p:grpSp>
          <p:nvGrpSpPr>
            <p:cNvPr id="304" name="Group 303"/>
            <p:cNvGrpSpPr/>
            <p:nvPr/>
          </p:nvGrpSpPr>
          <p:grpSpPr>
            <a:xfrm>
              <a:off x="9311043" y="1715016"/>
              <a:ext cx="1509358" cy="1959682"/>
              <a:chOff x="9311043" y="1041916"/>
              <a:chExt cx="1509358" cy="1959682"/>
            </a:xfrm>
          </p:grpSpPr>
          <p:grpSp>
            <p:nvGrpSpPr>
              <p:cNvPr id="497" name="Group 496"/>
              <p:cNvGrpSpPr/>
              <p:nvPr/>
            </p:nvGrpSpPr>
            <p:grpSpPr>
              <a:xfrm>
                <a:off x="9311043" y="1041916"/>
                <a:ext cx="1509358" cy="1959682"/>
                <a:chOff x="2699562" y="3794641"/>
                <a:chExt cx="1412658" cy="1813061"/>
              </a:xfrm>
            </p:grpSpPr>
            <p:sp>
              <p:nvSpPr>
                <p:cNvPr id="501" name="Freeform 31"/>
                <p:cNvSpPr>
                  <a:spLocks/>
                </p:cNvSpPr>
                <p:nvPr/>
              </p:nvSpPr>
              <p:spPr bwMode="auto">
                <a:xfrm flipH="1">
                  <a:off x="2783003" y="3794641"/>
                  <a:ext cx="1329217" cy="1813061"/>
                </a:xfrm>
                <a:custGeom>
                  <a:avLst/>
                  <a:gdLst>
                    <a:gd name="T0" fmla="*/ 0 w 384"/>
                    <a:gd name="T1" fmla="*/ 28 h 474"/>
                    <a:gd name="T2" fmla="*/ 28 w 384"/>
                    <a:gd name="T3" fmla="*/ 0 h 474"/>
                    <a:gd name="T4" fmla="*/ 356 w 384"/>
                    <a:gd name="T5" fmla="*/ 0 h 474"/>
                    <a:gd name="T6" fmla="*/ 384 w 384"/>
                    <a:gd name="T7" fmla="*/ 28 h 474"/>
                    <a:gd name="T8" fmla="*/ 384 w 384"/>
                    <a:gd name="T9" fmla="*/ 445 h 474"/>
                    <a:gd name="T10" fmla="*/ 356 w 384"/>
                    <a:gd name="T11" fmla="*/ 474 h 474"/>
                    <a:gd name="T12" fmla="*/ 28 w 384"/>
                    <a:gd name="T13" fmla="*/ 474 h 474"/>
                    <a:gd name="T14" fmla="*/ 0 w 384"/>
                    <a:gd name="T15" fmla="*/ 445 h 474"/>
                    <a:gd name="T16" fmla="*/ 0 w 384"/>
                    <a:gd name="T17" fmla="*/ 28 h 4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84" h="474">
                      <a:moveTo>
                        <a:pt x="0" y="28"/>
                      </a:moveTo>
                      <a:cubicBezTo>
                        <a:pt x="0" y="13"/>
                        <a:pt x="12" y="0"/>
                        <a:pt x="28" y="0"/>
                      </a:cubicBezTo>
                      <a:cubicBezTo>
                        <a:pt x="356" y="0"/>
                        <a:pt x="356" y="0"/>
                        <a:pt x="356" y="0"/>
                      </a:cubicBezTo>
                      <a:cubicBezTo>
                        <a:pt x="371" y="0"/>
                        <a:pt x="384" y="13"/>
                        <a:pt x="384" y="28"/>
                      </a:cubicBezTo>
                      <a:cubicBezTo>
                        <a:pt x="384" y="445"/>
                        <a:pt x="384" y="445"/>
                        <a:pt x="384" y="445"/>
                      </a:cubicBezTo>
                      <a:cubicBezTo>
                        <a:pt x="384" y="461"/>
                        <a:pt x="371" y="474"/>
                        <a:pt x="356" y="474"/>
                      </a:cubicBezTo>
                      <a:cubicBezTo>
                        <a:pt x="28" y="474"/>
                        <a:pt x="28" y="474"/>
                        <a:pt x="28" y="474"/>
                      </a:cubicBezTo>
                      <a:cubicBezTo>
                        <a:pt x="12" y="474"/>
                        <a:pt x="0" y="461"/>
                        <a:pt x="0" y="445"/>
                      </a:cubicBezTo>
                      <a:lnTo>
                        <a:pt x="0" y="28"/>
                      </a:lnTo>
                      <a:close/>
                    </a:path>
                  </a:pathLst>
                </a:custGeom>
                <a:solidFill>
                  <a:srgbClr val="262626"/>
                </a:solidFill>
                <a:ln>
                  <a:noFill/>
                </a:ln>
              </p:spPr>
              <p:txBody>
                <a:bodyPr vert="horz" wrap="square" lIns="91440" tIns="45720" rIns="91440" bIns="45720" numCol="1" anchor="t" anchorCtr="0" compatLnSpc="1">
                  <a:prstTxWarp prst="textNoShape">
                    <a:avLst/>
                  </a:prstTxWarp>
                </a:bodyPr>
                <a:lstStyle/>
                <a:p>
                  <a:endParaRPr lang="en-US"/>
                </a:p>
              </p:txBody>
            </p:sp>
            <p:sp>
              <p:nvSpPr>
                <p:cNvPr id="502" name="Freeform 32"/>
                <p:cNvSpPr>
                  <a:spLocks/>
                </p:cNvSpPr>
                <p:nvPr/>
              </p:nvSpPr>
              <p:spPr bwMode="auto">
                <a:xfrm flipH="1">
                  <a:off x="2699562" y="5455182"/>
                  <a:ext cx="166880" cy="40816"/>
                </a:xfrm>
                <a:custGeom>
                  <a:avLst/>
                  <a:gdLst>
                    <a:gd name="T0" fmla="*/ 48 w 48"/>
                    <a:gd name="T1" fmla="*/ 6 h 11"/>
                    <a:gd name="T2" fmla="*/ 42 w 48"/>
                    <a:gd name="T3" fmla="*/ 11 h 11"/>
                    <a:gd name="T4" fmla="*/ 5 w 48"/>
                    <a:gd name="T5" fmla="*/ 11 h 11"/>
                    <a:gd name="T6" fmla="*/ 0 w 48"/>
                    <a:gd name="T7" fmla="*/ 6 h 11"/>
                    <a:gd name="T8" fmla="*/ 0 w 48"/>
                    <a:gd name="T9" fmla="*/ 6 h 11"/>
                    <a:gd name="T10" fmla="*/ 5 w 48"/>
                    <a:gd name="T11" fmla="*/ 0 h 11"/>
                    <a:gd name="T12" fmla="*/ 42 w 48"/>
                    <a:gd name="T13" fmla="*/ 0 h 11"/>
                    <a:gd name="T14" fmla="*/ 48 w 48"/>
                    <a:gd name="T15" fmla="*/ 6 h 1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8" h="11">
                      <a:moveTo>
                        <a:pt x="48" y="6"/>
                      </a:moveTo>
                      <a:cubicBezTo>
                        <a:pt x="48" y="9"/>
                        <a:pt x="45" y="11"/>
                        <a:pt x="42" y="11"/>
                      </a:cubicBezTo>
                      <a:cubicBezTo>
                        <a:pt x="5" y="11"/>
                        <a:pt x="5" y="11"/>
                        <a:pt x="5" y="11"/>
                      </a:cubicBezTo>
                      <a:cubicBezTo>
                        <a:pt x="2" y="11"/>
                        <a:pt x="0" y="9"/>
                        <a:pt x="0" y="6"/>
                      </a:cubicBezTo>
                      <a:cubicBezTo>
                        <a:pt x="0" y="6"/>
                        <a:pt x="0" y="6"/>
                        <a:pt x="0" y="6"/>
                      </a:cubicBezTo>
                      <a:cubicBezTo>
                        <a:pt x="0" y="3"/>
                        <a:pt x="2" y="0"/>
                        <a:pt x="5" y="0"/>
                      </a:cubicBezTo>
                      <a:cubicBezTo>
                        <a:pt x="42" y="0"/>
                        <a:pt x="42" y="0"/>
                        <a:pt x="42" y="0"/>
                      </a:cubicBezTo>
                      <a:cubicBezTo>
                        <a:pt x="45" y="0"/>
                        <a:pt x="48" y="3"/>
                        <a:pt x="48" y="6"/>
                      </a:cubicBezTo>
                      <a:close/>
                    </a:path>
                  </a:pathLst>
                </a:custGeom>
                <a:solidFill>
                  <a:srgbClr val="B2B2B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03" name="Freeform 33"/>
                <p:cNvSpPr>
                  <a:spLocks/>
                </p:cNvSpPr>
                <p:nvPr/>
              </p:nvSpPr>
              <p:spPr bwMode="auto">
                <a:xfrm flipH="1">
                  <a:off x="2699562" y="5334884"/>
                  <a:ext cx="166880" cy="42964"/>
                </a:xfrm>
                <a:custGeom>
                  <a:avLst/>
                  <a:gdLst>
                    <a:gd name="T0" fmla="*/ 48 w 48"/>
                    <a:gd name="T1" fmla="*/ 6 h 11"/>
                    <a:gd name="T2" fmla="*/ 42 w 48"/>
                    <a:gd name="T3" fmla="*/ 11 h 11"/>
                    <a:gd name="T4" fmla="*/ 5 w 48"/>
                    <a:gd name="T5" fmla="*/ 11 h 11"/>
                    <a:gd name="T6" fmla="*/ 0 w 48"/>
                    <a:gd name="T7" fmla="*/ 6 h 11"/>
                    <a:gd name="T8" fmla="*/ 0 w 48"/>
                    <a:gd name="T9" fmla="*/ 6 h 11"/>
                    <a:gd name="T10" fmla="*/ 5 w 48"/>
                    <a:gd name="T11" fmla="*/ 0 h 11"/>
                    <a:gd name="T12" fmla="*/ 42 w 48"/>
                    <a:gd name="T13" fmla="*/ 0 h 11"/>
                    <a:gd name="T14" fmla="*/ 48 w 48"/>
                    <a:gd name="T15" fmla="*/ 6 h 1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8" h="11">
                      <a:moveTo>
                        <a:pt x="48" y="6"/>
                      </a:moveTo>
                      <a:cubicBezTo>
                        <a:pt x="48" y="9"/>
                        <a:pt x="45" y="11"/>
                        <a:pt x="42" y="11"/>
                      </a:cubicBezTo>
                      <a:cubicBezTo>
                        <a:pt x="5" y="11"/>
                        <a:pt x="5" y="11"/>
                        <a:pt x="5" y="11"/>
                      </a:cubicBezTo>
                      <a:cubicBezTo>
                        <a:pt x="2" y="11"/>
                        <a:pt x="0" y="9"/>
                        <a:pt x="0" y="6"/>
                      </a:cubicBezTo>
                      <a:cubicBezTo>
                        <a:pt x="0" y="6"/>
                        <a:pt x="0" y="6"/>
                        <a:pt x="0" y="6"/>
                      </a:cubicBezTo>
                      <a:cubicBezTo>
                        <a:pt x="0" y="3"/>
                        <a:pt x="2" y="0"/>
                        <a:pt x="5" y="0"/>
                      </a:cubicBezTo>
                      <a:cubicBezTo>
                        <a:pt x="42" y="0"/>
                        <a:pt x="42" y="0"/>
                        <a:pt x="42" y="0"/>
                      </a:cubicBezTo>
                      <a:cubicBezTo>
                        <a:pt x="45" y="0"/>
                        <a:pt x="48" y="3"/>
                        <a:pt x="48" y="6"/>
                      </a:cubicBezTo>
                      <a:close/>
                    </a:path>
                  </a:pathLst>
                </a:custGeom>
                <a:solidFill>
                  <a:srgbClr val="B2B2B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04" name="Freeform 34"/>
                <p:cNvSpPr>
                  <a:spLocks/>
                </p:cNvSpPr>
                <p:nvPr/>
              </p:nvSpPr>
              <p:spPr bwMode="auto">
                <a:xfrm flipH="1">
                  <a:off x="2699562" y="5216734"/>
                  <a:ext cx="166880" cy="42964"/>
                </a:xfrm>
                <a:custGeom>
                  <a:avLst/>
                  <a:gdLst>
                    <a:gd name="T0" fmla="*/ 48 w 48"/>
                    <a:gd name="T1" fmla="*/ 5 h 11"/>
                    <a:gd name="T2" fmla="*/ 42 w 48"/>
                    <a:gd name="T3" fmla="*/ 11 h 11"/>
                    <a:gd name="T4" fmla="*/ 5 w 48"/>
                    <a:gd name="T5" fmla="*/ 11 h 11"/>
                    <a:gd name="T6" fmla="*/ 0 w 48"/>
                    <a:gd name="T7" fmla="*/ 5 h 11"/>
                    <a:gd name="T8" fmla="*/ 0 w 48"/>
                    <a:gd name="T9" fmla="*/ 5 h 11"/>
                    <a:gd name="T10" fmla="*/ 5 w 48"/>
                    <a:gd name="T11" fmla="*/ 0 h 11"/>
                    <a:gd name="T12" fmla="*/ 42 w 48"/>
                    <a:gd name="T13" fmla="*/ 0 h 11"/>
                    <a:gd name="T14" fmla="*/ 48 w 48"/>
                    <a:gd name="T15" fmla="*/ 5 h 1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8" h="11">
                      <a:moveTo>
                        <a:pt x="48" y="5"/>
                      </a:moveTo>
                      <a:cubicBezTo>
                        <a:pt x="48" y="8"/>
                        <a:pt x="45" y="11"/>
                        <a:pt x="42" y="11"/>
                      </a:cubicBezTo>
                      <a:cubicBezTo>
                        <a:pt x="5" y="11"/>
                        <a:pt x="5" y="11"/>
                        <a:pt x="5" y="11"/>
                      </a:cubicBezTo>
                      <a:cubicBezTo>
                        <a:pt x="2" y="11"/>
                        <a:pt x="0" y="8"/>
                        <a:pt x="0" y="5"/>
                      </a:cubicBezTo>
                      <a:cubicBezTo>
                        <a:pt x="0" y="5"/>
                        <a:pt x="0" y="5"/>
                        <a:pt x="0" y="5"/>
                      </a:cubicBezTo>
                      <a:cubicBezTo>
                        <a:pt x="0" y="2"/>
                        <a:pt x="2" y="0"/>
                        <a:pt x="5" y="0"/>
                      </a:cubicBezTo>
                      <a:cubicBezTo>
                        <a:pt x="42" y="0"/>
                        <a:pt x="42" y="0"/>
                        <a:pt x="42" y="0"/>
                      </a:cubicBezTo>
                      <a:cubicBezTo>
                        <a:pt x="45" y="0"/>
                        <a:pt x="48" y="2"/>
                        <a:pt x="48" y="5"/>
                      </a:cubicBezTo>
                      <a:close/>
                    </a:path>
                  </a:pathLst>
                </a:custGeom>
                <a:solidFill>
                  <a:srgbClr val="B2B2B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05" name="Freeform 35"/>
                <p:cNvSpPr>
                  <a:spLocks/>
                </p:cNvSpPr>
                <p:nvPr/>
              </p:nvSpPr>
              <p:spPr bwMode="auto">
                <a:xfrm flipH="1">
                  <a:off x="2699562" y="5098585"/>
                  <a:ext cx="166880" cy="42964"/>
                </a:xfrm>
                <a:custGeom>
                  <a:avLst/>
                  <a:gdLst>
                    <a:gd name="T0" fmla="*/ 48 w 48"/>
                    <a:gd name="T1" fmla="*/ 5 h 11"/>
                    <a:gd name="T2" fmla="*/ 42 w 48"/>
                    <a:gd name="T3" fmla="*/ 11 h 11"/>
                    <a:gd name="T4" fmla="*/ 5 w 48"/>
                    <a:gd name="T5" fmla="*/ 11 h 11"/>
                    <a:gd name="T6" fmla="*/ 0 w 48"/>
                    <a:gd name="T7" fmla="*/ 5 h 11"/>
                    <a:gd name="T8" fmla="*/ 0 w 48"/>
                    <a:gd name="T9" fmla="*/ 5 h 11"/>
                    <a:gd name="T10" fmla="*/ 5 w 48"/>
                    <a:gd name="T11" fmla="*/ 0 h 11"/>
                    <a:gd name="T12" fmla="*/ 42 w 48"/>
                    <a:gd name="T13" fmla="*/ 0 h 11"/>
                    <a:gd name="T14" fmla="*/ 48 w 48"/>
                    <a:gd name="T15" fmla="*/ 5 h 1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8" h="11">
                      <a:moveTo>
                        <a:pt x="48" y="5"/>
                      </a:moveTo>
                      <a:cubicBezTo>
                        <a:pt x="48" y="8"/>
                        <a:pt x="45" y="11"/>
                        <a:pt x="42" y="11"/>
                      </a:cubicBezTo>
                      <a:cubicBezTo>
                        <a:pt x="5" y="11"/>
                        <a:pt x="5" y="11"/>
                        <a:pt x="5" y="11"/>
                      </a:cubicBezTo>
                      <a:cubicBezTo>
                        <a:pt x="2" y="11"/>
                        <a:pt x="0" y="8"/>
                        <a:pt x="0" y="5"/>
                      </a:cubicBezTo>
                      <a:cubicBezTo>
                        <a:pt x="0" y="5"/>
                        <a:pt x="0" y="5"/>
                        <a:pt x="0" y="5"/>
                      </a:cubicBezTo>
                      <a:cubicBezTo>
                        <a:pt x="0" y="2"/>
                        <a:pt x="2" y="0"/>
                        <a:pt x="5" y="0"/>
                      </a:cubicBezTo>
                      <a:cubicBezTo>
                        <a:pt x="42" y="0"/>
                        <a:pt x="42" y="0"/>
                        <a:pt x="42" y="0"/>
                      </a:cubicBezTo>
                      <a:cubicBezTo>
                        <a:pt x="45" y="0"/>
                        <a:pt x="48" y="2"/>
                        <a:pt x="48" y="5"/>
                      </a:cubicBezTo>
                      <a:close/>
                    </a:path>
                  </a:pathLst>
                </a:custGeom>
                <a:solidFill>
                  <a:srgbClr val="B2B2B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06" name="Freeform 36"/>
                <p:cNvSpPr>
                  <a:spLocks/>
                </p:cNvSpPr>
                <p:nvPr/>
              </p:nvSpPr>
              <p:spPr bwMode="auto">
                <a:xfrm flipH="1">
                  <a:off x="2699562" y="4976138"/>
                  <a:ext cx="166880" cy="42964"/>
                </a:xfrm>
                <a:custGeom>
                  <a:avLst/>
                  <a:gdLst>
                    <a:gd name="T0" fmla="*/ 48 w 48"/>
                    <a:gd name="T1" fmla="*/ 6 h 11"/>
                    <a:gd name="T2" fmla="*/ 42 w 48"/>
                    <a:gd name="T3" fmla="*/ 11 h 11"/>
                    <a:gd name="T4" fmla="*/ 5 w 48"/>
                    <a:gd name="T5" fmla="*/ 11 h 11"/>
                    <a:gd name="T6" fmla="*/ 0 w 48"/>
                    <a:gd name="T7" fmla="*/ 6 h 11"/>
                    <a:gd name="T8" fmla="*/ 0 w 48"/>
                    <a:gd name="T9" fmla="*/ 6 h 11"/>
                    <a:gd name="T10" fmla="*/ 5 w 48"/>
                    <a:gd name="T11" fmla="*/ 0 h 11"/>
                    <a:gd name="T12" fmla="*/ 42 w 48"/>
                    <a:gd name="T13" fmla="*/ 0 h 11"/>
                    <a:gd name="T14" fmla="*/ 48 w 48"/>
                    <a:gd name="T15" fmla="*/ 6 h 1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8" h="11">
                      <a:moveTo>
                        <a:pt x="48" y="6"/>
                      </a:moveTo>
                      <a:cubicBezTo>
                        <a:pt x="48" y="9"/>
                        <a:pt x="45" y="11"/>
                        <a:pt x="42" y="11"/>
                      </a:cubicBezTo>
                      <a:cubicBezTo>
                        <a:pt x="5" y="11"/>
                        <a:pt x="5" y="11"/>
                        <a:pt x="5" y="11"/>
                      </a:cubicBezTo>
                      <a:cubicBezTo>
                        <a:pt x="2" y="11"/>
                        <a:pt x="0" y="9"/>
                        <a:pt x="0" y="6"/>
                      </a:cubicBezTo>
                      <a:cubicBezTo>
                        <a:pt x="0" y="6"/>
                        <a:pt x="0" y="6"/>
                        <a:pt x="0" y="6"/>
                      </a:cubicBezTo>
                      <a:cubicBezTo>
                        <a:pt x="0" y="3"/>
                        <a:pt x="2" y="0"/>
                        <a:pt x="5" y="0"/>
                      </a:cubicBezTo>
                      <a:cubicBezTo>
                        <a:pt x="42" y="0"/>
                        <a:pt x="42" y="0"/>
                        <a:pt x="42" y="0"/>
                      </a:cubicBezTo>
                      <a:cubicBezTo>
                        <a:pt x="45" y="0"/>
                        <a:pt x="48" y="3"/>
                        <a:pt x="48" y="6"/>
                      </a:cubicBezTo>
                      <a:close/>
                    </a:path>
                  </a:pathLst>
                </a:custGeom>
                <a:solidFill>
                  <a:srgbClr val="B2B2B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07" name="Freeform 37"/>
                <p:cNvSpPr>
                  <a:spLocks/>
                </p:cNvSpPr>
                <p:nvPr/>
              </p:nvSpPr>
              <p:spPr bwMode="auto">
                <a:xfrm flipH="1">
                  <a:off x="2699562" y="4857989"/>
                  <a:ext cx="166880" cy="40816"/>
                </a:xfrm>
                <a:custGeom>
                  <a:avLst/>
                  <a:gdLst>
                    <a:gd name="T0" fmla="*/ 48 w 48"/>
                    <a:gd name="T1" fmla="*/ 6 h 11"/>
                    <a:gd name="T2" fmla="*/ 42 w 48"/>
                    <a:gd name="T3" fmla="*/ 11 h 11"/>
                    <a:gd name="T4" fmla="*/ 5 w 48"/>
                    <a:gd name="T5" fmla="*/ 11 h 11"/>
                    <a:gd name="T6" fmla="*/ 0 w 48"/>
                    <a:gd name="T7" fmla="*/ 6 h 11"/>
                    <a:gd name="T8" fmla="*/ 0 w 48"/>
                    <a:gd name="T9" fmla="*/ 6 h 11"/>
                    <a:gd name="T10" fmla="*/ 5 w 48"/>
                    <a:gd name="T11" fmla="*/ 0 h 11"/>
                    <a:gd name="T12" fmla="*/ 42 w 48"/>
                    <a:gd name="T13" fmla="*/ 0 h 11"/>
                    <a:gd name="T14" fmla="*/ 48 w 48"/>
                    <a:gd name="T15" fmla="*/ 6 h 1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8" h="11">
                      <a:moveTo>
                        <a:pt x="48" y="6"/>
                      </a:moveTo>
                      <a:cubicBezTo>
                        <a:pt x="48" y="9"/>
                        <a:pt x="45" y="11"/>
                        <a:pt x="42" y="11"/>
                      </a:cubicBezTo>
                      <a:cubicBezTo>
                        <a:pt x="5" y="11"/>
                        <a:pt x="5" y="11"/>
                        <a:pt x="5" y="11"/>
                      </a:cubicBezTo>
                      <a:cubicBezTo>
                        <a:pt x="2" y="11"/>
                        <a:pt x="0" y="9"/>
                        <a:pt x="0" y="6"/>
                      </a:cubicBezTo>
                      <a:cubicBezTo>
                        <a:pt x="0" y="6"/>
                        <a:pt x="0" y="6"/>
                        <a:pt x="0" y="6"/>
                      </a:cubicBezTo>
                      <a:cubicBezTo>
                        <a:pt x="0" y="3"/>
                        <a:pt x="2" y="0"/>
                        <a:pt x="5" y="0"/>
                      </a:cubicBezTo>
                      <a:cubicBezTo>
                        <a:pt x="42" y="0"/>
                        <a:pt x="42" y="0"/>
                        <a:pt x="42" y="0"/>
                      </a:cubicBezTo>
                      <a:cubicBezTo>
                        <a:pt x="45" y="0"/>
                        <a:pt x="48" y="3"/>
                        <a:pt x="48" y="6"/>
                      </a:cubicBezTo>
                      <a:close/>
                    </a:path>
                  </a:pathLst>
                </a:custGeom>
                <a:solidFill>
                  <a:srgbClr val="B2B2B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08" name="Freeform 38"/>
                <p:cNvSpPr>
                  <a:spLocks/>
                </p:cNvSpPr>
                <p:nvPr/>
              </p:nvSpPr>
              <p:spPr bwMode="auto">
                <a:xfrm flipH="1">
                  <a:off x="2699562" y="4739839"/>
                  <a:ext cx="166880" cy="40816"/>
                </a:xfrm>
                <a:custGeom>
                  <a:avLst/>
                  <a:gdLst>
                    <a:gd name="T0" fmla="*/ 48 w 48"/>
                    <a:gd name="T1" fmla="*/ 5 h 11"/>
                    <a:gd name="T2" fmla="*/ 42 w 48"/>
                    <a:gd name="T3" fmla="*/ 11 h 11"/>
                    <a:gd name="T4" fmla="*/ 5 w 48"/>
                    <a:gd name="T5" fmla="*/ 11 h 11"/>
                    <a:gd name="T6" fmla="*/ 0 w 48"/>
                    <a:gd name="T7" fmla="*/ 5 h 11"/>
                    <a:gd name="T8" fmla="*/ 0 w 48"/>
                    <a:gd name="T9" fmla="*/ 5 h 11"/>
                    <a:gd name="T10" fmla="*/ 5 w 48"/>
                    <a:gd name="T11" fmla="*/ 0 h 11"/>
                    <a:gd name="T12" fmla="*/ 42 w 48"/>
                    <a:gd name="T13" fmla="*/ 0 h 11"/>
                    <a:gd name="T14" fmla="*/ 48 w 48"/>
                    <a:gd name="T15" fmla="*/ 5 h 1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8" h="11">
                      <a:moveTo>
                        <a:pt x="48" y="5"/>
                      </a:moveTo>
                      <a:cubicBezTo>
                        <a:pt x="48" y="8"/>
                        <a:pt x="45" y="11"/>
                        <a:pt x="42" y="11"/>
                      </a:cubicBezTo>
                      <a:cubicBezTo>
                        <a:pt x="5" y="11"/>
                        <a:pt x="5" y="11"/>
                        <a:pt x="5" y="11"/>
                      </a:cubicBezTo>
                      <a:cubicBezTo>
                        <a:pt x="2" y="11"/>
                        <a:pt x="0" y="8"/>
                        <a:pt x="0" y="5"/>
                      </a:cubicBezTo>
                      <a:cubicBezTo>
                        <a:pt x="0" y="5"/>
                        <a:pt x="0" y="5"/>
                        <a:pt x="0" y="5"/>
                      </a:cubicBezTo>
                      <a:cubicBezTo>
                        <a:pt x="0" y="2"/>
                        <a:pt x="2" y="0"/>
                        <a:pt x="5" y="0"/>
                      </a:cubicBezTo>
                      <a:cubicBezTo>
                        <a:pt x="42" y="0"/>
                        <a:pt x="42" y="0"/>
                        <a:pt x="42" y="0"/>
                      </a:cubicBezTo>
                      <a:cubicBezTo>
                        <a:pt x="45" y="0"/>
                        <a:pt x="48" y="2"/>
                        <a:pt x="48" y="5"/>
                      </a:cubicBezTo>
                      <a:close/>
                    </a:path>
                  </a:pathLst>
                </a:custGeom>
                <a:solidFill>
                  <a:srgbClr val="B2B2B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09" name="Freeform 39"/>
                <p:cNvSpPr>
                  <a:spLocks/>
                </p:cNvSpPr>
                <p:nvPr/>
              </p:nvSpPr>
              <p:spPr bwMode="auto">
                <a:xfrm flipH="1">
                  <a:off x="2699562" y="4621690"/>
                  <a:ext cx="166880" cy="40816"/>
                </a:xfrm>
                <a:custGeom>
                  <a:avLst/>
                  <a:gdLst>
                    <a:gd name="T0" fmla="*/ 48 w 48"/>
                    <a:gd name="T1" fmla="*/ 5 h 11"/>
                    <a:gd name="T2" fmla="*/ 42 w 48"/>
                    <a:gd name="T3" fmla="*/ 11 h 11"/>
                    <a:gd name="T4" fmla="*/ 5 w 48"/>
                    <a:gd name="T5" fmla="*/ 11 h 11"/>
                    <a:gd name="T6" fmla="*/ 0 w 48"/>
                    <a:gd name="T7" fmla="*/ 5 h 11"/>
                    <a:gd name="T8" fmla="*/ 0 w 48"/>
                    <a:gd name="T9" fmla="*/ 5 h 11"/>
                    <a:gd name="T10" fmla="*/ 5 w 48"/>
                    <a:gd name="T11" fmla="*/ 0 h 11"/>
                    <a:gd name="T12" fmla="*/ 42 w 48"/>
                    <a:gd name="T13" fmla="*/ 0 h 11"/>
                    <a:gd name="T14" fmla="*/ 48 w 48"/>
                    <a:gd name="T15" fmla="*/ 5 h 1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8" h="11">
                      <a:moveTo>
                        <a:pt x="48" y="5"/>
                      </a:moveTo>
                      <a:cubicBezTo>
                        <a:pt x="48" y="8"/>
                        <a:pt x="45" y="11"/>
                        <a:pt x="42" y="11"/>
                      </a:cubicBezTo>
                      <a:cubicBezTo>
                        <a:pt x="5" y="11"/>
                        <a:pt x="5" y="11"/>
                        <a:pt x="5" y="11"/>
                      </a:cubicBezTo>
                      <a:cubicBezTo>
                        <a:pt x="2" y="11"/>
                        <a:pt x="0" y="8"/>
                        <a:pt x="0" y="5"/>
                      </a:cubicBezTo>
                      <a:cubicBezTo>
                        <a:pt x="0" y="5"/>
                        <a:pt x="0" y="5"/>
                        <a:pt x="0" y="5"/>
                      </a:cubicBezTo>
                      <a:cubicBezTo>
                        <a:pt x="0" y="2"/>
                        <a:pt x="2" y="0"/>
                        <a:pt x="5" y="0"/>
                      </a:cubicBezTo>
                      <a:cubicBezTo>
                        <a:pt x="42" y="0"/>
                        <a:pt x="42" y="0"/>
                        <a:pt x="42" y="0"/>
                      </a:cubicBezTo>
                      <a:cubicBezTo>
                        <a:pt x="45" y="0"/>
                        <a:pt x="48" y="2"/>
                        <a:pt x="48" y="5"/>
                      </a:cubicBezTo>
                      <a:close/>
                    </a:path>
                  </a:pathLst>
                </a:custGeom>
                <a:solidFill>
                  <a:srgbClr val="B2B2B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10" name="Freeform 40"/>
                <p:cNvSpPr>
                  <a:spLocks/>
                </p:cNvSpPr>
                <p:nvPr/>
              </p:nvSpPr>
              <p:spPr bwMode="auto">
                <a:xfrm flipH="1">
                  <a:off x="2699562" y="4501392"/>
                  <a:ext cx="166880" cy="38667"/>
                </a:xfrm>
                <a:custGeom>
                  <a:avLst/>
                  <a:gdLst>
                    <a:gd name="T0" fmla="*/ 48 w 48"/>
                    <a:gd name="T1" fmla="*/ 5 h 10"/>
                    <a:gd name="T2" fmla="*/ 42 w 48"/>
                    <a:gd name="T3" fmla="*/ 10 h 10"/>
                    <a:gd name="T4" fmla="*/ 5 w 48"/>
                    <a:gd name="T5" fmla="*/ 10 h 10"/>
                    <a:gd name="T6" fmla="*/ 0 w 48"/>
                    <a:gd name="T7" fmla="*/ 5 h 10"/>
                    <a:gd name="T8" fmla="*/ 0 w 48"/>
                    <a:gd name="T9" fmla="*/ 5 h 10"/>
                    <a:gd name="T10" fmla="*/ 5 w 48"/>
                    <a:gd name="T11" fmla="*/ 0 h 10"/>
                    <a:gd name="T12" fmla="*/ 42 w 48"/>
                    <a:gd name="T13" fmla="*/ 0 h 10"/>
                    <a:gd name="T14" fmla="*/ 48 w 48"/>
                    <a:gd name="T15" fmla="*/ 5 h 1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8" h="10">
                      <a:moveTo>
                        <a:pt x="48" y="5"/>
                      </a:moveTo>
                      <a:cubicBezTo>
                        <a:pt x="48" y="8"/>
                        <a:pt x="45" y="10"/>
                        <a:pt x="42" y="10"/>
                      </a:cubicBezTo>
                      <a:cubicBezTo>
                        <a:pt x="5" y="10"/>
                        <a:pt x="5" y="10"/>
                        <a:pt x="5" y="10"/>
                      </a:cubicBezTo>
                      <a:cubicBezTo>
                        <a:pt x="2" y="10"/>
                        <a:pt x="0" y="8"/>
                        <a:pt x="0" y="5"/>
                      </a:cubicBezTo>
                      <a:cubicBezTo>
                        <a:pt x="0" y="5"/>
                        <a:pt x="0" y="5"/>
                        <a:pt x="0" y="5"/>
                      </a:cubicBezTo>
                      <a:cubicBezTo>
                        <a:pt x="0" y="2"/>
                        <a:pt x="2" y="0"/>
                        <a:pt x="5" y="0"/>
                      </a:cubicBezTo>
                      <a:cubicBezTo>
                        <a:pt x="42" y="0"/>
                        <a:pt x="42" y="0"/>
                        <a:pt x="42" y="0"/>
                      </a:cubicBezTo>
                      <a:cubicBezTo>
                        <a:pt x="45" y="0"/>
                        <a:pt x="48" y="2"/>
                        <a:pt x="48" y="5"/>
                      </a:cubicBezTo>
                      <a:close/>
                    </a:path>
                  </a:pathLst>
                </a:custGeom>
                <a:solidFill>
                  <a:srgbClr val="B2B2B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11" name="Freeform 41"/>
                <p:cNvSpPr>
                  <a:spLocks/>
                </p:cNvSpPr>
                <p:nvPr/>
              </p:nvSpPr>
              <p:spPr bwMode="auto">
                <a:xfrm flipH="1">
                  <a:off x="2699562" y="4378945"/>
                  <a:ext cx="166880" cy="42964"/>
                </a:xfrm>
                <a:custGeom>
                  <a:avLst/>
                  <a:gdLst>
                    <a:gd name="T0" fmla="*/ 48 w 48"/>
                    <a:gd name="T1" fmla="*/ 6 h 11"/>
                    <a:gd name="T2" fmla="*/ 42 w 48"/>
                    <a:gd name="T3" fmla="*/ 11 h 11"/>
                    <a:gd name="T4" fmla="*/ 5 w 48"/>
                    <a:gd name="T5" fmla="*/ 11 h 11"/>
                    <a:gd name="T6" fmla="*/ 0 w 48"/>
                    <a:gd name="T7" fmla="*/ 6 h 11"/>
                    <a:gd name="T8" fmla="*/ 0 w 48"/>
                    <a:gd name="T9" fmla="*/ 6 h 11"/>
                    <a:gd name="T10" fmla="*/ 5 w 48"/>
                    <a:gd name="T11" fmla="*/ 0 h 11"/>
                    <a:gd name="T12" fmla="*/ 42 w 48"/>
                    <a:gd name="T13" fmla="*/ 0 h 11"/>
                    <a:gd name="T14" fmla="*/ 48 w 48"/>
                    <a:gd name="T15" fmla="*/ 6 h 1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8" h="11">
                      <a:moveTo>
                        <a:pt x="48" y="6"/>
                      </a:moveTo>
                      <a:cubicBezTo>
                        <a:pt x="48" y="9"/>
                        <a:pt x="45" y="11"/>
                        <a:pt x="42" y="11"/>
                      </a:cubicBezTo>
                      <a:cubicBezTo>
                        <a:pt x="5" y="11"/>
                        <a:pt x="5" y="11"/>
                        <a:pt x="5" y="11"/>
                      </a:cubicBezTo>
                      <a:cubicBezTo>
                        <a:pt x="2" y="11"/>
                        <a:pt x="0" y="9"/>
                        <a:pt x="0" y="6"/>
                      </a:cubicBezTo>
                      <a:cubicBezTo>
                        <a:pt x="0" y="6"/>
                        <a:pt x="0" y="6"/>
                        <a:pt x="0" y="6"/>
                      </a:cubicBezTo>
                      <a:cubicBezTo>
                        <a:pt x="0" y="3"/>
                        <a:pt x="2" y="0"/>
                        <a:pt x="5" y="0"/>
                      </a:cubicBezTo>
                      <a:cubicBezTo>
                        <a:pt x="42" y="0"/>
                        <a:pt x="42" y="0"/>
                        <a:pt x="42" y="0"/>
                      </a:cubicBezTo>
                      <a:cubicBezTo>
                        <a:pt x="45" y="0"/>
                        <a:pt x="48" y="3"/>
                        <a:pt x="48" y="6"/>
                      </a:cubicBezTo>
                      <a:close/>
                    </a:path>
                  </a:pathLst>
                </a:custGeom>
                <a:solidFill>
                  <a:srgbClr val="B2B2B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12" name="Freeform 42"/>
                <p:cNvSpPr>
                  <a:spLocks/>
                </p:cNvSpPr>
                <p:nvPr/>
              </p:nvSpPr>
              <p:spPr bwMode="auto">
                <a:xfrm flipH="1">
                  <a:off x="2699562" y="4260796"/>
                  <a:ext cx="166880" cy="42964"/>
                </a:xfrm>
                <a:custGeom>
                  <a:avLst/>
                  <a:gdLst>
                    <a:gd name="T0" fmla="*/ 48 w 48"/>
                    <a:gd name="T1" fmla="*/ 5 h 11"/>
                    <a:gd name="T2" fmla="*/ 42 w 48"/>
                    <a:gd name="T3" fmla="*/ 11 h 11"/>
                    <a:gd name="T4" fmla="*/ 5 w 48"/>
                    <a:gd name="T5" fmla="*/ 11 h 11"/>
                    <a:gd name="T6" fmla="*/ 0 w 48"/>
                    <a:gd name="T7" fmla="*/ 5 h 11"/>
                    <a:gd name="T8" fmla="*/ 0 w 48"/>
                    <a:gd name="T9" fmla="*/ 5 h 11"/>
                    <a:gd name="T10" fmla="*/ 5 w 48"/>
                    <a:gd name="T11" fmla="*/ 0 h 11"/>
                    <a:gd name="T12" fmla="*/ 42 w 48"/>
                    <a:gd name="T13" fmla="*/ 0 h 11"/>
                    <a:gd name="T14" fmla="*/ 48 w 48"/>
                    <a:gd name="T15" fmla="*/ 5 h 1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8" h="11">
                      <a:moveTo>
                        <a:pt x="48" y="5"/>
                      </a:moveTo>
                      <a:cubicBezTo>
                        <a:pt x="48" y="8"/>
                        <a:pt x="45" y="11"/>
                        <a:pt x="42" y="11"/>
                      </a:cubicBezTo>
                      <a:cubicBezTo>
                        <a:pt x="5" y="11"/>
                        <a:pt x="5" y="11"/>
                        <a:pt x="5" y="11"/>
                      </a:cubicBezTo>
                      <a:cubicBezTo>
                        <a:pt x="2" y="11"/>
                        <a:pt x="0" y="8"/>
                        <a:pt x="0" y="5"/>
                      </a:cubicBezTo>
                      <a:cubicBezTo>
                        <a:pt x="0" y="5"/>
                        <a:pt x="0" y="5"/>
                        <a:pt x="0" y="5"/>
                      </a:cubicBezTo>
                      <a:cubicBezTo>
                        <a:pt x="0" y="2"/>
                        <a:pt x="2" y="0"/>
                        <a:pt x="5" y="0"/>
                      </a:cubicBezTo>
                      <a:cubicBezTo>
                        <a:pt x="42" y="0"/>
                        <a:pt x="42" y="0"/>
                        <a:pt x="42" y="0"/>
                      </a:cubicBezTo>
                      <a:cubicBezTo>
                        <a:pt x="45" y="0"/>
                        <a:pt x="48" y="2"/>
                        <a:pt x="48" y="5"/>
                      </a:cubicBezTo>
                      <a:close/>
                    </a:path>
                  </a:pathLst>
                </a:custGeom>
                <a:solidFill>
                  <a:srgbClr val="B2B2B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13" name="Freeform 43"/>
                <p:cNvSpPr>
                  <a:spLocks/>
                </p:cNvSpPr>
                <p:nvPr/>
              </p:nvSpPr>
              <p:spPr bwMode="auto">
                <a:xfrm flipH="1">
                  <a:off x="2699562" y="4142646"/>
                  <a:ext cx="166880" cy="42964"/>
                </a:xfrm>
                <a:custGeom>
                  <a:avLst/>
                  <a:gdLst>
                    <a:gd name="T0" fmla="*/ 48 w 48"/>
                    <a:gd name="T1" fmla="*/ 5 h 11"/>
                    <a:gd name="T2" fmla="*/ 42 w 48"/>
                    <a:gd name="T3" fmla="*/ 11 h 11"/>
                    <a:gd name="T4" fmla="*/ 5 w 48"/>
                    <a:gd name="T5" fmla="*/ 11 h 11"/>
                    <a:gd name="T6" fmla="*/ 0 w 48"/>
                    <a:gd name="T7" fmla="*/ 5 h 11"/>
                    <a:gd name="T8" fmla="*/ 0 w 48"/>
                    <a:gd name="T9" fmla="*/ 5 h 11"/>
                    <a:gd name="T10" fmla="*/ 5 w 48"/>
                    <a:gd name="T11" fmla="*/ 0 h 11"/>
                    <a:gd name="T12" fmla="*/ 42 w 48"/>
                    <a:gd name="T13" fmla="*/ 0 h 11"/>
                    <a:gd name="T14" fmla="*/ 48 w 48"/>
                    <a:gd name="T15" fmla="*/ 5 h 1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8" h="11">
                      <a:moveTo>
                        <a:pt x="48" y="5"/>
                      </a:moveTo>
                      <a:cubicBezTo>
                        <a:pt x="48" y="8"/>
                        <a:pt x="45" y="11"/>
                        <a:pt x="42" y="11"/>
                      </a:cubicBezTo>
                      <a:cubicBezTo>
                        <a:pt x="5" y="11"/>
                        <a:pt x="5" y="11"/>
                        <a:pt x="5" y="11"/>
                      </a:cubicBezTo>
                      <a:cubicBezTo>
                        <a:pt x="2" y="11"/>
                        <a:pt x="0" y="8"/>
                        <a:pt x="0" y="5"/>
                      </a:cubicBezTo>
                      <a:cubicBezTo>
                        <a:pt x="0" y="5"/>
                        <a:pt x="0" y="5"/>
                        <a:pt x="0" y="5"/>
                      </a:cubicBezTo>
                      <a:cubicBezTo>
                        <a:pt x="0" y="2"/>
                        <a:pt x="2" y="0"/>
                        <a:pt x="5" y="0"/>
                      </a:cubicBezTo>
                      <a:cubicBezTo>
                        <a:pt x="42" y="0"/>
                        <a:pt x="42" y="0"/>
                        <a:pt x="42" y="0"/>
                      </a:cubicBezTo>
                      <a:cubicBezTo>
                        <a:pt x="45" y="0"/>
                        <a:pt x="48" y="2"/>
                        <a:pt x="48" y="5"/>
                      </a:cubicBezTo>
                      <a:close/>
                    </a:path>
                  </a:pathLst>
                </a:custGeom>
                <a:solidFill>
                  <a:srgbClr val="B2B2B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14" name="Freeform 44"/>
                <p:cNvSpPr>
                  <a:spLocks/>
                </p:cNvSpPr>
                <p:nvPr/>
              </p:nvSpPr>
              <p:spPr bwMode="auto">
                <a:xfrm flipH="1">
                  <a:off x="2699562" y="4024497"/>
                  <a:ext cx="166880" cy="38667"/>
                </a:xfrm>
                <a:custGeom>
                  <a:avLst/>
                  <a:gdLst>
                    <a:gd name="T0" fmla="*/ 48 w 48"/>
                    <a:gd name="T1" fmla="*/ 5 h 10"/>
                    <a:gd name="T2" fmla="*/ 42 w 48"/>
                    <a:gd name="T3" fmla="*/ 10 h 10"/>
                    <a:gd name="T4" fmla="*/ 5 w 48"/>
                    <a:gd name="T5" fmla="*/ 10 h 10"/>
                    <a:gd name="T6" fmla="*/ 0 w 48"/>
                    <a:gd name="T7" fmla="*/ 5 h 10"/>
                    <a:gd name="T8" fmla="*/ 0 w 48"/>
                    <a:gd name="T9" fmla="*/ 5 h 10"/>
                    <a:gd name="T10" fmla="*/ 5 w 48"/>
                    <a:gd name="T11" fmla="*/ 0 h 10"/>
                    <a:gd name="T12" fmla="*/ 42 w 48"/>
                    <a:gd name="T13" fmla="*/ 0 h 10"/>
                    <a:gd name="T14" fmla="*/ 48 w 48"/>
                    <a:gd name="T15" fmla="*/ 5 h 1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8" h="10">
                      <a:moveTo>
                        <a:pt x="48" y="5"/>
                      </a:moveTo>
                      <a:cubicBezTo>
                        <a:pt x="48" y="8"/>
                        <a:pt x="45" y="10"/>
                        <a:pt x="42" y="10"/>
                      </a:cubicBezTo>
                      <a:cubicBezTo>
                        <a:pt x="5" y="10"/>
                        <a:pt x="5" y="10"/>
                        <a:pt x="5" y="10"/>
                      </a:cubicBezTo>
                      <a:cubicBezTo>
                        <a:pt x="2" y="10"/>
                        <a:pt x="0" y="8"/>
                        <a:pt x="0" y="5"/>
                      </a:cubicBezTo>
                      <a:cubicBezTo>
                        <a:pt x="0" y="5"/>
                        <a:pt x="0" y="5"/>
                        <a:pt x="0" y="5"/>
                      </a:cubicBezTo>
                      <a:cubicBezTo>
                        <a:pt x="0" y="2"/>
                        <a:pt x="2" y="0"/>
                        <a:pt x="5" y="0"/>
                      </a:cubicBezTo>
                      <a:cubicBezTo>
                        <a:pt x="42" y="0"/>
                        <a:pt x="42" y="0"/>
                        <a:pt x="42" y="0"/>
                      </a:cubicBezTo>
                      <a:cubicBezTo>
                        <a:pt x="45" y="0"/>
                        <a:pt x="48" y="2"/>
                        <a:pt x="48" y="5"/>
                      </a:cubicBezTo>
                      <a:close/>
                    </a:path>
                  </a:pathLst>
                </a:custGeom>
                <a:solidFill>
                  <a:srgbClr val="B2B2B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15" name="Freeform 45"/>
                <p:cNvSpPr>
                  <a:spLocks/>
                </p:cNvSpPr>
                <p:nvPr/>
              </p:nvSpPr>
              <p:spPr bwMode="auto">
                <a:xfrm flipH="1">
                  <a:off x="2699562" y="3902050"/>
                  <a:ext cx="166880" cy="40816"/>
                </a:xfrm>
                <a:custGeom>
                  <a:avLst/>
                  <a:gdLst>
                    <a:gd name="T0" fmla="*/ 48 w 48"/>
                    <a:gd name="T1" fmla="*/ 6 h 11"/>
                    <a:gd name="T2" fmla="*/ 42 w 48"/>
                    <a:gd name="T3" fmla="*/ 11 h 11"/>
                    <a:gd name="T4" fmla="*/ 5 w 48"/>
                    <a:gd name="T5" fmla="*/ 11 h 11"/>
                    <a:gd name="T6" fmla="*/ 0 w 48"/>
                    <a:gd name="T7" fmla="*/ 6 h 11"/>
                    <a:gd name="T8" fmla="*/ 0 w 48"/>
                    <a:gd name="T9" fmla="*/ 6 h 11"/>
                    <a:gd name="T10" fmla="*/ 5 w 48"/>
                    <a:gd name="T11" fmla="*/ 0 h 11"/>
                    <a:gd name="T12" fmla="*/ 42 w 48"/>
                    <a:gd name="T13" fmla="*/ 0 h 11"/>
                    <a:gd name="T14" fmla="*/ 48 w 48"/>
                    <a:gd name="T15" fmla="*/ 6 h 1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8" h="11">
                      <a:moveTo>
                        <a:pt x="48" y="6"/>
                      </a:moveTo>
                      <a:cubicBezTo>
                        <a:pt x="48" y="9"/>
                        <a:pt x="45" y="11"/>
                        <a:pt x="42" y="11"/>
                      </a:cubicBezTo>
                      <a:cubicBezTo>
                        <a:pt x="5" y="11"/>
                        <a:pt x="5" y="11"/>
                        <a:pt x="5" y="11"/>
                      </a:cubicBezTo>
                      <a:cubicBezTo>
                        <a:pt x="2" y="11"/>
                        <a:pt x="0" y="9"/>
                        <a:pt x="0" y="6"/>
                      </a:cubicBezTo>
                      <a:cubicBezTo>
                        <a:pt x="0" y="6"/>
                        <a:pt x="0" y="6"/>
                        <a:pt x="0" y="6"/>
                      </a:cubicBezTo>
                      <a:cubicBezTo>
                        <a:pt x="0" y="3"/>
                        <a:pt x="2" y="0"/>
                        <a:pt x="5" y="0"/>
                      </a:cubicBezTo>
                      <a:cubicBezTo>
                        <a:pt x="42" y="0"/>
                        <a:pt x="42" y="0"/>
                        <a:pt x="42" y="0"/>
                      </a:cubicBezTo>
                      <a:cubicBezTo>
                        <a:pt x="45" y="0"/>
                        <a:pt x="48" y="3"/>
                        <a:pt x="48" y="6"/>
                      </a:cubicBezTo>
                      <a:close/>
                    </a:path>
                  </a:pathLst>
                </a:custGeom>
                <a:solidFill>
                  <a:srgbClr val="B2B2B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498" name="Rounded Rectangle 497"/>
              <p:cNvSpPr/>
              <p:nvPr/>
            </p:nvSpPr>
            <p:spPr bwMode="auto">
              <a:xfrm>
                <a:off x="9727138" y="1320696"/>
                <a:ext cx="802609" cy="123093"/>
              </a:xfrm>
              <a:prstGeom prst="roundRect">
                <a:avLst/>
              </a:prstGeom>
              <a:solidFill>
                <a:schemeClr val="tx1">
                  <a:lumMod val="65000"/>
                </a:schemeClr>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sp>
            <p:nvSpPr>
              <p:cNvPr id="499" name="Rounded Rectangle 498"/>
              <p:cNvSpPr/>
              <p:nvPr/>
            </p:nvSpPr>
            <p:spPr bwMode="auto">
              <a:xfrm>
                <a:off x="9727138" y="1473096"/>
                <a:ext cx="802609" cy="123093"/>
              </a:xfrm>
              <a:prstGeom prst="roundRect">
                <a:avLst/>
              </a:prstGeom>
              <a:solidFill>
                <a:schemeClr val="tx1">
                  <a:lumMod val="65000"/>
                </a:schemeClr>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sp>
            <p:nvSpPr>
              <p:cNvPr id="500" name="Rounded Rectangle 499"/>
              <p:cNvSpPr/>
              <p:nvPr/>
            </p:nvSpPr>
            <p:spPr bwMode="auto">
              <a:xfrm>
                <a:off x="9727138" y="1625496"/>
                <a:ext cx="802609" cy="123093"/>
              </a:xfrm>
              <a:prstGeom prst="roundRect">
                <a:avLst/>
              </a:prstGeom>
              <a:solidFill>
                <a:schemeClr val="tx1">
                  <a:lumMod val="65000"/>
                </a:schemeClr>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grpSp>
        <p:grpSp>
          <p:nvGrpSpPr>
            <p:cNvPr id="305" name="Group 304"/>
            <p:cNvGrpSpPr/>
            <p:nvPr/>
          </p:nvGrpSpPr>
          <p:grpSpPr>
            <a:xfrm>
              <a:off x="7202936" y="2137601"/>
              <a:ext cx="434396" cy="1567623"/>
              <a:chOff x="7202936" y="1464501"/>
              <a:chExt cx="434396" cy="1567623"/>
            </a:xfrm>
          </p:grpSpPr>
          <p:pic>
            <p:nvPicPr>
              <p:cNvPr id="486" name="Picture 485"/>
              <p:cNvPicPr>
                <a:picLocks noChangeAspect="1"/>
              </p:cNvPicPr>
              <p:nvPr/>
            </p:nvPicPr>
            <p:blipFill>
              <a:blip r:embed="rId3"/>
              <a:stretch>
                <a:fillRect/>
              </a:stretch>
            </p:blipFill>
            <p:spPr>
              <a:xfrm>
                <a:off x="7509783" y="1515955"/>
                <a:ext cx="127549" cy="1513579"/>
              </a:xfrm>
              <a:prstGeom prst="rect">
                <a:avLst/>
              </a:prstGeom>
            </p:spPr>
          </p:pic>
          <p:grpSp>
            <p:nvGrpSpPr>
              <p:cNvPr id="487" name="Group 486"/>
              <p:cNvGrpSpPr/>
              <p:nvPr/>
            </p:nvGrpSpPr>
            <p:grpSpPr>
              <a:xfrm flipV="1">
                <a:off x="7202936" y="1464501"/>
                <a:ext cx="164653" cy="1567623"/>
                <a:chOff x="7138988" y="855663"/>
                <a:chExt cx="228601" cy="2176462"/>
              </a:xfrm>
            </p:grpSpPr>
            <p:sp>
              <p:nvSpPr>
                <p:cNvPr id="488" name="AutoShape 47"/>
                <p:cNvSpPr>
                  <a:spLocks noChangeAspect="1" noChangeArrowheads="1" noTextEdit="1"/>
                </p:cNvSpPr>
                <p:nvPr/>
              </p:nvSpPr>
              <p:spPr bwMode="auto">
                <a:xfrm>
                  <a:off x="7142163" y="858838"/>
                  <a:ext cx="225425" cy="2170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89" name="Freeform 49"/>
                <p:cNvSpPr>
                  <a:spLocks/>
                </p:cNvSpPr>
                <p:nvPr/>
              </p:nvSpPr>
              <p:spPr bwMode="auto">
                <a:xfrm>
                  <a:off x="7232651" y="2946400"/>
                  <a:ext cx="119063" cy="85725"/>
                </a:xfrm>
                <a:custGeom>
                  <a:avLst/>
                  <a:gdLst>
                    <a:gd name="T0" fmla="*/ 30 w 30"/>
                    <a:gd name="T1" fmla="*/ 0 h 23"/>
                    <a:gd name="T2" fmla="*/ 30 w 30"/>
                    <a:gd name="T3" fmla="*/ 18 h 23"/>
                    <a:gd name="T4" fmla="*/ 25 w 30"/>
                    <a:gd name="T5" fmla="*/ 23 h 23"/>
                    <a:gd name="T6" fmla="*/ 4 w 30"/>
                    <a:gd name="T7" fmla="*/ 23 h 23"/>
                    <a:gd name="T8" fmla="*/ 0 w 30"/>
                    <a:gd name="T9" fmla="*/ 18 h 23"/>
                    <a:gd name="T10" fmla="*/ 0 w 30"/>
                    <a:gd name="T11" fmla="*/ 0 h 23"/>
                    <a:gd name="T12" fmla="*/ 30 w 30"/>
                    <a:gd name="T13" fmla="*/ 0 h 23"/>
                  </a:gdLst>
                  <a:ahLst/>
                  <a:cxnLst>
                    <a:cxn ang="0">
                      <a:pos x="T0" y="T1"/>
                    </a:cxn>
                    <a:cxn ang="0">
                      <a:pos x="T2" y="T3"/>
                    </a:cxn>
                    <a:cxn ang="0">
                      <a:pos x="T4" y="T5"/>
                    </a:cxn>
                    <a:cxn ang="0">
                      <a:pos x="T6" y="T7"/>
                    </a:cxn>
                    <a:cxn ang="0">
                      <a:pos x="T8" y="T9"/>
                    </a:cxn>
                    <a:cxn ang="0">
                      <a:pos x="T10" y="T11"/>
                    </a:cxn>
                    <a:cxn ang="0">
                      <a:pos x="T12" y="T13"/>
                    </a:cxn>
                  </a:cxnLst>
                  <a:rect l="0" t="0" r="r" b="b"/>
                  <a:pathLst>
                    <a:path w="30" h="23">
                      <a:moveTo>
                        <a:pt x="30" y="0"/>
                      </a:moveTo>
                      <a:cubicBezTo>
                        <a:pt x="30" y="18"/>
                        <a:pt x="30" y="18"/>
                        <a:pt x="30" y="18"/>
                      </a:cubicBezTo>
                      <a:cubicBezTo>
                        <a:pt x="30" y="21"/>
                        <a:pt x="28" y="23"/>
                        <a:pt x="25" y="23"/>
                      </a:cubicBezTo>
                      <a:cubicBezTo>
                        <a:pt x="4" y="23"/>
                        <a:pt x="4" y="23"/>
                        <a:pt x="4" y="23"/>
                      </a:cubicBezTo>
                      <a:cubicBezTo>
                        <a:pt x="2" y="23"/>
                        <a:pt x="0" y="21"/>
                        <a:pt x="0" y="18"/>
                      </a:cubicBezTo>
                      <a:cubicBezTo>
                        <a:pt x="0" y="0"/>
                        <a:pt x="0" y="0"/>
                        <a:pt x="0" y="0"/>
                      </a:cubicBezTo>
                      <a:lnTo>
                        <a:pt x="30" y="0"/>
                      </a:lnTo>
                      <a:close/>
                    </a:path>
                  </a:pathLst>
                </a:custGeom>
                <a:solidFill>
                  <a:srgbClr val="73737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90" name="Freeform 50"/>
                <p:cNvSpPr>
                  <a:spLocks/>
                </p:cNvSpPr>
                <p:nvPr/>
              </p:nvSpPr>
              <p:spPr bwMode="auto">
                <a:xfrm>
                  <a:off x="7138988" y="2173288"/>
                  <a:ext cx="109538" cy="581025"/>
                </a:xfrm>
                <a:custGeom>
                  <a:avLst/>
                  <a:gdLst>
                    <a:gd name="T0" fmla="*/ 26 w 28"/>
                    <a:gd name="T1" fmla="*/ 146 h 154"/>
                    <a:gd name="T2" fmla="*/ 26 w 28"/>
                    <a:gd name="T3" fmla="*/ 114 h 154"/>
                    <a:gd name="T4" fmla="*/ 23 w 28"/>
                    <a:gd name="T5" fmla="*/ 114 h 154"/>
                    <a:gd name="T6" fmla="*/ 22 w 28"/>
                    <a:gd name="T7" fmla="*/ 105 h 154"/>
                    <a:gd name="T8" fmla="*/ 16 w 28"/>
                    <a:gd name="T9" fmla="*/ 111 h 154"/>
                    <a:gd name="T10" fmla="*/ 11 w 28"/>
                    <a:gd name="T11" fmla="*/ 109 h 154"/>
                    <a:gd name="T12" fmla="*/ 9 w 28"/>
                    <a:gd name="T13" fmla="*/ 71 h 154"/>
                    <a:gd name="T14" fmla="*/ 17 w 28"/>
                    <a:gd name="T15" fmla="*/ 6 h 154"/>
                    <a:gd name="T16" fmla="*/ 14 w 28"/>
                    <a:gd name="T17" fmla="*/ 1 h 154"/>
                    <a:gd name="T18" fmla="*/ 9 w 28"/>
                    <a:gd name="T19" fmla="*/ 3 h 154"/>
                    <a:gd name="T20" fmla="*/ 0 w 28"/>
                    <a:gd name="T21" fmla="*/ 71 h 154"/>
                    <a:gd name="T22" fmla="*/ 23 w 28"/>
                    <a:gd name="T23" fmla="*/ 154 h 154"/>
                    <a:gd name="T24" fmla="*/ 28 w 28"/>
                    <a:gd name="T25" fmla="*/ 150 h 154"/>
                    <a:gd name="T26" fmla="*/ 26 w 28"/>
                    <a:gd name="T27" fmla="*/ 146 h 1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8" h="154">
                      <a:moveTo>
                        <a:pt x="26" y="146"/>
                      </a:moveTo>
                      <a:cubicBezTo>
                        <a:pt x="26" y="114"/>
                        <a:pt x="26" y="114"/>
                        <a:pt x="26" y="114"/>
                      </a:cubicBezTo>
                      <a:cubicBezTo>
                        <a:pt x="23" y="114"/>
                        <a:pt x="23" y="114"/>
                        <a:pt x="23" y="114"/>
                      </a:cubicBezTo>
                      <a:cubicBezTo>
                        <a:pt x="22" y="105"/>
                        <a:pt x="22" y="105"/>
                        <a:pt x="22" y="105"/>
                      </a:cubicBezTo>
                      <a:cubicBezTo>
                        <a:pt x="22" y="108"/>
                        <a:pt x="19" y="111"/>
                        <a:pt x="16" y="111"/>
                      </a:cubicBezTo>
                      <a:cubicBezTo>
                        <a:pt x="14" y="111"/>
                        <a:pt x="12" y="110"/>
                        <a:pt x="11" y="109"/>
                      </a:cubicBezTo>
                      <a:cubicBezTo>
                        <a:pt x="10" y="99"/>
                        <a:pt x="9" y="86"/>
                        <a:pt x="9" y="71"/>
                      </a:cubicBezTo>
                      <a:cubicBezTo>
                        <a:pt x="9" y="45"/>
                        <a:pt x="12" y="21"/>
                        <a:pt x="17" y="6"/>
                      </a:cubicBezTo>
                      <a:cubicBezTo>
                        <a:pt x="18" y="4"/>
                        <a:pt x="17" y="2"/>
                        <a:pt x="14" y="1"/>
                      </a:cubicBezTo>
                      <a:cubicBezTo>
                        <a:pt x="12" y="0"/>
                        <a:pt x="10" y="1"/>
                        <a:pt x="9" y="3"/>
                      </a:cubicBezTo>
                      <a:cubicBezTo>
                        <a:pt x="3" y="18"/>
                        <a:pt x="0" y="44"/>
                        <a:pt x="0" y="71"/>
                      </a:cubicBezTo>
                      <a:cubicBezTo>
                        <a:pt x="0" y="100"/>
                        <a:pt x="5" y="154"/>
                        <a:pt x="23" y="154"/>
                      </a:cubicBezTo>
                      <a:cubicBezTo>
                        <a:pt x="26" y="154"/>
                        <a:pt x="28" y="152"/>
                        <a:pt x="28" y="150"/>
                      </a:cubicBezTo>
                      <a:cubicBezTo>
                        <a:pt x="28" y="148"/>
                        <a:pt x="27" y="147"/>
                        <a:pt x="26" y="146"/>
                      </a:cubicBezTo>
                      <a:close/>
                    </a:path>
                  </a:pathLst>
                </a:custGeom>
                <a:solidFill>
                  <a:srgbClr val="96969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91" name="Rectangle 51"/>
                <p:cNvSpPr>
                  <a:spLocks noChangeArrowheads="1"/>
                </p:cNvSpPr>
                <p:nvPr/>
              </p:nvSpPr>
              <p:spPr bwMode="auto">
                <a:xfrm>
                  <a:off x="7232651" y="2784475"/>
                  <a:ext cx="123825" cy="85725"/>
                </a:xfrm>
                <a:prstGeom prst="rect">
                  <a:avLst/>
                </a:prstGeom>
                <a:solidFill>
                  <a:srgbClr val="B2291B"/>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92" name="Freeform 52"/>
                <p:cNvSpPr>
                  <a:spLocks/>
                </p:cNvSpPr>
                <p:nvPr/>
              </p:nvSpPr>
              <p:spPr bwMode="auto">
                <a:xfrm>
                  <a:off x="7280276" y="855663"/>
                  <a:ext cx="28575" cy="192087"/>
                </a:xfrm>
                <a:custGeom>
                  <a:avLst/>
                  <a:gdLst>
                    <a:gd name="T0" fmla="*/ 7 w 7"/>
                    <a:gd name="T1" fmla="*/ 48 h 51"/>
                    <a:gd name="T2" fmla="*/ 3 w 7"/>
                    <a:gd name="T3" fmla="*/ 51 h 51"/>
                    <a:gd name="T4" fmla="*/ 3 w 7"/>
                    <a:gd name="T5" fmla="*/ 51 h 51"/>
                    <a:gd name="T6" fmla="*/ 0 w 7"/>
                    <a:gd name="T7" fmla="*/ 48 h 51"/>
                    <a:gd name="T8" fmla="*/ 0 w 7"/>
                    <a:gd name="T9" fmla="*/ 4 h 51"/>
                    <a:gd name="T10" fmla="*/ 3 w 7"/>
                    <a:gd name="T11" fmla="*/ 0 h 51"/>
                    <a:gd name="T12" fmla="*/ 3 w 7"/>
                    <a:gd name="T13" fmla="*/ 0 h 51"/>
                    <a:gd name="T14" fmla="*/ 7 w 7"/>
                    <a:gd name="T15" fmla="*/ 4 h 51"/>
                    <a:gd name="T16" fmla="*/ 7 w 7"/>
                    <a:gd name="T17" fmla="*/ 48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 h="51">
                      <a:moveTo>
                        <a:pt x="7" y="48"/>
                      </a:moveTo>
                      <a:cubicBezTo>
                        <a:pt x="7" y="50"/>
                        <a:pt x="5" y="51"/>
                        <a:pt x="3" y="51"/>
                      </a:cubicBezTo>
                      <a:cubicBezTo>
                        <a:pt x="3" y="51"/>
                        <a:pt x="3" y="51"/>
                        <a:pt x="3" y="51"/>
                      </a:cubicBezTo>
                      <a:cubicBezTo>
                        <a:pt x="1" y="51"/>
                        <a:pt x="0" y="50"/>
                        <a:pt x="0" y="48"/>
                      </a:cubicBezTo>
                      <a:cubicBezTo>
                        <a:pt x="0" y="4"/>
                        <a:pt x="0" y="4"/>
                        <a:pt x="0" y="4"/>
                      </a:cubicBezTo>
                      <a:cubicBezTo>
                        <a:pt x="0" y="2"/>
                        <a:pt x="1" y="0"/>
                        <a:pt x="3" y="0"/>
                      </a:cubicBezTo>
                      <a:cubicBezTo>
                        <a:pt x="3" y="0"/>
                        <a:pt x="3" y="0"/>
                        <a:pt x="3" y="0"/>
                      </a:cubicBezTo>
                      <a:cubicBezTo>
                        <a:pt x="5" y="0"/>
                        <a:pt x="7" y="2"/>
                        <a:pt x="7" y="4"/>
                      </a:cubicBezTo>
                      <a:lnTo>
                        <a:pt x="7" y="48"/>
                      </a:lnTo>
                      <a:close/>
                    </a:path>
                  </a:pathLst>
                </a:custGeom>
                <a:solidFill>
                  <a:srgbClr val="50505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93" name="Freeform 53"/>
                <p:cNvSpPr>
                  <a:spLocks/>
                </p:cNvSpPr>
                <p:nvPr/>
              </p:nvSpPr>
              <p:spPr bwMode="auto">
                <a:xfrm>
                  <a:off x="7229476" y="908050"/>
                  <a:ext cx="127000" cy="225425"/>
                </a:xfrm>
                <a:custGeom>
                  <a:avLst/>
                  <a:gdLst>
                    <a:gd name="T0" fmla="*/ 55 w 80"/>
                    <a:gd name="T1" fmla="*/ 0 h 142"/>
                    <a:gd name="T2" fmla="*/ 25 w 80"/>
                    <a:gd name="T3" fmla="*/ 0 h 142"/>
                    <a:gd name="T4" fmla="*/ 0 w 80"/>
                    <a:gd name="T5" fmla="*/ 142 h 142"/>
                    <a:gd name="T6" fmla="*/ 80 w 80"/>
                    <a:gd name="T7" fmla="*/ 142 h 142"/>
                    <a:gd name="T8" fmla="*/ 55 w 80"/>
                    <a:gd name="T9" fmla="*/ 0 h 142"/>
                  </a:gdLst>
                  <a:ahLst/>
                  <a:cxnLst>
                    <a:cxn ang="0">
                      <a:pos x="T0" y="T1"/>
                    </a:cxn>
                    <a:cxn ang="0">
                      <a:pos x="T2" y="T3"/>
                    </a:cxn>
                    <a:cxn ang="0">
                      <a:pos x="T4" y="T5"/>
                    </a:cxn>
                    <a:cxn ang="0">
                      <a:pos x="T6" y="T7"/>
                    </a:cxn>
                    <a:cxn ang="0">
                      <a:pos x="T8" y="T9"/>
                    </a:cxn>
                  </a:cxnLst>
                  <a:rect l="0" t="0" r="r" b="b"/>
                  <a:pathLst>
                    <a:path w="80" h="142">
                      <a:moveTo>
                        <a:pt x="55" y="0"/>
                      </a:moveTo>
                      <a:lnTo>
                        <a:pt x="25" y="0"/>
                      </a:lnTo>
                      <a:lnTo>
                        <a:pt x="0" y="142"/>
                      </a:lnTo>
                      <a:lnTo>
                        <a:pt x="80" y="142"/>
                      </a:lnTo>
                      <a:lnTo>
                        <a:pt x="55" y="0"/>
                      </a:lnTo>
                      <a:close/>
                    </a:path>
                  </a:pathLst>
                </a:custGeom>
                <a:solidFill>
                  <a:srgbClr val="D2D2D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94" name="Rectangle 54"/>
                <p:cNvSpPr>
                  <a:spLocks noChangeArrowheads="1"/>
                </p:cNvSpPr>
                <p:nvPr/>
              </p:nvSpPr>
              <p:spPr bwMode="auto">
                <a:xfrm>
                  <a:off x="7216776" y="1168400"/>
                  <a:ext cx="150813" cy="1619250"/>
                </a:xfrm>
                <a:prstGeom prst="rect">
                  <a:avLst/>
                </a:pr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495" name="Rectangle 55"/>
                <p:cNvSpPr>
                  <a:spLocks noChangeArrowheads="1"/>
                </p:cNvSpPr>
                <p:nvPr/>
              </p:nvSpPr>
              <p:spPr bwMode="auto">
                <a:xfrm>
                  <a:off x="7216776" y="1130300"/>
                  <a:ext cx="150813" cy="38100"/>
                </a:xfrm>
                <a:prstGeom prst="rect">
                  <a:avLst/>
                </a:prstGeom>
                <a:solidFill>
                  <a:srgbClr val="50505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96" name="Rectangle 56"/>
                <p:cNvSpPr>
                  <a:spLocks noChangeArrowheads="1"/>
                </p:cNvSpPr>
                <p:nvPr/>
              </p:nvSpPr>
              <p:spPr bwMode="auto">
                <a:xfrm>
                  <a:off x="7216776" y="2847975"/>
                  <a:ext cx="150813" cy="112712"/>
                </a:xfrm>
                <a:prstGeom prst="rect">
                  <a:avLst/>
                </a:pr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grpSp>
        </p:grpSp>
        <p:sp>
          <p:nvSpPr>
            <p:cNvPr id="306" name="Freeform 60"/>
            <p:cNvSpPr>
              <a:spLocks noEditPoints="1"/>
            </p:cNvSpPr>
            <p:nvPr/>
          </p:nvSpPr>
          <p:spPr bwMode="auto">
            <a:xfrm>
              <a:off x="10951640" y="3797916"/>
              <a:ext cx="1200752" cy="874489"/>
            </a:xfrm>
            <a:custGeom>
              <a:avLst/>
              <a:gdLst>
                <a:gd name="T0" fmla="*/ 45 w 1931"/>
                <a:gd name="T1" fmla="*/ 0 h 1354"/>
                <a:gd name="T2" fmla="*/ 1886 w 1931"/>
                <a:gd name="T3" fmla="*/ 0 h 1354"/>
                <a:gd name="T4" fmla="*/ 965 w 1931"/>
                <a:gd name="T5" fmla="*/ 774 h 1354"/>
                <a:gd name="T6" fmla="*/ 45 w 1931"/>
                <a:gd name="T7" fmla="*/ 0 h 1354"/>
                <a:gd name="T8" fmla="*/ 45 w 1931"/>
                <a:gd name="T9" fmla="*/ 0 h 1354"/>
                <a:gd name="T10" fmla="*/ 985 w 1931"/>
                <a:gd name="T11" fmla="*/ 838 h 1354"/>
                <a:gd name="T12" fmla="*/ 985 w 1931"/>
                <a:gd name="T13" fmla="*/ 838 h 1354"/>
                <a:gd name="T14" fmla="*/ 985 w 1931"/>
                <a:gd name="T15" fmla="*/ 845 h 1354"/>
                <a:gd name="T16" fmla="*/ 978 w 1931"/>
                <a:gd name="T17" fmla="*/ 845 h 1354"/>
                <a:gd name="T18" fmla="*/ 978 w 1931"/>
                <a:gd name="T19" fmla="*/ 845 h 1354"/>
                <a:gd name="T20" fmla="*/ 972 w 1931"/>
                <a:gd name="T21" fmla="*/ 845 h 1354"/>
                <a:gd name="T22" fmla="*/ 972 w 1931"/>
                <a:gd name="T23" fmla="*/ 845 h 1354"/>
                <a:gd name="T24" fmla="*/ 965 w 1931"/>
                <a:gd name="T25" fmla="*/ 845 h 1354"/>
                <a:gd name="T26" fmla="*/ 965 w 1931"/>
                <a:gd name="T27" fmla="*/ 845 h 1354"/>
                <a:gd name="T28" fmla="*/ 965 w 1931"/>
                <a:gd name="T29" fmla="*/ 845 h 1354"/>
                <a:gd name="T30" fmla="*/ 959 w 1931"/>
                <a:gd name="T31" fmla="*/ 845 h 1354"/>
                <a:gd name="T32" fmla="*/ 959 w 1931"/>
                <a:gd name="T33" fmla="*/ 845 h 1354"/>
                <a:gd name="T34" fmla="*/ 952 w 1931"/>
                <a:gd name="T35" fmla="*/ 845 h 1354"/>
                <a:gd name="T36" fmla="*/ 952 w 1931"/>
                <a:gd name="T37" fmla="*/ 845 h 1354"/>
                <a:gd name="T38" fmla="*/ 946 w 1931"/>
                <a:gd name="T39" fmla="*/ 845 h 1354"/>
                <a:gd name="T40" fmla="*/ 946 w 1931"/>
                <a:gd name="T41" fmla="*/ 838 h 1354"/>
                <a:gd name="T42" fmla="*/ 946 w 1931"/>
                <a:gd name="T43" fmla="*/ 838 h 1354"/>
                <a:gd name="T44" fmla="*/ 804 w 1931"/>
                <a:gd name="T45" fmla="*/ 722 h 1354"/>
                <a:gd name="T46" fmla="*/ 51 w 1931"/>
                <a:gd name="T47" fmla="*/ 1354 h 1354"/>
                <a:gd name="T48" fmla="*/ 1886 w 1931"/>
                <a:gd name="T49" fmla="*/ 1354 h 1354"/>
                <a:gd name="T50" fmla="*/ 1126 w 1931"/>
                <a:gd name="T51" fmla="*/ 722 h 1354"/>
                <a:gd name="T52" fmla="*/ 985 w 1931"/>
                <a:gd name="T53" fmla="*/ 838 h 1354"/>
                <a:gd name="T54" fmla="*/ 985 w 1931"/>
                <a:gd name="T55" fmla="*/ 838 h 1354"/>
                <a:gd name="T56" fmla="*/ 0 w 1931"/>
                <a:gd name="T57" fmla="*/ 39 h 1354"/>
                <a:gd name="T58" fmla="*/ 0 w 1931"/>
                <a:gd name="T59" fmla="*/ 1316 h 1354"/>
                <a:gd name="T60" fmla="*/ 759 w 1931"/>
                <a:gd name="T61" fmla="*/ 684 h 1354"/>
                <a:gd name="T62" fmla="*/ 0 w 1931"/>
                <a:gd name="T63" fmla="*/ 39 h 1354"/>
                <a:gd name="T64" fmla="*/ 0 w 1931"/>
                <a:gd name="T65" fmla="*/ 39 h 1354"/>
                <a:gd name="T66" fmla="*/ 1171 w 1931"/>
                <a:gd name="T67" fmla="*/ 684 h 1354"/>
                <a:gd name="T68" fmla="*/ 1931 w 1931"/>
                <a:gd name="T69" fmla="*/ 1316 h 1354"/>
                <a:gd name="T70" fmla="*/ 1931 w 1931"/>
                <a:gd name="T71" fmla="*/ 39 h 1354"/>
                <a:gd name="T72" fmla="*/ 1171 w 1931"/>
                <a:gd name="T73" fmla="*/ 684 h 1354"/>
                <a:gd name="T74" fmla="*/ 1171 w 1931"/>
                <a:gd name="T75" fmla="*/ 684 h 13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931" h="1354">
                  <a:moveTo>
                    <a:pt x="45" y="0"/>
                  </a:moveTo>
                  <a:cubicBezTo>
                    <a:pt x="1886" y="0"/>
                    <a:pt x="1886" y="0"/>
                    <a:pt x="1886" y="0"/>
                  </a:cubicBezTo>
                  <a:cubicBezTo>
                    <a:pt x="965" y="774"/>
                    <a:pt x="965" y="774"/>
                    <a:pt x="965" y="774"/>
                  </a:cubicBezTo>
                  <a:cubicBezTo>
                    <a:pt x="45" y="0"/>
                    <a:pt x="45" y="0"/>
                    <a:pt x="45" y="0"/>
                  </a:cubicBezTo>
                  <a:cubicBezTo>
                    <a:pt x="45" y="0"/>
                    <a:pt x="45" y="0"/>
                    <a:pt x="45" y="0"/>
                  </a:cubicBezTo>
                  <a:close/>
                  <a:moveTo>
                    <a:pt x="985" y="838"/>
                  </a:moveTo>
                  <a:cubicBezTo>
                    <a:pt x="985" y="838"/>
                    <a:pt x="985" y="838"/>
                    <a:pt x="985" y="838"/>
                  </a:cubicBezTo>
                  <a:cubicBezTo>
                    <a:pt x="985" y="838"/>
                    <a:pt x="985" y="838"/>
                    <a:pt x="985" y="845"/>
                  </a:cubicBezTo>
                  <a:cubicBezTo>
                    <a:pt x="978" y="845"/>
                    <a:pt x="978" y="845"/>
                    <a:pt x="978" y="845"/>
                  </a:cubicBezTo>
                  <a:cubicBezTo>
                    <a:pt x="978" y="845"/>
                    <a:pt x="978" y="845"/>
                    <a:pt x="978" y="845"/>
                  </a:cubicBezTo>
                  <a:cubicBezTo>
                    <a:pt x="972" y="845"/>
                    <a:pt x="972" y="845"/>
                    <a:pt x="972" y="845"/>
                  </a:cubicBezTo>
                  <a:cubicBezTo>
                    <a:pt x="972" y="845"/>
                    <a:pt x="972" y="845"/>
                    <a:pt x="972" y="845"/>
                  </a:cubicBezTo>
                  <a:cubicBezTo>
                    <a:pt x="965" y="845"/>
                    <a:pt x="965" y="845"/>
                    <a:pt x="965" y="845"/>
                  </a:cubicBezTo>
                  <a:cubicBezTo>
                    <a:pt x="965" y="845"/>
                    <a:pt x="965" y="845"/>
                    <a:pt x="965" y="845"/>
                  </a:cubicBezTo>
                  <a:cubicBezTo>
                    <a:pt x="965" y="845"/>
                    <a:pt x="965" y="845"/>
                    <a:pt x="965" y="845"/>
                  </a:cubicBezTo>
                  <a:cubicBezTo>
                    <a:pt x="959" y="845"/>
                    <a:pt x="959" y="845"/>
                    <a:pt x="959" y="845"/>
                  </a:cubicBezTo>
                  <a:cubicBezTo>
                    <a:pt x="959" y="845"/>
                    <a:pt x="959" y="845"/>
                    <a:pt x="959" y="845"/>
                  </a:cubicBezTo>
                  <a:cubicBezTo>
                    <a:pt x="952" y="845"/>
                    <a:pt x="952" y="845"/>
                    <a:pt x="952" y="845"/>
                  </a:cubicBezTo>
                  <a:cubicBezTo>
                    <a:pt x="952" y="845"/>
                    <a:pt x="952" y="845"/>
                    <a:pt x="952" y="845"/>
                  </a:cubicBezTo>
                  <a:cubicBezTo>
                    <a:pt x="952" y="845"/>
                    <a:pt x="952" y="845"/>
                    <a:pt x="946" y="845"/>
                  </a:cubicBezTo>
                  <a:cubicBezTo>
                    <a:pt x="946" y="838"/>
                    <a:pt x="946" y="838"/>
                    <a:pt x="946" y="838"/>
                  </a:cubicBezTo>
                  <a:cubicBezTo>
                    <a:pt x="946" y="838"/>
                    <a:pt x="946" y="838"/>
                    <a:pt x="946" y="838"/>
                  </a:cubicBezTo>
                  <a:cubicBezTo>
                    <a:pt x="804" y="722"/>
                    <a:pt x="804" y="722"/>
                    <a:pt x="804" y="722"/>
                  </a:cubicBezTo>
                  <a:cubicBezTo>
                    <a:pt x="51" y="1354"/>
                    <a:pt x="51" y="1354"/>
                    <a:pt x="51" y="1354"/>
                  </a:cubicBezTo>
                  <a:cubicBezTo>
                    <a:pt x="1886" y="1354"/>
                    <a:pt x="1886" y="1354"/>
                    <a:pt x="1886" y="1354"/>
                  </a:cubicBezTo>
                  <a:cubicBezTo>
                    <a:pt x="1126" y="722"/>
                    <a:pt x="1126" y="722"/>
                    <a:pt x="1126" y="722"/>
                  </a:cubicBezTo>
                  <a:cubicBezTo>
                    <a:pt x="985" y="838"/>
                    <a:pt x="985" y="838"/>
                    <a:pt x="985" y="838"/>
                  </a:cubicBezTo>
                  <a:cubicBezTo>
                    <a:pt x="985" y="838"/>
                    <a:pt x="985" y="838"/>
                    <a:pt x="985" y="838"/>
                  </a:cubicBezTo>
                  <a:close/>
                  <a:moveTo>
                    <a:pt x="0" y="39"/>
                  </a:moveTo>
                  <a:cubicBezTo>
                    <a:pt x="0" y="1316"/>
                    <a:pt x="0" y="1316"/>
                    <a:pt x="0" y="1316"/>
                  </a:cubicBezTo>
                  <a:cubicBezTo>
                    <a:pt x="759" y="684"/>
                    <a:pt x="759" y="684"/>
                    <a:pt x="759" y="684"/>
                  </a:cubicBezTo>
                  <a:cubicBezTo>
                    <a:pt x="0" y="39"/>
                    <a:pt x="0" y="39"/>
                    <a:pt x="0" y="39"/>
                  </a:cubicBezTo>
                  <a:cubicBezTo>
                    <a:pt x="0" y="39"/>
                    <a:pt x="0" y="39"/>
                    <a:pt x="0" y="39"/>
                  </a:cubicBezTo>
                  <a:close/>
                  <a:moveTo>
                    <a:pt x="1171" y="684"/>
                  </a:moveTo>
                  <a:cubicBezTo>
                    <a:pt x="1931" y="1316"/>
                    <a:pt x="1931" y="1316"/>
                    <a:pt x="1931" y="1316"/>
                  </a:cubicBezTo>
                  <a:cubicBezTo>
                    <a:pt x="1931" y="39"/>
                    <a:pt x="1931" y="39"/>
                    <a:pt x="1931" y="39"/>
                  </a:cubicBezTo>
                  <a:cubicBezTo>
                    <a:pt x="1171" y="684"/>
                    <a:pt x="1171" y="684"/>
                    <a:pt x="1171" y="684"/>
                  </a:cubicBezTo>
                  <a:cubicBezTo>
                    <a:pt x="1171" y="684"/>
                    <a:pt x="1171" y="684"/>
                    <a:pt x="1171" y="684"/>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a:p>
          </p:txBody>
        </p:sp>
        <p:grpSp>
          <p:nvGrpSpPr>
            <p:cNvPr id="307" name="Group 306"/>
            <p:cNvGrpSpPr/>
            <p:nvPr/>
          </p:nvGrpSpPr>
          <p:grpSpPr>
            <a:xfrm>
              <a:off x="7743520" y="1710037"/>
              <a:ext cx="1470634" cy="1974359"/>
              <a:chOff x="7743520" y="1036937"/>
              <a:chExt cx="1470634" cy="1974359"/>
            </a:xfrm>
          </p:grpSpPr>
          <p:grpSp>
            <p:nvGrpSpPr>
              <p:cNvPr id="471" name="Group 470"/>
              <p:cNvGrpSpPr/>
              <p:nvPr/>
            </p:nvGrpSpPr>
            <p:grpSpPr>
              <a:xfrm>
                <a:off x="7743520" y="1036937"/>
                <a:ext cx="1470634" cy="1974359"/>
                <a:chOff x="7740650" y="1041915"/>
                <a:chExt cx="1470634" cy="1974359"/>
              </a:xfrm>
            </p:grpSpPr>
            <p:sp>
              <p:nvSpPr>
                <p:cNvPr id="484" name="Freeform 483"/>
                <p:cNvSpPr/>
                <p:nvPr/>
              </p:nvSpPr>
              <p:spPr bwMode="auto">
                <a:xfrm>
                  <a:off x="7740650" y="1044980"/>
                  <a:ext cx="1470634" cy="1971294"/>
                </a:xfrm>
                <a:custGeom>
                  <a:avLst/>
                  <a:gdLst>
                    <a:gd name="connsiteX0" fmla="*/ 0 w 1470634"/>
                    <a:gd name="connsiteY0" fmla="*/ 0 h 1971294"/>
                    <a:gd name="connsiteX1" fmla="*/ 1225530 w 1470634"/>
                    <a:gd name="connsiteY1" fmla="*/ 0 h 1971294"/>
                    <a:gd name="connsiteX2" fmla="*/ 1470634 w 1470634"/>
                    <a:gd name="connsiteY2" fmla="*/ 244431 h 1971294"/>
                    <a:gd name="connsiteX3" fmla="*/ 1470634 w 1470634"/>
                    <a:gd name="connsiteY3" fmla="*/ 1971294 h 1971294"/>
                    <a:gd name="connsiteX4" fmla="*/ 0 w 1470634"/>
                    <a:gd name="connsiteY4" fmla="*/ 1971294 h 19712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70634" h="1971294">
                      <a:moveTo>
                        <a:pt x="0" y="0"/>
                      </a:moveTo>
                      <a:lnTo>
                        <a:pt x="1225530" y="0"/>
                      </a:lnTo>
                      <a:lnTo>
                        <a:pt x="1470634" y="244431"/>
                      </a:lnTo>
                      <a:lnTo>
                        <a:pt x="1470634" y="1971294"/>
                      </a:lnTo>
                      <a:lnTo>
                        <a:pt x="0" y="1971294"/>
                      </a:lnTo>
                      <a:close/>
                    </a:path>
                  </a:pathLst>
                </a:custGeom>
                <a:solidFill>
                  <a:schemeClr val="accent4">
                    <a:lumMod val="20000"/>
                    <a:lumOff val="80000"/>
                  </a:schemeClr>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sp>
              <p:nvSpPr>
                <p:cNvPr id="485" name="Right Triangle 484"/>
                <p:cNvSpPr/>
                <p:nvPr/>
              </p:nvSpPr>
              <p:spPr bwMode="auto">
                <a:xfrm rot="16200000" flipV="1">
                  <a:off x="8964977" y="1040596"/>
                  <a:ext cx="244988" cy="247625"/>
                </a:xfrm>
                <a:prstGeom prst="rtTriangle">
                  <a:avLst/>
                </a:prstGeom>
                <a:solidFill>
                  <a:srgbClr val="262626"/>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grpSp>
          <p:grpSp>
            <p:nvGrpSpPr>
              <p:cNvPr id="472" name="Group 471"/>
              <p:cNvGrpSpPr/>
              <p:nvPr/>
            </p:nvGrpSpPr>
            <p:grpSpPr>
              <a:xfrm>
                <a:off x="7912042" y="1158011"/>
                <a:ext cx="1133265" cy="1611524"/>
                <a:chOff x="7912042" y="1158011"/>
                <a:chExt cx="1133265" cy="1611524"/>
              </a:xfrm>
            </p:grpSpPr>
            <p:sp>
              <p:nvSpPr>
                <p:cNvPr id="473" name="Right Bracket 472"/>
                <p:cNvSpPr/>
                <p:nvPr/>
              </p:nvSpPr>
              <p:spPr>
                <a:xfrm rot="16200000">
                  <a:off x="7955451" y="1747644"/>
                  <a:ext cx="1048681" cy="616312"/>
                </a:xfrm>
                <a:prstGeom prst="rightBracket">
                  <a:avLst>
                    <a:gd name="adj" fmla="val 0"/>
                  </a:avLst>
                </a:prstGeom>
                <a:ln w="22225" cap="sq">
                  <a:solidFill>
                    <a:schemeClr val="tx1"/>
                  </a:solidFill>
                  <a:miter lim="800000"/>
                  <a:headEnd type="none"/>
                  <a:tailEnd type="non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cxnSp>
              <p:nvCxnSpPr>
                <p:cNvPr id="474" name="Straight Connector 473"/>
                <p:cNvCxnSpPr>
                  <a:stCxn id="473" idx="2"/>
                </p:cNvCxnSpPr>
                <p:nvPr/>
              </p:nvCxnSpPr>
              <p:spPr>
                <a:xfrm flipH="1" flipV="1">
                  <a:off x="8478837" y="1329159"/>
                  <a:ext cx="955" cy="202301"/>
                </a:xfrm>
                <a:prstGeom prst="line">
                  <a:avLst/>
                </a:prstGeom>
                <a:ln w="22225" cap="sq">
                  <a:solidFill>
                    <a:schemeClr val="tx1"/>
                  </a:solidFill>
                  <a:miter lim="800000"/>
                  <a:headEnd type="none"/>
                  <a:tailEnd type="none"/>
                </a:ln>
              </p:spPr>
              <p:style>
                <a:lnRef idx="1">
                  <a:schemeClr val="accent1"/>
                </a:lnRef>
                <a:fillRef idx="0">
                  <a:schemeClr val="accent1"/>
                </a:fillRef>
                <a:effectRef idx="0">
                  <a:schemeClr val="accent1"/>
                </a:effectRef>
                <a:fontRef idx="minor">
                  <a:schemeClr val="tx1"/>
                </a:fontRef>
              </p:style>
            </p:cxnSp>
            <p:sp>
              <p:nvSpPr>
                <p:cNvPr id="475" name="Oval 474"/>
                <p:cNvSpPr/>
                <p:nvPr/>
              </p:nvSpPr>
              <p:spPr bwMode="auto">
                <a:xfrm>
                  <a:off x="8347075" y="1158011"/>
                  <a:ext cx="260053" cy="260053"/>
                </a:xfrm>
                <a:prstGeom prst="ellipse">
                  <a:avLst/>
                </a:prstGeom>
                <a:solidFill>
                  <a:schemeClr val="tx1"/>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sp>
              <p:nvSpPr>
                <p:cNvPr id="476" name="Oval 475"/>
                <p:cNvSpPr/>
                <p:nvPr/>
              </p:nvSpPr>
              <p:spPr bwMode="auto">
                <a:xfrm>
                  <a:off x="8662306" y="2509482"/>
                  <a:ext cx="260053" cy="260053"/>
                </a:xfrm>
                <a:prstGeom prst="ellipse">
                  <a:avLst/>
                </a:prstGeom>
                <a:solidFill>
                  <a:schemeClr val="tx1"/>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sp>
              <p:nvSpPr>
                <p:cNvPr id="477" name="Flowchart: Decision 476"/>
                <p:cNvSpPr/>
                <p:nvPr/>
              </p:nvSpPr>
              <p:spPr bwMode="auto">
                <a:xfrm>
                  <a:off x="7912042" y="1590464"/>
                  <a:ext cx="514722" cy="257035"/>
                </a:xfrm>
                <a:prstGeom prst="flowChartDecision">
                  <a:avLst/>
                </a:prstGeom>
                <a:solidFill>
                  <a:schemeClr val="tx1"/>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sp>
              <p:nvSpPr>
                <p:cNvPr id="478" name="Flowchart: Decision 477"/>
                <p:cNvSpPr/>
                <p:nvPr/>
              </p:nvSpPr>
              <p:spPr bwMode="auto">
                <a:xfrm>
                  <a:off x="8530585" y="1585939"/>
                  <a:ext cx="514722" cy="257035"/>
                </a:xfrm>
                <a:prstGeom prst="flowChartDecision">
                  <a:avLst/>
                </a:prstGeom>
                <a:solidFill>
                  <a:schemeClr val="tx1"/>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sp>
              <p:nvSpPr>
                <p:cNvPr id="479" name="Flowchart: Process 478"/>
                <p:cNvSpPr/>
                <p:nvPr/>
              </p:nvSpPr>
              <p:spPr bwMode="auto">
                <a:xfrm>
                  <a:off x="7930372" y="1899614"/>
                  <a:ext cx="490676" cy="246584"/>
                </a:xfrm>
                <a:prstGeom prst="flowChartProcess">
                  <a:avLst/>
                </a:prstGeom>
                <a:solidFill>
                  <a:schemeClr val="tx1"/>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sp>
              <p:nvSpPr>
                <p:cNvPr id="480" name="Flowchart: Process 479"/>
                <p:cNvSpPr/>
                <p:nvPr/>
              </p:nvSpPr>
              <p:spPr bwMode="auto">
                <a:xfrm>
                  <a:off x="7930767" y="2272353"/>
                  <a:ext cx="490676" cy="356147"/>
                </a:xfrm>
                <a:prstGeom prst="flowChartProcess">
                  <a:avLst/>
                </a:prstGeom>
                <a:solidFill>
                  <a:schemeClr val="tx1"/>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sp>
              <p:nvSpPr>
                <p:cNvPr id="481" name="Flowchart: Process 480"/>
                <p:cNvSpPr/>
                <p:nvPr/>
              </p:nvSpPr>
              <p:spPr bwMode="auto">
                <a:xfrm>
                  <a:off x="8665048" y="1900256"/>
                  <a:ext cx="253093" cy="128569"/>
                </a:xfrm>
                <a:prstGeom prst="flowChartProcess">
                  <a:avLst/>
                </a:prstGeom>
                <a:solidFill>
                  <a:schemeClr val="tx1"/>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sp>
              <p:nvSpPr>
                <p:cNvPr id="482" name="Flowchart: Process 481"/>
                <p:cNvSpPr/>
                <p:nvPr/>
              </p:nvSpPr>
              <p:spPr bwMode="auto">
                <a:xfrm>
                  <a:off x="8548688" y="2082622"/>
                  <a:ext cx="475640" cy="128569"/>
                </a:xfrm>
                <a:prstGeom prst="flowChartProcess">
                  <a:avLst/>
                </a:prstGeom>
                <a:solidFill>
                  <a:schemeClr val="tx1"/>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sp>
              <p:nvSpPr>
                <p:cNvPr id="483" name="Flowchart: Process 482"/>
                <p:cNvSpPr/>
                <p:nvPr/>
              </p:nvSpPr>
              <p:spPr bwMode="auto">
                <a:xfrm>
                  <a:off x="8607128" y="2273633"/>
                  <a:ext cx="363651" cy="128569"/>
                </a:xfrm>
                <a:prstGeom prst="flowChartProcess">
                  <a:avLst/>
                </a:prstGeom>
                <a:solidFill>
                  <a:schemeClr val="tx1"/>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grpSp>
        </p:grpSp>
        <p:grpSp>
          <p:nvGrpSpPr>
            <p:cNvPr id="308" name="Group 307"/>
            <p:cNvGrpSpPr/>
            <p:nvPr/>
          </p:nvGrpSpPr>
          <p:grpSpPr>
            <a:xfrm>
              <a:off x="7983513" y="1945650"/>
              <a:ext cx="989927" cy="1378516"/>
              <a:chOff x="7983513" y="1272550"/>
              <a:chExt cx="989927" cy="1378516"/>
            </a:xfrm>
          </p:grpSpPr>
          <p:sp>
            <p:nvSpPr>
              <p:cNvPr id="438" name="Rectangle 437"/>
              <p:cNvSpPr/>
              <p:nvPr/>
            </p:nvSpPr>
            <p:spPr bwMode="auto">
              <a:xfrm>
                <a:off x="8052093" y="1700740"/>
                <a:ext cx="246888" cy="27432"/>
              </a:xfrm>
              <a:prstGeom prst="rect">
                <a:avLst/>
              </a:prstGeom>
              <a:solidFill>
                <a:schemeClr val="accent4">
                  <a:lumMod val="75000"/>
                </a:schemeClr>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sp>
            <p:nvSpPr>
              <p:cNvPr id="439" name="Rectangle 438"/>
              <p:cNvSpPr/>
              <p:nvPr/>
            </p:nvSpPr>
            <p:spPr bwMode="auto">
              <a:xfrm>
                <a:off x="8670735" y="1701124"/>
                <a:ext cx="246888" cy="27432"/>
              </a:xfrm>
              <a:prstGeom prst="rect">
                <a:avLst/>
              </a:prstGeom>
              <a:solidFill>
                <a:schemeClr val="accent4">
                  <a:lumMod val="75000"/>
                </a:schemeClr>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sp>
            <p:nvSpPr>
              <p:cNvPr id="441" name="Rectangle 440"/>
              <p:cNvSpPr/>
              <p:nvPr/>
            </p:nvSpPr>
            <p:spPr bwMode="auto">
              <a:xfrm>
                <a:off x="8398112" y="1272550"/>
                <a:ext cx="155448" cy="27432"/>
              </a:xfrm>
              <a:prstGeom prst="rect">
                <a:avLst/>
              </a:prstGeom>
              <a:solidFill>
                <a:schemeClr val="accent4">
                  <a:lumMod val="75000"/>
                </a:schemeClr>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sp>
            <p:nvSpPr>
              <p:cNvPr id="442" name="Rectangle 441"/>
              <p:cNvSpPr/>
              <p:nvPr/>
            </p:nvSpPr>
            <p:spPr bwMode="auto">
              <a:xfrm>
                <a:off x="8024697" y="1979764"/>
                <a:ext cx="118872" cy="27432"/>
              </a:xfrm>
              <a:prstGeom prst="rect">
                <a:avLst/>
              </a:prstGeom>
              <a:solidFill>
                <a:schemeClr val="accent4">
                  <a:lumMod val="75000"/>
                </a:schemeClr>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sp>
            <p:nvSpPr>
              <p:cNvPr id="443" name="Rectangle 442"/>
              <p:cNvSpPr/>
              <p:nvPr/>
            </p:nvSpPr>
            <p:spPr bwMode="auto">
              <a:xfrm>
                <a:off x="8204710" y="1979764"/>
                <a:ext cx="64008" cy="27432"/>
              </a:xfrm>
              <a:prstGeom prst="rect">
                <a:avLst/>
              </a:prstGeom>
              <a:solidFill>
                <a:schemeClr val="accent4">
                  <a:lumMod val="75000"/>
                </a:schemeClr>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sp>
            <p:nvSpPr>
              <p:cNvPr id="444" name="Rectangle 443"/>
              <p:cNvSpPr/>
              <p:nvPr/>
            </p:nvSpPr>
            <p:spPr bwMode="auto">
              <a:xfrm>
                <a:off x="8020125" y="2042062"/>
                <a:ext cx="310896" cy="27432"/>
              </a:xfrm>
              <a:prstGeom prst="rect">
                <a:avLst/>
              </a:prstGeom>
              <a:solidFill>
                <a:schemeClr val="accent4">
                  <a:lumMod val="75000"/>
                </a:schemeClr>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sp>
            <p:nvSpPr>
              <p:cNvPr id="445" name="Rectangle 444"/>
              <p:cNvSpPr/>
              <p:nvPr/>
            </p:nvSpPr>
            <p:spPr bwMode="auto">
              <a:xfrm>
                <a:off x="8736281" y="1947558"/>
                <a:ext cx="118872" cy="27432"/>
              </a:xfrm>
              <a:prstGeom prst="rect">
                <a:avLst/>
              </a:prstGeom>
              <a:solidFill>
                <a:schemeClr val="accent4">
                  <a:lumMod val="75000"/>
                </a:schemeClr>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sp>
            <p:nvSpPr>
              <p:cNvPr id="446" name="Rectangle 445"/>
              <p:cNvSpPr/>
              <p:nvPr/>
            </p:nvSpPr>
            <p:spPr bwMode="auto">
              <a:xfrm>
                <a:off x="8610547" y="2132789"/>
                <a:ext cx="118872" cy="27432"/>
              </a:xfrm>
              <a:prstGeom prst="rect">
                <a:avLst/>
              </a:prstGeom>
              <a:solidFill>
                <a:schemeClr val="accent4">
                  <a:lumMod val="75000"/>
                </a:schemeClr>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sp>
            <p:nvSpPr>
              <p:cNvPr id="448" name="Rectangle 447"/>
              <p:cNvSpPr/>
              <p:nvPr/>
            </p:nvSpPr>
            <p:spPr bwMode="auto">
              <a:xfrm>
                <a:off x="8790560" y="2132789"/>
                <a:ext cx="182880" cy="27432"/>
              </a:xfrm>
              <a:prstGeom prst="rect">
                <a:avLst/>
              </a:prstGeom>
              <a:solidFill>
                <a:schemeClr val="accent4">
                  <a:lumMod val="75000"/>
                </a:schemeClr>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sp>
            <p:nvSpPr>
              <p:cNvPr id="449" name="Rectangle 448"/>
              <p:cNvSpPr/>
              <p:nvPr/>
            </p:nvSpPr>
            <p:spPr bwMode="auto">
              <a:xfrm>
                <a:off x="8706336" y="2623634"/>
                <a:ext cx="155448" cy="27432"/>
              </a:xfrm>
              <a:prstGeom prst="rect">
                <a:avLst/>
              </a:prstGeom>
              <a:solidFill>
                <a:schemeClr val="accent4">
                  <a:lumMod val="75000"/>
                </a:schemeClr>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sp>
            <p:nvSpPr>
              <p:cNvPr id="453" name="Rectangle 452"/>
              <p:cNvSpPr/>
              <p:nvPr/>
            </p:nvSpPr>
            <p:spPr bwMode="auto">
              <a:xfrm>
                <a:off x="8694281" y="2320294"/>
                <a:ext cx="182880" cy="27432"/>
              </a:xfrm>
              <a:prstGeom prst="rect">
                <a:avLst/>
              </a:prstGeom>
              <a:solidFill>
                <a:schemeClr val="accent4">
                  <a:lumMod val="75000"/>
                </a:schemeClr>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sp>
            <p:nvSpPr>
              <p:cNvPr id="465" name="Rectangle 464"/>
              <p:cNvSpPr/>
              <p:nvPr/>
            </p:nvSpPr>
            <p:spPr bwMode="auto">
              <a:xfrm>
                <a:off x="7983513" y="2350850"/>
                <a:ext cx="310896" cy="27432"/>
              </a:xfrm>
              <a:prstGeom prst="rect">
                <a:avLst/>
              </a:prstGeom>
              <a:solidFill>
                <a:schemeClr val="accent4">
                  <a:lumMod val="75000"/>
                </a:schemeClr>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sp>
            <p:nvSpPr>
              <p:cNvPr id="466" name="Rectangle 465"/>
              <p:cNvSpPr/>
              <p:nvPr/>
            </p:nvSpPr>
            <p:spPr bwMode="auto">
              <a:xfrm>
                <a:off x="7983513" y="2411298"/>
                <a:ext cx="182880" cy="27432"/>
              </a:xfrm>
              <a:prstGeom prst="rect">
                <a:avLst/>
              </a:prstGeom>
              <a:solidFill>
                <a:schemeClr val="accent4">
                  <a:lumMod val="75000"/>
                </a:schemeClr>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sp>
            <p:nvSpPr>
              <p:cNvPr id="467" name="Rectangle 466"/>
              <p:cNvSpPr/>
              <p:nvPr/>
            </p:nvSpPr>
            <p:spPr bwMode="auto">
              <a:xfrm>
                <a:off x="8226093" y="2411298"/>
                <a:ext cx="128016" cy="27432"/>
              </a:xfrm>
              <a:prstGeom prst="rect">
                <a:avLst/>
              </a:prstGeom>
              <a:solidFill>
                <a:schemeClr val="accent4">
                  <a:lumMod val="75000"/>
                </a:schemeClr>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sp>
            <p:nvSpPr>
              <p:cNvPr id="468" name="Rectangle 467"/>
              <p:cNvSpPr/>
              <p:nvPr/>
            </p:nvSpPr>
            <p:spPr bwMode="auto">
              <a:xfrm>
                <a:off x="7983513" y="2474844"/>
                <a:ext cx="365760" cy="27432"/>
              </a:xfrm>
              <a:prstGeom prst="rect">
                <a:avLst/>
              </a:prstGeom>
              <a:solidFill>
                <a:schemeClr val="accent4">
                  <a:lumMod val="75000"/>
                </a:schemeClr>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sp>
            <p:nvSpPr>
              <p:cNvPr id="469" name="Rectangle 468"/>
              <p:cNvSpPr/>
              <p:nvPr/>
            </p:nvSpPr>
            <p:spPr bwMode="auto">
              <a:xfrm>
                <a:off x="7983513" y="2534947"/>
                <a:ext cx="118872" cy="27432"/>
              </a:xfrm>
              <a:prstGeom prst="rect">
                <a:avLst/>
              </a:prstGeom>
              <a:solidFill>
                <a:schemeClr val="accent4">
                  <a:lumMod val="75000"/>
                </a:schemeClr>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sp>
            <p:nvSpPr>
              <p:cNvPr id="470" name="Rectangle 469"/>
              <p:cNvSpPr/>
              <p:nvPr/>
            </p:nvSpPr>
            <p:spPr bwMode="auto">
              <a:xfrm>
                <a:off x="8169867" y="2534947"/>
                <a:ext cx="64008" cy="27432"/>
              </a:xfrm>
              <a:prstGeom prst="rect">
                <a:avLst/>
              </a:prstGeom>
              <a:solidFill>
                <a:schemeClr val="accent4">
                  <a:lumMod val="75000"/>
                </a:schemeClr>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grpSp>
        <p:grpSp>
          <p:nvGrpSpPr>
            <p:cNvPr id="309" name="Group 308"/>
            <p:cNvGrpSpPr/>
            <p:nvPr/>
          </p:nvGrpSpPr>
          <p:grpSpPr>
            <a:xfrm>
              <a:off x="5895503" y="1955025"/>
              <a:ext cx="1229051" cy="1725027"/>
              <a:chOff x="5895503" y="1281925"/>
              <a:chExt cx="1229051" cy="1725027"/>
            </a:xfrm>
          </p:grpSpPr>
          <p:grpSp>
            <p:nvGrpSpPr>
              <p:cNvPr id="310" name="Group 309"/>
              <p:cNvGrpSpPr/>
              <p:nvPr/>
            </p:nvGrpSpPr>
            <p:grpSpPr>
              <a:xfrm>
                <a:off x="5895503" y="1281925"/>
                <a:ext cx="1229051" cy="1725027"/>
                <a:chOff x="5895503" y="1281925"/>
                <a:chExt cx="1229051" cy="1725027"/>
              </a:xfrm>
            </p:grpSpPr>
            <p:sp>
              <p:nvSpPr>
                <p:cNvPr id="426" name="Freeform 425"/>
                <p:cNvSpPr/>
                <p:nvPr/>
              </p:nvSpPr>
              <p:spPr bwMode="auto">
                <a:xfrm>
                  <a:off x="5895503" y="1281925"/>
                  <a:ext cx="1229050" cy="1725027"/>
                </a:xfrm>
                <a:custGeom>
                  <a:avLst/>
                  <a:gdLst>
                    <a:gd name="connsiteX0" fmla="*/ 0 w 1470634"/>
                    <a:gd name="connsiteY0" fmla="*/ 0 h 1971294"/>
                    <a:gd name="connsiteX1" fmla="*/ 1225530 w 1470634"/>
                    <a:gd name="connsiteY1" fmla="*/ 0 h 1971294"/>
                    <a:gd name="connsiteX2" fmla="*/ 1470634 w 1470634"/>
                    <a:gd name="connsiteY2" fmla="*/ 244431 h 1971294"/>
                    <a:gd name="connsiteX3" fmla="*/ 1470634 w 1470634"/>
                    <a:gd name="connsiteY3" fmla="*/ 1971294 h 1971294"/>
                    <a:gd name="connsiteX4" fmla="*/ 0 w 1470634"/>
                    <a:gd name="connsiteY4" fmla="*/ 1971294 h 19712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70634" h="1971294">
                      <a:moveTo>
                        <a:pt x="0" y="0"/>
                      </a:moveTo>
                      <a:lnTo>
                        <a:pt x="1225530" y="0"/>
                      </a:lnTo>
                      <a:lnTo>
                        <a:pt x="1470634" y="244431"/>
                      </a:lnTo>
                      <a:lnTo>
                        <a:pt x="1470634" y="1971294"/>
                      </a:lnTo>
                      <a:lnTo>
                        <a:pt x="0" y="1971294"/>
                      </a:lnTo>
                      <a:close/>
                    </a:path>
                  </a:pathLst>
                </a:custGeom>
                <a:solidFill>
                  <a:schemeClr val="tx1">
                    <a:lumMod val="95000"/>
                  </a:schemeClr>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sp>
              <p:nvSpPr>
                <p:cNvPr id="437" name="Right Triangle 436"/>
                <p:cNvSpPr/>
                <p:nvPr/>
              </p:nvSpPr>
              <p:spPr bwMode="auto">
                <a:xfrm rot="16200000" flipV="1">
                  <a:off x="6915207" y="1286954"/>
                  <a:ext cx="214376" cy="204318"/>
                </a:xfrm>
                <a:prstGeom prst="rtTriangle">
                  <a:avLst/>
                </a:prstGeom>
                <a:solidFill>
                  <a:schemeClr val="accent4">
                    <a:lumMod val="75000"/>
                  </a:schemeClr>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grpSp>
          <p:grpSp>
            <p:nvGrpSpPr>
              <p:cNvPr id="311" name="Group 310"/>
              <p:cNvGrpSpPr/>
              <p:nvPr/>
            </p:nvGrpSpPr>
            <p:grpSpPr>
              <a:xfrm>
                <a:off x="5996740" y="1640587"/>
                <a:ext cx="1000052" cy="1136612"/>
                <a:chOff x="5996740" y="1640587"/>
                <a:chExt cx="1000052" cy="1136612"/>
              </a:xfrm>
            </p:grpSpPr>
            <p:grpSp>
              <p:nvGrpSpPr>
                <p:cNvPr id="312" name="Group 311"/>
                <p:cNvGrpSpPr/>
                <p:nvPr/>
              </p:nvGrpSpPr>
              <p:grpSpPr>
                <a:xfrm>
                  <a:off x="6265272" y="1646040"/>
                  <a:ext cx="731520" cy="87880"/>
                  <a:chOff x="6265272" y="1646040"/>
                  <a:chExt cx="731520" cy="87880"/>
                </a:xfrm>
              </p:grpSpPr>
              <p:sp>
                <p:nvSpPr>
                  <p:cNvPr id="402" name="Rectangle 401"/>
                  <p:cNvSpPr/>
                  <p:nvPr/>
                </p:nvSpPr>
                <p:spPr bwMode="auto">
                  <a:xfrm>
                    <a:off x="6265272" y="1646040"/>
                    <a:ext cx="731520" cy="27432"/>
                  </a:xfrm>
                  <a:prstGeom prst="rect">
                    <a:avLst/>
                  </a:prstGeom>
                  <a:solidFill>
                    <a:schemeClr val="accent4">
                      <a:lumMod val="75000"/>
                    </a:schemeClr>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sp>
                <p:nvSpPr>
                  <p:cNvPr id="418" name="Rectangle 417"/>
                  <p:cNvSpPr/>
                  <p:nvPr/>
                </p:nvSpPr>
                <p:spPr bwMode="auto">
                  <a:xfrm>
                    <a:off x="6265272" y="1706488"/>
                    <a:ext cx="182880" cy="27432"/>
                  </a:xfrm>
                  <a:prstGeom prst="rect">
                    <a:avLst/>
                  </a:prstGeom>
                  <a:solidFill>
                    <a:schemeClr val="accent4">
                      <a:lumMod val="75000"/>
                    </a:schemeClr>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sp>
                <p:nvSpPr>
                  <p:cNvPr id="425" name="Rectangle 424"/>
                  <p:cNvSpPr/>
                  <p:nvPr/>
                </p:nvSpPr>
                <p:spPr bwMode="auto">
                  <a:xfrm>
                    <a:off x="6507852" y="1706488"/>
                    <a:ext cx="246888" cy="27432"/>
                  </a:xfrm>
                  <a:prstGeom prst="rect">
                    <a:avLst/>
                  </a:prstGeom>
                  <a:solidFill>
                    <a:schemeClr val="accent4">
                      <a:lumMod val="75000"/>
                    </a:schemeClr>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grpSp>
            <p:grpSp>
              <p:nvGrpSpPr>
                <p:cNvPr id="313" name="Group 312"/>
                <p:cNvGrpSpPr/>
                <p:nvPr/>
              </p:nvGrpSpPr>
              <p:grpSpPr>
                <a:xfrm>
                  <a:off x="6265272" y="1889531"/>
                  <a:ext cx="731520" cy="87880"/>
                  <a:chOff x="6265272" y="1889531"/>
                  <a:chExt cx="731520" cy="87880"/>
                </a:xfrm>
              </p:grpSpPr>
              <p:sp>
                <p:nvSpPr>
                  <p:cNvPr id="400" name="Rectangle 399"/>
                  <p:cNvSpPr/>
                  <p:nvPr/>
                </p:nvSpPr>
                <p:spPr bwMode="auto">
                  <a:xfrm>
                    <a:off x="6265272" y="1889531"/>
                    <a:ext cx="731520" cy="27432"/>
                  </a:xfrm>
                  <a:prstGeom prst="rect">
                    <a:avLst/>
                  </a:prstGeom>
                  <a:solidFill>
                    <a:schemeClr val="accent4">
                      <a:lumMod val="75000"/>
                    </a:schemeClr>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sp>
                <p:nvSpPr>
                  <p:cNvPr id="401" name="Rectangle 400"/>
                  <p:cNvSpPr/>
                  <p:nvPr/>
                </p:nvSpPr>
                <p:spPr bwMode="auto">
                  <a:xfrm>
                    <a:off x="6265272" y="1949979"/>
                    <a:ext cx="365760" cy="27432"/>
                  </a:xfrm>
                  <a:prstGeom prst="rect">
                    <a:avLst/>
                  </a:prstGeom>
                  <a:solidFill>
                    <a:schemeClr val="accent4">
                      <a:lumMod val="75000"/>
                    </a:schemeClr>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grpSp>
            <p:grpSp>
              <p:nvGrpSpPr>
                <p:cNvPr id="314" name="Group 313"/>
                <p:cNvGrpSpPr/>
                <p:nvPr/>
              </p:nvGrpSpPr>
              <p:grpSpPr>
                <a:xfrm>
                  <a:off x="6265272" y="2130746"/>
                  <a:ext cx="709184" cy="87880"/>
                  <a:chOff x="6265272" y="2130746"/>
                  <a:chExt cx="709184" cy="87880"/>
                </a:xfrm>
              </p:grpSpPr>
              <p:sp>
                <p:nvSpPr>
                  <p:cNvPr id="384" name="Rectangle 383"/>
                  <p:cNvSpPr/>
                  <p:nvPr/>
                </p:nvSpPr>
                <p:spPr bwMode="auto">
                  <a:xfrm>
                    <a:off x="6265272" y="2130746"/>
                    <a:ext cx="429768" cy="27432"/>
                  </a:xfrm>
                  <a:prstGeom prst="rect">
                    <a:avLst/>
                  </a:prstGeom>
                  <a:solidFill>
                    <a:schemeClr val="accent4">
                      <a:lumMod val="75000"/>
                    </a:schemeClr>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sp>
                <p:nvSpPr>
                  <p:cNvPr id="398" name="Rectangle 397"/>
                  <p:cNvSpPr/>
                  <p:nvPr/>
                </p:nvSpPr>
                <p:spPr bwMode="auto">
                  <a:xfrm>
                    <a:off x="6265272" y="2191194"/>
                    <a:ext cx="301752" cy="27432"/>
                  </a:xfrm>
                  <a:prstGeom prst="rect">
                    <a:avLst/>
                  </a:prstGeom>
                  <a:solidFill>
                    <a:schemeClr val="accent4">
                      <a:lumMod val="75000"/>
                    </a:schemeClr>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sp>
                <p:nvSpPr>
                  <p:cNvPr id="399" name="Rectangle 398"/>
                  <p:cNvSpPr/>
                  <p:nvPr/>
                </p:nvSpPr>
                <p:spPr bwMode="auto">
                  <a:xfrm>
                    <a:off x="6736712" y="2132789"/>
                    <a:ext cx="237744" cy="27432"/>
                  </a:xfrm>
                  <a:prstGeom prst="rect">
                    <a:avLst/>
                  </a:prstGeom>
                  <a:solidFill>
                    <a:schemeClr val="accent4">
                      <a:lumMod val="75000"/>
                    </a:schemeClr>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grpSp>
            <p:grpSp>
              <p:nvGrpSpPr>
                <p:cNvPr id="315" name="Group 314"/>
                <p:cNvGrpSpPr/>
                <p:nvPr/>
              </p:nvGrpSpPr>
              <p:grpSpPr>
                <a:xfrm>
                  <a:off x="6265272" y="2374770"/>
                  <a:ext cx="731520" cy="87880"/>
                  <a:chOff x="6265272" y="2374770"/>
                  <a:chExt cx="731520" cy="87880"/>
                </a:xfrm>
              </p:grpSpPr>
              <p:sp>
                <p:nvSpPr>
                  <p:cNvPr id="382" name="Rectangle 381"/>
                  <p:cNvSpPr/>
                  <p:nvPr/>
                </p:nvSpPr>
                <p:spPr bwMode="auto">
                  <a:xfrm>
                    <a:off x="6265272" y="2374770"/>
                    <a:ext cx="731520" cy="27432"/>
                  </a:xfrm>
                  <a:prstGeom prst="rect">
                    <a:avLst/>
                  </a:prstGeom>
                  <a:solidFill>
                    <a:schemeClr val="accent4">
                      <a:lumMod val="75000"/>
                    </a:schemeClr>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sp>
                <p:nvSpPr>
                  <p:cNvPr id="383" name="Rectangle 382"/>
                  <p:cNvSpPr/>
                  <p:nvPr/>
                </p:nvSpPr>
                <p:spPr bwMode="auto">
                  <a:xfrm>
                    <a:off x="6265272" y="2435218"/>
                    <a:ext cx="484632" cy="27432"/>
                  </a:xfrm>
                  <a:prstGeom prst="rect">
                    <a:avLst/>
                  </a:prstGeom>
                  <a:solidFill>
                    <a:schemeClr val="accent4">
                      <a:lumMod val="75000"/>
                    </a:schemeClr>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grpSp>
            <p:grpSp>
              <p:nvGrpSpPr>
                <p:cNvPr id="316" name="Group 315"/>
                <p:cNvGrpSpPr/>
                <p:nvPr/>
              </p:nvGrpSpPr>
              <p:grpSpPr>
                <a:xfrm>
                  <a:off x="6265272" y="2623634"/>
                  <a:ext cx="731520" cy="87880"/>
                  <a:chOff x="6265272" y="2623634"/>
                  <a:chExt cx="731520" cy="87880"/>
                </a:xfrm>
              </p:grpSpPr>
              <p:sp>
                <p:nvSpPr>
                  <p:cNvPr id="365" name="Rectangle 364"/>
                  <p:cNvSpPr/>
                  <p:nvPr/>
                </p:nvSpPr>
                <p:spPr bwMode="auto">
                  <a:xfrm>
                    <a:off x="6265272" y="2623634"/>
                    <a:ext cx="731520" cy="27432"/>
                  </a:xfrm>
                  <a:prstGeom prst="rect">
                    <a:avLst/>
                  </a:prstGeom>
                  <a:solidFill>
                    <a:schemeClr val="accent4">
                      <a:lumMod val="75000"/>
                    </a:schemeClr>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sp>
                <p:nvSpPr>
                  <p:cNvPr id="375" name="Rectangle 374"/>
                  <p:cNvSpPr/>
                  <p:nvPr/>
                </p:nvSpPr>
                <p:spPr bwMode="auto">
                  <a:xfrm>
                    <a:off x="6265272" y="2684082"/>
                    <a:ext cx="182880" cy="27432"/>
                  </a:xfrm>
                  <a:prstGeom prst="rect">
                    <a:avLst/>
                  </a:prstGeom>
                  <a:solidFill>
                    <a:schemeClr val="accent4">
                      <a:lumMod val="75000"/>
                    </a:schemeClr>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sp>
                <p:nvSpPr>
                  <p:cNvPr id="376" name="Rectangle 375"/>
                  <p:cNvSpPr/>
                  <p:nvPr/>
                </p:nvSpPr>
                <p:spPr bwMode="auto">
                  <a:xfrm>
                    <a:off x="6501893" y="2684082"/>
                    <a:ext cx="246888" cy="27432"/>
                  </a:xfrm>
                  <a:prstGeom prst="rect">
                    <a:avLst/>
                  </a:prstGeom>
                  <a:solidFill>
                    <a:schemeClr val="accent4">
                      <a:lumMod val="75000"/>
                    </a:schemeClr>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grpSp>
            <p:sp>
              <p:nvSpPr>
                <p:cNvPr id="317" name="Rectangle 316"/>
                <p:cNvSpPr/>
                <p:nvPr/>
              </p:nvSpPr>
              <p:spPr bwMode="auto">
                <a:xfrm>
                  <a:off x="5996740" y="2131485"/>
                  <a:ext cx="154817" cy="154817"/>
                </a:xfrm>
                <a:prstGeom prst="rect">
                  <a:avLst/>
                </a:prstGeom>
                <a:solidFill>
                  <a:schemeClr val="tx1"/>
                </a:solidFill>
                <a:ln w="19050" cap="sq">
                  <a:solidFill>
                    <a:schemeClr val="accent4"/>
                  </a:solidFill>
                  <a:miter lim="800000"/>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sp>
              <p:nvSpPr>
                <p:cNvPr id="318" name="Rectangle 317"/>
                <p:cNvSpPr/>
                <p:nvPr/>
              </p:nvSpPr>
              <p:spPr bwMode="auto">
                <a:xfrm>
                  <a:off x="5996740" y="2622382"/>
                  <a:ext cx="154817" cy="154817"/>
                </a:xfrm>
                <a:prstGeom prst="rect">
                  <a:avLst/>
                </a:prstGeom>
                <a:solidFill>
                  <a:schemeClr val="tx1"/>
                </a:solidFill>
                <a:ln w="19050" cap="sq">
                  <a:solidFill>
                    <a:schemeClr val="accent4"/>
                  </a:solidFill>
                  <a:miter lim="800000"/>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grpSp>
              <p:nvGrpSpPr>
                <p:cNvPr id="319" name="Group 318"/>
                <p:cNvGrpSpPr/>
                <p:nvPr/>
              </p:nvGrpSpPr>
              <p:grpSpPr>
                <a:xfrm>
                  <a:off x="5996740" y="1640587"/>
                  <a:ext cx="154817" cy="154817"/>
                  <a:chOff x="5996740" y="1640587"/>
                  <a:chExt cx="154817" cy="154817"/>
                </a:xfrm>
              </p:grpSpPr>
              <p:sp>
                <p:nvSpPr>
                  <p:cNvPr id="359" name="Rectangle 358"/>
                  <p:cNvSpPr/>
                  <p:nvPr/>
                </p:nvSpPr>
                <p:spPr bwMode="auto">
                  <a:xfrm>
                    <a:off x="5996740" y="1640587"/>
                    <a:ext cx="154817" cy="154817"/>
                  </a:xfrm>
                  <a:prstGeom prst="rect">
                    <a:avLst/>
                  </a:prstGeom>
                  <a:solidFill>
                    <a:schemeClr val="tx1"/>
                  </a:solidFill>
                  <a:ln w="19050" cap="sq">
                    <a:solidFill>
                      <a:schemeClr val="accent4"/>
                    </a:solidFill>
                    <a:miter lim="800000"/>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0" rIns="0" bIns="0" numCol="1" rtlCol="0" anchor="ctr" anchorCtr="0" compatLnSpc="1">
                    <a:prstTxWarp prst="textNoShape">
                      <a:avLst/>
                    </a:prstTxWarp>
                  </a:bodyPr>
                  <a:lstStyle/>
                  <a:p>
                    <a:pPr algn="ctr" defTabSz="932472" fontAlgn="base">
                      <a:lnSpc>
                        <a:spcPct val="90000"/>
                      </a:lnSpc>
                      <a:spcBef>
                        <a:spcPct val="0"/>
                      </a:spcBef>
                      <a:spcAft>
                        <a:spcPct val="0"/>
                      </a:spcAft>
                    </a:pPr>
                    <a:endParaRPr lang="en-US" sz="2000" dirty="0">
                      <a:gradFill>
                        <a:gsLst>
                          <a:gs pos="0">
                            <a:srgbClr val="FFFFFF"/>
                          </a:gs>
                          <a:gs pos="100000">
                            <a:srgbClr val="FFFFFF"/>
                          </a:gs>
                        </a:gsLst>
                        <a:lin ang="5400000" scaled="0"/>
                      </a:gradFill>
                    </a:endParaRPr>
                  </a:p>
                </p:txBody>
              </p:sp>
              <p:sp>
                <p:nvSpPr>
                  <p:cNvPr id="364" name="Freeform 5"/>
                  <p:cNvSpPr>
                    <a:spLocks/>
                  </p:cNvSpPr>
                  <p:nvPr/>
                </p:nvSpPr>
                <p:spPr bwMode="auto">
                  <a:xfrm>
                    <a:off x="6014932" y="1667864"/>
                    <a:ext cx="113315" cy="100262"/>
                  </a:xfrm>
                  <a:custGeom>
                    <a:avLst/>
                    <a:gdLst>
                      <a:gd name="T0" fmla="*/ 3976 w 3976"/>
                      <a:gd name="T1" fmla="*/ 580 h 3518"/>
                      <a:gd name="T2" fmla="*/ 3226 w 3976"/>
                      <a:gd name="T3" fmla="*/ 0 h 3518"/>
                      <a:gd name="T4" fmla="*/ 1515 w 3976"/>
                      <a:gd name="T5" fmla="*/ 2235 h 3518"/>
                      <a:gd name="T6" fmla="*/ 540 w 3976"/>
                      <a:gd name="T7" fmla="*/ 1484 h 3518"/>
                      <a:gd name="T8" fmla="*/ 0 w 3976"/>
                      <a:gd name="T9" fmla="*/ 2190 h 3518"/>
                      <a:gd name="T10" fmla="*/ 1728 w 3976"/>
                      <a:gd name="T11" fmla="*/ 3518 h 3518"/>
                      <a:gd name="T12" fmla="*/ 2267 w 3976"/>
                      <a:gd name="T13" fmla="*/ 2815 h 3518"/>
                      <a:gd name="T14" fmla="*/ 2267 w 3976"/>
                      <a:gd name="T15" fmla="*/ 2815 h 3518"/>
                      <a:gd name="T16" fmla="*/ 3976 w 3976"/>
                      <a:gd name="T17" fmla="*/ 580 h 3518"/>
                      <a:gd name="T18" fmla="*/ 3976 w 3976"/>
                      <a:gd name="T19" fmla="*/ 580 h 3518"/>
                      <a:gd name="T20" fmla="*/ 3976 w 3976"/>
                      <a:gd name="T21" fmla="*/ 580 h 35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976" h="3518">
                        <a:moveTo>
                          <a:pt x="3976" y="580"/>
                        </a:moveTo>
                        <a:lnTo>
                          <a:pt x="3226" y="0"/>
                        </a:lnTo>
                        <a:lnTo>
                          <a:pt x="1515" y="2235"/>
                        </a:lnTo>
                        <a:lnTo>
                          <a:pt x="540" y="1484"/>
                        </a:lnTo>
                        <a:lnTo>
                          <a:pt x="0" y="2190"/>
                        </a:lnTo>
                        <a:lnTo>
                          <a:pt x="1728" y="3518"/>
                        </a:lnTo>
                        <a:lnTo>
                          <a:pt x="2267" y="2815"/>
                        </a:lnTo>
                        <a:lnTo>
                          <a:pt x="2267" y="2815"/>
                        </a:lnTo>
                        <a:lnTo>
                          <a:pt x="3976" y="580"/>
                        </a:lnTo>
                        <a:lnTo>
                          <a:pt x="3976" y="580"/>
                        </a:lnTo>
                        <a:lnTo>
                          <a:pt x="3976" y="580"/>
                        </a:lnTo>
                        <a:close/>
                      </a:path>
                    </a:pathLst>
                  </a:custGeom>
                  <a:solidFill>
                    <a:schemeClr val="accent4"/>
                  </a:solidFill>
                  <a:ln>
                    <a:noFill/>
                  </a:ln>
                </p:spPr>
                <p:txBody>
                  <a:bodyPr vert="horz" wrap="square" lIns="91440" tIns="45720" rIns="91440" bIns="45720" numCol="1" anchor="t" anchorCtr="0" compatLnSpc="1">
                    <a:prstTxWarp prst="textNoShape">
                      <a:avLst/>
                    </a:prstTxWarp>
                  </a:bodyPr>
                  <a:lstStyle/>
                  <a:p>
                    <a:endParaRPr lang="en-US"/>
                  </a:p>
                </p:txBody>
              </p:sp>
            </p:grpSp>
            <p:grpSp>
              <p:nvGrpSpPr>
                <p:cNvPr id="320" name="Group 319"/>
                <p:cNvGrpSpPr/>
                <p:nvPr/>
              </p:nvGrpSpPr>
              <p:grpSpPr>
                <a:xfrm>
                  <a:off x="5996740" y="1886036"/>
                  <a:ext cx="154817" cy="154817"/>
                  <a:chOff x="5996740" y="1886036"/>
                  <a:chExt cx="154817" cy="154817"/>
                </a:xfrm>
              </p:grpSpPr>
              <p:sp>
                <p:nvSpPr>
                  <p:cNvPr id="344" name="Rectangle 343"/>
                  <p:cNvSpPr/>
                  <p:nvPr/>
                </p:nvSpPr>
                <p:spPr bwMode="auto">
                  <a:xfrm>
                    <a:off x="5996740" y="1886036"/>
                    <a:ext cx="154817" cy="154817"/>
                  </a:xfrm>
                  <a:prstGeom prst="rect">
                    <a:avLst/>
                  </a:prstGeom>
                  <a:solidFill>
                    <a:schemeClr val="tx1"/>
                  </a:solidFill>
                  <a:ln w="19050" cap="sq">
                    <a:solidFill>
                      <a:schemeClr val="accent4"/>
                    </a:solidFill>
                    <a:miter lim="800000"/>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0" rIns="0" bIns="0" numCol="1" rtlCol="0" anchor="ctr" anchorCtr="0" compatLnSpc="1">
                    <a:prstTxWarp prst="textNoShape">
                      <a:avLst/>
                    </a:prstTxWarp>
                  </a:bodyPr>
                  <a:lstStyle/>
                  <a:p>
                    <a:pPr algn="ctr" defTabSz="932472" fontAlgn="base">
                      <a:lnSpc>
                        <a:spcPct val="90000"/>
                      </a:lnSpc>
                      <a:spcBef>
                        <a:spcPct val="0"/>
                      </a:spcBef>
                      <a:spcAft>
                        <a:spcPct val="0"/>
                      </a:spcAft>
                    </a:pPr>
                    <a:endParaRPr lang="en-US" sz="2000" dirty="0">
                      <a:gradFill>
                        <a:gsLst>
                          <a:gs pos="0">
                            <a:srgbClr val="FFFFFF"/>
                          </a:gs>
                          <a:gs pos="100000">
                            <a:srgbClr val="FFFFFF"/>
                          </a:gs>
                        </a:gsLst>
                        <a:lin ang="5400000" scaled="0"/>
                      </a:gradFill>
                    </a:endParaRPr>
                  </a:p>
                </p:txBody>
              </p:sp>
              <p:sp>
                <p:nvSpPr>
                  <p:cNvPr id="348" name="Freeform 5"/>
                  <p:cNvSpPr>
                    <a:spLocks/>
                  </p:cNvSpPr>
                  <p:nvPr/>
                </p:nvSpPr>
                <p:spPr bwMode="auto">
                  <a:xfrm>
                    <a:off x="6017491" y="1913313"/>
                    <a:ext cx="113315" cy="100262"/>
                  </a:xfrm>
                  <a:custGeom>
                    <a:avLst/>
                    <a:gdLst>
                      <a:gd name="T0" fmla="*/ 3976 w 3976"/>
                      <a:gd name="T1" fmla="*/ 580 h 3518"/>
                      <a:gd name="T2" fmla="*/ 3226 w 3976"/>
                      <a:gd name="T3" fmla="*/ 0 h 3518"/>
                      <a:gd name="T4" fmla="*/ 1515 w 3976"/>
                      <a:gd name="T5" fmla="*/ 2235 h 3518"/>
                      <a:gd name="T6" fmla="*/ 540 w 3976"/>
                      <a:gd name="T7" fmla="*/ 1484 h 3518"/>
                      <a:gd name="T8" fmla="*/ 0 w 3976"/>
                      <a:gd name="T9" fmla="*/ 2190 h 3518"/>
                      <a:gd name="T10" fmla="*/ 1728 w 3976"/>
                      <a:gd name="T11" fmla="*/ 3518 h 3518"/>
                      <a:gd name="T12" fmla="*/ 2267 w 3976"/>
                      <a:gd name="T13" fmla="*/ 2815 h 3518"/>
                      <a:gd name="T14" fmla="*/ 2267 w 3976"/>
                      <a:gd name="T15" fmla="*/ 2815 h 3518"/>
                      <a:gd name="T16" fmla="*/ 3976 w 3976"/>
                      <a:gd name="T17" fmla="*/ 580 h 3518"/>
                      <a:gd name="T18" fmla="*/ 3976 w 3976"/>
                      <a:gd name="T19" fmla="*/ 580 h 3518"/>
                      <a:gd name="T20" fmla="*/ 3976 w 3976"/>
                      <a:gd name="T21" fmla="*/ 580 h 35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976" h="3518">
                        <a:moveTo>
                          <a:pt x="3976" y="580"/>
                        </a:moveTo>
                        <a:lnTo>
                          <a:pt x="3226" y="0"/>
                        </a:lnTo>
                        <a:lnTo>
                          <a:pt x="1515" y="2235"/>
                        </a:lnTo>
                        <a:lnTo>
                          <a:pt x="540" y="1484"/>
                        </a:lnTo>
                        <a:lnTo>
                          <a:pt x="0" y="2190"/>
                        </a:lnTo>
                        <a:lnTo>
                          <a:pt x="1728" y="3518"/>
                        </a:lnTo>
                        <a:lnTo>
                          <a:pt x="2267" y="2815"/>
                        </a:lnTo>
                        <a:lnTo>
                          <a:pt x="2267" y="2815"/>
                        </a:lnTo>
                        <a:lnTo>
                          <a:pt x="3976" y="580"/>
                        </a:lnTo>
                        <a:lnTo>
                          <a:pt x="3976" y="580"/>
                        </a:lnTo>
                        <a:lnTo>
                          <a:pt x="3976" y="580"/>
                        </a:lnTo>
                        <a:close/>
                      </a:path>
                    </a:pathLst>
                  </a:custGeom>
                  <a:solidFill>
                    <a:schemeClr val="accent4"/>
                  </a:solidFill>
                  <a:ln>
                    <a:noFill/>
                  </a:ln>
                </p:spPr>
                <p:txBody>
                  <a:bodyPr vert="horz" wrap="square" lIns="91440" tIns="45720" rIns="91440" bIns="45720" numCol="1" anchor="t" anchorCtr="0" compatLnSpc="1">
                    <a:prstTxWarp prst="textNoShape">
                      <a:avLst/>
                    </a:prstTxWarp>
                  </a:bodyPr>
                  <a:lstStyle/>
                  <a:p>
                    <a:endParaRPr lang="en-US"/>
                  </a:p>
                </p:txBody>
              </p:sp>
            </p:grpSp>
            <p:grpSp>
              <p:nvGrpSpPr>
                <p:cNvPr id="321" name="Group 320"/>
                <p:cNvGrpSpPr/>
                <p:nvPr/>
              </p:nvGrpSpPr>
              <p:grpSpPr>
                <a:xfrm>
                  <a:off x="5996740" y="2376934"/>
                  <a:ext cx="154817" cy="154817"/>
                  <a:chOff x="5996740" y="2376934"/>
                  <a:chExt cx="154817" cy="154817"/>
                </a:xfrm>
              </p:grpSpPr>
              <p:sp>
                <p:nvSpPr>
                  <p:cNvPr id="322" name="Rectangle 321"/>
                  <p:cNvSpPr/>
                  <p:nvPr/>
                </p:nvSpPr>
                <p:spPr bwMode="auto">
                  <a:xfrm>
                    <a:off x="5996740" y="2376934"/>
                    <a:ext cx="154817" cy="154817"/>
                  </a:xfrm>
                  <a:prstGeom prst="rect">
                    <a:avLst/>
                  </a:prstGeom>
                  <a:solidFill>
                    <a:schemeClr val="tx1"/>
                  </a:solidFill>
                  <a:ln w="19050" cap="sq">
                    <a:solidFill>
                      <a:schemeClr val="accent4"/>
                    </a:solidFill>
                    <a:miter lim="800000"/>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0" rIns="0" bIns="0" numCol="1" rtlCol="0" anchor="ctr" anchorCtr="0" compatLnSpc="1">
                    <a:prstTxWarp prst="textNoShape">
                      <a:avLst/>
                    </a:prstTxWarp>
                  </a:bodyPr>
                  <a:lstStyle/>
                  <a:p>
                    <a:pPr algn="ctr" defTabSz="932472" fontAlgn="base">
                      <a:lnSpc>
                        <a:spcPct val="90000"/>
                      </a:lnSpc>
                      <a:spcBef>
                        <a:spcPct val="0"/>
                      </a:spcBef>
                      <a:spcAft>
                        <a:spcPct val="0"/>
                      </a:spcAft>
                    </a:pPr>
                    <a:endParaRPr lang="en-US" sz="2000" dirty="0">
                      <a:gradFill>
                        <a:gsLst>
                          <a:gs pos="0">
                            <a:srgbClr val="FFFFFF"/>
                          </a:gs>
                          <a:gs pos="100000">
                            <a:srgbClr val="FFFFFF"/>
                          </a:gs>
                        </a:gsLst>
                        <a:lin ang="5400000" scaled="0"/>
                      </a:gradFill>
                    </a:endParaRPr>
                  </a:p>
                </p:txBody>
              </p:sp>
              <p:sp>
                <p:nvSpPr>
                  <p:cNvPr id="325" name="Freeform 5"/>
                  <p:cNvSpPr>
                    <a:spLocks/>
                  </p:cNvSpPr>
                  <p:nvPr/>
                </p:nvSpPr>
                <p:spPr bwMode="auto">
                  <a:xfrm>
                    <a:off x="6017491" y="2404211"/>
                    <a:ext cx="113315" cy="100262"/>
                  </a:xfrm>
                  <a:custGeom>
                    <a:avLst/>
                    <a:gdLst>
                      <a:gd name="T0" fmla="*/ 3976 w 3976"/>
                      <a:gd name="T1" fmla="*/ 580 h 3518"/>
                      <a:gd name="T2" fmla="*/ 3226 w 3976"/>
                      <a:gd name="T3" fmla="*/ 0 h 3518"/>
                      <a:gd name="T4" fmla="*/ 1515 w 3976"/>
                      <a:gd name="T5" fmla="*/ 2235 h 3518"/>
                      <a:gd name="T6" fmla="*/ 540 w 3976"/>
                      <a:gd name="T7" fmla="*/ 1484 h 3518"/>
                      <a:gd name="T8" fmla="*/ 0 w 3976"/>
                      <a:gd name="T9" fmla="*/ 2190 h 3518"/>
                      <a:gd name="T10" fmla="*/ 1728 w 3976"/>
                      <a:gd name="T11" fmla="*/ 3518 h 3518"/>
                      <a:gd name="T12" fmla="*/ 2267 w 3976"/>
                      <a:gd name="T13" fmla="*/ 2815 h 3518"/>
                      <a:gd name="T14" fmla="*/ 2267 w 3976"/>
                      <a:gd name="T15" fmla="*/ 2815 h 3518"/>
                      <a:gd name="T16" fmla="*/ 3976 w 3976"/>
                      <a:gd name="T17" fmla="*/ 580 h 3518"/>
                      <a:gd name="T18" fmla="*/ 3976 w 3976"/>
                      <a:gd name="T19" fmla="*/ 580 h 3518"/>
                      <a:gd name="T20" fmla="*/ 3976 w 3976"/>
                      <a:gd name="T21" fmla="*/ 580 h 35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976" h="3518">
                        <a:moveTo>
                          <a:pt x="3976" y="580"/>
                        </a:moveTo>
                        <a:lnTo>
                          <a:pt x="3226" y="0"/>
                        </a:lnTo>
                        <a:lnTo>
                          <a:pt x="1515" y="2235"/>
                        </a:lnTo>
                        <a:lnTo>
                          <a:pt x="540" y="1484"/>
                        </a:lnTo>
                        <a:lnTo>
                          <a:pt x="0" y="2190"/>
                        </a:lnTo>
                        <a:lnTo>
                          <a:pt x="1728" y="3518"/>
                        </a:lnTo>
                        <a:lnTo>
                          <a:pt x="2267" y="2815"/>
                        </a:lnTo>
                        <a:lnTo>
                          <a:pt x="2267" y="2815"/>
                        </a:lnTo>
                        <a:lnTo>
                          <a:pt x="3976" y="580"/>
                        </a:lnTo>
                        <a:lnTo>
                          <a:pt x="3976" y="580"/>
                        </a:lnTo>
                        <a:lnTo>
                          <a:pt x="3976" y="580"/>
                        </a:lnTo>
                        <a:close/>
                      </a:path>
                    </a:pathLst>
                  </a:custGeom>
                  <a:solidFill>
                    <a:schemeClr val="accent4"/>
                  </a:solidFill>
                  <a:ln>
                    <a:noFill/>
                  </a:ln>
                </p:spPr>
                <p:txBody>
                  <a:bodyPr vert="horz" wrap="square" lIns="91440" tIns="45720" rIns="91440" bIns="45720" numCol="1" anchor="t" anchorCtr="0" compatLnSpc="1">
                    <a:prstTxWarp prst="textNoShape">
                      <a:avLst/>
                    </a:prstTxWarp>
                  </a:bodyPr>
                  <a:lstStyle/>
                  <a:p>
                    <a:endParaRPr lang="en-US"/>
                  </a:p>
                </p:txBody>
              </p:sp>
            </p:grpSp>
          </p:grpSp>
        </p:grpSp>
      </p:grpSp>
    </p:spTree>
    <p:extLst>
      <p:ext uri="{BB962C8B-B14F-4D97-AF65-F5344CB8AC3E}">
        <p14:creationId xmlns:p14="http://schemas.microsoft.com/office/powerpoint/2010/main" val="18602623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p:cNvSpPr>
            <a:spLocks noGrp="1"/>
          </p:cNvSpPr>
          <p:nvPr>
            <p:ph type="body" sz="quarter" idx="10"/>
          </p:nvPr>
        </p:nvSpPr>
        <p:spPr>
          <a:xfrm>
            <a:off x="246063" y="273050"/>
            <a:ext cx="5514975" cy="5152180"/>
          </a:xfrm>
        </p:spPr>
        <p:txBody>
          <a:bodyPr/>
          <a:lstStyle/>
          <a:p>
            <a:pPr marL="0" lvl="0" indent="0">
              <a:spcBef>
                <a:spcPts val="1200"/>
              </a:spcBef>
              <a:buNone/>
            </a:pPr>
            <a:r>
              <a:rPr lang="en-US" sz="4800" dirty="0"/>
              <a:t>Further reading</a:t>
            </a:r>
            <a:r>
              <a:rPr lang="en-US" sz="4800" dirty="0" smtClean="0"/>
              <a:t>…</a:t>
            </a:r>
          </a:p>
          <a:p>
            <a:pPr marL="0" lvl="0" indent="0">
              <a:spcBef>
                <a:spcPts val="1200"/>
              </a:spcBef>
              <a:buNone/>
            </a:pPr>
            <a:r>
              <a:rPr lang="en-US" sz="4800" dirty="0" smtClean="0"/>
              <a:t/>
            </a:r>
            <a:br>
              <a:rPr lang="en-US" sz="4800" dirty="0" smtClean="0"/>
            </a:br>
            <a:r>
              <a:rPr lang="en-US" sz="2800" dirty="0">
                <a:gradFill>
                  <a:gsLst>
                    <a:gs pos="92515">
                      <a:srgbClr val="262626"/>
                    </a:gs>
                    <a:gs pos="0">
                      <a:srgbClr val="262626"/>
                    </a:gs>
                  </a:gsLst>
                  <a:lin ang="5400000" scaled="0"/>
                </a:gradFill>
                <a:hlinkClick r:id="rId3"/>
              </a:rPr>
              <a:t>Getting Started with Office add-ins</a:t>
            </a:r>
            <a:endParaRPr lang="en-US" sz="2800" dirty="0">
              <a:gradFill>
                <a:gsLst>
                  <a:gs pos="92515">
                    <a:srgbClr val="262626"/>
                  </a:gs>
                  <a:gs pos="0">
                    <a:srgbClr val="262626"/>
                  </a:gs>
                </a:gsLst>
                <a:lin ang="5400000" scaled="0"/>
              </a:gradFill>
            </a:endParaRPr>
          </a:p>
          <a:p>
            <a:pPr marL="0" lvl="0" indent="0">
              <a:spcBef>
                <a:spcPts val="1200"/>
              </a:spcBef>
              <a:buNone/>
            </a:pPr>
            <a:r>
              <a:rPr lang="en-US" sz="2800" dirty="0">
                <a:gradFill>
                  <a:gsLst>
                    <a:gs pos="92515">
                      <a:srgbClr val="262626"/>
                    </a:gs>
                    <a:gs pos="0">
                      <a:srgbClr val="262626"/>
                    </a:gs>
                  </a:gsLst>
                  <a:lin ang="5400000" scaled="0"/>
                </a:gradFill>
                <a:hlinkClick r:id="rId4"/>
              </a:rPr>
              <a:t>Office add-in Code Samples</a:t>
            </a:r>
            <a:r>
              <a:rPr lang="en-US" sz="2800" dirty="0">
                <a:gradFill>
                  <a:gsLst>
                    <a:gs pos="92515">
                      <a:srgbClr val="262626"/>
                    </a:gs>
                    <a:gs pos="0">
                      <a:srgbClr val="262626"/>
                    </a:gs>
                  </a:gsLst>
                  <a:lin ang="5400000" scaled="0"/>
                </a:gradFill>
              </a:rPr>
              <a:t>  </a:t>
            </a:r>
          </a:p>
          <a:p>
            <a:pPr marL="0" lvl="0" indent="0">
              <a:spcBef>
                <a:spcPts val="1200"/>
              </a:spcBef>
              <a:buNone/>
            </a:pPr>
            <a:r>
              <a:rPr lang="en-US" sz="2800" dirty="0">
                <a:gradFill>
                  <a:gsLst>
                    <a:gs pos="92515">
                      <a:srgbClr val="262626"/>
                    </a:gs>
                    <a:gs pos="0">
                      <a:srgbClr val="262626"/>
                    </a:gs>
                  </a:gsLst>
                  <a:lin ang="5400000" scaled="0"/>
                </a:gradFill>
                <a:hlinkClick r:id="rId5"/>
              </a:rPr>
              <a:t>Office add-in Training videos &amp; hands on labs </a:t>
            </a:r>
            <a:endParaRPr lang="en-US" sz="2800" dirty="0">
              <a:gradFill>
                <a:gsLst>
                  <a:gs pos="92515">
                    <a:srgbClr val="262626"/>
                  </a:gs>
                  <a:gs pos="0">
                    <a:srgbClr val="262626"/>
                  </a:gs>
                </a:gsLst>
                <a:lin ang="5400000" scaled="0"/>
              </a:gradFill>
            </a:endParaRPr>
          </a:p>
          <a:p>
            <a:pPr marL="0" lvl="0" indent="0">
              <a:spcBef>
                <a:spcPts val="1200"/>
              </a:spcBef>
              <a:buNone/>
            </a:pPr>
            <a:r>
              <a:rPr lang="en-US" sz="2800" dirty="0">
                <a:gradFill>
                  <a:gsLst>
                    <a:gs pos="92515">
                      <a:srgbClr val="262626"/>
                    </a:gs>
                    <a:gs pos="0">
                      <a:srgbClr val="262626"/>
                    </a:gs>
                  </a:gsLst>
                  <a:lin ang="5400000" scaled="0"/>
                </a:gradFill>
                <a:hlinkClick r:id="rId6"/>
              </a:rPr>
              <a:t>Office add-in Snack videos</a:t>
            </a:r>
            <a:endParaRPr lang="en-US" sz="2800" dirty="0">
              <a:gradFill>
                <a:gsLst>
                  <a:gs pos="92515">
                    <a:srgbClr val="262626"/>
                  </a:gs>
                  <a:gs pos="0">
                    <a:srgbClr val="262626"/>
                  </a:gs>
                </a:gsLst>
                <a:lin ang="5400000" scaled="0"/>
              </a:gradFill>
            </a:endParaRPr>
          </a:p>
          <a:p>
            <a:pPr marL="0" lvl="0" indent="0">
              <a:spcBef>
                <a:spcPts val="1200"/>
              </a:spcBef>
              <a:buNone/>
            </a:pPr>
            <a:r>
              <a:rPr lang="en-US" sz="2800" dirty="0">
                <a:gradFill>
                  <a:gsLst>
                    <a:gs pos="92515">
                      <a:srgbClr val="262626"/>
                    </a:gs>
                    <a:gs pos="0">
                      <a:srgbClr val="262626"/>
                    </a:gs>
                  </a:gsLst>
                  <a:lin ang="5400000" scaled="0"/>
                </a:gradFill>
                <a:hlinkClick r:id="rId7"/>
              </a:rPr>
              <a:t>Office add-in documentation</a:t>
            </a:r>
            <a:endParaRPr lang="en-US" sz="2800" dirty="0">
              <a:gradFill>
                <a:gsLst>
                  <a:gs pos="92515">
                    <a:srgbClr val="262626"/>
                  </a:gs>
                  <a:gs pos="0">
                    <a:srgbClr val="262626"/>
                  </a:gs>
                </a:gsLst>
                <a:lin ang="5400000" scaled="0"/>
              </a:gradFill>
            </a:endParaRPr>
          </a:p>
          <a:p>
            <a:pPr marL="0" indent="0">
              <a:buNone/>
            </a:pPr>
            <a:endParaRPr lang="en-US" sz="3200" dirty="0"/>
          </a:p>
        </p:txBody>
      </p:sp>
      <p:grpSp>
        <p:nvGrpSpPr>
          <p:cNvPr id="25" name="Group 24"/>
          <p:cNvGrpSpPr/>
          <p:nvPr/>
        </p:nvGrpSpPr>
        <p:grpSpPr>
          <a:xfrm>
            <a:off x="8595651" y="2113047"/>
            <a:ext cx="4084253" cy="5486900"/>
            <a:chOff x="7841294" y="1339954"/>
            <a:chExt cx="4004533" cy="5379802"/>
          </a:xfrm>
        </p:grpSpPr>
        <p:sp>
          <p:nvSpPr>
            <p:cNvPr id="26" name="Freeform 5"/>
            <p:cNvSpPr>
              <a:spLocks/>
            </p:cNvSpPr>
            <p:nvPr/>
          </p:nvSpPr>
          <p:spPr bwMode="auto">
            <a:xfrm>
              <a:off x="8880534" y="3979625"/>
              <a:ext cx="1732066" cy="1738997"/>
            </a:xfrm>
            <a:custGeom>
              <a:avLst/>
              <a:gdLst>
                <a:gd name="T0" fmla="*/ 22 w 179"/>
                <a:gd name="T1" fmla="*/ 79 h 179"/>
                <a:gd name="T2" fmla="*/ 101 w 179"/>
                <a:gd name="T3" fmla="*/ 157 h 179"/>
                <a:gd name="T4" fmla="*/ 179 w 179"/>
                <a:gd name="T5" fmla="*/ 157 h 179"/>
                <a:gd name="T6" fmla="*/ 22 w 179"/>
                <a:gd name="T7" fmla="*/ 0 h 179"/>
                <a:gd name="T8" fmla="*/ 22 w 179"/>
                <a:gd name="T9" fmla="*/ 79 h 179"/>
              </a:gdLst>
              <a:ahLst/>
              <a:cxnLst>
                <a:cxn ang="0">
                  <a:pos x="T0" y="T1"/>
                </a:cxn>
                <a:cxn ang="0">
                  <a:pos x="T2" y="T3"/>
                </a:cxn>
                <a:cxn ang="0">
                  <a:pos x="T4" y="T5"/>
                </a:cxn>
                <a:cxn ang="0">
                  <a:pos x="T6" y="T7"/>
                </a:cxn>
                <a:cxn ang="0">
                  <a:pos x="T8" y="T9"/>
                </a:cxn>
              </a:cxnLst>
              <a:rect l="0" t="0" r="r" b="b"/>
              <a:pathLst>
                <a:path w="179" h="179">
                  <a:moveTo>
                    <a:pt x="22" y="79"/>
                  </a:moveTo>
                  <a:cubicBezTo>
                    <a:pt x="101" y="157"/>
                    <a:pt x="101" y="157"/>
                    <a:pt x="101" y="157"/>
                  </a:cubicBezTo>
                  <a:cubicBezTo>
                    <a:pt x="122" y="179"/>
                    <a:pt x="158" y="179"/>
                    <a:pt x="179" y="157"/>
                  </a:cubicBezTo>
                  <a:cubicBezTo>
                    <a:pt x="22" y="0"/>
                    <a:pt x="22" y="0"/>
                    <a:pt x="22" y="0"/>
                  </a:cubicBezTo>
                  <a:cubicBezTo>
                    <a:pt x="0" y="22"/>
                    <a:pt x="0" y="57"/>
                    <a:pt x="22" y="79"/>
                  </a:cubicBezTo>
                  <a:close/>
                </a:path>
              </a:pathLst>
            </a:custGeom>
            <a:solidFill>
              <a:srgbClr val="0078D7">
                <a:lumMod val="75000"/>
              </a:srgbClr>
            </a:solidFill>
            <a:ln>
              <a:noFill/>
            </a:ln>
          </p:spPr>
          <p:txBody>
            <a:bodyPr vert="horz" wrap="square" lIns="93260" tIns="46630" rIns="93260" bIns="46630" numCol="1" anchor="t" anchorCtr="0" compatLnSpc="1">
              <a:prstTxWarp prst="textNoShape">
                <a:avLst/>
              </a:prstTxWarp>
            </a:bodyPr>
            <a:lstStyle/>
            <a:p>
              <a:pPr marL="0" marR="0" lvl="0" indent="0" defTabSz="932597"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smtClean="0">
                <a:ln>
                  <a:noFill/>
                </a:ln>
                <a:solidFill>
                  <a:srgbClr val="404040"/>
                </a:solidFill>
                <a:effectLst/>
                <a:uLnTx/>
                <a:uFillTx/>
              </a:endParaRPr>
            </a:p>
          </p:txBody>
        </p:sp>
        <p:sp>
          <p:nvSpPr>
            <p:cNvPr id="27" name="Freeform 6"/>
            <p:cNvSpPr>
              <a:spLocks/>
            </p:cNvSpPr>
            <p:nvPr/>
          </p:nvSpPr>
          <p:spPr bwMode="auto">
            <a:xfrm>
              <a:off x="9095308" y="3764847"/>
              <a:ext cx="1732066" cy="1738997"/>
            </a:xfrm>
            <a:custGeom>
              <a:avLst/>
              <a:gdLst>
                <a:gd name="T0" fmla="*/ 157 w 179"/>
                <a:gd name="T1" fmla="*/ 100 h 179"/>
                <a:gd name="T2" fmla="*/ 79 w 179"/>
                <a:gd name="T3" fmla="*/ 22 h 179"/>
                <a:gd name="T4" fmla="*/ 0 w 179"/>
                <a:gd name="T5" fmla="*/ 22 h 179"/>
                <a:gd name="T6" fmla="*/ 157 w 179"/>
                <a:gd name="T7" fmla="*/ 179 h 179"/>
                <a:gd name="T8" fmla="*/ 157 w 179"/>
                <a:gd name="T9" fmla="*/ 100 h 179"/>
              </a:gdLst>
              <a:ahLst/>
              <a:cxnLst>
                <a:cxn ang="0">
                  <a:pos x="T0" y="T1"/>
                </a:cxn>
                <a:cxn ang="0">
                  <a:pos x="T2" y="T3"/>
                </a:cxn>
                <a:cxn ang="0">
                  <a:pos x="T4" y="T5"/>
                </a:cxn>
                <a:cxn ang="0">
                  <a:pos x="T6" y="T7"/>
                </a:cxn>
                <a:cxn ang="0">
                  <a:pos x="T8" y="T9"/>
                </a:cxn>
              </a:cxnLst>
              <a:rect l="0" t="0" r="r" b="b"/>
              <a:pathLst>
                <a:path w="179" h="179">
                  <a:moveTo>
                    <a:pt x="157" y="100"/>
                  </a:moveTo>
                  <a:cubicBezTo>
                    <a:pt x="79" y="22"/>
                    <a:pt x="79" y="22"/>
                    <a:pt x="79" y="22"/>
                  </a:cubicBezTo>
                  <a:cubicBezTo>
                    <a:pt x="57" y="0"/>
                    <a:pt x="22" y="0"/>
                    <a:pt x="0" y="22"/>
                  </a:cubicBezTo>
                  <a:cubicBezTo>
                    <a:pt x="157" y="179"/>
                    <a:pt x="157" y="179"/>
                    <a:pt x="157" y="179"/>
                  </a:cubicBezTo>
                  <a:cubicBezTo>
                    <a:pt x="179" y="157"/>
                    <a:pt x="179" y="122"/>
                    <a:pt x="157" y="100"/>
                  </a:cubicBezTo>
                  <a:close/>
                </a:path>
              </a:pathLst>
            </a:custGeom>
            <a:solidFill>
              <a:srgbClr val="0078D7">
                <a:lumMod val="50000"/>
              </a:srgbClr>
            </a:solidFill>
            <a:ln>
              <a:noFill/>
            </a:ln>
          </p:spPr>
          <p:txBody>
            <a:bodyPr vert="horz" wrap="square" lIns="93260" tIns="46630" rIns="93260" bIns="46630" numCol="1" anchor="t" anchorCtr="0" compatLnSpc="1">
              <a:prstTxWarp prst="textNoShape">
                <a:avLst/>
              </a:prstTxWarp>
            </a:bodyPr>
            <a:lstStyle/>
            <a:p>
              <a:pPr marL="0" marR="0" lvl="0" indent="0" defTabSz="932597"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smtClean="0">
                <a:ln>
                  <a:noFill/>
                </a:ln>
                <a:solidFill>
                  <a:srgbClr val="404040"/>
                </a:solidFill>
                <a:effectLst/>
                <a:uLnTx/>
                <a:uFillTx/>
              </a:endParaRPr>
            </a:p>
          </p:txBody>
        </p:sp>
        <p:sp>
          <p:nvSpPr>
            <p:cNvPr id="28" name="Freeform 9"/>
            <p:cNvSpPr>
              <a:spLocks noEditPoints="1"/>
            </p:cNvSpPr>
            <p:nvPr/>
          </p:nvSpPr>
          <p:spPr bwMode="auto">
            <a:xfrm>
              <a:off x="10432465" y="1901146"/>
              <a:ext cx="651257" cy="1316370"/>
            </a:xfrm>
            <a:custGeom>
              <a:avLst/>
              <a:gdLst>
                <a:gd name="T0" fmla="*/ 65 w 67"/>
                <a:gd name="T1" fmla="*/ 0 h 135"/>
                <a:gd name="T2" fmla="*/ 1 w 67"/>
                <a:gd name="T3" fmla="*/ 0 h 135"/>
                <a:gd name="T4" fmla="*/ 0 w 67"/>
                <a:gd name="T5" fmla="*/ 2 h 135"/>
                <a:gd name="T6" fmla="*/ 0 w 67"/>
                <a:gd name="T7" fmla="*/ 28 h 135"/>
                <a:gd name="T8" fmla="*/ 0 w 67"/>
                <a:gd name="T9" fmla="*/ 30 h 135"/>
                <a:gd name="T10" fmla="*/ 0 w 67"/>
                <a:gd name="T11" fmla="*/ 134 h 135"/>
                <a:gd name="T12" fmla="*/ 1 w 67"/>
                <a:gd name="T13" fmla="*/ 135 h 135"/>
                <a:gd name="T14" fmla="*/ 65 w 67"/>
                <a:gd name="T15" fmla="*/ 135 h 135"/>
                <a:gd name="T16" fmla="*/ 67 w 67"/>
                <a:gd name="T17" fmla="*/ 134 h 135"/>
                <a:gd name="T18" fmla="*/ 67 w 67"/>
                <a:gd name="T19" fmla="*/ 30 h 135"/>
                <a:gd name="T20" fmla="*/ 67 w 67"/>
                <a:gd name="T21" fmla="*/ 28 h 135"/>
                <a:gd name="T22" fmla="*/ 67 w 67"/>
                <a:gd name="T23" fmla="*/ 2 h 135"/>
                <a:gd name="T24" fmla="*/ 65 w 67"/>
                <a:gd name="T25" fmla="*/ 0 h 135"/>
                <a:gd name="T26" fmla="*/ 8 w 67"/>
                <a:gd name="T27" fmla="*/ 21 h 135"/>
                <a:gd name="T28" fmla="*/ 8 w 67"/>
                <a:gd name="T29" fmla="*/ 14 h 135"/>
                <a:gd name="T30" fmla="*/ 9 w 67"/>
                <a:gd name="T31" fmla="*/ 13 h 135"/>
                <a:gd name="T32" fmla="*/ 57 w 67"/>
                <a:gd name="T33" fmla="*/ 13 h 135"/>
                <a:gd name="T34" fmla="*/ 59 w 67"/>
                <a:gd name="T35" fmla="*/ 14 h 135"/>
                <a:gd name="T36" fmla="*/ 59 w 67"/>
                <a:gd name="T37" fmla="*/ 21 h 135"/>
                <a:gd name="T38" fmla="*/ 57 w 67"/>
                <a:gd name="T39" fmla="*/ 23 h 135"/>
                <a:gd name="T40" fmla="*/ 9 w 67"/>
                <a:gd name="T41" fmla="*/ 23 h 135"/>
                <a:gd name="T42" fmla="*/ 8 w 67"/>
                <a:gd name="T43" fmla="*/ 21 h 135"/>
                <a:gd name="T44" fmla="*/ 53 w 67"/>
                <a:gd name="T45" fmla="*/ 64 h 135"/>
                <a:gd name="T46" fmla="*/ 49 w 67"/>
                <a:gd name="T47" fmla="*/ 59 h 135"/>
                <a:gd name="T48" fmla="*/ 53 w 67"/>
                <a:gd name="T49" fmla="*/ 55 h 135"/>
                <a:gd name="T50" fmla="*/ 58 w 67"/>
                <a:gd name="T51" fmla="*/ 59 h 135"/>
                <a:gd name="T52" fmla="*/ 53 w 67"/>
                <a:gd name="T53" fmla="*/ 64 h 135"/>
                <a:gd name="T54" fmla="*/ 53 w 67"/>
                <a:gd name="T55" fmla="*/ 49 h 135"/>
                <a:gd name="T56" fmla="*/ 47 w 67"/>
                <a:gd name="T57" fmla="*/ 43 h 135"/>
                <a:gd name="T58" fmla="*/ 53 w 67"/>
                <a:gd name="T59" fmla="*/ 37 h 135"/>
                <a:gd name="T60" fmla="*/ 60 w 67"/>
                <a:gd name="T61" fmla="*/ 43 h 135"/>
                <a:gd name="T62" fmla="*/ 53 w 67"/>
                <a:gd name="T63" fmla="*/ 49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67" h="135">
                  <a:moveTo>
                    <a:pt x="65" y="0"/>
                  </a:moveTo>
                  <a:cubicBezTo>
                    <a:pt x="1" y="0"/>
                    <a:pt x="1" y="0"/>
                    <a:pt x="1" y="0"/>
                  </a:cubicBezTo>
                  <a:cubicBezTo>
                    <a:pt x="0" y="0"/>
                    <a:pt x="0" y="1"/>
                    <a:pt x="0" y="2"/>
                  </a:cubicBezTo>
                  <a:cubicBezTo>
                    <a:pt x="0" y="28"/>
                    <a:pt x="0" y="28"/>
                    <a:pt x="0" y="28"/>
                  </a:cubicBezTo>
                  <a:cubicBezTo>
                    <a:pt x="0" y="30"/>
                    <a:pt x="0" y="30"/>
                    <a:pt x="0" y="30"/>
                  </a:cubicBezTo>
                  <a:cubicBezTo>
                    <a:pt x="0" y="134"/>
                    <a:pt x="0" y="134"/>
                    <a:pt x="0" y="134"/>
                  </a:cubicBezTo>
                  <a:cubicBezTo>
                    <a:pt x="0" y="135"/>
                    <a:pt x="0" y="135"/>
                    <a:pt x="1" y="135"/>
                  </a:cubicBezTo>
                  <a:cubicBezTo>
                    <a:pt x="65" y="135"/>
                    <a:pt x="65" y="135"/>
                    <a:pt x="65" y="135"/>
                  </a:cubicBezTo>
                  <a:cubicBezTo>
                    <a:pt x="66" y="135"/>
                    <a:pt x="67" y="135"/>
                    <a:pt x="67" y="134"/>
                  </a:cubicBezTo>
                  <a:cubicBezTo>
                    <a:pt x="67" y="30"/>
                    <a:pt x="67" y="30"/>
                    <a:pt x="67" y="30"/>
                  </a:cubicBezTo>
                  <a:cubicBezTo>
                    <a:pt x="67" y="28"/>
                    <a:pt x="67" y="28"/>
                    <a:pt x="67" y="28"/>
                  </a:cubicBezTo>
                  <a:cubicBezTo>
                    <a:pt x="67" y="2"/>
                    <a:pt x="67" y="2"/>
                    <a:pt x="67" y="2"/>
                  </a:cubicBezTo>
                  <a:cubicBezTo>
                    <a:pt x="67" y="1"/>
                    <a:pt x="66" y="0"/>
                    <a:pt x="65" y="0"/>
                  </a:cubicBezTo>
                  <a:close/>
                  <a:moveTo>
                    <a:pt x="8" y="21"/>
                  </a:moveTo>
                  <a:cubicBezTo>
                    <a:pt x="8" y="14"/>
                    <a:pt x="8" y="14"/>
                    <a:pt x="8" y="14"/>
                  </a:cubicBezTo>
                  <a:cubicBezTo>
                    <a:pt x="8" y="13"/>
                    <a:pt x="8" y="13"/>
                    <a:pt x="9" y="13"/>
                  </a:cubicBezTo>
                  <a:cubicBezTo>
                    <a:pt x="57" y="13"/>
                    <a:pt x="57" y="13"/>
                    <a:pt x="57" y="13"/>
                  </a:cubicBezTo>
                  <a:cubicBezTo>
                    <a:pt x="58" y="13"/>
                    <a:pt x="59" y="13"/>
                    <a:pt x="59" y="14"/>
                  </a:cubicBezTo>
                  <a:cubicBezTo>
                    <a:pt x="59" y="21"/>
                    <a:pt x="59" y="21"/>
                    <a:pt x="59" y="21"/>
                  </a:cubicBezTo>
                  <a:cubicBezTo>
                    <a:pt x="59" y="22"/>
                    <a:pt x="58" y="23"/>
                    <a:pt x="57" y="23"/>
                  </a:cubicBezTo>
                  <a:cubicBezTo>
                    <a:pt x="9" y="23"/>
                    <a:pt x="9" y="23"/>
                    <a:pt x="9" y="23"/>
                  </a:cubicBezTo>
                  <a:cubicBezTo>
                    <a:pt x="8" y="23"/>
                    <a:pt x="8" y="22"/>
                    <a:pt x="8" y="21"/>
                  </a:cubicBezTo>
                  <a:close/>
                  <a:moveTo>
                    <a:pt x="53" y="64"/>
                  </a:moveTo>
                  <a:cubicBezTo>
                    <a:pt x="51" y="64"/>
                    <a:pt x="49" y="62"/>
                    <a:pt x="49" y="59"/>
                  </a:cubicBezTo>
                  <a:cubicBezTo>
                    <a:pt x="49" y="57"/>
                    <a:pt x="51" y="55"/>
                    <a:pt x="53" y="55"/>
                  </a:cubicBezTo>
                  <a:cubicBezTo>
                    <a:pt x="56" y="55"/>
                    <a:pt x="58" y="57"/>
                    <a:pt x="58" y="59"/>
                  </a:cubicBezTo>
                  <a:cubicBezTo>
                    <a:pt x="58" y="62"/>
                    <a:pt x="56" y="64"/>
                    <a:pt x="53" y="64"/>
                  </a:cubicBezTo>
                  <a:close/>
                  <a:moveTo>
                    <a:pt x="53" y="49"/>
                  </a:moveTo>
                  <a:cubicBezTo>
                    <a:pt x="50" y="49"/>
                    <a:pt x="47" y="46"/>
                    <a:pt x="47" y="43"/>
                  </a:cubicBezTo>
                  <a:cubicBezTo>
                    <a:pt x="47" y="39"/>
                    <a:pt x="50" y="37"/>
                    <a:pt x="53" y="37"/>
                  </a:cubicBezTo>
                  <a:cubicBezTo>
                    <a:pt x="57" y="37"/>
                    <a:pt x="60" y="39"/>
                    <a:pt x="60" y="43"/>
                  </a:cubicBezTo>
                  <a:cubicBezTo>
                    <a:pt x="60" y="46"/>
                    <a:pt x="57" y="49"/>
                    <a:pt x="53" y="49"/>
                  </a:cubicBezTo>
                  <a:close/>
                </a:path>
              </a:pathLst>
            </a:custGeom>
            <a:solidFill>
              <a:srgbClr val="797A7D">
                <a:lumMod val="75000"/>
              </a:srgbClr>
            </a:solidFill>
            <a:ln>
              <a:noFill/>
            </a:ln>
          </p:spPr>
          <p:txBody>
            <a:bodyPr vert="horz" wrap="square" lIns="93260" tIns="46630" rIns="93260" bIns="46630" numCol="1" anchor="t" anchorCtr="0" compatLnSpc="1">
              <a:prstTxWarp prst="textNoShape">
                <a:avLst/>
              </a:prstTxWarp>
            </a:bodyPr>
            <a:lstStyle/>
            <a:p>
              <a:pPr marL="0" marR="0" lvl="0" indent="0" defTabSz="932597"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smtClean="0">
                <a:ln>
                  <a:noFill/>
                </a:ln>
                <a:solidFill>
                  <a:srgbClr val="404040"/>
                </a:solidFill>
                <a:effectLst/>
                <a:uLnTx/>
                <a:uFillTx/>
              </a:endParaRPr>
            </a:p>
          </p:txBody>
        </p:sp>
        <p:sp>
          <p:nvSpPr>
            <p:cNvPr id="29" name="Freeform 10"/>
            <p:cNvSpPr>
              <a:spLocks noEditPoints="1"/>
            </p:cNvSpPr>
            <p:nvPr/>
          </p:nvSpPr>
          <p:spPr bwMode="auto">
            <a:xfrm>
              <a:off x="7841294" y="1339954"/>
              <a:ext cx="2445675" cy="1877562"/>
            </a:xfrm>
            <a:custGeom>
              <a:avLst/>
              <a:gdLst>
                <a:gd name="T0" fmla="*/ 244 w 252"/>
                <a:gd name="T1" fmla="*/ 0 h 193"/>
                <a:gd name="T2" fmla="*/ 8 w 252"/>
                <a:gd name="T3" fmla="*/ 0 h 193"/>
                <a:gd name="T4" fmla="*/ 0 w 252"/>
                <a:gd name="T5" fmla="*/ 7 h 193"/>
                <a:gd name="T6" fmla="*/ 0 w 252"/>
                <a:gd name="T7" fmla="*/ 161 h 193"/>
                <a:gd name="T8" fmla="*/ 8 w 252"/>
                <a:gd name="T9" fmla="*/ 168 h 193"/>
                <a:gd name="T10" fmla="*/ 86 w 252"/>
                <a:gd name="T11" fmla="*/ 168 h 193"/>
                <a:gd name="T12" fmla="*/ 86 w 252"/>
                <a:gd name="T13" fmla="*/ 179 h 193"/>
                <a:gd name="T14" fmla="*/ 69 w 252"/>
                <a:gd name="T15" fmla="*/ 193 h 193"/>
                <a:gd name="T16" fmla="*/ 188 w 252"/>
                <a:gd name="T17" fmla="*/ 193 h 193"/>
                <a:gd name="T18" fmla="*/ 171 w 252"/>
                <a:gd name="T19" fmla="*/ 179 h 193"/>
                <a:gd name="T20" fmla="*/ 171 w 252"/>
                <a:gd name="T21" fmla="*/ 168 h 193"/>
                <a:gd name="T22" fmla="*/ 244 w 252"/>
                <a:gd name="T23" fmla="*/ 168 h 193"/>
                <a:gd name="T24" fmla="*/ 252 w 252"/>
                <a:gd name="T25" fmla="*/ 161 h 193"/>
                <a:gd name="T26" fmla="*/ 252 w 252"/>
                <a:gd name="T27" fmla="*/ 7 h 193"/>
                <a:gd name="T28" fmla="*/ 244 w 252"/>
                <a:gd name="T29" fmla="*/ 0 h 193"/>
                <a:gd name="T30" fmla="*/ 238 w 252"/>
                <a:gd name="T31" fmla="*/ 149 h 193"/>
                <a:gd name="T32" fmla="*/ 231 w 252"/>
                <a:gd name="T33" fmla="*/ 155 h 193"/>
                <a:gd name="T34" fmla="*/ 22 w 252"/>
                <a:gd name="T35" fmla="*/ 155 h 193"/>
                <a:gd name="T36" fmla="*/ 15 w 252"/>
                <a:gd name="T37" fmla="*/ 149 h 193"/>
                <a:gd name="T38" fmla="*/ 15 w 252"/>
                <a:gd name="T39" fmla="*/ 19 h 193"/>
                <a:gd name="T40" fmla="*/ 22 w 252"/>
                <a:gd name="T41" fmla="*/ 13 h 193"/>
                <a:gd name="T42" fmla="*/ 231 w 252"/>
                <a:gd name="T43" fmla="*/ 13 h 193"/>
                <a:gd name="T44" fmla="*/ 238 w 252"/>
                <a:gd name="T45" fmla="*/ 19 h 193"/>
                <a:gd name="T46" fmla="*/ 238 w 252"/>
                <a:gd name="T47" fmla="*/ 149 h 193"/>
                <a:gd name="T48" fmla="*/ 238 w 252"/>
                <a:gd name="T49" fmla="*/ 149 h 1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52" h="193">
                  <a:moveTo>
                    <a:pt x="244" y="0"/>
                  </a:moveTo>
                  <a:cubicBezTo>
                    <a:pt x="8" y="0"/>
                    <a:pt x="8" y="0"/>
                    <a:pt x="8" y="0"/>
                  </a:cubicBezTo>
                  <a:cubicBezTo>
                    <a:pt x="4" y="0"/>
                    <a:pt x="0" y="3"/>
                    <a:pt x="0" y="7"/>
                  </a:cubicBezTo>
                  <a:cubicBezTo>
                    <a:pt x="0" y="161"/>
                    <a:pt x="0" y="161"/>
                    <a:pt x="0" y="161"/>
                  </a:cubicBezTo>
                  <a:cubicBezTo>
                    <a:pt x="0" y="165"/>
                    <a:pt x="4" y="168"/>
                    <a:pt x="8" y="168"/>
                  </a:cubicBezTo>
                  <a:cubicBezTo>
                    <a:pt x="86" y="168"/>
                    <a:pt x="86" y="168"/>
                    <a:pt x="86" y="168"/>
                  </a:cubicBezTo>
                  <a:cubicBezTo>
                    <a:pt x="86" y="179"/>
                    <a:pt x="86" y="179"/>
                    <a:pt x="86" y="179"/>
                  </a:cubicBezTo>
                  <a:cubicBezTo>
                    <a:pt x="69" y="193"/>
                    <a:pt x="69" y="193"/>
                    <a:pt x="69" y="193"/>
                  </a:cubicBezTo>
                  <a:cubicBezTo>
                    <a:pt x="188" y="193"/>
                    <a:pt x="188" y="193"/>
                    <a:pt x="188" y="193"/>
                  </a:cubicBezTo>
                  <a:cubicBezTo>
                    <a:pt x="171" y="179"/>
                    <a:pt x="171" y="179"/>
                    <a:pt x="171" y="179"/>
                  </a:cubicBezTo>
                  <a:cubicBezTo>
                    <a:pt x="171" y="168"/>
                    <a:pt x="171" y="168"/>
                    <a:pt x="171" y="168"/>
                  </a:cubicBezTo>
                  <a:cubicBezTo>
                    <a:pt x="244" y="168"/>
                    <a:pt x="244" y="168"/>
                    <a:pt x="244" y="168"/>
                  </a:cubicBezTo>
                  <a:cubicBezTo>
                    <a:pt x="249" y="168"/>
                    <a:pt x="252" y="165"/>
                    <a:pt x="252" y="161"/>
                  </a:cubicBezTo>
                  <a:cubicBezTo>
                    <a:pt x="252" y="7"/>
                    <a:pt x="252" y="7"/>
                    <a:pt x="252" y="7"/>
                  </a:cubicBezTo>
                  <a:cubicBezTo>
                    <a:pt x="252" y="3"/>
                    <a:pt x="249" y="0"/>
                    <a:pt x="244" y="0"/>
                  </a:cubicBezTo>
                  <a:close/>
                  <a:moveTo>
                    <a:pt x="238" y="149"/>
                  </a:moveTo>
                  <a:cubicBezTo>
                    <a:pt x="238" y="153"/>
                    <a:pt x="235" y="155"/>
                    <a:pt x="231" y="155"/>
                  </a:cubicBezTo>
                  <a:cubicBezTo>
                    <a:pt x="22" y="155"/>
                    <a:pt x="22" y="155"/>
                    <a:pt x="22" y="155"/>
                  </a:cubicBezTo>
                  <a:cubicBezTo>
                    <a:pt x="18" y="155"/>
                    <a:pt x="15" y="153"/>
                    <a:pt x="15" y="149"/>
                  </a:cubicBezTo>
                  <a:cubicBezTo>
                    <a:pt x="15" y="19"/>
                    <a:pt x="15" y="19"/>
                    <a:pt x="15" y="19"/>
                  </a:cubicBezTo>
                  <a:cubicBezTo>
                    <a:pt x="15" y="15"/>
                    <a:pt x="18" y="13"/>
                    <a:pt x="22" y="13"/>
                  </a:cubicBezTo>
                  <a:cubicBezTo>
                    <a:pt x="231" y="13"/>
                    <a:pt x="231" y="13"/>
                    <a:pt x="231" y="13"/>
                  </a:cubicBezTo>
                  <a:cubicBezTo>
                    <a:pt x="235" y="13"/>
                    <a:pt x="238" y="15"/>
                    <a:pt x="238" y="19"/>
                  </a:cubicBezTo>
                  <a:cubicBezTo>
                    <a:pt x="238" y="149"/>
                    <a:pt x="238" y="149"/>
                    <a:pt x="238" y="149"/>
                  </a:cubicBezTo>
                  <a:cubicBezTo>
                    <a:pt x="238" y="149"/>
                    <a:pt x="238" y="149"/>
                    <a:pt x="238" y="149"/>
                  </a:cubicBezTo>
                  <a:close/>
                </a:path>
              </a:pathLst>
            </a:custGeom>
            <a:solidFill>
              <a:srgbClr val="797A7D">
                <a:lumMod val="75000"/>
              </a:srgbClr>
            </a:solidFill>
            <a:ln>
              <a:noFill/>
            </a:ln>
          </p:spPr>
          <p:txBody>
            <a:bodyPr vert="horz" wrap="square" lIns="93260" tIns="46630" rIns="93260" bIns="46630" numCol="1" anchor="t" anchorCtr="0" compatLnSpc="1">
              <a:prstTxWarp prst="textNoShape">
                <a:avLst/>
              </a:prstTxWarp>
            </a:bodyPr>
            <a:lstStyle/>
            <a:p>
              <a:pPr marL="0" marR="0" lvl="0" indent="0" defTabSz="932597"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smtClean="0">
                <a:ln>
                  <a:noFill/>
                </a:ln>
                <a:solidFill>
                  <a:srgbClr val="404040"/>
                </a:solidFill>
                <a:effectLst/>
                <a:uLnTx/>
                <a:uFillTx/>
              </a:endParaRPr>
            </a:p>
          </p:txBody>
        </p:sp>
        <p:sp>
          <p:nvSpPr>
            <p:cNvPr id="30" name="Freeform 13"/>
            <p:cNvSpPr>
              <a:spLocks/>
            </p:cNvSpPr>
            <p:nvPr/>
          </p:nvSpPr>
          <p:spPr bwMode="auto">
            <a:xfrm>
              <a:off x="10404748" y="5285603"/>
              <a:ext cx="1441079" cy="1434153"/>
            </a:xfrm>
            <a:custGeom>
              <a:avLst/>
              <a:gdLst>
                <a:gd name="T0" fmla="*/ 208 w 208"/>
                <a:gd name="T1" fmla="*/ 97 h 207"/>
                <a:gd name="T2" fmla="*/ 96 w 208"/>
                <a:gd name="T3" fmla="*/ 207 h 207"/>
                <a:gd name="T4" fmla="*/ 0 w 208"/>
                <a:gd name="T5" fmla="*/ 112 h 207"/>
                <a:gd name="T6" fmla="*/ 112 w 208"/>
                <a:gd name="T7" fmla="*/ 0 h 207"/>
                <a:gd name="T8" fmla="*/ 208 w 208"/>
                <a:gd name="T9" fmla="*/ 97 h 207"/>
              </a:gdLst>
              <a:ahLst/>
              <a:cxnLst>
                <a:cxn ang="0">
                  <a:pos x="T0" y="T1"/>
                </a:cxn>
                <a:cxn ang="0">
                  <a:pos x="T2" y="T3"/>
                </a:cxn>
                <a:cxn ang="0">
                  <a:pos x="T4" y="T5"/>
                </a:cxn>
                <a:cxn ang="0">
                  <a:pos x="T6" y="T7"/>
                </a:cxn>
                <a:cxn ang="0">
                  <a:pos x="T8" y="T9"/>
                </a:cxn>
              </a:cxnLst>
              <a:rect l="0" t="0" r="r" b="b"/>
              <a:pathLst>
                <a:path w="208" h="207">
                  <a:moveTo>
                    <a:pt x="208" y="97"/>
                  </a:moveTo>
                  <a:lnTo>
                    <a:pt x="96" y="207"/>
                  </a:lnTo>
                  <a:lnTo>
                    <a:pt x="0" y="112"/>
                  </a:lnTo>
                  <a:lnTo>
                    <a:pt x="112" y="0"/>
                  </a:lnTo>
                  <a:lnTo>
                    <a:pt x="208" y="97"/>
                  </a:lnTo>
                  <a:close/>
                </a:path>
              </a:pathLst>
            </a:custGeom>
            <a:solidFill>
              <a:srgbClr val="C1E00A"/>
            </a:solidFill>
            <a:ln>
              <a:noFill/>
            </a:ln>
          </p:spPr>
          <p:txBody>
            <a:bodyPr vert="horz" wrap="square" lIns="93260" tIns="46630" rIns="93260" bIns="46630" numCol="1" anchor="t" anchorCtr="0" compatLnSpc="1">
              <a:prstTxWarp prst="textNoShape">
                <a:avLst/>
              </a:prstTxWarp>
            </a:bodyPr>
            <a:lstStyle/>
            <a:p>
              <a:pPr marL="0" marR="0" lvl="0" indent="0" defTabSz="932597"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smtClean="0">
                <a:ln>
                  <a:noFill/>
                </a:ln>
                <a:solidFill>
                  <a:srgbClr val="404040"/>
                </a:solidFill>
                <a:effectLst/>
                <a:uLnTx/>
                <a:uFillTx/>
              </a:endParaRPr>
            </a:p>
          </p:txBody>
        </p:sp>
        <p:sp>
          <p:nvSpPr>
            <p:cNvPr id="31" name="Freeform 14"/>
            <p:cNvSpPr>
              <a:spLocks/>
            </p:cNvSpPr>
            <p:nvPr/>
          </p:nvSpPr>
          <p:spPr bwMode="auto">
            <a:xfrm>
              <a:off x="9150734" y="4291395"/>
              <a:ext cx="1919127" cy="1669714"/>
            </a:xfrm>
            <a:custGeom>
              <a:avLst/>
              <a:gdLst>
                <a:gd name="T0" fmla="*/ 111 w 198"/>
                <a:gd name="T1" fmla="*/ 5 h 172"/>
                <a:gd name="T2" fmla="*/ 95 w 198"/>
                <a:gd name="T3" fmla="*/ 5 h 172"/>
                <a:gd name="T4" fmla="*/ 93 w 198"/>
                <a:gd name="T5" fmla="*/ 17 h 172"/>
                <a:gd name="T6" fmla="*/ 82 w 198"/>
                <a:gd name="T7" fmla="*/ 5 h 172"/>
                <a:gd name="T8" fmla="*/ 66 w 198"/>
                <a:gd name="T9" fmla="*/ 5 h 172"/>
                <a:gd name="T10" fmla="*/ 66 w 198"/>
                <a:gd name="T11" fmla="*/ 21 h 172"/>
                <a:gd name="T12" fmla="*/ 66 w 198"/>
                <a:gd name="T13" fmla="*/ 21 h 172"/>
                <a:gd name="T14" fmla="*/ 66 w 198"/>
                <a:gd name="T15" fmla="*/ 21 h 172"/>
                <a:gd name="T16" fmla="*/ 66 w 198"/>
                <a:gd name="T17" fmla="*/ 21 h 172"/>
                <a:gd name="T18" fmla="*/ 51 w 198"/>
                <a:gd name="T19" fmla="*/ 5 h 172"/>
                <a:gd name="T20" fmla="*/ 35 w 198"/>
                <a:gd name="T21" fmla="*/ 5 h 172"/>
                <a:gd name="T22" fmla="*/ 36 w 198"/>
                <a:gd name="T23" fmla="*/ 21 h 172"/>
                <a:gd name="T24" fmla="*/ 35 w 198"/>
                <a:gd name="T25" fmla="*/ 20 h 172"/>
                <a:gd name="T26" fmla="*/ 35 w 198"/>
                <a:gd name="T27" fmla="*/ 20 h 172"/>
                <a:gd name="T28" fmla="*/ 23 w 198"/>
                <a:gd name="T29" fmla="*/ 8 h 172"/>
                <a:gd name="T30" fmla="*/ 5 w 198"/>
                <a:gd name="T31" fmla="*/ 7 h 172"/>
                <a:gd name="T32" fmla="*/ 6 w 198"/>
                <a:gd name="T33" fmla="*/ 25 h 172"/>
                <a:gd name="T34" fmla="*/ 63 w 198"/>
                <a:gd name="T35" fmla="*/ 82 h 172"/>
                <a:gd name="T36" fmla="*/ 48 w 198"/>
                <a:gd name="T37" fmla="*/ 84 h 172"/>
                <a:gd name="T38" fmla="*/ 49 w 198"/>
                <a:gd name="T39" fmla="*/ 102 h 172"/>
                <a:gd name="T40" fmla="*/ 75 w 198"/>
                <a:gd name="T41" fmla="*/ 127 h 172"/>
                <a:gd name="T42" fmla="*/ 101 w 198"/>
                <a:gd name="T43" fmla="*/ 154 h 172"/>
                <a:gd name="T44" fmla="*/ 126 w 198"/>
                <a:gd name="T45" fmla="*/ 154 h 172"/>
                <a:gd name="T46" fmla="*/ 144 w 198"/>
                <a:gd name="T47" fmla="*/ 172 h 172"/>
                <a:gd name="T48" fmla="*/ 198 w 198"/>
                <a:gd name="T49" fmla="*/ 117 h 172"/>
                <a:gd name="T50" fmla="*/ 180 w 198"/>
                <a:gd name="T51" fmla="*/ 99 h 172"/>
                <a:gd name="T52" fmla="*/ 180 w 198"/>
                <a:gd name="T53" fmla="*/ 75 h 172"/>
                <a:gd name="T54" fmla="*/ 144 w 198"/>
                <a:gd name="T55" fmla="*/ 38 h 172"/>
                <a:gd name="T56" fmla="*/ 144 w 198"/>
                <a:gd name="T57" fmla="*/ 38 h 172"/>
                <a:gd name="T58" fmla="*/ 111 w 198"/>
                <a:gd name="T59" fmla="*/ 5 h 1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98" h="172">
                  <a:moveTo>
                    <a:pt x="111" y="5"/>
                  </a:moveTo>
                  <a:cubicBezTo>
                    <a:pt x="106" y="1"/>
                    <a:pt x="99" y="0"/>
                    <a:pt x="95" y="5"/>
                  </a:cubicBezTo>
                  <a:cubicBezTo>
                    <a:pt x="92" y="8"/>
                    <a:pt x="91" y="13"/>
                    <a:pt x="93" y="17"/>
                  </a:cubicBezTo>
                  <a:cubicBezTo>
                    <a:pt x="82" y="5"/>
                    <a:pt x="82" y="5"/>
                    <a:pt x="82" y="5"/>
                  </a:cubicBezTo>
                  <a:cubicBezTo>
                    <a:pt x="77" y="1"/>
                    <a:pt x="70" y="0"/>
                    <a:pt x="66" y="5"/>
                  </a:cubicBezTo>
                  <a:cubicBezTo>
                    <a:pt x="61" y="9"/>
                    <a:pt x="62" y="16"/>
                    <a:pt x="66" y="21"/>
                  </a:cubicBezTo>
                  <a:cubicBezTo>
                    <a:pt x="66" y="21"/>
                    <a:pt x="66" y="21"/>
                    <a:pt x="66" y="21"/>
                  </a:cubicBezTo>
                  <a:cubicBezTo>
                    <a:pt x="66" y="21"/>
                    <a:pt x="66" y="21"/>
                    <a:pt x="66" y="21"/>
                  </a:cubicBezTo>
                  <a:cubicBezTo>
                    <a:pt x="66" y="21"/>
                    <a:pt x="66" y="21"/>
                    <a:pt x="66" y="21"/>
                  </a:cubicBezTo>
                  <a:cubicBezTo>
                    <a:pt x="51" y="5"/>
                    <a:pt x="51" y="5"/>
                    <a:pt x="51" y="5"/>
                  </a:cubicBezTo>
                  <a:cubicBezTo>
                    <a:pt x="46" y="1"/>
                    <a:pt x="39" y="0"/>
                    <a:pt x="35" y="5"/>
                  </a:cubicBezTo>
                  <a:cubicBezTo>
                    <a:pt x="31" y="9"/>
                    <a:pt x="31" y="16"/>
                    <a:pt x="36" y="21"/>
                  </a:cubicBezTo>
                  <a:cubicBezTo>
                    <a:pt x="35" y="20"/>
                    <a:pt x="35" y="20"/>
                    <a:pt x="35" y="20"/>
                  </a:cubicBezTo>
                  <a:cubicBezTo>
                    <a:pt x="35" y="20"/>
                    <a:pt x="35" y="20"/>
                    <a:pt x="35" y="20"/>
                  </a:cubicBezTo>
                  <a:cubicBezTo>
                    <a:pt x="23" y="8"/>
                    <a:pt x="23" y="8"/>
                    <a:pt x="23" y="8"/>
                  </a:cubicBezTo>
                  <a:cubicBezTo>
                    <a:pt x="18" y="3"/>
                    <a:pt x="10" y="3"/>
                    <a:pt x="5" y="7"/>
                  </a:cubicBezTo>
                  <a:cubicBezTo>
                    <a:pt x="0" y="12"/>
                    <a:pt x="1" y="20"/>
                    <a:pt x="6" y="25"/>
                  </a:cubicBezTo>
                  <a:cubicBezTo>
                    <a:pt x="63" y="82"/>
                    <a:pt x="63" y="82"/>
                    <a:pt x="63" y="82"/>
                  </a:cubicBezTo>
                  <a:cubicBezTo>
                    <a:pt x="58" y="80"/>
                    <a:pt x="52" y="80"/>
                    <a:pt x="48" y="84"/>
                  </a:cubicBezTo>
                  <a:cubicBezTo>
                    <a:pt x="43" y="89"/>
                    <a:pt x="44" y="97"/>
                    <a:pt x="49" y="102"/>
                  </a:cubicBezTo>
                  <a:cubicBezTo>
                    <a:pt x="75" y="127"/>
                    <a:pt x="75" y="127"/>
                    <a:pt x="75" y="127"/>
                  </a:cubicBezTo>
                  <a:cubicBezTo>
                    <a:pt x="101" y="154"/>
                    <a:pt x="101" y="154"/>
                    <a:pt x="101" y="154"/>
                  </a:cubicBezTo>
                  <a:cubicBezTo>
                    <a:pt x="108" y="161"/>
                    <a:pt x="119" y="161"/>
                    <a:pt x="126" y="154"/>
                  </a:cubicBezTo>
                  <a:cubicBezTo>
                    <a:pt x="144" y="172"/>
                    <a:pt x="144" y="172"/>
                    <a:pt x="144" y="172"/>
                  </a:cubicBezTo>
                  <a:cubicBezTo>
                    <a:pt x="198" y="117"/>
                    <a:pt x="198" y="117"/>
                    <a:pt x="198" y="117"/>
                  </a:cubicBezTo>
                  <a:cubicBezTo>
                    <a:pt x="180" y="99"/>
                    <a:pt x="180" y="99"/>
                    <a:pt x="180" y="99"/>
                  </a:cubicBezTo>
                  <a:cubicBezTo>
                    <a:pt x="187" y="92"/>
                    <a:pt x="187" y="81"/>
                    <a:pt x="180" y="75"/>
                  </a:cubicBezTo>
                  <a:cubicBezTo>
                    <a:pt x="144" y="38"/>
                    <a:pt x="144" y="38"/>
                    <a:pt x="144" y="38"/>
                  </a:cubicBezTo>
                  <a:cubicBezTo>
                    <a:pt x="144" y="38"/>
                    <a:pt x="144" y="38"/>
                    <a:pt x="144" y="38"/>
                  </a:cubicBezTo>
                  <a:lnTo>
                    <a:pt x="111" y="5"/>
                  </a:lnTo>
                  <a:close/>
                </a:path>
              </a:pathLst>
            </a:custGeom>
            <a:solidFill>
              <a:srgbClr val="F5BF92"/>
            </a:solidFill>
            <a:ln>
              <a:noFill/>
            </a:ln>
          </p:spPr>
          <p:txBody>
            <a:bodyPr vert="horz" wrap="square" lIns="93260" tIns="46630" rIns="93260" bIns="46630" numCol="1" anchor="t" anchorCtr="0" compatLnSpc="1">
              <a:prstTxWarp prst="textNoShape">
                <a:avLst/>
              </a:prstTxWarp>
            </a:bodyPr>
            <a:lstStyle/>
            <a:p>
              <a:pPr marL="0" marR="0" lvl="0" indent="0" defTabSz="932597"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smtClean="0">
                <a:ln>
                  <a:noFill/>
                </a:ln>
                <a:solidFill>
                  <a:srgbClr val="404040"/>
                </a:solidFill>
                <a:effectLst/>
                <a:uLnTx/>
                <a:uFillTx/>
              </a:endParaRPr>
            </a:p>
          </p:txBody>
        </p:sp>
        <p:sp>
          <p:nvSpPr>
            <p:cNvPr id="32" name="Freeform 15"/>
            <p:cNvSpPr>
              <a:spLocks/>
            </p:cNvSpPr>
            <p:nvPr/>
          </p:nvSpPr>
          <p:spPr bwMode="auto">
            <a:xfrm>
              <a:off x="8672686" y="2954242"/>
              <a:ext cx="2854445" cy="1053096"/>
            </a:xfrm>
            <a:custGeom>
              <a:avLst/>
              <a:gdLst>
                <a:gd name="T0" fmla="*/ 40 w 294"/>
                <a:gd name="T1" fmla="*/ 109 h 109"/>
                <a:gd name="T2" fmla="*/ 7 w 294"/>
                <a:gd name="T3" fmla="*/ 77 h 109"/>
                <a:gd name="T4" fmla="*/ 0 w 294"/>
                <a:gd name="T5" fmla="*/ 60 h 109"/>
                <a:gd name="T6" fmla="*/ 7 w 294"/>
                <a:gd name="T7" fmla="*/ 43 h 109"/>
                <a:gd name="T8" fmla="*/ 24 w 294"/>
                <a:gd name="T9" fmla="*/ 36 h 109"/>
                <a:gd name="T10" fmla="*/ 271 w 294"/>
                <a:gd name="T11" fmla="*/ 36 h 109"/>
                <a:gd name="T12" fmla="*/ 284 w 294"/>
                <a:gd name="T13" fmla="*/ 23 h 109"/>
                <a:gd name="T14" fmla="*/ 271 w 294"/>
                <a:gd name="T15" fmla="*/ 10 h 109"/>
                <a:gd name="T16" fmla="*/ 248 w 294"/>
                <a:gd name="T17" fmla="*/ 10 h 109"/>
                <a:gd name="T18" fmla="*/ 248 w 294"/>
                <a:gd name="T19" fmla="*/ 0 h 109"/>
                <a:gd name="T20" fmla="*/ 271 w 294"/>
                <a:gd name="T21" fmla="*/ 0 h 109"/>
                <a:gd name="T22" fmla="*/ 294 w 294"/>
                <a:gd name="T23" fmla="*/ 23 h 109"/>
                <a:gd name="T24" fmla="*/ 271 w 294"/>
                <a:gd name="T25" fmla="*/ 45 h 109"/>
                <a:gd name="T26" fmla="*/ 24 w 294"/>
                <a:gd name="T27" fmla="*/ 45 h 109"/>
                <a:gd name="T28" fmla="*/ 14 w 294"/>
                <a:gd name="T29" fmla="*/ 50 h 109"/>
                <a:gd name="T30" fmla="*/ 10 w 294"/>
                <a:gd name="T31" fmla="*/ 60 h 109"/>
                <a:gd name="T32" fmla="*/ 14 w 294"/>
                <a:gd name="T33" fmla="*/ 70 h 109"/>
                <a:gd name="T34" fmla="*/ 14 w 294"/>
                <a:gd name="T35" fmla="*/ 70 h 109"/>
                <a:gd name="T36" fmla="*/ 47 w 294"/>
                <a:gd name="T37" fmla="*/ 102 h 109"/>
                <a:gd name="T38" fmla="*/ 40 w 294"/>
                <a:gd name="T39" fmla="*/ 109 h 1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294" h="109">
                  <a:moveTo>
                    <a:pt x="40" y="109"/>
                  </a:moveTo>
                  <a:cubicBezTo>
                    <a:pt x="7" y="77"/>
                    <a:pt x="7" y="77"/>
                    <a:pt x="7" y="77"/>
                  </a:cubicBezTo>
                  <a:cubicBezTo>
                    <a:pt x="3" y="72"/>
                    <a:pt x="0" y="66"/>
                    <a:pt x="0" y="60"/>
                  </a:cubicBezTo>
                  <a:cubicBezTo>
                    <a:pt x="0" y="54"/>
                    <a:pt x="3" y="48"/>
                    <a:pt x="7" y="43"/>
                  </a:cubicBezTo>
                  <a:cubicBezTo>
                    <a:pt x="12" y="39"/>
                    <a:pt x="18" y="36"/>
                    <a:pt x="24" y="36"/>
                  </a:cubicBezTo>
                  <a:cubicBezTo>
                    <a:pt x="271" y="36"/>
                    <a:pt x="271" y="36"/>
                    <a:pt x="271" y="36"/>
                  </a:cubicBezTo>
                  <a:cubicBezTo>
                    <a:pt x="279" y="36"/>
                    <a:pt x="284" y="30"/>
                    <a:pt x="284" y="23"/>
                  </a:cubicBezTo>
                  <a:cubicBezTo>
                    <a:pt x="284" y="16"/>
                    <a:pt x="279" y="10"/>
                    <a:pt x="271" y="10"/>
                  </a:cubicBezTo>
                  <a:cubicBezTo>
                    <a:pt x="248" y="10"/>
                    <a:pt x="248" y="10"/>
                    <a:pt x="248" y="10"/>
                  </a:cubicBezTo>
                  <a:cubicBezTo>
                    <a:pt x="248" y="0"/>
                    <a:pt x="248" y="0"/>
                    <a:pt x="248" y="0"/>
                  </a:cubicBezTo>
                  <a:cubicBezTo>
                    <a:pt x="271" y="0"/>
                    <a:pt x="271" y="0"/>
                    <a:pt x="271" y="0"/>
                  </a:cubicBezTo>
                  <a:cubicBezTo>
                    <a:pt x="284" y="0"/>
                    <a:pt x="294" y="11"/>
                    <a:pt x="294" y="23"/>
                  </a:cubicBezTo>
                  <a:cubicBezTo>
                    <a:pt x="294" y="35"/>
                    <a:pt x="284" y="45"/>
                    <a:pt x="271" y="45"/>
                  </a:cubicBezTo>
                  <a:cubicBezTo>
                    <a:pt x="24" y="45"/>
                    <a:pt x="24" y="45"/>
                    <a:pt x="24" y="45"/>
                  </a:cubicBezTo>
                  <a:cubicBezTo>
                    <a:pt x="20" y="46"/>
                    <a:pt x="17" y="47"/>
                    <a:pt x="14" y="50"/>
                  </a:cubicBezTo>
                  <a:cubicBezTo>
                    <a:pt x="11" y="52"/>
                    <a:pt x="10" y="56"/>
                    <a:pt x="10" y="60"/>
                  </a:cubicBezTo>
                  <a:cubicBezTo>
                    <a:pt x="10" y="64"/>
                    <a:pt x="11" y="67"/>
                    <a:pt x="14" y="70"/>
                  </a:cubicBezTo>
                  <a:cubicBezTo>
                    <a:pt x="14" y="70"/>
                    <a:pt x="14" y="70"/>
                    <a:pt x="14" y="70"/>
                  </a:cubicBezTo>
                  <a:cubicBezTo>
                    <a:pt x="47" y="102"/>
                    <a:pt x="47" y="102"/>
                    <a:pt x="47" y="102"/>
                  </a:cubicBezTo>
                  <a:lnTo>
                    <a:pt x="40" y="109"/>
                  </a:lnTo>
                  <a:close/>
                </a:path>
              </a:pathLst>
            </a:custGeom>
            <a:solidFill>
              <a:srgbClr val="0078D7">
                <a:lumMod val="50000"/>
              </a:srgbClr>
            </a:solidFill>
            <a:ln>
              <a:noFill/>
            </a:ln>
          </p:spPr>
          <p:txBody>
            <a:bodyPr vert="horz" wrap="square" lIns="93260" tIns="46630" rIns="93260" bIns="46630" numCol="1" anchor="t" anchorCtr="0" compatLnSpc="1">
              <a:prstTxWarp prst="textNoShape">
                <a:avLst/>
              </a:prstTxWarp>
            </a:bodyPr>
            <a:lstStyle/>
            <a:p>
              <a:pPr marL="0" marR="0" lvl="0" indent="0" defTabSz="932597"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smtClean="0">
                <a:ln>
                  <a:noFill/>
                </a:ln>
                <a:solidFill>
                  <a:srgbClr val="404040"/>
                </a:solidFill>
                <a:effectLst/>
                <a:uLnTx/>
                <a:uFillTx/>
              </a:endParaRPr>
            </a:p>
          </p:txBody>
        </p:sp>
        <p:sp>
          <p:nvSpPr>
            <p:cNvPr id="33" name="Freeform 16"/>
            <p:cNvSpPr>
              <a:spLocks/>
            </p:cNvSpPr>
            <p:nvPr/>
          </p:nvSpPr>
          <p:spPr bwMode="auto">
            <a:xfrm>
              <a:off x="9365513" y="2192133"/>
              <a:ext cx="374126" cy="374126"/>
            </a:xfrm>
            <a:custGeom>
              <a:avLst/>
              <a:gdLst>
                <a:gd name="T0" fmla="*/ 82 w 82"/>
                <a:gd name="T1" fmla="*/ 65 h 82"/>
                <a:gd name="T2" fmla="*/ 57 w 82"/>
                <a:gd name="T3" fmla="*/ 41 h 82"/>
                <a:gd name="T4" fmla="*/ 74 w 82"/>
                <a:gd name="T5" fmla="*/ 24 h 82"/>
                <a:gd name="T6" fmla="*/ 0 w 82"/>
                <a:gd name="T7" fmla="*/ 0 h 82"/>
                <a:gd name="T8" fmla="*/ 25 w 82"/>
                <a:gd name="T9" fmla="*/ 73 h 82"/>
                <a:gd name="T10" fmla="*/ 42 w 82"/>
                <a:gd name="T11" fmla="*/ 56 h 82"/>
                <a:gd name="T12" fmla="*/ 66 w 82"/>
                <a:gd name="T13" fmla="*/ 82 h 82"/>
                <a:gd name="T14" fmla="*/ 82 w 82"/>
                <a:gd name="T15" fmla="*/ 65 h 8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82" h="82">
                  <a:moveTo>
                    <a:pt x="82" y="65"/>
                  </a:moveTo>
                  <a:lnTo>
                    <a:pt x="57" y="41"/>
                  </a:lnTo>
                  <a:lnTo>
                    <a:pt x="74" y="24"/>
                  </a:lnTo>
                  <a:lnTo>
                    <a:pt x="0" y="0"/>
                  </a:lnTo>
                  <a:lnTo>
                    <a:pt x="25" y="73"/>
                  </a:lnTo>
                  <a:lnTo>
                    <a:pt x="42" y="56"/>
                  </a:lnTo>
                  <a:lnTo>
                    <a:pt x="66" y="82"/>
                  </a:lnTo>
                  <a:lnTo>
                    <a:pt x="82" y="65"/>
                  </a:lnTo>
                  <a:close/>
                </a:path>
              </a:pathLst>
            </a:custGeom>
            <a:solidFill>
              <a:srgbClr val="262626">
                <a:lumMod val="90000"/>
                <a:lumOff val="10000"/>
              </a:srgbClr>
            </a:solidFill>
            <a:ln>
              <a:noFill/>
            </a:ln>
          </p:spPr>
          <p:txBody>
            <a:bodyPr vert="horz" wrap="square" lIns="93260" tIns="46630" rIns="93260" bIns="46630" numCol="1" anchor="t" anchorCtr="0" compatLnSpc="1">
              <a:prstTxWarp prst="textNoShape">
                <a:avLst/>
              </a:prstTxWarp>
            </a:bodyPr>
            <a:lstStyle/>
            <a:p>
              <a:pPr marL="0" marR="0" lvl="0" indent="0" defTabSz="932597"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smtClean="0">
                <a:ln>
                  <a:noFill/>
                </a:ln>
                <a:solidFill>
                  <a:srgbClr val="404040"/>
                </a:solidFill>
                <a:effectLst/>
                <a:uLnTx/>
                <a:uFillTx/>
              </a:endParaRPr>
            </a:p>
          </p:txBody>
        </p:sp>
      </p:grpSp>
    </p:spTree>
    <p:extLst>
      <p:ext uri="{BB962C8B-B14F-4D97-AF65-F5344CB8AC3E}">
        <p14:creationId xmlns:p14="http://schemas.microsoft.com/office/powerpoint/2010/main" val="40624233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ontent Placeholder 6"/>
          <p:cNvSpPr>
            <a:spLocks noGrp="1"/>
          </p:cNvSpPr>
          <p:nvPr>
            <p:ph type="body" sz="quarter" idx="4294967295"/>
          </p:nvPr>
        </p:nvSpPr>
        <p:spPr>
          <a:xfrm>
            <a:off x="2501" y="4883288"/>
            <a:ext cx="12433974" cy="822960"/>
          </a:xfrm>
          <a:prstGeom prst="rect">
            <a:avLst/>
          </a:prstGeom>
          <a:solidFill>
            <a:schemeClr val="tx2"/>
          </a:solidFill>
        </p:spPr>
        <p:txBody>
          <a:bodyPr anchor="ctr"/>
          <a:lstStyle/>
          <a:p>
            <a:pPr marL="0" indent="0" algn="ctr">
              <a:buNone/>
            </a:pPr>
            <a:r>
              <a:rPr lang="en-US" sz="3136" dirty="0">
                <a:hlinkClick r:id="rId3"/>
              </a:rPr>
              <a:t>http://dev.office.com/devprogram</a:t>
            </a:r>
            <a:r>
              <a:rPr lang="en-US" sz="3136" dirty="0"/>
              <a:t> </a:t>
            </a:r>
          </a:p>
        </p:txBody>
      </p:sp>
      <p:grpSp>
        <p:nvGrpSpPr>
          <p:cNvPr id="83" name="Group 82"/>
          <p:cNvGrpSpPr/>
          <p:nvPr/>
        </p:nvGrpSpPr>
        <p:grpSpPr>
          <a:xfrm>
            <a:off x="4693684" y="3204799"/>
            <a:ext cx="3052220" cy="3741378"/>
            <a:chOff x="4662488" y="3198813"/>
            <a:chExt cx="3114676" cy="3817937"/>
          </a:xfrm>
        </p:grpSpPr>
        <p:sp>
          <p:nvSpPr>
            <p:cNvPr id="84" name="AutoShape 3"/>
            <p:cNvSpPr>
              <a:spLocks noChangeAspect="1" noChangeArrowheads="1" noTextEdit="1"/>
            </p:cNvSpPr>
            <p:nvPr/>
          </p:nvSpPr>
          <p:spPr bwMode="auto">
            <a:xfrm>
              <a:off x="4732338" y="3198813"/>
              <a:ext cx="2974975" cy="3795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89606" tIns="44802" rIns="89606" bIns="44802" numCol="1" anchor="t" anchorCtr="0" compatLnSpc="1">
              <a:prstTxWarp prst="textNoShape">
                <a:avLst/>
              </a:prstTxWarp>
            </a:bodyPr>
            <a:lstStyle/>
            <a:p>
              <a:pPr defTabSz="914005"/>
              <a:endParaRPr lang="en-US" sz="1764" dirty="0">
                <a:noFill/>
                <a:latin typeface="Segoe UI"/>
              </a:endParaRPr>
            </a:p>
          </p:txBody>
        </p:sp>
        <p:sp>
          <p:nvSpPr>
            <p:cNvPr id="89" name="Freeform 5"/>
            <p:cNvSpPr>
              <a:spLocks/>
            </p:cNvSpPr>
            <p:nvPr/>
          </p:nvSpPr>
          <p:spPr bwMode="auto">
            <a:xfrm>
              <a:off x="6946901" y="5176838"/>
              <a:ext cx="830263" cy="1839912"/>
            </a:xfrm>
            <a:custGeom>
              <a:avLst/>
              <a:gdLst>
                <a:gd name="T0" fmla="*/ 12 w 72"/>
                <a:gd name="T1" fmla="*/ 0 h 160"/>
                <a:gd name="T2" fmla="*/ 0 w 72"/>
                <a:gd name="T3" fmla="*/ 76 h 160"/>
                <a:gd name="T4" fmla="*/ 57 w 72"/>
                <a:gd name="T5" fmla="*/ 151 h 160"/>
                <a:gd name="T6" fmla="*/ 67 w 72"/>
                <a:gd name="T7" fmla="*/ 151 h 160"/>
                <a:gd name="T8" fmla="*/ 12 w 72"/>
                <a:gd name="T9" fmla="*/ 0 h 160"/>
              </a:gdLst>
              <a:ahLst/>
              <a:cxnLst>
                <a:cxn ang="0">
                  <a:pos x="T0" y="T1"/>
                </a:cxn>
                <a:cxn ang="0">
                  <a:pos x="T2" y="T3"/>
                </a:cxn>
                <a:cxn ang="0">
                  <a:pos x="T4" y="T5"/>
                </a:cxn>
                <a:cxn ang="0">
                  <a:pos x="T6" y="T7"/>
                </a:cxn>
                <a:cxn ang="0">
                  <a:pos x="T8" y="T9"/>
                </a:cxn>
              </a:cxnLst>
              <a:rect l="0" t="0" r="r" b="b"/>
              <a:pathLst>
                <a:path w="72" h="160">
                  <a:moveTo>
                    <a:pt x="12" y="0"/>
                  </a:moveTo>
                  <a:cubicBezTo>
                    <a:pt x="11" y="24"/>
                    <a:pt x="8" y="49"/>
                    <a:pt x="0" y="76"/>
                  </a:cubicBezTo>
                  <a:cubicBezTo>
                    <a:pt x="45" y="82"/>
                    <a:pt x="56" y="147"/>
                    <a:pt x="57" y="151"/>
                  </a:cubicBezTo>
                  <a:cubicBezTo>
                    <a:pt x="58" y="160"/>
                    <a:pt x="67" y="157"/>
                    <a:pt x="67" y="151"/>
                  </a:cubicBezTo>
                  <a:cubicBezTo>
                    <a:pt x="72" y="50"/>
                    <a:pt x="21" y="7"/>
                    <a:pt x="12" y="0"/>
                  </a:cubicBezTo>
                  <a:close/>
                </a:path>
              </a:pathLst>
            </a:custGeom>
            <a:solidFill>
              <a:srgbClr val="BAD80A"/>
            </a:solidFill>
            <a:ln>
              <a:noFill/>
            </a:ln>
          </p:spPr>
          <p:txBody>
            <a:bodyPr vert="horz" wrap="square" lIns="89606" tIns="44802" rIns="89606" bIns="44802" numCol="1" anchor="t" anchorCtr="0" compatLnSpc="1">
              <a:prstTxWarp prst="textNoShape">
                <a:avLst/>
              </a:prstTxWarp>
            </a:bodyPr>
            <a:lstStyle/>
            <a:p>
              <a:pPr defTabSz="914005"/>
              <a:endParaRPr lang="en-US" sz="1764" dirty="0">
                <a:noFill/>
                <a:latin typeface="Segoe UI"/>
              </a:endParaRPr>
            </a:p>
          </p:txBody>
        </p:sp>
        <p:sp>
          <p:nvSpPr>
            <p:cNvPr id="96" name="Freeform 6"/>
            <p:cNvSpPr>
              <a:spLocks/>
            </p:cNvSpPr>
            <p:nvPr/>
          </p:nvSpPr>
          <p:spPr bwMode="auto">
            <a:xfrm>
              <a:off x="4662488" y="5187950"/>
              <a:ext cx="819150" cy="1828800"/>
            </a:xfrm>
            <a:custGeom>
              <a:avLst/>
              <a:gdLst>
                <a:gd name="T0" fmla="*/ 59 w 71"/>
                <a:gd name="T1" fmla="*/ 0 h 159"/>
                <a:gd name="T2" fmla="*/ 5 w 71"/>
                <a:gd name="T3" fmla="*/ 150 h 159"/>
                <a:gd name="T4" fmla="*/ 15 w 71"/>
                <a:gd name="T5" fmla="*/ 150 h 159"/>
                <a:gd name="T6" fmla="*/ 71 w 71"/>
                <a:gd name="T7" fmla="*/ 75 h 159"/>
                <a:gd name="T8" fmla="*/ 59 w 71"/>
                <a:gd name="T9" fmla="*/ 0 h 159"/>
              </a:gdLst>
              <a:ahLst/>
              <a:cxnLst>
                <a:cxn ang="0">
                  <a:pos x="T0" y="T1"/>
                </a:cxn>
                <a:cxn ang="0">
                  <a:pos x="T2" y="T3"/>
                </a:cxn>
                <a:cxn ang="0">
                  <a:pos x="T4" y="T5"/>
                </a:cxn>
                <a:cxn ang="0">
                  <a:pos x="T6" y="T7"/>
                </a:cxn>
                <a:cxn ang="0">
                  <a:pos x="T8" y="T9"/>
                </a:cxn>
              </a:cxnLst>
              <a:rect l="0" t="0" r="r" b="b"/>
              <a:pathLst>
                <a:path w="71" h="159">
                  <a:moveTo>
                    <a:pt x="59" y="0"/>
                  </a:moveTo>
                  <a:cubicBezTo>
                    <a:pt x="48" y="9"/>
                    <a:pt x="0" y="52"/>
                    <a:pt x="5" y="150"/>
                  </a:cubicBezTo>
                  <a:cubicBezTo>
                    <a:pt x="5" y="156"/>
                    <a:pt x="14" y="159"/>
                    <a:pt x="15" y="150"/>
                  </a:cubicBezTo>
                  <a:cubicBezTo>
                    <a:pt x="16" y="146"/>
                    <a:pt x="27" y="82"/>
                    <a:pt x="71" y="75"/>
                  </a:cubicBezTo>
                  <a:cubicBezTo>
                    <a:pt x="63" y="49"/>
                    <a:pt x="60" y="23"/>
                    <a:pt x="59" y="0"/>
                  </a:cubicBezTo>
                  <a:close/>
                </a:path>
              </a:pathLst>
            </a:custGeom>
            <a:solidFill>
              <a:srgbClr val="BAD80A"/>
            </a:solidFill>
            <a:ln>
              <a:noFill/>
            </a:ln>
          </p:spPr>
          <p:txBody>
            <a:bodyPr vert="horz" wrap="square" lIns="89606" tIns="44802" rIns="89606" bIns="44802" numCol="1" anchor="t" anchorCtr="0" compatLnSpc="1">
              <a:prstTxWarp prst="textNoShape">
                <a:avLst/>
              </a:prstTxWarp>
            </a:bodyPr>
            <a:lstStyle/>
            <a:p>
              <a:pPr defTabSz="914005"/>
              <a:endParaRPr lang="en-US" sz="1764" dirty="0">
                <a:noFill/>
                <a:latin typeface="Segoe UI"/>
              </a:endParaRPr>
            </a:p>
          </p:txBody>
        </p:sp>
        <p:sp>
          <p:nvSpPr>
            <p:cNvPr id="97" name="Freeform 7"/>
            <p:cNvSpPr>
              <a:spLocks/>
            </p:cNvSpPr>
            <p:nvPr/>
          </p:nvSpPr>
          <p:spPr bwMode="auto">
            <a:xfrm>
              <a:off x="6105526" y="5119688"/>
              <a:ext cx="230188" cy="1851025"/>
            </a:xfrm>
            <a:custGeom>
              <a:avLst/>
              <a:gdLst>
                <a:gd name="T0" fmla="*/ 10 w 20"/>
                <a:gd name="T1" fmla="*/ 0 h 161"/>
                <a:gd name="T2" fmla="*/ 10 w 20"/>
                <a:gd name="T3" fmla="*/ 0 h 161"/>
                <a:gd name="T4" fmla="*/ 10 w 20"/>
                <a:gd name="T5" fmla="*/ 0 h 161"/>
                <a:gd name="T6" fmla="*/ 10 w 20"/>
                <a:gd name="T7" fmla="*/ 0 h 161"/>
                <a:gd name="T8" fmla="*/ 10 w 20"/>
                <a:gd name="T9" fmla="*/ 0 h 161"/>
                <a:gd name="T10" fmla="*/ 0 w 20"/>
                <a:gd name="T11" fmla="*/ 11 h 161"/>
                <a:gd name="T12" fmla="*/ 0 w 20"/>
                <a:gd name="T13" fmla="*/ 149 h 161"/>
                <a:gd name="T14" fmla="*/ 10 w 20"/>
                <a:gd name="T15" fmla="*/ 161 h 161"/>
                <a:gd name="T16" fmla="*/ 10 w 20"/>
                <a:gd name="T17" fmla="*/ 161 h 161"/>
                <a:gd name="T18" fmla="*/ 10 w 20"/>
                <a:gd name="T19" fmla="*/ 161 h 161"/>
                <a:gd name="T20" fmla="*/ 10 w 20"/>
                <a:gd name="T21" fmla="*/ 161 h 161"/>
                <a:gd name="T22" fmla="*/ 10 w 20"/>
                <a:gd name="T23" fmla="*/ 161 h 161"/>
                <a:gd name="T24" fmla="*/ 20 w 20"/>
                <a:gd name="T25" fmla="*/ 149 h 161"/>
                <a:gd name="T26" fmla="*/ 20 w 20"/>
                <a:gd name="T27" fmla="*/ 11 h 161"/>
                <a:gd name="T28" fmla="*/ 10 w 20"/>
                <a:gd name="T29" fmla="*/ 0 h 1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0" h="161">
                  <a:moveTo>
                    <a:pt x="10" y="0"/>
                  </a:moveTo>
                  <a:cubicBezTo>
                    <a:pt x="10" y="0"/>
                    <a:pt x="10" y="0"/>
                    <a:pt x="10" y="0"/>
                  </a:cubicBezTo>
                  <a:cubicBezTo>
                    <a:pt x="10" y="0"/>
                    <a:pt x="10" y="0"/>
                    <a:pt x="10" y="0"/>
                  </a:cubicBezTo>
                  <a:cubicBezTo>
                    <a:pt x="10" y="0"/>
                    <a:pt x="10" y="0"/>
                    <a:pt x="10" y="0"/>
                  </a:cubicBezTo>
                  <a:cubicBezTo>
                    <a:pt x="10" y="0"/>
                    <a:pt x="10" y="0"/>
                    <a:pt x="10" y="0"/>
                  </a:cubicBezTo>
                  <a:cubicBezTo>
                    <a:pt x="0" y="0"/>
                    <a:pt x="0" y="11"/>
                    <a:pt x="0" y="11"/>
                  </a:cubicBezTo>
                  <a:cubicBezTo>
                    <a:pt x="0" y="11"/>
                    <a:pt x="0" y="144"/>
                    <a:pt x="0" y="149"/>
                  </a:cubicBezTo>
                  <a:cubicBezTo>
                    <a:pt x="0" y="154"/>
                    <a:pt x="0" y="161"/>
                    <a:pt x="10" y="161"/>
                  </a:cubicBezTo>
                  <a:cubicBezTo>
                    <a:pt x="10" y="161"/>
                    <a:pt x="10" y="161"/>
                    <a:pt x="10" y="161"/>
                  </a:cubicBezTo>
                  <a:cubicBezTo>
                    <a:pt x="10" y="161"/>
                    <a:pt x="10" y="161"/>
                    <a:pt x="10" y="161"/>
                  </a:cubicBezTo>
                  <a:cubicBezTo>
                    <a:pt x="10" y="161"/>
                    <a:pt x="10" y="161"/>
                    <a:pt x="10" y="161"/>
                  </a:cubicBezTo>
                  <a:cubicBezTo>
                    <a:pt x="10" y="161"/>
                    <a:pt x="10" y="161"/>
                    <a:pt x="10" y="161"/>
                  </a:cubicBezTo>
                  <a:cubicBezTo>
                    <a:pt x="20" y="161"/>
                    <a:pt x="20" y="154"/>
                    <a:pt x="20" y="149"/>
                  </a:cubicBezTo>
                  <a:cubicBezTo>
                    <a:pt x="20" y="144"/>
                    <a:pt x="20" y="11"/>
                    <a:pt x="20" y="11"/>
                  </a:cubicBezTo>
                  <a:cubicBezTo>
                    <a:pt x="20" y="11"/>
                    <a:pt x="20" y="0"/>
                    <a:pt x="10" y="0"/>
                  </a:cubicBezTo>
                  <a:close/>
                </a:path>
              </a:pathLst>
            </a:custGeom>
            <a:solidFill>
              <a:srgbClr val="00188F"/>
            </a:solidFill>
            <a:ln>
              <a:noFill/>
            </a:ln>
          </p:spPr>
          <p:txBody>
            <a:bodyPr vert="horz" wrap="square" lIns="89606" tIns="44802" rIns="89606" bIns="44802" numCol="1" anchor="t" anchorCtr="0" compatLnSpc="1">
              <a:prstTxWarp prst="textNoShape">
                <a:avLst/>
              </a:prstTxWarp>
            </a:bodyPr>
            <a:lstStyle/>
            <a:p>
              <a:pPr defTabSz="914005"/>
              <a:endParaRPr lang="en-US" sz="1764" dirty="0">
                <a:noFill/>
                <a:latin typeface="Segoe UI"/>
              </a:endParaRPr>
            </a:p>
          </p:txBody>
        </p:sp>
        <p:sp>
          <p:nvSpPr>
            <p:cNvPr id="98" name="Freeform 8"/>
            <p:cNvSpPr>
              <a:spLocks/>
            </p:cNvSpPr>
            <p:nvPr/>
          </p:nvSpPr>
          <p:spPr bwMode="auto">
            <a:xfrm>
              <a:off x="5851526" y="3198813"/>
              <a:ext cx="738188" cy="425450"/>
            </a:xfrm>
            <a:custGeom>
              <a:avLst/>
              <a:gdLst>
                <a:gd name="T0" fmla="*/ 64 w 64"/>
                <a:gd name="T1" fmla="*/ 37 h 37"/>
                <a:gd name="T2" fmla="*/ 32 w 64"/>
                <a:gd name="T3" fmla="*/ 0 h 37"/>
                <a:gd name="T4" fmla="*/ 32 w 64"/>
                <a:gd name="T5" fmla="*/ 0 h 37"/>
                <a:gd name="T6" fmla="*/ 0 w 64"/>
                <a:gd name="T7" fmla="*/ 37 h 37"/>
                <a:gd name="T8" fmla="*/ 64 w 64"/>
                <a:gd name="T9" fmla="*/ 37 h 37"/>
              </a:gdLst>
              <a:ahLst/>
              <a:cxnLst>
                <a:cxn ang="0">
                  <a:pos x="T0" y="T1"/>
                </a:cxn>
                <a:cxn ang="0">
                  <a:pos x="T2" y="T3"/>
                </a:cxn>
                <a:cxn ang="0">
                  <a:pos x="T4" y="T5"/>
                </a:cxn>
                <a:cxn ang="0">
                  <a:pos x="T6" y="T7"/>
                </a:cxn>
                <a:cxn ang="0">
                  <a:pos x="T8" y="T9"/>
                </a:cxn>
              </a:cxnLst>
              <a:rect l="0" t="0" r="r" b="b"/>
              <a:pathLst>
                <a:path w="64" h="37">
                  <a:moveTo>
                    <a:pt x="64" y="37"/>
                  </a:moveTo>
                  <a:cubicBezTo>
                    <a:pt x="51" y="14"/>
                    <a:pt x="38" y="0"/>
                    <a:pt x="32" y="0"/>
                  </a:cubicBezTo>
                  <a:cubicBezTo>
                    <a:pt x="32" y="0"/>
                    <a:pt x="32" y="0"/>
                    <a:pt x="32" y="0"/>
                  </a:cubicBezTo>
                  <a:cubicBezTo>
                    <a:pt x="26" y="0"/>
                    <a:pt x="13" y="14"/>
                    <a:pt x="0" y="37"/>
                  </a:cubicBezTo>
                  <a:lnTo>
                    <a:pt x="64" y="37"/>
                  </a:lnTo>
                  <a:close/>
                </a:path>
              </a:pathLst>
            </a:custGeom>
            <a:solidFill>
              <a:srgbClr val="00188F"/>
            </a:solidFill>
            <a:ln>
              <a:noFill/>
            </a:ln>
          </p:spPr>
          <p:txBody>
            <a:bodyPr vert="horz" wrap="square" lIns="89606" tIns="44802" rIns="89606" bIns="44802" numCol="1" anchor="t" anchorCtr="0" compatLnSpc="1">
              <a:prstTxWarp prst="textNoShape">
                <a:avLst/>
              </a:prstTxWarp>
            </a:bodyPr>
            <a:lstStyle/>
            <a:p>
              <a:pPr defTabSz="914005"/>
              <a:endParaRPr lang="en-US" sz="1764" dirty="0">
                <a:noFill/>
                <a:latin typeface="Segoe UI"/>
              </a:endParaRPr>
            </a:p>
          </p:txBody>
        </p:sp>
        <p:sp>
          <p:nvSpPr>
            <p:cNvPr id="99" name="Freeform 9"/>
            <p:cNvSpPr>
              <a:spLocks noEditPoints="1"/>
            </p:cNvSpPr>
            <p:nvPr/>
          </p:nvSpPr>
          <p:spPr bwMode="auto">
            <a:xfrm>
              <a:off x="5262563" y="3727450"/>
              <a:ext cx="1914525" cy="2484437"/>
            </a:xfrm>
            <a:custGeom>
              <a:avLst/>
              <a:gdLst>
                <a:gd name="T0" fmla="*/ 120 w 166"/>
                <a:gd name="T1" fmla="*/ 0 h 216"/>
                <a:gd name="T2" fmla="*/ 46 w 166"/>
                <a:gd name="T3" fmla="*/ 0 h 216"/>
                <a:gd name="T4" fmla="*/ 32 w 166"/>
                <a:gd name="T5" fmla="*/ 216 h 216"/>
                <a:gd name="T6" fmla="*/ 65 w 166"/>
                <a:gd name="T7" fmla="*/ 216 h 216"/>
                <a:gd name="T8" fmla="*/ 65 w 166"/>
                <a:gd name="T9" fmla="*/ 132 h 216"/>
                <a:gd name="T10" fmla="*/ 70 w 166"/>
                <a:gd name="T11" fmla="*/ 118 h 216"/>
                <a:gd name="T12" fmla="*/ 83 w 166"/>
                <a:gd name="T13" fmla="*/ 113 h 216"/>
                <a:gd name="T14" fmla="*/ 96 w 166"/>
                <a:gd name="T15" fmla="*/ 118 h 216"/>
                <a:gd name="T16" fmla="*/ 101 w 166"/>
                <a:gd name="T17" fmla="*/ 132 h 216"/>
                <a:gd name="T18" fmla="*/ 101 w 166"/>
                <a:gd name="T19" fmla="*/ 216 h 216"/>
                <a:gd name="T20" fmla="*/ 134 w 166"/>
                <a:gd name="T21" fmla="*/ 216 h 216"/>
                <a:gd name="T22" fmla="*/ 120 w 166"/>
                <a:gd name="T23" fmla="*/ 0 h 216"/>
                <a:gd name="T24" fmla="*/ 83 w 166"/>
                <a:gd name="T25" fmla="*/ 75 h 216"/>
                <a:gd name="T26" fmla="*/ 57 w 166"/>
                <a:gd name="T27" fmla="*/ 49 h 216"/>
                <a:gd name="T28" fmla="*/ 83 w 166"/>
                <a:gd name="T29" fmla="*/ 23 h 216"/>
                <a:gd name="T30" fmla="*/ 109 w 166"/>
                <a:gd name="T31" fmla="*/ 49 h 216"/>
                <a:gd name="T32" fmla="*/ 83 w 166"/>
                <a:gd name="T33" fmla="*/ 75 h 2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66" h="216">
                  <a:moveTo>
                    <a:pt x="120" y="0"/>
                  </a:moveTo>
                  <a:cubicBezTo>
                    <a:pt x="46" y="0"/>
                    <a:pt x="46" y="0"/>
                    <a:pt x="46" y="0"/>
                  </a:cubicBezTo>
                  <a:cubicBezTo>
                    <a:pt x="21" y="47"/>
                    <a:pt x="0" y="126"/>
                    <a:pt x="32" y="216"/>
                  </a:cubicBezTo>
                  <a:cubicBezTo>
                    <a:pt x="32" y="216"/>
                    <a:pt x="50" y="216"/>
                    <a:pt x="65" y="216"/>
                  </a:cubicBezTo>
                  <a:cubicBezTo>
                    <a:pt x="65" y="132"/>
                    <a:pt x="65" y="132"/>
                    <a:pt x="65" y="132"/>
                  </a:cubicBezTo>
                  <a:cubicBezTo>
                    <a:pt x="65" y="130"/>
                    <a:pt x="65" y="123"/>
                    <a:pt x="70" y="118"/>
                  </a:cubicBezTo>
                  <a:cubicBezTo>
                    <a:pt x="72" y="116"/>
                    <a:pt x="77" y="113"/>
                    <a:pt x="83" y="113"/>
                  </a:cubicBezTo>
                  <a:cubicBezTo>
                    <a:pt x="90" y="113"/>
                    <a:pt x="94" y="116"/>
                    <a:pt x="96" y="118"/>
                  </a:cubicBezTo>
                  <a:cubicBezTo>
                    <a:pt x="101" y="123"/>
                    <a:pt x="101" y="130"/>
                    <a:pt x="101" y="132"/>
                  </a:cubicBezTo>
                  <a:cubicBezTo>
                    <a:pt x="101" y="216"/>
                    <a:pt x="101" y="216"/>
                    <a:pt x="101" y="216"/>
                  </a:cubicBezTo>
                  <a:cubicBezTo>
                    <a:pt x="116" y="216"/>
                    <a:pt x="134" y="216"/>
                    <a:pt x="134" y="216"/>
                  </a:cubicBezTo>
                  <a:cubicBezTo>
                    <a:pt x="166" y="126"/>
                    <a:pt x="145" y="47"/>
                    <a:pt x="120" y="0"/>
                  </a:cubicBezTo>
                  <a:close/>
                  <a:moveTo>
                    <a:pt x="83" y="75"/>
                  </a:moveTo>
                  <a:cubicBezTo>
                    <a:pt x="69" y="75"/>
                    <a:pt x="57" y="63"/>
                    <a:pt x="57" y="49"/>
                  </a:cubicBezTo>
                  <a:cubicBezTo>
                    <a:pt x="57" y="35"/>
                    <a:pt x="69" y="23"/>
                    <a:pt x="83" y="23"/>
                  </a:cubicBezTo>
                  <a:cubicBezTo>
                    <a:pt x="97" y="23"/>
                    <a:pt x="109" y="35"/>
                    <a:pt x="109" y="49"/>
                  </a:cubicBezTo>
                  <a:cubicBezTo>
                    <a:pt x="109" y="63"/>
                    <a:pt x="97" y="75"/>
                    <a:pt x="83" y="75"/>
                  </a:cubicBezTo>
                  <a:close/>
                </a:path>
              </a:pathLst>
            </a:custGeom>
            <a:solidFill>
              <a:srgbClr val="0078D7"/>
            </a:solidFill>
            <a:ln>
              <a:noFill/>
            </a:ln>
          </p:spPr>
          <p:txBody>
            <a:bodyPr vert="horz" wrap="square" lIns="89606" tIns="44802" rIns="89606" bIns="44802" numCol="1" anchor="t" anchorCtr="0" compatLnSpc="1">
              <a:prstTxWarp prst="textNoShape">
                <a:avLst/>
              </a:prstTxWarp>
            </a:bodyPr>
            <a:lstStyle/>
            <a:p>
              <a:pPr defTabSz="914005"/>
              <a:endParaRPr lang="en-US" sz="1764" dirty="0">
                <a:noFill/>
                <a:latin typeface="Segoe UI"/>
              </a:endParaRPr>
            </a:p>
          </p:txBody>
        </p:sp>
        <p:sp>
          <p:nvSpPr>
            <p:cNvPr id="100" name="Freeform 10"/>
            <p:cNvSpPr>
              <a:spLocks/>
            </p:cNvSpPr>
            <p:nvPr/>
          </p:nvSpPr>
          <p:spPr bwMode="auto">
            <a:xfrm>
              <a:off x="5619751" y="6292850"/>
              <a:ext cx="392113" cy="92075"/>
            </a:xfrm>
            <a:custGeom>
              <a:avLst/>
              <a:gdLst>
                <a:gd name="T0" fmla="*/ 34 w 34"/>
                <a:gd name="T1" fmla="*/ 0 h 8"/>
                <a:gd name="T2" fmla="*/ 5 w 34"/>
                <a:gd name="T3" fmla="*/ 0 h 8"/>
                <a:gd name="T4" fmla="*/ 0 w 34"/>
                <a:gd name="T5" fmla="*/ 4 h 8"/>
                <a:gd name="T6" fmla="*/ 5 w 34"/>
                <a:gd name="T7" fmla="*/ 8 h 8"/>
                <a:gd name="T8" fmla="*/ 34 w 34"/>
                <a:gd name="T9" fmla="*/ 8 h 8"/>
                <a:gd name="T10" fmla="*/ 34 w 34"/>
                <a:gd name="T11" fmla="*/ 0 h 8"/>
              </a:gdLst>
              <a:ahLst/>
              <a:cxnLst>
                <a:cxn ang="0">
                  <a:pos x="T0" y="T1"/>
                </a:cxn>
                <a:cxn ang="0">
                  <a:pos x="T2" y="T3"/>
                </a:cxn>
                <a:cxn ang="0">
                  <a:pos x="T4" y="T5"/>
                </a:cxn>
                <a:cxn ang="0">
                  <a:pos x="T6" y="T7"/>
                </a:cxn>
                <a:cxn ang="0">
                  <a:pos x="T8" y="T9"/>
                </a:cxn>
                <a:cxn ang="0">
                  <a:pos x="T10" y="T11"/>
                </a:cxn>
              </a:cxnLst>
              <a:rect l="0" t="0" r="r" b="b"/>
              <a:pathLst>
                <a:path w="34" h="8">
                  <a:moveTo>
                    <a:pt x="34" y="0"/>
                  </a:moveTo>
                  <a:cubicBezTo>
                    <a:pt x="5" y="0"/>
                    <a:pt x="5" y="0"/>
                    <a:pt x="5" y="0"/>
                  </a:cubicBezTo>
                  <a:cubicBezTo>
                    <a:pt x="2" y="0"/>
                    <a:pt x="0" y="2"/>
                    <a:pt x="0" y="4"/>
                  </a:cubicBezTo>
                  <a:cubicBezTo>
                    <a:pt x="0" y="6"/>
                    <a:pt x="2" y="8"/>
                    <a:pt x="5" y="8"/>
                  </a:cubicBezTo>
                  <a:cubicBezTo>
                    <a:pt x="34" y="8"/>
                    <a:pt x="34" y="8"/>
                    <a:pt x="34" y="8"/>
                  </a:cubicBezTo>
                  <a:lnTo>
                    <a:pt x="34" y="0"/>
                  </a:lnTo>
                  <a:close/>
                </a:path>
              </a:pathLst>
            </a:custGeom>
            <a:solidFill>
              <a:srgbClr val="00188F"/>
            </a:solidFill>
            <a:ln>
              <a:noFill/>
            </a:ln>
          </p:spPr>
          <p:txBody>
            <a:bodyPr vert="horz" wrap="square" lIns="89606" tIns="44802" rIns="89606" bIns="44802" numCol="1" anchor="t" anchorCtr="0" compatLnSpc="1">
              <a:prstTxWarp prst="textNoShape">
                <a:avLst/>
              </a:prstTxWarp>
            </a:bodyPr>
            <a:lstStyle/>
            <a:p>
              <a:pPr defTabSz="914005"/>
              <a:endParaRPr lang="en-US" sz="1764" dirty="0">
                <a:noFill/>
                <a:latin typeface="Segoe UI"/>
              </a:endParaRPr>
            </a:p>
          </p:txBody>
        </p:sp>
        <p:sp>
          <p:nvSpPr>
            <p:cNvPr id="101" name="Freeform 11"/>
            <p:cNvSpPr>
              <a:spLocks/>
            </p:cNvSpPr>
            <p:nvPr/>
          </p:nvSpPr>
          <p:spPr bwMode="auto">
            <a:xfrm>
              <a:off x="6427788" y="6292850"/>
              <a:ext cx="392113" cy="92075"/>
            </a:xfrm>
            <a:custGeom>
              <a:avLst/>
              <a:gdLst>
                <a:gd name="T0" fmla="*/ 30 w 34"/>
                <a:gd name="T1" fmla="*/ 0 h 8"/>
                <a:gd name="T2" fmla="*/ 0 w 34"/>
                <a:gd name="T3" fmla="*/ 0 h 8"/>
                <a:gd name="T4" fmla="*/ 0 w 34"/>
                <a:gd name="T5" fmla="*/ 8 h 8"/>
                <a:gd name="T6" fmla="*/ 30 w 34"/>
                <a:gd name="T7" fmla="*/ 8 h 8"/>
                <a:gd name="T8" fmla="*/ 34 w 34"/>
                <a:gd name="T9" fmla="*/ 4 h 8"/>
                <a:gd name="T10" fmla="*/ 30 w 34"/>
                <a:gd name="T11" fmla="*/ 0 h 8"/>
              </a:gdLst>
              <a:ahLst/>
              <a:cxnLst>
                <a:cxn ang="0">
                  <a:pos x="T0" y="T1"/>
                </a:cxn>
                <a:cxn ang="0">
                  <a:pos x="T2" y="T3"/>
                </a:cxn>
                <a:cxn ang="0">
                  <a:pos x="T4" y="T5"/>
                </a:cxn>
                <a:cxn ang="0">
                  <a:pos x="T6" y="T7"/>
                </a:cxn>
                <a:cxn ang="0">
                  <a:pos x="T8" y="T9"/>
                </a:cxn>
                <a:cxn ang="0">
                  <a:pos x="T10" y="T11"/>
                </a:cxn>
              </a:cxnLst>
              <a:rect l="0" t="0" r="r" b="b"/>
              <a:pathLst>
                <a:path w="34" h="8">
                  <a:moveTo>
                    <a:pt x="30" y="0"/>
                  </a:moveTo>
                  <a:cubicBezTo>
                    <a:pt x="0" y="0"/>
                    <a:pt x="0" y="0"/>
                    <a:pt x="0" y="0"/>
                  </a:cubicBezTo>
                  <a:cubicBezTo>
                    <a:pt x="0" y="8"/>
                    <a:pt x="0" y="8"/>
                    <a:pt x="0" y="8"/>
                  </a:cubicBezTo>
                  <a:cubicBezTo>
                    <a:pt x="30" y="8"/>
                    <a:pt x="30" y="8"/>
                    <a:pt x="30" y="8"/>
                  </a:cubicBezTo>
                  <a:cubicBezTo>
                    <a:pt x="32" y="8"/>
                    <a:pt x="34" y="6"/>
                    <a:pt x="34" y="4"/>
                  </a:cubicBezTo>
                  <a:cubicBezTo>
                    <a:pt x="34" y="2"/>
                    <a:pt x="32" y="0"/>
                    <a:pt x="30" y="0"/>
                  </a:cubicBezTo>
                  <a:close/>
                </a:path>
              </a:pathLst>
            </a:custGeom>
            <a:solidFill>
              <a:srgbClr val="00188F"/>
            </a:solidFill>
            <a:ln>
              <a:noFill/>
            </a:ln>
          </p:spPr>
          <p:txBody>
            <a:bodyPr vert="horz" wrap="square" lIns="89606" tIns="44802" rIns="89606" bIns="44802" numCol="1" anchor="t" anchorCtr="0" compatLnSpc="1">
              <a:prstTxWarp prst="textNoShape">
                <a:avLst/>
              </a:prstTxWarp>
            </a:bodyPr>
            <a:lstStyle/>
            <a:p>
              <a:pPr defTabSz="914005"/>
              <a:endParaRPr lang="en-US" sz="1764" dirty="0">
                <a:noFill/>
                <a:latin typeface="Segoe UI"/>
              </a:endParaRPr>
            </a:p>
          </p:txBody>
        </p:sp>
      </p:grpSp>
      <p:sp>
        <p:nvSpPr>
          <p:cNvPr id="3" name="Rectangle 2"/>
          <p:cNvSpPr/>
          <p:nvPr/>
        </p:nvSpPr>
        <p:spPr bwMode="auto">
          <a:xfrm>
            <a:off x="0" y="0"/>
            <a:ext cx="12436475" cy="2125663"/>
          </a:xfrm>
          <a:prstGeom prst="rect">
            <a:avLst/>
          </a:prstGeom>
          <a:gradFill>
            <a:gsLst>
              <a:gs pos="91246">
                <a:schemeClr val="bg1">
                  <a:alpha val="0"/>
                </a:schemeClr>
              </a:gs>
              <a:gs pos="58000">
                <a:schemeClr val="bg1">
                  <a:alpha val="57000"/>
                </a:schemeClr>
              </a:gs>
              <a:gs pos="20000">
                <a:schemeClr val="bg1"/>
              </a:gs>
            </a:gsLst>
            <a:lin ang="5400000" scaled="0"/>
          </a:gra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sp>
        <p:nvSpPr>
          <p:cNvPr id="6" name="Title 5"/>
          <p:cNvSpPr>
            <a:spLocks noGrp="1"/>
          </p:cNvSpPr>
          <p:nvPr>
            <p:ph type="title"/>
          </p:nvPr>
        </p:nvSpPr>
        <p:spPr/>
        <p:txBody>
          <a:bodyPr/>
          <a:lstStyle/>
          <a:p>
            <a:r>
              <a:rPr lang="en-US" dirty="0" smtClean="0"/>
              <a:t>Developer Program launch</a:t>
            </a:r>
            <a:endParaRPr lang="en-US" dirty="0"/>
          </a:p>
        </p:txBody>
      </p:sp>
      <p:grpSp>
        <p:nvGrpSpPr>
          <p:cNvPr id="294" name="Group 293"/>
          <p:cNvGrpSpPr/>
          <p:nvPr/>
        </p:nvGrpSpPr>
        <p:grpSpPr>
          <a:xfrm>
            <a:off x="581707" y="2329165"/>
            <a:ext cx="2289395" cy="1914898"/>
            <a:chOff x="457200" y="2260433"/>
            <a:chExt cx="2290317" cy="1915668"/>
          </a:xfrm>
        </p:grpSpPr>
        <p:sp>
          <p:nvSpPr>
            <p:cNvPr id="67" name="Rectangle 66"/>
            <p:cNvSpPr/>
            <p:nvPr/>
          </p:nvSpPr>
          <p:spPr>
            <a:xfrm>
              <a:off x="457200" y="3466393"/>
              <a:ext cx="2290317" cy="709708"/>
            </a:xfrm>
            <a:prstGeom prst="rect">
              <a:avLst/>
            </a:prstGeom>
          </p:spPr>
          <p:txBody>
            <a:bodyPr wrap="square">
              <a:spAutoFit/>
            </a:bodyPr>
            <a:lstStyle/>
            <a:p>
              <a:pPr algn="ctr" defTabSz="914005"/>
              <a:r>
                <a:rPr lang="en-US" sz="1960" dirty="0" smtClean="0">
                  <a:gradFill>
                    <a:gsLst>
                      <a:gs pos="28319">
                        <a:srgbClr val="000000"/>
                      </a:gs>
                      <a:gs pos="52212">
                        <a:srgbClr val="000000"/>
                      </a:gs>
                    </a:gsLst>
                    <a:lin ang="5400000" scaled="0"/>
                  </a:gradFill>
                  <a:latin typeface="Segoe UI"/>
                </a:rPr>
                <a:t>Email </a:t>
              </a:r>
              <a:r>
                <a:rPr lang="en-US" sz="1960" dirty="0">
                  <a:gradFill>
                    <a:gsLst>
                      <a:gs pos="28319">
                        <a:srgbClr val="000000"/>
                      </a:gs>
                      <a:gs pos="52212">
                        <a:srgbClr val="000000"/>
                      </a:gs>
                    </a:gsLst>
                    <a:lin ang="5400000" scaled="0"/>
                  </a:gradFill>
                  <a:latin typeface="Segoe UI"/>
                </a:rPr>
                <a:t/>
              </a:r>
              <a:br>
                <a:rPr lang="en-US" sz="1960" dirty="0">
                  <a:gradFill>
                    <a:gsLst>
                      <a:gs pos="28319">
                        <a:srgbClr val="000000"/>
                      </a:gs>
                      <a:gs pos="52212">
                        <a:srgbClr val="000000"/>
                      </a:gs>
                    </a:gsLst>
                    <a:lin ang="5400000" scaled="0"/>
                  </a:gradFill>
                  <a:latin typeface="Segoe UI"/>
                </a:rPr>
              </a:br>
              <a:r>
                <a:rPr lang="en-US" sz="1960" dirty="0">
                  <a:gradFill>
                    <a:gsLst>
                      <a:gs pos="28319">
                        <a:srgbClr val="000000"/>
                      </a:gs>
                      <a:gs pos="52212">
                        <a:srgbClr val="000000"/>
                      </a:gs>
                    </a:gsLst>
                    <a:lin ang="5400000" scaled="0"/>
                  </a:gradFill>
                  <a:latin typeface="Segoe UI"/>
                </a:rPr>
                <a:t>Newsletters</a:t>
              </a:r>
            </a:p>
          </p:txBody>
        </p:sp>
        <p:grpSp>
          <p:nvGrpSpPr>
            <p:cNvPr id="293" name="Group 292"/>
            <p:cNvGrpSpPr/>
            <p:nvPr/>
          </p:nvGrpSpPr>
          <p:grpSpPr>
            <a:xfrm>
              <a:off x="746844" y="2260433"/>
              <a:ext cx="1711028" cy="991002"/>
              <a:chOff x="860785" y="2260433"/>
              <a:chExt cx="1711028" cy="991002"/>
            </a:xfrm>
          </p:grpSpPr>
          <p:grpSp>
            <p:nvGrpSpPr>
              <p:cNvPr id="63" name="Group 62"/>
              <p:cNvGrpSpPr/>
              <p:nvPr/>
            </p:nvGrpSpPr>
            <p:grpSpPr>
              <a:xfrm>
                <a:off x="860785" y="2260433"/>
                <a:ext cx="1711028" cy="991002"/>
                <a:chOff x="506413" y="1770063"/>
                <a:chExt cx="2105025" cy="1219200"/>
              </a:xfrm>
            </p:grpSpPr>
            <p:sp>
              <p:nvSpPr>
                <p:cNvPr id="59" name="Rectangle 20"/>
                <p:cNvSpPr>
                  <a:spLocks noChangeArrowheads="1"/>
                </p:cNvSpPr>
                <p:nvPr/>
              </p:nvSpPr>
              <p:spPr bwMode="auto">
                <a:xfrm>
                  <a:off x="758825" y="1770063"/>
                  <a:ext cx="1624012" cy="1120775"/>
                </a:xfrm>
                <a:prstGeom prst="rect">
                  <a:avLst/>
                </a:prstGeom>
                <a:solidFill>
                  <a:srgbClr val="D2D2D2"/>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89606" tIns="44802" rIns="89606" bIns="44802" numCol="1" anchor="t" anchorCtr="0" compatLnSpc="1">
                  <a:prstTxWarp prst="textNoShape">
                    <a:avLst/>
                  </a:prstTxWarp>
                </a:bodyPr>
                <a:lstStyle/>
                <a:p>
                  <a:pPr defTabSz="914005"/>
                  <a:endParaRPr lang="en-US" sz="1764" dirty="0">
                    <a:gradFill>
                      <a:gsLst>
                        <a:gs pos="28319">
                          <a:srgbClr val="000000"/>
                        </a:gs>
                        <a:gs pos="52212">
                          <a:srgbClr val="000000"/>
                        </a:gs>
                      </a:gsLst>
                      <a:lin ang="5400000" scaled="0"/>
                    </a:gradFill>
                    <a:latin typeface="Segoe UI"/>
                  </a:endParaRPr>
                </a:p>
              </p:txBody>
            </p:sp>
            <p:sp>
              <p:nvSpPr>
                <p:cNvPr id="60" name="Oval 21"/>
                <p:cNvSpPr>
                  <a:spLocks noChangeArrowheads="1"/>
                </p:cNvSpPr>
                <p:nvPr/>
              </p:nvSpPr>
              <p:spPr bwMode="auto">
                <a:xfrm>
                  <a:off x="1552575" y="1793876"/>
                  <a:ext cx="36512" cy="36513"/>
                </a:xfrm>
                <a:prstGeom prst="ellipse">
                  <a:avLst/>
                </a:pr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9606" tIns="44802" rIns="89606" bIns="44802" numCol="1" anchor="t" anchorCtr="0" compatLnSpc="1">
                  <a:prstTxWarp prst="textNoShape">
                    <a:avLst/>
                  </a:prstTxWarp>
                </a:bodyPr>
                <a:lstStyle/>
                <a:p>
                  <a:pPr defTabSz="914005"/>
                  <a:endParaRPr lang="en-US" sz="1764" dirty="0">
                    <a:gradFill>
                      <a:gsLst>
                        <a:gs pos="28319">
                          <a:srgbClr val="000000"/>
                        </a:gs>
                        <a:gs pos="52212">
                          <a:srgbClr val="000000"/>
                        </a:gs>
                      </a:gsLst>
                      <a:lin ang="5400000" scaled="0"/>
                    </a:gradFill>
                    <a:latin typeface="Segoe UI"/>
                  </a:endParaRPr>
                </a:p>
              </p:txBody>
            </p:sp>
            <p:sp>
              <p:nvSpPr>
                <p:cNvPr id="61" name="Rectangle 22"/>
                <p:cNvSpPr>
                  <a:spLocks noChangeArrowheads="1"/>
                </p:cNvSpPr>
                <p:nvPr/>
              </p:nvSpPr>
              <p:spPr bwMode="auto">
                <a:xfrm>
                  <a:off x="819150" y="1855788"/>
                  <a:ext cx="1514475" cy="987425"/>
                </a:xfrm>
                <a:prstGeom prst="rect">
                  <a:avLst/>
                </a:prstGeom>
                <a:solidFill>
                  <a:srgbClr val="5C2D9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89606" tIns="44802" rIns="89606" bIns="44802" numCol="1" anchor="t" anchorCtr="0" compatLnSpc="1">
                  <a:prstTxWarp prst="textNoShape">
                    <a:avLst/>
                  </a:prstTxWarp>
                </a:bodyPr>
                <a:lstStyle/>
                <a:p>
                  <a:pPr defTabSz="914005"/>
                  <a:endParaRPr lang="en-US" sz="1764" dirty="0">
                    <a:gradFill>
                      <a:gsLst>
                        <a:gs pos="28319">
                          <a:srgbClr val="000000"/>
                        </a:gs>
                        <a:gs pos="52212">
                          <a:srgbClr val="000000"/>
                        </a:gs>
                      </a:gsLst>
                      <a:lin ang="5400000" scaled="0"/>
                    </a:gradFill>
                    <a:latin typeface="Segoe UI"/>
                  </a:endParaRPr>
                </a:p>
              </p:txBody>
            </p:sp>
            <p:sp>
              <p:nvSpPr>
                <p:cNvPr id="62" name="Freeform 23"/>
                <p:cNvSpPr>
                  <a:spLocks/>
                </p:cNvSpPr>
                <p:nvPr/>
              </p:nvSpPr>
              <p:spPr bwMode="auto">
                <a:xfrm>
                  <a:off x="506413" y="2903538"/>
                  <a:ext cx="2105025" cy="85725"/>
                </a:xfrm>
                <a:custGeom>
                  <a:avLst/>
                  <a:gdLst>
                    <a:gd name="T0" fmla="*/ 0 w 175"/>
                    <a:gd name="T1" fmla="*/ 0 h 7"/>
                    <a:gd name="T2" fmla="*/ 0 w 175"/>
                    <a:gd name="T3" fmla="*/ 1 h 7"/>
                    <a:gd name="T4" fmla="*/ 7 w 175"/>
                    <a:gd name="T5" fmla="*/ 7 h 7"/>
                    <a:gd name="T6" fmla="*/ 168 w 175"/>
                    <a:gd name="T7" fmla="*/ 7 h 7"/>
                    <a:gd name="T8" fmla="*/ 175 w 175"/>
                    <a:gd name="T9" fmla="*/ 1 h 7"/>
                    <a:gd name="T10" fmla="*/ 175 w 175"/>
                    <a:gd name="T11" fmla="*/ 0 h 7"/>
                    <a:gd name="T12" fmla="*/ 0 w 175"/>
                    <a:gd name="T13" fmla="*/ 0 h 7"/>
                  </a:gdLst>
                  <a:ahLst/>
                  <a:cxnLst>
                    <a:cxn ang="0">
                      <a:pos x="T0" y="T1"/>
                    </a:cxn>
                    <a:cxn ang="0">
                      <a:pos x="T2" y="T3"/>
                    </a:cxn>
                    <a:cxn ang="0">
                      <a:pos x="T4" y="T5"/>
                    </a:cxn>
                    <a:cxn ang="0">
                      <a:pos x="T6" y="T7"/>
                    </a:cxn>
                    <a:cxn ang="0">
                      <a:pos x="T8" y="T9"/>
                    </a:cxn>
                    <a:cxn ang="0">
                      <a:pos x="T10" y="T11"/>
                    </a:cxn>
                    <a:cxn ang="0">
                      <a:pos x="T12" y="T13"/>
                    </a:cxn>
                  </a:cxnLst>
                  <a:rect l="0" t="0" r="r" b="b"/>
                  <a:pathLst>
                    <a:path w="175" h="7">
                      <a:moveTo>
                        <a:pt x="0" y="0"/>
                      </a:moveTo>
                      <a:cubicBezTo>
                        <a:pt x="0" y="1"/>
                        <a:pt x="0" y="1"/>
                        <a:pt x="0" y="1"/>
                      </a:cubicBezTo>
                      <a:cubicBezTo>
                        <a:pt x="0" y="4"/>
                        <a:pt x="3" y="7"/>
                        <a:pt x="7" y="7"/>
                      </a:cubicBezTo>
                      <a:cubicBezTo>
                        <a:pt x="168" y="7"/>
                        <a:pt x="168" y="7"/>
                        <a:pt x="168" y="7"/>
                      </a:cubicBezTo>
                      <a:cubicBezTo>
                        <a:pt x="172" y="7"/>
                        <a:pt x="175" y="4"/>
                        <a:pt x="175" y="1"/>
                      </a:cubicBezTo>
                      <a:cubicBezTo>
                        <a:pt x="175" y="0"/>
                        <a:pt x="175" y="0"/>
                        <a:pt x="175" y="0"/>
                      </a:cubicBezTo>
                      <a:lnTo>
                        <a:pt x="0" y="0"/>
                      </a:lnTo>
                      <a:close/>
                    </a:path>
                  </a:pathLst>
                </a:custGeom>
                <a:solidFill>
                  <a:srgbClr val="96969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9606" tIns="44802" rIns="89606" bIns="44802" numCol="1" anchor="t" anchorCtr="0" compatLnSpc="1">
                  <a:prstTxWarp prst="textNoShape">
                    <a:avLst/>
                  </a:prstTxWarp>
                </a:bodyPr>
                <a:lstStyle/>
                <a:p>
                  <a:pPr defTabSz="914005"/>
                  <a:endParaRPr lang="en-US" sz="1764" dirty="0">
                    <a:gradFill>
                      <a:gsLst>
                        <a:gs pos="28319">
                          <a:srgbClr val="000000"/>
                        </a:gs>
                        <a:gs pos="52212">
                          <a:srgbClr val="000000"/>
                        </a:gs>
                      </a:gsLst>
                      <a:lin ang="5400000" scaled="0"/>
                    </a:gradFill>
                    <a:latin typeface="Segoe UI"/>
                  </a:endParaRPr>
                </a:p>
              </p:txBody>
            </p:sp>
          </p:grpSp>
          <p:sp>
            <p:nvSpPr>
              <p:cNvPr id="2" name="Rectangle 1"/>
              <p:cNvSpPr/>
              <p:nvPr/>
            </p:nvSpPr>
            <p:spPr bwMode="auto">
              <a:xfrm>
                <a:off x="1416844" y="2379232"/>
                <a:ext cx="846536" cy="73958"/>
              </a:xfrm>
              <a:prstGeom prst="rect">
                <a:avLst/>
              </a:prstGeom>
              <a:solidFill>
                <a:srgbClr val="0078D7"/>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lIns="91403" tIns="91403" rIns="34280" bIns="34280" rtlCol="0" anchor="b" anchorCtr="0"/>
              <a:lstStyle/>
              <a:p>
                <a:pPr algn="ctr" defTabSz="932037"/>
                <a:endParaRPr lang="en-US" sz="800" dirty="0">
                  <a:gradFill>
                    <a:gsLst>
                      <a:gs pos="28319">
                        <a:srgbClr val="000000"/>
                      </a:gs>
                      <a:gs pos="52212">
                        <a:srgbClr val="000000"/>
                      </a:gs>
                    </a:gsLst>
                    <a:lin ang="5400000" scaled="0"/>
                  </a:gradFill>
                  <a:latin typeface="Segoe UI"/>
                  <a:ea typeface="Segoe UI" pitchFamily="34" charset="0"/>
                  <a:cs typeface="Segoe UI" pitchFamily="34" charset="0"/>
                </a:endParaRPr>
              </a:p>
            </p:txBody>
          </p:sp>
          <p:cxnSp>
            <p:nvCxnSpPr>
              <p:cNvPr id="5" name="Straight Connector 4"/>
              <p:cNvCxnSpPr/>
              <p:nvPr/>
            </p:nvCxnSpPr>
            <p:spPr>
              <a:xfrm>
                <a:off x="1416844" y="2530614"/>
                <a:ext cx="846536" cy="0"/>
              </a:xfrm>
              <a:prstGeom prst="line">
                <a:avLst/>
              </a:prstGeom>
              <a:ln w="15875">
                <a:solidFill>
                  <a:srgbClr val="0078D7"/>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3" name="Straight Connector 102"/>
              <p:cNvCxnSpPr/>
              <p:nvPr/>
            </p:nvCxnSpPr>
            <p:spPr>
              <a:xfrm>
                <a:off x="1416844" y="2608038"/>
                <a:ext cx="846536" cy="0"/>
              </a:xfrm>
              <a:prstGeom prst="line">
                <a:avLst/>
              </a:prstGeom>
              <a:ln w="15875">
                <a:solidFill>
                  <a:srgbClr val="0078D7"/>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4" name="Straight Connector 103"/>
              <p:cNvCxnSpPr/>
              <p:nvPr/>
            </p:nvCxnSpPr>
            <p:spPr>
              <a:xfrm>
                <a:off x="1416844" y="2685462"/>
                <a:ext cx="846536" cy="0"/>
              </a:xfrm>
              <a:prstGeom prst="line">
                <a:avLst/>
              </a:prstGeom>
              <a:ln w="15875">
                <a:solidFill>
                  <a:srgbClr val="0078D7"/>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5" name="Straight Connector 104"/>
              <p:cNvCxnSpPr/>
              <p:nvPr/>
            </p:nvCxnSpPr>
            <p:spPr>
              <a:xfrm>
                <a:off x="1416844" y="2762886"/>
                <a:ext cx="846536" cy="0"/>
              </a:xfrm>
              <a:prstGeom prst="line">
                <a:avLst/>
              </a:prstGeom>
              <a:ln w="15875">
                <a:solidFill>
                  <a:srgbClr val="0078D7"/>
                </a:solidFill>
                <a:headEnd type="none"/>
                <a:tailEnd type="none"/>
              </a:ln>
            </p:spPr>
            <p:style>
              <a:lnRef idx="1">
                <a:schemeClr val="accent1"/>
              </a:lnRef>
              <a:fillRef idx="0">
                <a:schemeClr val="accent1"/>
              </a:fillRef>
              <a:effectRef idx="0">
                <a:schemeClr val="accent1"/>
              </a:effectRef>
              <a:fontRef idx="minor">
                <a:schemeClr val="tx1"/>
              </a:fontRef>
            </p:style>
          </p:cxnSp>
          <p:sp>
            <p:nvSpPr>
              <p:cNvPr id="106" name="Rectangle 105"/>
              <p:cNvSpPr/>
              <p:nvPr/>
            </p:nvSpPr>
            <p:spPr bwMode="auto">
              <a:xfrm>
                <a:off x="1142807" y="2375321"/>
                <a:ext cx="234036" cy="73958"/>
              </a:xfrm>
              <a:prstGeom prst="rect">
                <a:avLst/>
              </a:prstGeom>
              <a:solidFill>
                <a:srgbClr val="0078D7"/>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lIns="91403" tIns="91403" rIns="34280" bIns="34280" rtlCol="0" anchor="b" anchorCtr="0"/>
              <a:lstStyle/>
              <a:p>
                <a:pPr algn="ctr" defTabSz="932037"/>
                <a:endParaRPr lang="en-US" sz="800" dirty="0">
                  <a:gradFill>
                    <a:gsLst>
                      <a:gs pos="28319">
                        <a:srgbClr val="000000"/>
                      </a:gs>
                      <a:gs pos="52212">
                        <a:srgbClr val="000000"/>
                      </a:gs>
                    </a:gsLst>
                    <a:lin ang="5400000" scaled="0"/>
                  </a:gradFill>
                  <a:latin typeface="Segoe UI"/>
                  <a:ea typeface="Segoe UI" pitchFamily="34" charset="0"/>
                  <a:cs typeface="Segoe UI" pitchFamily="34" charset="0"/>
                </a:endParaRPr>
              </a:p>
            </p:txBody>
          </p:sp>
          <p:sp>
            <p:nvSpPr>
              <p:cNvPr id="107" name="Rectangle 106"/>
              <p:cNvSpPr/>
              <p:nvPr/>
            </p:nvSpPr>
            <p:spPr bwMode="auto">
              <a:xfrm>
                <a:off x="1142807" y="2469924"/>
                <a:ext cx="234036" cy="614564"/>
              </a:xfrm>
              <a:prstGeom prst="rect">
                <a:avLst/>
              </a:prstGeom>
              <a:solidFill>
                <a:srgbClr val="0078D7"/>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lIns="91403" tIns="91403" rIns="34280" bIns="34280" rtlCol="0" anchor="b" anchorCtr="0"/>
              <a:lstStyle/>
              <a:p>
                <a:pPr algn="ctr" defTabSz="932037"/>
                <a:endParaRPr lang="en-US" sz="800" dirty="0">
                  <a:gradFill>
                    <a:gsLst>
                      <a:gs pos="28319">
                        <a:srgbClr val="000000"/>
                      </a:gs>
                      <a:gs pos="52212">
                        <a:srgbClr val="000000"/>
                      </a:gs>
                    </a:gsLst>
                    <a:lin ang="5400000" scaled="0"/>
                  </a:gradFill>
                  <a:latin typeface="Segoe UI"/>
                  <a:ea typeface="Segoe UI" pitchFamily="34" charset="0"/>
                  <a:cs typeface="Segoe UI" pitchFamily="34" charset="0"/>
                </a:endParaRPr>
              </a:p>
            </p:txBody>
          </p:sp>
          <p:cxnSp>
            <p:nvCxnSpPr>
              <p:cNvPr id="108" name="Straight Connector 107"/>
              <p:cNvCxnSpPr/>
              <p:nvPr/>
            </p:nvCxnSpPr>
            <p:spPr>
              <a:xfrm>
                <a:off x="1416844" y="2840310"/>
                <a:ext cx="846536" cy="0"/>
              </a:xfrm>
              <a:prstGeom prst="line">
                <a:avLst/>
              </a:prstGeom>
              <a:ln w="15875">
                <a:solidFill>
                  <a:srgbClr val="0078D7"/>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9" name="Straight Connector 108"/>
              <p:cNvCxnSpPr/>
              <p:nvPr/>
            </p:nvCxnSpPr>
            <p:spPr>
              <a:xfrm>
                <a:off x="1416844" y="2917734"/>
                <a:ext cx="846536" cy="0"/>
              </a:xfrm>
              <a:prstGeom prst="line">
                <a:avLst/>
              </a:prstGeom>
              <a:ln w="15875">
                <a:solidFill>
                  <a:srgbClr val="0078D7"/>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10" name="Straight Connector 109"/>
              <p:cNvCxnSpPr/>
              <p:nvPr/>
            </p:nvCxnSpPr>
            <p:spPr>
              <a:xfrm>
                <a:off x="1416844" y="2995158"/>
                <a:ext cx="846536" cy="0"/>
              </a:xfrm>
              <a:prstGeom prst="line">
                <a:avLst/>
              </a:prstGeom>
              <a:ln w="15875">
                <a:solidFill>
                  <a:srgbClr val="0078D7"/>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11" name="Straight Connector 110"/>
              <p:cNvCxnSpPr/>
              <p:nvPr/>
            </p:nvCxnSpPr>
            <p:spPr>
              <a:xfrm>
                <a:off x="1416844" y="3072583"/>
                <a:ext cx="846536" cy="0"/>
              </a:xfrm>
              <a:prstGeom prst="line">
                <a:avLst/>
              </a:prstGeom>
              <a:ln w="15875">
                <a:solidFill>
                  <a:srgbClr val="0078D7"/>
                </a:solidFill>
                <a:headEnd type="none"/>
                <a:tailEnd type="none"/>
              </a:ln>
            </p:spPr>
            <p:style>
              <a:lnRef idx="1">
                <a:schemeClr val="accent1"/>
              </a:lnRef>
              <a:fillRef idx="0">
                <a:schemeClr val="accent1"/>
              </a:fillRef>
              <a:effectRef idx="0">
                <a:schemeClr val="accent1"/>
              </a:effectRef>
              <a:fontRef idx="minor">
                <a:schemeClr val="tx1"/>
              </a:fontRef>
            </p:style>
          </p:cxnSp>
        </p:grpSp>
      </p:grpSp>
      <p:grpSp>
        <p:nvGrpSpPr>
          <p:cNvPr id="297" name="Group 296"/>
          <p:cNvGrpSpPr/>
          <p:nvPr/>
        </p:nvGrpSpPr>
        <p:grpSpPr>
          <a:xfrm>
            <a:off x="3405356" y="2351551"/>
            <a:ext cx="1609841" cy="2200139"/>
            <a:chOff x="3320378" y="2282825"/>
            <a:chExt cx="1610489" cy="2201025"/>
          </a:xfrm>
        </p:grpSpPr>
        <p:sp>
          <p:nvSpPr>
            <p:cNvPr id="1041" name="Rectangle 1040"/>
            <p:cNvSpPr/>
            <p:nvPr/>
          </p:nvSpPr>
          <p:spPr>
            <a:xfrm>
              <a:off x="3320378" y="3466393"/>
              <a:ext cx="1610489" cy="1017457"/>
            </a:xfrm>
            <a:prstGeom prst="rect">
              <a:avLst/>
            </a:prstGeom>
          </p:spPr>
          <p:txBody>
            <a:bodyPr wrap="square">
              <a:spAutoFit/>
            </a:bodyPr>
            <a:lstStyle/>
            <a:p>
              <a:pPr algn="ctr" defTabSz="914005"/>
              <a:r>
                <a:rPr lang="en-US" sz="1960" dirty="0">
                  <a:gradFill>
                    <a:gsLst>
                      <a:gs pos="28319">
                        <a:srgbClr val="000000"/>
                      </a:gs>
                      <a:gs pos="52212">
                        <a:srgbClr val="000000"/>
                      </a:gs>
                    </a:gsLst>
                    <a:lin ang="5400000" scaled="0"/>
                  </a:gradFill>
                  <a:latin typeface="Segoe UI"/>
                </a:rPr>
                <a:t>Free Developer Subscription</a:t>
              </a:r>
            </a:p>
          </p:txBody>
        </p:sp>
        <p:grpSp>
          <p:nvGrpSpPr>
            <p:cNvPr id="1130" name="Group 1129"/>
            <p:cNvGrpSpPr/>
            <p:nvPr/>
          </p:nvGrpSpPr>
          <p:grpSpPr>
            <a:xfrm>
              <a:off x="3376613" y="2282825"/>
              <a:ext cx="1422401" cy="1065213"/>
              <a:chOff x="3376613" y="2282825"/>
              <a:chExt cx="1422401" cy="1065213"/>
            </a:xfrm>
          </p:grpSpPr>
          <p:sp>
            <p:nvSpPr>
              <p:cNvPr id="24" name="Freeform 7"/>
              <p:cNvSpPr>
                <a:spLocks/>
              </p:cNvSpPr>
              <p:nvPr/>
            </p:nvSpPr>
            <p:spPr bwMode="auto">
              <a:xfrm>
                <a:off x="3376613" y="2741613"/>
                <a:ext cx="419100" cy="555625"/>
              </a:xfrm>
              <a:custGeom>
                <a:avLst/>
                <a:gdLst>
                  <a:gd name="T0" fmla="*/ 0 w 139"/>
                  <a:gd name="T1" fmla="*/ 184 h 184"/>
                  <a:gd name="T2" fmla="*/ 34 w 139"/>
                  <a:gd name="T3" fmla="*/ 116 h 184"/>
                  <a:gd name="T4" fmla="*/ 30 w 139"/>
                  <a:gd name="T5" fmla="*/ 90 h 184"/>
                  <a:gd name="T6" fmla="*/ 30 w 139"/>
                  <a:gd name="T7" fmla="*/ 58 h 184"/>
                  <a:gd name="T8" fmla="*/ 81 w 139"/>
                  <a:gd name="T9" fmla="*/ 0 h 184"/>
                  <a:gd name="T10" fmla="*/ 139 w 139"/>
                  <a:gd name="T11" fmla="*/ 58 h 184"/>
                  <a:gd name="T12" fmla="*/ 139 w 139"/>
                  <a:gd name="T13" fmla="*/ 90 h 184"/>
                  <a:gd name="T14" fmla="*/ 106 w 139"/>
                  <a:gd name="T15" fmla="*/ 142 h 184"/>
                  <a:gd name="T16" fmla="*/ 94 w 139"/>
                  <a:gd name="T17" fmla="*/ 184 h 184"/>
                  <a:gd name="T18" fmla="*/ 0 w 139"/>
                  <a:gd name="T19" fmla="*/ 184 h 1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39" h="184">
                    <a:moveTo>
                      <a:pt x="0" y="184"/>
                    </a:moveTo>
                    <a:cubicBezTo>
                      <a:pt x="34" y="116"/>
                      <a:pt x="34" y="116"/>
                      <a:pt x="34" y="116"/>
                    </a:cubicBezTo>
                    <a:cubicBezTo>
                      <a:pt x="31" y="108"/>
                      <a:pt x="30" y="99"/>
                      <a:pt x="30" y="90"/>
                    </a:cubicBezTo>
                    <a:cubicBezTo>
                      <a:pt x="30" y="58"/>
                      <a:pt x="30" y="58"/>
                      <a:pt x="30" y="58"/>
                    </a:cubicBezTo>
                    <a:cubicBezTo>
                      <a:pt x="30" y="26"/>
                      <a:pt x="48" y="0"/>
                      <a:pt x="81" y="0"/>
                    </a:cubicBezTo>
                    <a:cubicBezTo>
                      <a:pt x="113" y="0"/>
                      <a:pt x="139" y="26"/>
                      <a:pt x="139" y="58"/>
                    </a:cubicBezTo>
                    <a:cubicBezTo>
                      <a:pt x="139" y="90"/>
                      <a:pt x="139" y="90"/>
                      <a:pt x="139" y="90"/>
                    </a:cubicBezTo>
                    <a:cubicBezTo>
                      <a:pt x="139" y="113"/>
                      <a:pt x="126" y="133"/>
                      <a:pt x="106" y="142"/>
                    </a:cubicBezTo>
                    <a:cubicBezTo>
                      <a:pt x="94" y="184"/>
                      <a:pt x="94" y="184"/>
                      <a:pt x="94" y="184"/>
                    </a:cubicBezTo>
                    <a:lnTo>
                      <a:pt x="0" y="184"/>
                    </a:lnTo>
                    <a:close/>
                  </a:path>
                </a:pathLst>
              </a:custGeom>
              <a:solidFill>
                <a:srgbClr val="E5B5A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03" tIns="45702" rIns="91403" bIns="45702" numCol="1" anchor="t" anchorCtr="0" compatLnSpc="1">
                <a:prstTxWarp prst="textNoShape">
                  <a:avLst/>
                </a:prstTxWarp>
              </a:bodyPr>
              <a:lstStyle/>
              <a:p>
                <a:pPr defTabSz="932319"/>
                <a:endParaRPr lang="en-US" sz="1835" dirty="0">
                  <a:gradFill>
                    <a:gsLst>
                      <a:gs pos="28319">
                        <a:srgbClr val="000000"/>
                      </a:gs>
                      <a:gs pos="52212">
                        <a:srgbClr val="000000"/>
                      </a:gs>
                    </a:gsLst>
                    <a:lin ang="5400000" scaled="0"/>
                  </a:gradFill>
                  <a:latin typeface="Segoe UI"/>
                </a:endParaRPr>
              </a:p>
            </p:txBody>
          </p:sp>
          <p:sp>
            <p:nvSpPr>
              <p:cNvPr id="25" name="Freeform 8"/>
              <p:cNvSpPr>
                <a:spLocks/>
              </p:cNvSpPr>
              <p:nvPr/>
            </p:nvSpPr>
            <p:spPr bwMode="auto">
              <a:xfrm>
                <a:off x="3533776" y="2282825"/>
                <a:ext cx="1238250" cy="773113"/>
              </a:xfrm>
              <a:custGeom>
                <a:avLst/>
                <a:gdLst>
                  <a:gd name="T0" fmla="*/ 411 w 411"/>
                  <a:gd name="T1" fmla="*/ 250 h 256"/>
                  <a:gd name="T2" fmla="*/ 406 w 411"/>
                  <a:gd name="T3" fmla="*/ 256 h 256"/>
                  <a:gd name="T4" fmla="*/ 6 w 411"/>
                  <a:gd name="T5" fmla="*/ 256 h 256"/>
                  <a:gd name="T6" fmla="*/ 0 w 411"/>
                  <a:gd name="T7" fmla="*/ 250 h 256"/>
                  <a:gd name="T8" fmla="*/ 0 w 411"/>
                  <a:gd name="T9" fmla="*/ 6 h 256"/>
                  <a:gd name="T10" fmla="*/ 6 w 411"/>
                  <a:gd name="T11" fmla="*/ 0 h 256"/>
                  <a:gd name="T12" fmla="*/ 406 w 411"/>
                  <a:gd name="T13" fmla="*/ 0 h 256"/>
                  <a:gd name="T14" fmla="*/ 411 w 411"/>
                  <a:gd name="T15" fmla="*/ 6 h 256"/>
                  <a:gd name="T16" fmla="*/ 411 w 411"/>
                  <a:gd name="T17" fmla="*/ 250 h 2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11" h="256">
                    <a:moveTo>
                      <a:pt x="411" y="250"/>
                    </a:moveTo>
                    <a:cubicBezTo>
                      <a:pt x="411" y="253"/>
                      <a:pt x="409" y="256"/>
                      <a:pt x="406" y="256"/>
                    </a:cubicBezTo>
                    <a:cubicBezTo>
                      <a:pt x="6" y="256"/>
                      <a:pt x="6" y="256"/>
                      <a:pt x="6" y="256"/>
                    </a:cubicBezTo>
                    <a:cubicBezTo>
                      <a:pt x="3" y="256"/>
                      <a:pt x="0" y="253"/>
                      <a:pt x="0" y="250"/>
                    </a:cubicBezTo>
                    <a:cubicBezTo>
                      <a:pt x="0" y="6"/>
                      <a:pt x="0" y="6"/>
                      <a:pt x="0" y="6"/>
                    </a:cubicBezTo>
                    <a:cubicBezTo>
                      <a:pt x="0" y="3"/>
                      <a:pt x="3" y="0"/>
                      <a:pt x="6" y="0"/>
                    </a:cubicBezTo>
                    <a:cubicBezTo>
                      <a:pt x="406" y="0"/>
                      <a:pt x="406" y="0"/>
                      <a:pt x="406" y="0"/>
                    </a:cubicBezTo>
                    <a:cubicBezTo>
                      <a:pt x="409" y="0"/>
                      <a:pt x="411" y="3"/>
                      <a:pt x="411" y="6"/>
                    </a:cubicBezTo>
                    <a:lnTo>
                      <a:pt x="411" y="25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03" tIns="45702" rIns="91403" bIns="45702" numCol="1" anchor="t" anchorCtr="0" compatLnSpc="1">
                <a:prstTxWarp prst="textNoShape">
                  <a:avLst/>
                </a:prstTxWarp>
              </a:bodyPr>
              <a:lstStyle/>
              <a:p>
                <a:pPr defTabSz="932319"/>
                <a:endParaRPr lang="en-US" sz="1835" dirty="0">
                  <a:gradFill>
                    <a:gsLst>
                      <a:gs pos="28319">
                        <a:srgbClr val="000000"/>
                      </a:gs>
                      <a:gs pos="52212">
                        <a:srgbClr val="000000"/>
                      </a:gs>
                    </a:gsLst>
                    <a:lin ang="5400000" scaled="0"/>
                  </a:gradFill>
                  <a:latin typeface="Segoe UI"/>
                </a:endParaRPr>
              </a:p>
            </p:txBody>
          </p:sp>
          <p:sp>
            <p:nvSpPr>
              <p:cNvPr id="26" name="Freeform 9"/>
              <p:cNvSpPr>
                <a:spLocks/>
              </p:cNvSpPr>
              <p:nvPr/>
            </p:nvSpPr>
            <p:spPr bwMode="auto">
              <a:xfrm>
                <a:off x="3630613" y="2376488"/>
                <a:ext cx="1047750" cy="579438"/>
              </a:xfrm>
              <a:custGeom>
                <a:avLst/>
                <a:gdLst>
                  <a:gd name="T0" fmla="*/ 348 w 348"/>
                  <a:gd name="T1" fmla="*/ 187 h 192"/>
                  <a:gd name="T2" fmla="*/ 343 w 348"/>
                  <a:gd name="T3" fmla="*/ 192 h 192"/>
                  <a:gd name="T4" fmla="*/ 5 w 348"/>
                  <a:gd name="T5" fmla="*/ 192 h 192"/>
                  <a:gd name="T6" fmla="*/ 0 w 348"/>
                  <a:gd name="T7" fmla="*/ 187 h 192"/>
                  <a:gd name="T8" fmla="*/ 0 w 348"/>
                  <a:gd name="T9" fmla="*/ 5 h 192"/>
                  <a:gd name="T10" fmla="*/ 5 w 348"/>
                  <a:gd name="T11" fmla="*/ 0 h 192"/>
                  <a:gd name="T12" fmla="*/ 343 w 348"/>
                  <a:gd name="T13" fmla="*/ 0 h 192"/>
                  <a:gd name="T14" fmla="*/ 348 w 348"/>
                  <a:gd name="T15" fmla="*/ 5 h 192"/>
                  <a:gd name="T16" fmla="*/ 348 w 348"/>
                  <a:gd name="T17" fmla="*/ 187 h 1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48" h="192">
                    <a:moveTo>
                      <a:pt x="348" y="187"/>
                    </a:moveTo>
                    <a:cubicBezTo>
                      <a:pt x="348" y="190"/>
                      <a:pt x="345" y="192"/>
                      <a:pt x="343" y="192"/>
                    </a:cubicBezTo>
                    <a:cubicBezTo>
                      <a:pt x="5" y="192"/>
                      <a:pt x="5" y="192"/>
                      <a:pt x="5" y="192"/>
                    </a:cubicBezTo>
                    <a:cubicBezTo>
                      <a:pt x="2" y="192"/>
                      <a:pt x="0" y="190"/>
                      <a:pt x="0" y="187"/>
                    </a:cubicBezTo>
                    <a:cubicBezTo>
                      <a:pt x="0" y="5"/>
                      <a:pt x="0" y="5"/>
                      <a:pt x="0" y="5"/>
                    </a:cubicBezTo>
                    <a:cubicBezTo>
                      <a:pt x="0" y="2"/>
                      <a:pt x="2" y="0"/>
                      <a:pt x="5" y="0"/>
                    </a:cubicBezTo>
                    <a:cubicBezTo>
                      <a:pt x="343" y="0"/>
                      <a:pt x="343" y="0"/>
                      <a:pt x="343" y="0"/>
                    </a:cubicBezTo>
                    <a:cubicBezTo>
                      <a:pt x="345" y="0"/>
                      <a:pt x="348" y="2"/>
                      <a:pt x="348" y="5"/>
                    </a:cubicBezTo>
                    <a:lnTo>
                      <a:pt x="348" y="187"/>
                    </a:lnTo>
                    <a:close/>
                  </a:path>
                </a:pathLst>
              </a:custGeom>
              <a:solidFill>
                <a:srgbClr val="BAD80A"/>
              </a:solidFill>
              <a:ln>
                <a:noFill/>
              </a:ln>
            </p:spPr>
            <p:txBody>
              <a:bodyPr vert="horz" wrap="square" lIns="91403" tIns="45702" rIns="91403" bIns="45702" numCol="1" anchor="t" anchorCtr="0" compatLnSpc="1">
                <a:prstTxWarp prst="textNoShape">
                  <a:avLst/>
                </a:prstTxWarp>
              </a:bodyPr>
              <a:lstStyle/>
              <a:p>
                <a:pPr defTabSz="932319"/>
                <a:endParaRPr lang="en-US" sz="1835" dirty="0">
                  <a:gradFill>
                    <a:gsLst>
                      <a:gs pos="28319">
                        <a:srgbClr val="000000"/>
                      </a:gs>
                      <a:gs pos="52212">
                        <a:srgbClr val="000000"/>
                      </a:gs>
                    </a:gsLst>
                    <a:lin ang="5400000" scaled="0"/>
                  </a:gradFill>
                  <a:latin typeface="Segoe UI"/>
                </a:endParaRPr>
              </a:p>
            </p:txBody>
          </p:sp>
          <p:sp>
            <p:nvSpPr>
              <p:cNvPr id="1098" name="Freeform 161"/>
              <p:cNvSpPr>
                <a:spLocks/>
              </p:cNvSpPr>
              <p:nvPr/>
            </p:nvSpPr>
            <p:spPr bwMode="auto">
              <a:xfrm>
                <a:off x="3467101" y="2659063"/>
                <a:ext cx="144463" cy="157163"/>
              </a:xfrm>
              <a:custGeom>
                <a:avLst/>
                <a:gdLst>
                  <a:gd name="T0" fmla="*/ 43 w 48"/>
                  <a:gd name="T1" fmla="*/ 9 h 52"/>
                  <a:gd name="T2" fmla="*/ 43 w 48"/>
                  <a:gd name="T3" fmla="*/ 26 h 52"/>
                  <a:gd name="T4" fmla="*/ 22 w 48"/>
                  <a:gd name="T5" fmla="*/ 47 h 52"/>
                  <a:gd name="T6" fmla="*/ 5 w 48"/>
                  <a:gd name="T7" fmla="*/ 47 h 52"/>
                  <a:gd name="T8" fmla="*/ 5 w 48"/>
                  <a:gd name="T9" fmla="*/ 30 h 52"/>
                  <a:gd name="T10" fmla="*/ 35 w 48"/>
                  <a:gd name="T11" fmla="*/ 0 h 52"/>
                  <a:gd name="T12" fmla="*/ 43 w 48"/>
                  <a:gd name="T13" fmla="*/ 9 h 52"/>
                </a:gdLst>
                <a:ahLst/>
                <a:cxnLst>
                  <a:cxn ang="0">
                    <a:pos x="T0" y="T1"/>
                  </a:cxn>
                  <a:cxn ang="0">
                    <a:pos x="T2" y="T3"/>
                  </a:cxn>
                  <a:cxn ang="0">
                    <a:pos x="T4" y="T5"/>
                  </a:cxn>
                  <a:cxn ang="0">
                    <a:pos x="T6" y="T7"/>
                  </a:cxn>
                  <a:cxn ang="0">
                    <a:pos x="T8" y="T9"/>
                  </a:cxn>
                  <a:cxn ang="0">
                    <a:pos x="T10" y="T11"/>
                  </a:cxn>
                  <a:cxn ang="0">
                    <a:pos x="T12" y="T13"/>
                  </a:cxn>
                </a:cxnLst>
                <a:rect l="0" t="0" r="r" b="b"/>
                <a:pathLst>
                  <a:path w="48" h="52">
                    <a:moveTo>
                      <a:pt x="43" y="9"/>
                    </a:moveTo>
                    <a:cubicBezTo>
                      <a:pt x="48" y="14"/>
                      <a:pt x="48" y="21"/>
                      <a:pt x="43" y="26"/>
                    </a:cubicBezTo>
                    <a:cubicBezTo>
                      <a:pt x="22" y="47"/>
                      <a:pt x="22" y="47"/>
                      <a:pt x="22" y="47"/>
                    </a:cubicBezTo>
                    <a:cubicBezTo>
                      <a:pt x="17" y="52"/>
                      <a:pt x="9" y="52"/>
                      <a:pt x="5" y="47"/>
                    </a:cubicBezTo>
                    <a:cubicBezTo>
                      <a:pt x="0" y="43"/>
                      <a:pt x="0" y="35"/>
                      <a:pt x="5" y="30"/>
                    </a:cubicBezTo>
                    <a:cubicBezTo>
                      <a:pt x="35" y="0"/>
                      <a:pt x="35" y="0"/>
                      <a:pt x="35" y="0"/>
                    </a:cubicBezTo>
                    <a:lnTo>
                      <a:pt x="43" y="9"/>
                    </a:lnTo>
                    <a:close/>
                  </a:path>
                </a:pathLst>
              </a:custGeom>
              <a:solidFill>
                <a:srgbClr val="E5B5A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03" tIns="45702" rIns="91403" bIns="45702" numCol="1" anchor="t" anchorCtr="0" compatLnSpc="1">
                <a:prstTxWarp prst="textNoShape">
                  <a:avLst/>
                </a:prstTxWarp>
              </a:bodyPr>
              <a:lstStyle/>
              <a:p>
                <a:pPr defTabSz="932319"/>
                <a:endParaRPr lang="en-US" sz="1835" dirty="0">
                  <a:gradFill>
                    <a:gsLst>
                      <a:gs pos="28319">
                        <a:srgbClr val="000000"/>
                      </a:gs>
                      <a:gs pos="52212">
                        <a:srgbClr val="000000"/>
                      </a:gs>
                    </a:gsLst>
                    <a:lin ang="5400000" scaled="0"/>
                  </a:gradFill>
                  <a:latin typeface="Segoe UI"/>
                </a:endParaRPr>
              </a:p>
            </p:txBody>
          </p:sp>
          <p:sp>
            <p:nvSpPr>
              <p:cNvPr id="1099" name="Freeform 162"/>
              <p:cNvSpPr>
                <a:spLocks/>
              </p:cNvSpPr>
              <p:nvPr/>
            </p:nvSpPr>
            <p:spPr bwMode="auto">
              <a:xfrm>
                <a:off x="3467101" y="2732088"/>
                <a:ext cx="87313" cy="220663"/>
              </a:xfrm>
              <a:custGeom>
                <a:avLst/>
                <a:gdLst>
                  <a:gd name="T0" fmla="*/ 0 w 29"/>
                  <a:gd name="T1" fmla="*/ 55 h 73"/>
                  <a:gd name="T2" fmla="*/ 15 w 29"/>
                  <a:gd name="T3" fmla="*/ 70 h 73"/>
                  <a:gd name="T4" fmla="*/ 15 w 29"/>
                  <a:gd name="T5" fmla="*/ 70 h 73"/>
                  <a:gd name="T6" fmla="*/ 29 w 29"/>
                  <a:gd name="T7" fmla="*/ 65 h 73"/>
                  <a:gd name="T8" fmla="*/ 29 w 29"/>
                  <a:gd name="T9" fmla="*/ 8 h 73"/>
                  <a:gd name="T10" fmla="*/ 15 w 29"/>
                  <a:gd name="T11" fmla="*/ 3 h 73"/>
                  <a:gd name="T12" fmla="*/ 15 w 29"/>
                  <a:gd name="T13" fmla="*/ 3 h 73"/>
                  <a:gd name="T14" fmla="*/ 0 w 29"/>
                  <a:gd name="T15" fmla="*/ 18 h 73"/>
                  <a:gd name="T16" fmla="*/ 0 w 29"/>
                  <a:gd name="T17" fmla="*/ 55 h 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 h="73">
                    <a:moveTo>
                      <a:pt x="0" y="55"/>
                    </a:moveTo>
                    <a:cubicBezTo>
                      <a:pt x="0" y="63"/>
                      <a:pt x="6" y="70"/>
                      <a:pt x="15" y="70"/>
                    </a:cubicBezTo>
                    <a:cubicBezTo>
                      <a:pt x="15" y="70"/>
                      <a:pt x="15" y="70"/>
                      <a:pt x="15" y="70"/>
                    </a:cubicBezTo>
                    <a:cubicBezTo>
                      <a:pt x="23" y="70"/>
                      <a:pt x="29" y="73"/>
                      <a:pt x="29" y="65"/>
                    </a:cubicBezTo>
                    <a:cubicBezTo>
                      <a:pt x="29" y="8"/>
                      <a:pt x="29" y="8"/>
                      <a:pt x="29" y="8"/>
                    </a:cubicBezTo>
                    <a:cubicBezTo>
                      <a:pt x="29" y="0"/>
                      <a:pt x="23" y="3"/>
                      <a:pt x="15" y="3"/>
                    </a:cubicBezTo>
                    <a:cubicBezTo>
                      <a:pt x="15" y="3"/>
                      <a:pt x="15" y="3"/>
                      <a:pt x="15" y="3"/>
                    </a:cubicBezTo>
                    <a:cubicBezTo>
                      <a:pt x="6" y="3"/>
                      <a:pt x="0" y="9"/>
                      <a:pt x="0" y="18"/>
                    </a:cubicBezTo>
                    <a:lnTo>
                      <a:pt x="0" y="55"/>
                    </a:lnTo>
                    <a:close/>
                  </a:path>
                </a:pathLst>
              </a:custGeom>
              <a:solidFill>
                <a:srgbClr val="E5B5A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03" tIns="45702" rIns="91403" bIns="45702" numCol="1" anchor="t" anchorCtr="0" compatLnSpc="1">
                <a:prstTxWarp prst="textNoShape">
                  <a:avLst/>
                </a:prstTxWarp>
              </a:bodyPr>
              <a:lstStyle/>
              <a:p>
                <a:pPr defTabSz="932319"/>
                <a:endParaRPr lang="en-US" sz="1835" dirty="0">
                  <a:gradFill>
                    <a:gsLst>
                      <a:gs pos="28319">
                        <a:srgbClr val="000000"/>
                      </a:gs>
                      <a:gs pos="52212">
                        <a:srgbClr val="000000"/>
                      </a:gs>
                    </a:gsLst>
                    <a:lin ang="5400000" scaled="0"/>
                  </a:gradFill>
                  <a:latin typeface="Segoe UI"/>
                </a:endParaRPr>
              </a:p>
            </p:txBody>
          </p:sp>
          <p:sp>
            <p:nvSpPr>
              <p:cNvPr id="1100" name="Freeform 163"/>
              <p:cNvSpPr>
                <a:spLocks/>
              </p:cNvSpPr>
              <p:nvPr/>
            </p:nvSpPr>
            <p:spPr bwMode="auto">
              <a:xfrm>
                <a:off x="3540126" y="2659063"/>
                <a:ext cx="41275" cy="36513"/>
              </a:xfrm>
              <a:custGeom>
                <a:avLst/>
                <a:gdLst>
                  <a:gd name="T0" fmla="*/ 11 w 14"/>
                  <a:gd name="T1" fmla="*/ 0 h 12"/>
                  <a:gd name="T2" fmla="*/ 14 w 14"/>
                  <a:gd name="T3" fmla="*/ 3 h 12"/>
                  <a:gd name="T4" fmla="*/ 9 w 14"/>
                  <a:gd name="T5" fmla="*/ 8 h 12"/>
                  <a:gd name="T6" fmla="*/ 0 w 14"/>
                  <a:gd name="T7" fmla="*/ 11 h 12"/>
                  <a:gd name="T8" fmla="*/ 11 w 14"/>
                  <a:gd name="T9" fmla="*/ 0 h 12"/>
                </a:gdLst>
                <a:ahLst/>
                <a:cxnLst>
                  <a:cxn ang="0">
                    <a:pos x="T0" y="T1"/>
                  </a:cxn>
                  <a:cxn ang="0">
                    <a:pos x="T2" y="T3"/>
                  </a:cxn>
                  <a:cxn ang="0">
                    <a:pos x="T4" y="T5"/>
                  </a:cxn>
                  <a:cxn ang="0">
                    <a:pos x="T6" y="T7"/>
                  </a:cxn>
                  <a:cxn ang="0">
                    <a:pos x="T8" y="T9"/>
                  </a:cxn>
                </a:cxnLst>
                <a:rect l="0" t="0" r="r" b="b"/>
                <a:pathLst>
                  <a:path w="14" h="12">
                    <a:moveTo>
                      <a:pt x="11" y="0"/>
                    </a:moveTo>
                    <a:cubicBezTo>
                      <a:pt x="14" y="3"/>
                      <a:pt x="14" y="3"/>
                      <a:pt x="14" y="3"/>
                    </a:cubicBezTo>
                    <a:cubicBezTo>
                      <a:pt x="9" y="8"/>
                      <a:pt x="9" y="8"/>
                      <a:pt x="9" y="8"/>
                    </a:cubicBezTo>
                    <a:cubicBezTo>
                      <a:pt x="7" y="11"/>
                      <a:pt x="3" y="12"/>
                      <a:pt x="0" y="11"/>
                    </a:cubicBezTo>
                    <a:lnTo>
                      <a:pt x="11" y="0"/>
                    </a:lnTo>
                    <a:close/>
                  </a:path>
                </a:pathLst>
              </a:custGeom>
              <a:solidFill>
                <a:srgbClr val="EFD9C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03" tIns="45702" rIns="91403" bIns="45702" numCol="1" anchor="t" anchorCtr="0" compatLnSpc="1">
                <a:prstTxWarp prst="textNoShape">
                  <a:avLst/>
                </a:prstTxWarp>
              </a:bodyPr>
              <a:lstStyle/>
              <a:p>
                <a:pPr defTabSz="932319"/>
                <a:endParaRPr lang="en-US" sz="1835" dirty="0">
                  <a:gradFill>
                    <a:gsLst>
                      <a:gs pos="28319">
                        <a:srgbClr val="000000"/>
                      </a:gs>
                      <a:gs pos="52212">
                        <a:srgbClr val="000000"/>
                      </a:gs>
                    </a:gsLst>
                    <a:lin ang="5400000" scaled="0"/>
                  </a:gradFill>
                  <a:latin typeface="Segoe UI"/>
                </a:endParaRPr>
              </a:p>
            </p:txBody>
          </p:sp>
          <p:sp>
            <p:nvSpPr>
              <p:cNvPr id="1101" name="Freeform 164"/>
              <p:cNvSpPr>
                <a:spLocks/>
              </p:cNvSpPr>
              <p:nvPr/>
            </p:nvSpPr>
            <p:spPr bwMode="auto">
              <a:xfrm>
                <a:off x="3524251" y="2882900"/>
                <a:ext cx="144463" cy="381000"/>
              </a:xfrm>
              <a:custGeom>
                <a:avLst/>
                <a:gdLst>
                  <a:gd name="T0" fmla="*/ 0 w 48"/>
                  <a:gd name="T1" fmla="*/ 0 h 126"/>
                  <a:gd name="T2" fmla="*/ 48 w 48"/>
                  <a:gd name="T3" fmla="*/ 63 h 126"/>
                  <a:gd name="T4" fmla="*/ 0 w 48"/>
                  <a:gd name="T5" fmla="*/ 126 h 126"/>
                  <a:gd name="T6" fmla="*/ 0 w 48"/>
                  <a:gd name="T7" fmla="*/ 0 h 126"/>
                </a:gdLst>
                <a:ahLst/>
                <a:cxnLst>
                  <a:cxn ang="0">
                    <a:pos x="T0" y="T1"/>
                  </a:cxn>
                  <a:cxn ang="0">
                    <a:pos x="T2" y="T3"/>
                  </a:cxn>
                  <a:cxn ang="0">
                    <a:pos x="T4" y="T5"/>
                  </a:cxn>
                  <a:cxn ang="0">
                    <a:pos x="T6" y="T7"/>
                  </a:cxn>
                </a:cxnLst>
                <a:rect l="0" t="0" r="r" b="b"/>
                <a:pathLst>
                  <a:path w="48" h="126">
                    <a:moveTo>
                      <a:pt x="0" y="0"/>
                    </a:moveTo>
                    <a:cubicBezTo>
                      <a:pt x="28" y="8"/>
                      <a:pt x="48" y="33"/>
                      <a:pt x="48" y="63"/>
                    </a:cubicBezTo>
                    <a:cubicBezTo>
                      <a:pt x="48" y="93"/>
                      <a:pt x="28" y="119"/>
                      <a:pt x="0" y="126"/>
                    </a:cubicBezTo>
                    <a:lnTo>
                      <a:pt x="0" y="0"/>
                    </a:lnTo>
                    <a:close/>
                  </a:path>
                </a:pathLst>
              </a:custGeom>
              <a:solidFill>
                <a:srgbClr val="E5B5A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03" tIns="45702" rIns="91403" bIns="45702" numCol="1" anchor="t" anchorCtr="0" compatLnSpc="1">
                <a:prstTxWarp prst="textNoShape">
                  <a:avLst/>
                </a:prstTxWarp>
              </a:bodyPr>
              <a:lstStyle/>
              <a:p>
                <a:pPr defTabSz="932319"/>
                <a:endParaRPr lang="en-US" sz="1835" dirty="0">
                  <a:gradFill>
                    <a:gsLst>
                      <a:gs pos="28319">
                        <a:srgbClr val="000000"/>
                      </a:gs>
                      <a:gs pos="52212">
                        <a:srgbClr val="000000"/>
                      </a:gs>
                    </a:gsLst>
                    <a:lin ang="5400000" scaled="0"/>
                  </a:gradFill>
                  <a:latin typeface="Segoe UI"/>
                </a:endParaRPr>
              </a:p>
            </p:txBody>
          </p:sp>
          <p:sp>
            <p:nvSpPr>
              <p:cNvPr id="1102" name="Freeform 165"/>
              <p:cNvSpPr>
                <a:spLocks/>
              </p:cNvSpPr>
              <p:nvPr/>
            </p:nvSpPr>
            <p:spPr bwMode="auto">
              <a:xfrm>
                <a:off x="3668713" y="3055938"/>
                <a:ext cx="120650" cy="77788"/>
              </a:xfrm>
              <a:custGeom>
                <a:avLst/>
                <a:gdLst>
                  <a:gd name="T0" fmla="*/ 26 w 40"/>
                  <a:gd name="T1" fmla="*/ 26 h 26"/>
                  <a:gd name="T2" fmla="*/ 0 w 40"/>
                  <a:gd name="T3" fmla="*/ 0 h 26"/>
                  <a:gd name="T4" fmla="*/ 40 w 40"/>
                  <a:gd name="T5" fmla="*/ 0 h 26"/>
                  <a:gd name="T6" fmla="*/ 26 w 40"/>
                  <a:gd name="T7" fmla="*/ 26 h 26"/>
                </a:gdLst>
                <a:ahLst/>
                <a:cxnLst>
                  <a:cxn ang="0">
                    <a:pos x="T0" y="T1"/>
                  </a:cxn>
                  <a:cxn ang="0">
                    <a:pos x="T2" y="T3"/>
                  </a:cxn>
                  <a:cxn ang="0">
                    <a:pos x="T4" y="T5"/>
                  </a:cxn>
                  <a:cxn ang="0">
                    <a:pos x="T6" y="T7"/>
                  </a:cxn>
                </a:cxnLst>
                <a:rect l="0" t="0" r="r" b="b"/>
                <a:pathLst>
                  <a:path w="40" h="26">
                    <a:moveTo>
                      <a:pt x="26" y="26"/>
                    </a:moveTo>
                    <a:cubicBezTo>
                      <a:pt x="0" y="0"/>
                      <a:pt x="0" y="0"/>
                      <a:pt x="0" y="0"/>
                    </a:cubicBezTo>
                    <a:cubicBezTo>
                      <a:pt x="40" y="0"/>
                      <a:pt x="40" y="0"/>
                      <a:pt x="40" y="0"/>
                    </a:cubicBezTo>
                    <a:cubicBezTo>
                      <a:pt x="38" y="10"/>
                      <a:pt x="33" y="19"/>
                      <a:pt x="26" y="26"/>
                    </a:cubicBezTo>
                    <a:close/>
                  </a:path>
                </a:pathLst>
              </a:custGeom>
              <a:solidFill>
                <a:srgbClr val="CC867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03" tIns="45702" rIns="91403" bIns="45702" numCol="1" anchor="t" anchorCtr="0" compatLnSpc="1">
                <a:prstTxWarp prst="textNoShape">
                  <a:avLst/>
                </a:prstTxWarp>
              </a:bodyPr>
              <a:lstStyle/>
              <a:p>
                <a:pPr defTabSz="932319"/>
                <a:endParaRPr lang="en-US" sz="1835" dirty="0">
                  <a:gradFill>
                    <a:gsLst>
                      <a:gs pos="28319">
                        <a:srgbClr val="000000"/>
                      </a:gs>
                      <a:gs pos="52212">
                        <a:srgbClr val="000000"/>
                      </a:gs>
                    </a:gsLst>
                    <a:lin ang="5400000" scaled="0"/>
                  </a:gradFill>
                  <a:latin typeface="Segoe UI"/>
                </a:endParaRPr>
              </a:p>
            </p:txBody>
          </p:sp>
          <p:sp>
            <p:nvSpPr>
              <p:cNvPr id="1126" name="TextBox 1125"/>
              <p:cNvSpPr txBox="1"/>
              <p:nvPr/>
            </p:nvSpPr>
            <p:spPr>
              <a:xfrm>
                <a:off x="3534023" y="2405361"/>
                <a:ext cx="1223320" cy="489365"/>
              </a:xfrm>
              <a:prstGeom prst="rect">
                <a:avLst/>
              </a:prstGeom>
              <a:noFill/>
            </p:spPr>
            <p:txBody>
              <a:bodyPr wrap="square" lIns="0" tIns="146246" rIns="0" bIns="146246" rtlCol="0" anchor="ctr" anchorCtr="0">
                <a:spAutoFit/>
              </a:bodyPr>
              <a:lstStyle/>
              <a:p>
                <a:pPr algn="ctr" defTabSz="932319">
                  <a:lnSpc>
                    <a:spcPct val="90000"/>
                  </a:lnSpc>
                  <a:spcAft>
                    <a:spcPts val="600"/>
                  </a:spcAft>
                </a:pPr>
                <a:r>
                  <a:rPr lang="en-US" sz="1399" dirty="0">
                    <a:gradFill>
                      <a:gsLst>
                        <a:gs pos="28319">
                          <a:srgbClr val="000000"/>
                        </a:gs>
                        <a:gs pos="52212">
                          <a:srgbClr val="000000"/>
                        </a:gs>
                      </a:gsLst>
                      <a:lin ang="5400000" scaled="0"/>
                    </a:gradFill>
                    <a:latin typeface="Segoe UI"/>
                  </a:rPr>
                  <a:t>1 YEAR FREE</a:t>
                </a:r>
              </a:p>
            </p:txBody>
          </p:sp>
          <p:cxnSp>
            <p:nvCxnSpPr>
              <p:cNvPr id="295" name="Straight Connector 294"/>
              <p:cNvCxnSpPr/>
              <p:nvPr/>
            </p:nvCxnSpPr>
            <p:spPr>
              <a:xfrm>
                <a:off x="3722415" y="2444926"/>
                <a:ext cx="846536" cy="0"/>
              </a:xfrm>
              <a:prstGeom prst="line">
                <a:avLst/>
              </a:prstGeom>
              <a:ln w="15875">
                <a:solidFill>
                  <a:srgbClr val="D6F420"/>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96" name="Straight Connector 295"/>
              <p:cNvCxnSpPr/>
              <p:nvPr/>
            </p:nvCxnSpPr>
            <p:spPr>
              <a:xfrm>
                <a:off x="3660384" y="2786063"/>
                <a:ext cx="970598" cy="0"/>
              </a:xfrm>
              <a:prstGeom prst="line">
                <a:avLst/>
              </a:prstGeom>
              <a:ln w="15875">
                <a:solidFill>
                  <a:srgbClr val="D6F420"/>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99" name="Straight Connector 298"/>
              <p:cNvCxnSpPr/>
              <p:nvPr/>
            </p:nvCxnSpPr>
            <p:spPr>
              <a:xfrm>
                <a:off x="3660384" y="2838450"/>
                <a:ext cx="970598" cy="0"/>
              </a:xfrm>
              <a:prstGeom prst="line">
                <a:avLst/>
              </a:prstGeom>
              <a:ln w="15875">
                <a:solidFill>
                  <a:srgbClr val="D6F420"/>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00" name="Straight Connector 299"/>
              <p:cNvCxnSpPr/>
              <p:nvPr/>
            </p:nvCxnSpPr>
            <p:spPr>
              <a:xfrm>
                <a:off x="3660384" y="2890045"/>
                <a:ext cx="970598" cy="0"/>
              </a:xfrm>
              <a:prstGeom prst="line">
                <a:avLst/>
              </a:prstGeom>
              <a:ln w="15875">
                <a:solidFill>
                  <a:srgbClr val="D6F420"/>
                </a:solidFill>
                <a:headEnd type="none"/>
                <a:tailEnd type="none"/>
              </a:ln>
            </p:spPr>
            <p:style>
              <a:lnRef idx="1">
                <a:schemeClr val="accent1"/>
              </a:lnRef>
              <a:fillRef idx="0">
                <a:schemeClr val="accent1"/>
              </a:fillRef>
              <a:effectRef idx="0">
                <a:schemeClr val="accent1"/>
              </a:effectRef>
              <a:fontRef idx="minor">
                <a:schemeClr val="tx1"/>
              </a:fontRef>
            </p:style>
          </p:cxnSp>
          <p:grpSp>
            <p:nvGrpSpPr>
              <p:cNvPr id="1129" name="Group 1128"/>
              <p:cNvGrpSpPr/>
              <p:nvPr/>
            </p:nvGrpSpPr>
            <p:grpSpPr>
              <a:xfrm>
                <a:off x="3987801" y="2778125"/>
                <a:ext cx="811213" cy="569913"/>
                <a:chOff x="3987801" y="2778125"/>
                <a:chExt cx="811213" cy="569913"/>
              </a:xfrm>
            </p:grpSpPr>
            <p:sp>
              <p:nvSpPr>
                <p:cNvPr id="1103" name="Freeform 166"/>
                <p:cNvSpPr>
                  <a:spLocks/>
                </p:cNvSpPr>
                <p:nvPr/>
              </p:nvSpPr>
              <p:spPr bwMode="auto">
                <a:xfrm>
                  <a:off x="3987801" y="2778125"/>
                  <a:ext cx="236538" cy="231775"/>
                </a:xfrm>
                <a:custGeom>
                  <a:avLst/>
                  <a:gdLst>
                    <a:gd name="T0" fmla="*/ 78 w 78"/>
                    <a:gd name="T1" fmla="*/ 60 h 77"/>
                    <a:gd name="T2" fmla="*/ 23 w 78"/>
                    <a:gd name="T3" fmla="*/ 5 h 77"/>
                    <a:gd name="T4" fmla="*/ 5 w 78"/>
                    <a:gd name="T5" fmla="*/ 5 h 77"/>
                    <a:gd name="T6" fmla="*/ 5 w 78"/>
                    <a:gd name="T7" fmla="*/ 22 h 77"/>
                    <a:gd name="T8" fmla="*/ 60 w 78"/>
                    <a:gd name="T9" fmla="*/ 77 h 77"/>
                    <a:gd name="T10" fmla="*/ 78 w 78"/>
                    <a:gd name="T11" fmla="*/ 60 h 77"/>
                  </a:gdLst>
                  <a:ahLst/>
                  <a:cxnLst>
                    <a:cxn ang="0">
                      <a:pos x="T0" y="T1"/>
                    </a:cxn>
                    <a:cxn ang="0">
                      <a:pos x="T2" y="T3"/>
                    </a:cxn>
                    <a:cxn ang="0">
                      <a:pos x="T4" y="T5"/>
                    </a:cxn>
                    <a:cxn ang="0">
                      <a:pos x="T6" y="T7"/>
                    </a:cxn>
                    <a:cxn ang="0">
                      <a:pos x="T8" y="T9"/>
                    </a:cxn>
                    <a:cxn ang="0">
                      <a:pos x="T10" y="T11"/>
                    </a:cxn>
                  </a:cxnLst>
                  <a:rect l="0" t="0" r="r" b="b"/>
                  <a:pathLst>
                    <a:path w="78" h="77">
                      <a:moveTo>
                        <a:pt x="78" y="60"/>
                      </a:moveTo>
                      <a:cubicBezTo>
                        <a:pt x="23" y="5"/>
                        <a:pt x="23" y="5"/>
                        <a:pt x="23" y="5"/>
                      </a:cubicBezTo>
                      <a:cubicBezTo>
                        <a:pt x="18" y="0"/>
                        <a:pt x="10" y="0"/>
                        <a:pt x="5" y="5"/>
                      </a:cubicBezTo>
                      <a:cubicBezTo>
                        <a:pt x="0" y="10"/>
                        <a:pt x="0" y="17"/>
                        <a:pt x="5" y="22"/>
                      </a:cubicBezTo>
                      <a:cubicBezTo>
                        <a:pt x="60" y="77"/>
                        <a:pt x="60" y="77"/>
                        <a:pt x="60" y="77"/>
                      </a:cubicBezTo>
                      <a:lnTo>
                        <a:pt x="78" y="60"/>
                      </a:lnTo>
                      <a:close/>
                    </a:path>
                  </a:pathLst>
                </a:custGeom>
                <a:solidFill>
                  <a:srgbClr val="E5B5A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03" tIns="45702" rIns="91403" bIns="45702" numCol="1" anchor="t" anchorCtr="0" compatLnSpc="1">
                  <a:prstTxWarp prst="textNoShape">
                    <a:avLst/>
                  </a:prstTxWarp>
                </a:bodyPr>
                <a:lstStyle/>
                <a:p>
                  <a:pPr defTabSz="932319"/>
                  <a:endParaRPr lang="en-US" sz="1835" dirty="0">
                    <a:gradFill>
                      <a:gsLst>
                        <a:gs pos="28319">
                          <a:srgbClr val="000000"/>
                        </a:gs>
                        <a:gs pos="52212">
                          <a:srgbClr val="000000"/>
                        </a:gs>
                      </a:gsLst>
                      <a:lin ang="5400000" scaled="0"/>
                    </a:gradFill>
                    <a:latin typeface="Segoe UI"/>
                  </a:endParaRPr>
                </a:p>
              </p:txBody>
            </p:sp>
            <p:sp>
              <p:nvSpPr>
                <p:cNvPr id="1104" name="Freeform 167"/>
                <p:cNvSpPr>
                  <a:spLocks/>
                </p:cNvSpPr>
                <p:nvPr/>
              </p:nvSpPr>
              <p:spPr bwMode="auto">
                <a:xfrm>
                  <a:off x="4000501" y="2786063"/>
                  <a:ext cx="66675" cy="69850"/>
                </a:xfrm>
                <a:custGeom>
                  <a:avLst/>
                  <a:gdLst>
                    <a:gd name="T0" fmla="*/ 6 w 22"/>
                    <a:gd name="T1" fmla="*/ 6 h 23"/>
                    <a:gd name="T2" fmla="*/ 0 w 22"/>
                    <a:gd name="T3" fmla="*/ 13 h 23"/>
                    <a:gd name="T4" fmla="*/ 6 w 22"/>
                    <a:gd name="T5" fmla="*/ 19 h 23"/>
                    <a:gd name="T6" fmla="*/ 19 w 22"/>
                    <a:gd name="T7" fmla="*/ 19 h 23"/>
                    <a:gd name="T8" fmla="*/ 19 w 22"/>
                    <a:gd name="T9" fmla="*/ 7 h 23"/>
                    <a:gd name="T10" fmla="*/ 13 w 22"/>
                    <a:gd name="T11" fmla="*/ 0 h 23"/>
                    <a:gd name="T12" fmla="*/ 6 w 22"/>
                    <a:gd name="T13" fmla="*/ 6 h 23"/>
                  </a:gdLst>
                  <a:ahLst/>
                  <a:cxnLst>
                    <a:cxn ang="0">
                      <a:pos x="T0" y="T1"/>
                    </a:cxn>
                    <a:cxn ang="0">
                      <a:pos x="T2" y="T3"/>
                    </a:cxn>
                    <a:cxn ang="0">
                      <a:pos x="T4" y="T5"/>
                    </a:cxn>
                    <a:cxn ang="0">
                      <a:pos x="T6" y="T7"/>
                    </a:cxn>
                    <a:cxn ang="0">
                      <a:pos x="T8" y="T9"/>
                    </a:cxn>
                    <a:cxn ang="0">
                      <a:pos x="T10" y="T11"/>
                    </a:cxn>
                    <a:cxn ang="0">
                      <a:pos x="T12" y="T13"/>
                    </a:cxn>
                  </a:cxnLst>
                  <a:rect l="0" t="0" r="r" b="b"/>
                  <a:pathLst>
                    <a:path w="22" h="23">
                      <a:moveTo>
                        <a:pt x="6" y="6"/>
                      </a:moveTo>
                      <a:cubicBezTo>
                        <a:pt x="3" y="8"/>
                        <a:pt x="1" y="11"/>
                        <a:pt x="0" y="13"/>
                      </a:cubicBezTo>
                      <a:cubicBezTo>
                        <a:pt x="6" y="19"/>
                        <a:pt x="6" y="19"/>
                        <a:pt x="6" y="19"/>
                      </a:cubicBezTo>
                      <a:cubicBezTo>
                        <a:pt x="10" y="23"/>
                        <a:pt x="15" y="23"/>
                        <a:pt x="19" y="19"/>
                      </a:cubicBezTo>
                      <a:cubicBezTo>
                        <a:pt x="22" y="16"/>
                        <a:pt x="22" y="10"/>
                        <a:pt x="19" y="7"/>
                      </a:cubicBezTo>
                      <a:cubicBezTo>
                        <a:pt x="13" y="0"/>
                        <a:pt x="13" y="0"/>
                        <a:pt x="13" y="0"/>
                      </a:cubicBezTo>
                      <a:cubicBezTo>
                        <a:pt x="10" y="2"/>
                        <a:pt x="8" y="4"/>
                        <a:pt x="6" y="6"/>
                      </a:cubicBezTo>
                      <a:close/>
                    </a:path>
                  </a:pathLst>
                </a:custGeom>
                <a:solidFill>
                  <a:srgbClr val="F2D3C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03" tIns="45702" rIns="91403" bIns="45702" numCol="1" anchor="t" anchorCtr="0" compatLnSpc="1">
                  <a:prstTxWarp prst="textNoShape">
                    <a:avLst/>
                  </a:prstTxWarp>
                </a:bodyPr>
                <a:lstStyle/>
                <a:p>
                  <a:pPr defTabSz="932319"/>
                  <a:endParaRPr lang="en-US" sz="1835" dirty="0">
                    <a:gradFill>
                      <a:gsLst>
                        <a:gs pos="28319">
                          <a:srgbClr val="000000"/>
                        </a:gs>
                        <a:gs pos="52212">
                          <a:srgbClr val="000000"/>
                        </a:gs>
                      </a:gsLst>
                      <a:lin ang="5400000" scaled="0"/>
                    </a:gradFill>
                    <a:latin typeface="Segoe UI"/>
                  </a:endParaRPr>
                </a:p>
              </p:txBody>
            </p:sp>
            <p:sp>
              <p:nvSpPr>
                <p:cNvPr id="1105" name="Freeform 168"/>
                <p:cNvSpPr>
                  <a:spLocks/>
                </p:cNvSpPr>
                <p:nvPr/>
              </p:nvSpPr>
              <p:spPr bwMode="auto">
                <a:xfrm>
                  <a:off x="4033838" y="2822575"/>
                  <a:ext cx="33338" cy="30163"/>
                </a:xfrm>
                <a:custGeom>
                  <a:avLst/>
                  <a:gdLst>
                    <a:gd name="T0" fmla="*/ 3 w 11"/>
                    <a:gd name="T1" fmla="*/ 3 h 10"/>
                    <a:gd name="T2" fmla="*/ 1 w 11"/>
                    <a:gd name="T3" fmla="*/ 10 h 10"/>
                    <a:gd name="T4" fmla="*/ 8 w 11"/>
                    <a:gd name="T5" fmla="*/ 7 h 10"/>
                    <a:gd name="T6" fmla="*/ 10 w 11"/>
                    <a:gd name="T7" fmla="*/ 0 h 10"/>
                    <a:gd name="T8" fmla="*/ 3 w 11"/>
                    <a:gd name="T9" fmla="*/ 3 h 10"/>
                  </a:gdLst>
                  <a:ahLst/>
                  <a:cxnLst>
                    <a:cxn ang="0">
                      <a:pos x="T0" y="T1"/>
                    </a:cxn>
                    <a:cxn ang="0">
                      <a:pos x="T2" y="T3"/>
                    </a:cxn>
                    <a:cxn ang="0">
                      <a:pos x="T4" y="T5"/>
                    </a:cxn>
                    <a:cxn ang="0">
                      <a:pos x="T6" y="T7"/>
                    </a:cxn>
                    <a:cxn ang="0">
                      <a:pos x="T8" y="T9"/>
                    </a:cxn>
                  </a:cxnLst>
                  <a:rect l="0" t="0" r="r" b="b"/>
                  <a:pathLst>
                    <a:path w="11" h="10">
                      <a:moveTo>
                        <a:pt x="3" y="3"/>
                      </a:moveTo>
                      <a:cubicBezTo>
                        <a:pt x="1" y="5"/>
                        <a:pt x="0" y="7"/>
                        <a:pt x="1" y="10"/>
                      </a:cubicBezTo>
                      <a:cubicBezTo>
                        <a:pt x="3" y="10"/>
                        <a:pt x="6" y="9"/>
                        <a:pt x="8" y="7"/>
                      </a:cubicBezTo>
                      <a:cubicBezTo>
                        <a:pt x="10" y="5"/>
                        <a:pt x="11" y="3"/>
                        <a:pt x="10" y="0"/>
                      </a:cubicBezTo>
                      <a:cubicBezTo>
                        <a:pt x="8" y="0"/>
                        <a:pt x="5" y="1"/>
                        <a:pt x="3" y="3"/>
                      </a:cubicBezTo>
                      <a:close/>
                    </a:path>
                  </a:pathLst>
                </a:custGeom>
                <a:solidFill>
                  <a:srgbClr val="E0A3A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03" tIns="45702" rIns="91403" bIns="45702" numCol="1" anchor="t" anchorCtr="0" compatLnSpc="1">
                  <a:prstTxWarp prst="textNoShape">
                    <a:avLst/>
                  </a:prstTxWarp>
                </a:bodyPr>
                <a:lstStyle/>
                <a:p>
                  <a:pPr defTabSz="932319"/>
                  <a:endParaRPr lang="en-US" sz="1835" dirty="0">
                    <a:gradFill>
                      <a:gsLst>
                        <a:gs pos="28319">
                          <a:srgbClr val="000000"/>
                        </a:gs>
                        <a:gs pos="52212">
                          <a:srgbClr val="000000"/>
                        </a:gs>
                      </a:gsLst>
                      <a:lin ang="5400000" scaled="0"/>
                    </a:gradFill>
                    <a:latin typeface="Segoe UI"/>
                  </a:endParaRPr>
                </a:p>
              </p:txBody>
            </p:sp>
            <p:sp>
              <p:nvSpPr>
                <p:cNvPr id="1106" name="Freeform 169"/>
                <p:cNvSpPr>
                  <a:spLocks/>
                </p:cNvSpPr>
                <p:nvPr/>
              </p:nvSpPr>
              <p:spPr bwMode="auto">
                <a:xfrm>
                  <a:off x="4064001" y="2852738"/>
                  <a:ext cx="30163" cy="30163"/>
                </a:xfrm>
                <a:custGeom>
                  <a:avLst/>
                  <a:gdLst>
                    <a:gd name="T0" fmla="*/ 10 w 10"/>
                    <a:gd name="T1" fmla="*/ 0 h 10"/>
                    <a:gd name="T2" fmla="*/ 3 w 10"/>
                    <a:gd name="T3" fmla="*/ 3 h 10"/>
                    <a:gd name="T4" fmla="*/ 0 w 10"/>
                    <a:gd name="T5" fmla="*/ 10 h 10"/>
                  </a:gdLst>
                  <a:ahLst/>
                  <a:cxnLst>
                    <a:cxn ang="0">
                      <a:pos x="T0" y="T1"/>
                    </a:cxn>
                    <a:cxn ang="0">
                      <a:pos x="T2" y="T3"/>
                    </a:cxn>
                    <a:cxn ang="0">
                      <a:pos x="T4" y="T5"/>
                    </a:cxn>
                  </a:cxnLst>
                  <a:rect l="0" t="0" r="r" b="b"/>
                  <a:pathLst>
                    <a:path w="10" h="10">
                      <a:moveTo>
                        <a:pt x="10" y="0"/>
                      </a:moveTo>
                      <a:cubicBezTo>
                        <a:pt x="8" y="0"/>
                        <a:pt x="5" y="1"/>
                        <a:pt x="3" y="3"/>
                      </a:cubicBezTo>
                      <a:cubicBezTo>
                        <a:pt x="1" y="5"/>
                        <a:pt x="0" y="7"/>
                        <a:pt x="0" y="10"/>
                      </a:cubicBezTo>
                    </a:path>
                  </a:pathLst>
                </a:custGeom>
                <a:noFill/>
                <a:ln w="3175" cap="rnd">
                  <a:solidFill>
                    <a:srgbClr val="CC867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03" tIns="45702" rIns="91403" bIns="45702" numCol="1" anchor="t" anchorCtr="0" compatLnSpc="1">
                  <a:prstTxWarp prst="textNoShape">
                    <a:avLst/>
                  </a:prstTxWarp>
                </a:bodyPr>
                <a:lstStyle/>
                <a:p>
                  <a:pPr defTabSz="932319"/>
                  <a:endParaRPr lang="en-US" sz="1835" dirty="0">
                    <a:gradFill>
                      <a:gsLst>
                        <a:gs pos="28319">
                          <a:srgbClr val="000000"/>
                        </a:gs>
                        <a:gs pos="52212">
                          <a:srgbClr val="000000"/>
                        </a:gs>
                      </a:gsLst>
                      <a:lin ang="5400000" scaled="0"/>
                    </a:gradFill>
                    <a:latin typeface="Segoe UI"/>
                  </a:endParaRPr>
                </a:p>
              </p:txBody>
            </p:sp>
            <p:sp>
              <p:nvSpPr>
                <p:cNvPr id="1107" name="Freeform 170"/>
                <p:cNvSpPr>
                  <a:spLocks/>
                </p:cNvSpPr>
                <p:nvPr/>
              </p:nvSpPr>
              <p:spPr bwMode="auto">
                <a:xfrm>
                  <a:off x="4076701" y="2865438"/>
                  <a:ext cx="28575" cy="30163"/>
                </a:xfrm>
                <a:custGeom>
                  <a:avLst/>
                  <a:gdLst>
                    <a:gd name="T0" fmla="*/ 0 w 10"/>
                    <a:gd name="T1" fmla="*/ 10 h 10"/>
                    <a:gd name="T2" fmla="*/ 7 w 10"/>
                    <a:gd name="T3" fmla="*/ 7 h 10"/>
                    <a:gd name="T4" fmla="*/ 10 w 10"/>
                    <a:gd name="T5" fmla="*/ 0 h 10"/>
                  </a:gdLst>
                  <a:ahLst/>
                  <a:cxnLst>
                    <a:cxn ang="0">
                      <a:pos x="T0" y="T1"/>
                    </a:cxn>
                    <a:cxn ang="0">
                      <a:pos x="T2" y="T3"/>
                    </a:cxn>
                    <a:cxn ang="0">
                      <a:pos x="T4" y="T5"/>
                    </a:cxn>
                  </a:cxnLst>
                  <a:rect l="0" t="0" r="r" b="b"/>
                  <a:pathLst>
                    <a:path w="10" h="10">
                      <a:moveTo>
                        <a:pt x="0" y="10"/>
                      </a:moveTo>
                      <a:cubicBezTo>
                        <a:pt x="3" y="10"/>
                        <a:pt x="5" y="9"/>
                        <a:pt x="7" y="7"/>
                      </a:cubicBezTo>
                      <a:cubicBezTo>
                        <a:pt x="9" y="5"/>
                        <a:pt x="10" y="2"/>
                        <a:pt x="10" y="0"/>
                      </a:cubicBezTo>
                    </a:path>
                  </a:pathLst>
                </a:custGeom>
                <a:noFill/>
                <a:ln w="3175" cap="rnd">
                  <a:solidFill>
                    <a:srgbClr val="CC867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03" tIns="45702" rIns="91403" bIns="45702" numCol="1" anchor="t" anchorCtr="0" compatLnSpc="1">
                  <a:prstTxWarp prst="textNoShape">
                    <a:avLst/>
                  </a:prstTxWarp>
                </a:bodyPr>
                <a:lstStyle/>
                <a:p>
                  <a:pPr defTabSz="932319"/>
                  <a:endParaRPr lang="en-US" sz="1835" dirty="0">
                    <a:gradFill>
                      <a:gsLst>
                        <a:gs pos="28319">
                          <a:srgbClr val="000000"/>
                        </a:gs>
                        <a:gs pos="52212">
                          <a:srgbClr val="000000"/>
                        </a:gs>
                      </a:gsLst>
                      <a:lin ang="5400000" scaled="0"/>
                    </a:gradFill>
                    <a:latin typeface="Segoe UI"/>
                  </a:endParaRPr>
                </a:p>
              </p:txBody>
            </p:sp>
            <p:sp>
              <p:nvSpPr>
                <p:cNvPr id="1108" name="Freeform 171"/>
                <p:cNvSpPr>
                  <a:spLocks/>
                </p:cNvSpPr>
                <p:nvPr/>
              </p:nvSpPr>
              <p:spPr bwMode="auto">
                <a:xfrm>
                  <a:off x="4076701" y="2862263"/>
                  <a:ext cx="14288" cy="14288"/>
                </a:xfrm>
                <a:custGeom>
                  <a:avLst/>
                  <a:gdLst>
                    <a:gd name="T0" fmla="*/ 5 w 5"/>
                    <a:gd name="T1" fmla="*/ 0 h 5"/>
                    <a:gd name="T2" fmla="*/ 1 w 5"/>
                    <a:gd name="T3" fmla="*/ 2 h 5"/>
                    <a:gd name="T4" fmla="*/ 0 w 5"/>
                    <a:gd name="T5" fmla="*/ 5 h 5"/>
                  </a:gdLst>
                  <a:ahLst/>
                  <a:cxnLst>
                    <a:cxn ang="0">
                      <a:pos x="T0" y="T1"/>
                    </a:cxn>
                    <a:cxn ang="0">
                      <a:pos x="T2" y="T3"/>
                    </a:cxn>
                    <a:cxn ang="0">
                      <a:pos x="T4" y="T5"/>
                    </a:cxn>
                  </a:cxnLst>
                  <a:rect l="0" t="0" r="r" b="b"/>
                  <a:pathLst>
                    <a:path w="5" h="5">
                      <a:moveTo>
                        <a:pt x="5" y="0"/>
                      </a:moveTo>
                      <a:cubicBezTo>
                        <a:pt x="3" y="0"/>
                        <a:pt x="2" y="1"/>
                        <a:pt x="1" y="2"/>
                      </a:cubicBezTo>
                      <a:cubicBezTo>
                        <a:pt x="0" y="3"/>
                        <a:pt x="0" y="4"/>
                        <a:pt x="0" y="5"/>
                      </a:cubicBezTo>
                    </a:path>
                  </a:pathLst>
                </a:custGeom>
                <a:noFill/>
                <a:ln w="3175" cap="rnd">
                  <a:solidFill>
                    <a:srgbClr val="CC867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03" tIns="45702" rIns="91403" bIns="45702" numCol="1" anchor="t" anchorCtr="0" compatLnSpc="1">
                  <a:prstTxWarp prst="textNoShape">
                    <a:avLst/>
                  </a:prstTxWarp>
                </a:bodyPr>
                <a:lstStyle/>
                <a:p>
                  <a:pPr defTabSz="932319"/>
                  <a:endParaRPr lang="en-US" sz="1835" dirty="0">
                    <a:gradFill>
                      <a:gsLst>
                        <a:gs pos="28319">
                          <a:srgbClr val="000000"/>
                        </a:gs>
                        <a:gs pos="52212">
                          <a:srgbClr val="000000"/>
                        </a:gs>
                      </a:gsLst>
                      <a:lin ang="5400000" scaled="0"/>
                    </a:gradFill>
                    <a:latin typeface="Segoe UI"/>
                  </a:endParaRPr>
                </a:p>
              </p:txBody>
            </p:sp>
            <p:sp>
              <p:nvSpPr>
                <p:cNvPr id="1109" name="Freeform 172"/>
                <p:cNvSpPr>
                  <a:spLocks/>
                </p:cNvSpPr>
                <p:nvPr/>
              </p:nvSpPr>
              <p:spPr bwMode="auto">
                <a:xfrm>
                  <a:off x="4081463" y="2868613"/>
                  <a:ext cx="15875" cy="17463"/>
                </a:xfrm>
                <a:custGeom>
                  <a:avLst/>
                  <a:gdLst>
                    <a:gd name="T0" fmla="*/ 0 w 5"/>
                    <a:gd name="T1" fmla="*/ 6 h 6"/>
                    <a:gd name="T2" fmla="*/ 3 w 5"/>
                    <a:gd name="T3" fmla="*/ 4 h 6"/>
                    <a:gd name="T4" fmla="*/ 5 w 5"/>
                    <a:gd name="T5" fmla="*/ 0 h 6"/>
                  </a:gdLst>
                  <a:ahLst/>
                  <a:cxnLst>
                    <a:cxn ang="0">
                      <a:pos x="T0" y="T1"/>
                    </a:cxn>
                    <a:cxn ang="0">
                      <a:pos x="T2" y="T3"/>
                    </a:cxn>
                    <a:cxn ang="0">
                      <a:pos x="T4" y="T5"/>
                    </a:cxn>
                  </a:cxnLst>
                  <a:rect l="0" t="0" r="r" b="b"/>
                  <a:pathLst>
                    <a:path w="5" h="6">
                      <a:moveTo>
                        <a:pt x="0" y="6"/>
                      </a:moveTo>
                      <a:cubicBezTo>
                        <a:pt x="1" y="5"/>
                        <a:pt x="2" y="5"/>
                        <a:pt x="3" y="4"/>
                      </a:cubicBezTo>
                      <a:cubicBezTo>
                        <a:pt x="4" y="3"/>
                        <a:pt x="5" y="2"/>
                        <a:pt x="5" y="0"/>
                      </a:cubicBezTo>
                    </a:path>
                  </a:pathLst>
                </a:custGeom>
                <a:noFill/>
                <a:ln w="3175" cap="rnd">
                  <a:solidFill>
                    <a:srgbClr val="CC867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03" tIns="45702" rIns="91403" bIns="45702" numCol="1" anchor="t" anchorCtr="0" compatLnSpc="1">
                  <a:prstTxWarp prst="textNoShape">
                    <a:avLst/>
                  </a:prstTxWarp>
                </a:bodyPr>
                <a:lstStyle/>
                <a:p>
                  <a:pPr defTabSz="932319"/>
                  <a:endParaRPr lang="en-US" sz="1835" dirty="0">
                    <a:gradFill>
                      <a:gsLst>
                        <a:gs pos="28319">
                          <a:srgbClr val="000000"/>
                        </a:gs>
                        <a:gs pos="52212">
                          <a:srgbClr val="000000"/>
                        </a:gs>
                      </a:gsLst>
                      <a:lin ang="5400000" scaled="0"/>
                    </a:gradFill>
                    <a:latin typeface="Segoe UI"/>
                  </a:endParaRPr>
                </a:p>
              </p:txBody>
            </p:sp>
            <p:sp>
              <p:nvSpPr>
                <p:cNvPr id="1110" name="Freeform 173"/>
                <p:cNvSpPr>
                  <a:spLocks/>
                </p:cNvSpPr>
                <p:nvPr/>
              </p:nvSpPr>
              <p:spPr bwMode="auto">
                <a:xfrm>
                  <a:off x="4130676" y="2916238"/>
                  <a:ext cx="30163" cy="30163"/>
                </a:xfrm>
                <a:custGeom>
                  <a:avLst/>
                  <a:gdLst>
                    <a:gd name="T0" fmla="*/ 10 w 10"/>
                    <a:gd name="T1" fmla="*/ 0 h 10"/>
                    <a:gd name="T2" fmla="*/ 3 w 10"/>
                    <a:gd name="T3" fmla="*/ 4 h 10"/>
                    <a:gd name="T4" fmla="*/ 0 w 10"/>
                    <a:gd name="T5" fmla="*/ 10 h 10"/>
                  </a:gdLst>
                  <a:ahLst/>
                  <a:cxnLst>
                    <a:cxn ang="0">
                      <a:pos x="T0" y="T1"/>
                    </a:cxn>
                    <a:cxn ang="0">
                      <a:pos x="T2" y="T3"/>
                    </a:cxn>
                    <a:cxn ang="0">
                      <a:pos x="T4" y="T5"/>
                    </a:cxn>
                  </a:cxnLst>
                  <a:rect l="0" t="0" r="r" b="b"/>
                  <a:pathLst>
                    <a:path w="10" h="10">
                      <a:moveTo>
                        <a:pt x="10" y="0"/>
                      </a:moveTo>
                      <a:cubicBezTo>
                        <a:pt x="7" y="1"/>
                        <a:pt x="5" y="2"/>
                        <a:pt x="3" y="4"/>
                      </a:cubicBezTo>
                      <a:cubicBezTo>
                        <a:pt x="1" y="6"/>
                        <a:pt x="0" y="8"/>
                        <a:pt x="0" y="10"/>
                      </a:cubicBezTo>
                    </a:path>
                  </a:pathLst>
                </a:custGeom>
                <a:noFill/>
                <a:ln w="3175" cap="rnd">
                  <a:solidFill>
                    <a:srgbClr val="CC867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03" tIns="45702" rIns="91403" bIns="45702" numCol="1" anchor="t" anchorCtr="0" compatLnSpc="1">
                  <a:prstTxWarp prst="textNoShape">
                    <a:avLst/>
                  </a:prstTxWarp>
                </a:bodyPr>
                <a:lstStyle/>
                <a:p>
                  <a:pPr defTabSz="932319"/>
                  <a:endParaRPr lang="en-US" sz="1835" dirty="0">
                    <a:gradFill>
                      <a:gsLst>
                        <a:gs pos="28319">
                          <a:srgbClr val="000000"/>
                        </a:gs>
                        <a:gs pos="52212">
                          <a:srgbClr val="000000"/>
                        </a:gs>
                      </a:gsLst>
                      <a:lin ang="5400000" scaled="0"/>
                    </a:gradFill>
                    <a:latin typeface="Segoe UI"/>
                  </a:endParaRPr>
                </a:p>
              </p:txBody>
            </p:sp>
            <p:sp>
              <p:nvSpPr>
                <p:cNvPr id="1111" name="Freeform 174"/>
                <p:cNvSpPr>
                  <a:spLocks/>
                </p:cNvSpPr>
                <p:nvPr/>
              </p:nvSpPr>
              <p:spPr bwMode="auto">
                <a:xfrm>
                  <a:off x="4141788" y="2932113"/>
                  <a:ext cx="30163" cy="30163"/>
                </a:xfrm>
                <a:custGeom>
                  <a:avLst/>
                  <a:gdLst>
                    <a:gd name="T0" fmla="*/ 0 w 10"/>
                    <a:gd name="T1" fmla="*/ 10 h 10"/>
                    <a:gd name="T2" fmla="*/ 7 w 10"/>
                    <a:gd name="T3" fmla="*/ 7 h 10"/>
                    <a:gd name="T4" fmla="*/ 10 w 10"/>
                    <a:gd name="T5" fmla="*/ 0 h 10"/>
                  </a:gdLst>
                  <a:ahLst/>
                  <a:cxnLst>
                    <a:cxn ang="0">
                      <a:pos x="T0" y="T1"/>
                    </a:cxn>
                    <a:cxn ang="0">
                      <a:pos x="T2" y="T3"/>
                    </a:cxn>
                    <a:cxn ang="0">
                      <a:pos x="T4" y="T5"/>
                    </a:cxn>
                  </a:cxnLst>
                  <a:rect l="0" t="0" r="r" b="b"/>
                  <a:pathLst>
                    <a:path w="10" h="10">
                      <a:moveTo>
                        <a:pt x="0" y="10"/>
                      </a:moveTo>
                      <a:cubicBezTo>
                        <a:pt x="3" y="10"/>
                        <a:pt x="5" y="9"/>
                        <a:pt x="7" y="7"/>
                      </a:cubicBezTo>
                      <a:cubicBezTo>
                        <a:pt x="9" y="5"/>
                        <a:pt x="10" y="2"/>
                        <a:pt x="10" y="0"/>
                      </a:cubicBezTo>
                    </a:path>
                  </a:pathLst>
                </a:custGeom>
                <a:noFill/>
                <a:ln w="3175" cap="rnd">
                  <a:solidFill>
                    <a:srgbClr val="CC867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03" tIns="45702" rIns="91403" bIns="45702" numCol="1" anchor="t" anchorCtr="0" compatLnSpc="1">
                  <a:prstTxWarp prst="textNoShape">
                    <a:avLst/>
                  </a:prstTxWarp>
                </a:bodyPr>
                <a:lstStyle/>
                <a:p>
                  <a:pPr defTabSz="932319"/>
                  <a:endParaRPr lang="en-US" sz="1835" dirty="0">
                    <a:gradFill>
                      <a:gsLst>
                        <a:gs pos="28319">
                          <a:srgbClr val="000000"/>
                        </a:gs>
                        <a:gs pos="52212">
                          <a:srgbClr val="000000"/>
                        </a:gs>
                      </a:gsLst>
                      <a:lin ang="5400000" scaled="0"/>
                    </a:gradFill>
                    <a:latin typeface="Segoe UI"/>
                  </a:endParaRPr>
                </a:p>
              </p:txBody>
            </p:sp>
            <p:sp>
              <p:nvSpPr>
                <p:cNvPr id="1112" name="Freeform 175"/>
                <p:cNvSpPr>
                  <a:spLocks/>
                </p:cNvSpPr>
                <p:nvPr/>
              </p:nvSpPr>
              <p:spPr bwMode="auto">
                <a:xfrm>
                  <a:off x="4138613" y="2928938"/>
                  <a:ext cx="19050" cy="14288"/>
                </a:xfrm>
                <a:custGeom>
                  <a:avLst/>
                  <a:gdLst>
                    <a:gd name="T0" fmla="*/ 6 w 6"/>
                    <a:gd name="T1" fmla="*/ 0 h 5"/>
                    <a:gd name="T2" fmla="*/ 2 w 6"/>
                    <a:gd name="T3" fmla="*/ 2 h 5"/>
                    <a:gd name="T4" fmla="*/ 0 w 6"/>
                    <a:gd name="T5" fmla="*/ 5 h 5"/>
                  </a:gdLst>
                  <a:ahLst/>
                  <a:cxnLst>
                    <a:cxn ang="0">
                      <a:pos x="T0" y="T1"/>
                    </a:cxn>
                    <a:cxn ang="0">
                      <a:pos x="T2" y="T3"/>
                    </a:cxn>
                    <a:cxn ang="0">
                      <a:pos x="T4" y="T5"/>
                    </a:cxn>
                  </a:cxnLst>
                  <a:rect l="0" t="0" r="r" b="b"/>
                  <a:pathLst>
                    <a:path w="6" h="5">
                      <a:moveTo>
                        <a:pt x="6" y="0"/>
                      </a:moveTo>
                      <a:cubicBezTo>
                        <a:pt x="4" y="0"/>
                        <a:pt x="3" y="1"/>
                        <a:pt x="2" y="2"/>
                      </a:cubicBezTo>
                      <a:cubicBezTo>
                        <a:pt x="1" y="3"/>
                        <a:pt x="1" y="4"/>
                        <a:pt x="0" y="5"/>
                      </a:cubicBezTo>
                    </a:path>
                  </a:pathLst>
                </a:custGeom>
                <a:noFill/>
                <a:ln w="3175" cap="rnd">
                  <a:solidFill>
                    <a:srgbClr val="CC867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03" tIns="45702" rIns="91403" bIns="45702" numCol="1" anchor="t" anchorCtr="0" compatLnSpc="1">
                  <a:prstTxWarp prst="textNoShape">
                    <a:avLst/>
                  </a:prstTxWarp>
                </a:bodyPr>
                <a:lstStyle/>
                <a:p>
                  <a:pPr defTabSz="932319"/>
                  <a:endParaRPr lang="en-US" sz="1835" dirty="0">
                    <a:gradFill>
                      <a:gsLst>
                        <a:gs pos="28319">
                          <a:srgbClr val="000000"/>
                        </a:gs>
                        <a:gs pos="52212">
                          <a:srgbClr val="000000"/>
                        </a:gs>
                      </a:gsLst>
                      <a:lin ang="5400000" scaled="0"/>
                    </a:gradFill>
                    <a:latin typeface="Segoe UI"/>
                  </a:endParaRPr>
                </a:p>
              </p:txBody>
            </p:sp>
            <p:sp>
              <p:nvSpPr>
                <p:cNvPr id="1113" name="Freeform 176"/>
                <p:cNvSpPr>
                  <a:spLocks/>
                </p:cNvSpPr>
                <p:nvPr/>
              </p:nvSpPr>
              <p:spPr bwMode="auto">
                <a:xfrm>
                  <a:off x="4148138" y="2933700"/>
                  <a:ext cx="15875" cy="15875"/>
                </a:xfrm>
                <a:custGeom>
                  <a:avLst/>
                  <a:gdLst>
                    <a:gd name="T0" fmla="*/ 0 w 5"/>
                    <a:gd name="T1" fmla="*/ 5 h 5"/>
                    <a:gd name="T2" fmla="*/ 3 w 5"/>
                    <a:gd name="T3" fmla="*/ 4 h 5"/>
                    <a:gd name="T4" fmla="*/ 5 w 5"/>
                    <a:gd name="T5" fmla="*/ 0 h 5"/>
                  </a:gdLst>
                  <a:ahLst/>
                  <a:cxnLst>
                    <a:cxn ang="0">
                      <a:pos x="T0" y="T1"/>
                    </a:cxn>
                    <a:cxn ang="0">
                      <a:pos x="T2" y="T3"/>
                    </a:cxn>
                    <a:cxn ang="0">
                      <a:pos x="T4" y="T5"/>
                    </a:cxn>
                  </a:cxnLst>
                  <a:rect l="0" t="0" r="r" b="b"/>
                  <a:pathLst>
                    <a:path w="5" h="5">
                      <a:moveTo>
                        <a:pt x="0" y="5"/>
                      </a:moveTo>
                      <a:cubicBezTo>
                        <a:pt x="1" y="5"/>
                        <a:pt x="2" y="5"/>
                        <a:pt x="3" y="4"/>
                      </a:cubicBezTo>
                      <a:cubicBezTo>
                        <a:pt x="4" y="3"/>
                        <a:pt x="5" y="2"/>
                        <a:pt x="5" y="0"/>
                      </a:cubicBezTo>
                    </a:path>
                  </a:pathLst>
                </a:custGeom>
                <a:noFill/>
                <a:ln w="3175" cap="rnd">
                  <a:solidFill>
                    <a:srgbClr val="CC867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03" tIns="45702" rIns="91403" bIns="45702" numCol="1" anchor="t" anchorCtr="0" compatLnSpc="1">
                  <a:prstTxWarp prst="textNoShape">
                    <a:avLst/>
                  </a:prstTxWarp>
                </a:bodyPr>
                <a:lstStyle/>
                <a:p>
                  <a:pPr defTabSz="932319"/>
                  <a:endParaRPr lang="en-US" sz="1835" dirty="0">
                    <a:gradFill>
                      <a:gsLst>
                        <a:gs pos="28319">
                          <a:srgbClr val="000000"/>
                        </a:gs>
                        <a:gs pos="52212">
                          <a:srgbClr val="000000"/>
                        </a:gs>
                      </a:gsLst>
                      <a:lin ang="5400000" scaled="0"/>
                    </a:gradFill>
                    <a:latin typeface="Segoe UI"/>
                  </a:endParaRPr>
                </a:p>
              </p:txBody>
            </p:sp>
            <p:sp>
              <p:nvSpPr>
                <p:cNvPr id="1114" name="Freeform 177"/>
                <p:cNvSpPr>
                  <a:spLocks/>
                </p:cNvSpPr>
                <p:nvPr/>
              </p:nvSpPr>
              <p:spPr bwMode="auto">
                <a:xfrm>
                  <a:off x="4187826" y="2801938"/>
                  <a:ext cx="231775" cy="157163"/>
                </a:xfrm>
                <a:custGeom>
                  <a:avLst/>
                  <a:gdLst>
                    <a:gd name="T0" fmla="*/ 77 w 77"/>
                    <a:gd name="T1" fmla="*/ 12 h 52"/>
                    <a:gd name="T2" fmla="*/ 70 w 77"/>
                    <a:gd name="T3" fmla="*/ 5 h 52"/>
                    <a:gd name="T4" fmla="*/ 53 w 77"/>
                    <a:gd name="T5" fmla="*/ 5 h 52"/>
                    <a:gd name="T6" fmla="*/ 44 w 77"/>
                    <a:gd name="T7" fmla="*/ 14 h 52"/>
                    <a:gd name="T8" fmla="*/ 27 w 77"/>
                    <a:gd name="T9" fmla="*/ 15 h 52"/>
                    <a:gd name="T10" fmla="*/ 18 w 77"/>
                    <a:gd name="T11" fmla="*/ 25 h 52"/>
                    <a:gd name="T12" fmla="*/ 5 w 77"/>
                    <a:gd name="T13" fmla="*/ 28 h 52"/>
                    <a:gd name="T14" fmla="*/ 5 w 77"/>
                    <a:gd name="T15" fmla="*/ 45 h 52"/>
                    <a:gd name="T16" fmla="*/ 12 w 77"/>
                    <a:gd name="T17" fmla="*/ 52 h 52"/>
                    <a:gd name="T18" fmla="*/ 26 w 77"/>
                    <a:gd name="T19" fmla="*/ 38 h 52"/>
                    <a:gd name="T20" fmla="*/ 27 w 77"/>
                    <a:gd name="T21" fmla="*/ 39 h 52"/>
                    <a:gd name="T22" fmla="*/ 31 w 77"/>
                    <a:gd name="T23" fmla="*/ 36 h 52"/>
                    <a:gd name="T24" fmla="*/ 34 w 77"/>
                    <a:gd name="T25" fmla="*/ 39 h 52"/>
                    <a:gd name="T26" fmla="*/ 48 w 77"/>
                    <a:gd name="T27" fmla="*/ 25 h 52"/>
                    <a:gd name="T28" fmla="*/ 58 w 77"/>
                    <a:gd name="T29" fmla="*/ 35 h 52"/>
                    <a:gd name="T30" fmla="*/ 70 w 77"/>
                    <a:gd name="T31" fmla="*/ 22 h 52"/>
                    <a:gd name="T32" fmla="*/ 68 w 77"/>
                    <a:gd name="T33" fmla="*/ 21 h 52"/>
                    <a:gd name="T34" fmla="*/ 77 w 77"/>
                    <a:gd name="T35" fmla="*/ 12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77" h="52">
                      <a:moveTo>
                        <a:pt x="77" y="12"/>
                      </a:moveTo>
                      <a:cubicBezTo>
                        <a:pt x="70" y="5"/>
                        <a:pt x="70" y="5"/>
                        <a:pt x="70" y="5"/>
                      </a:cubicBezTo>
                      <a:cubicBezTo>
                        <a:pt x="65" y="0"/>
                        <a:pt x="57" y="0"/>
                        <a:pt x="53" y="5"/>
                      </a:cubicBezTo>
                      <a:cubicBezTo>
                        <a:pt x="44" y="14"/>
                        <a:pt x="44" y="14"/>
                        <a:pt x="44" y="14"/>
                      </a:cubicBezTo>
                      <a:cubicBezTo>
                        <a:pt x="39" y="10"/>
                        <a:pt x="32" y="10"/>
                        <a:pt x="27" y="15"/>
                      </a:cubicBezTo>
                      <a:cubicBezTo>
                        <a:pt x="18" y="25"/>
                        <a:pt x="18" y="25"/>
                        <a:pt x="18" y="25"/>
                      </a:cubicBezTo>
                      <a:cubicBezTo>
                        <a:pt x="13" y="23"/>
                        <a:pt x="8" y="24"/>
                        <a:pt x="5" y="28"/>
                      </a:cubicBezTo>
                      <a:cubicBezTo>
                        <a:pt x="0" y="32"/>
                        <a:pt x="0" y="40"/>
                        <a:pt x="5" y="45"/>
                      </a:cubicBezTo>
                      <a:cubicBezTo>
                        <a:pt x="12" y="52"/>
                        <a:pt x="12" y="52"/>
                        <a:pt x="12" y="52"/>
                      </a:cubicBezTo>
                      <a:cubicBezTo>
                        <a:pt x="26" y="38"/>
                        <a:pt x="26" y="38"/>
                        <a:pt x="26" y="38"/>
                      </a:cubicBezTo>
                      <a:cubicBezTo>
                        <a:pt x="27" y="39"/>
                        <a:pt x="27" y="39"/>
                        <a:pt x="27" y="39"/>
                      </a:cubicBezTo>
                      <a:cubicBezTo>
                        <a:pt x="31" y="36"/>
                        <a:pt x="31" y="36"/>
                        <a:pt x="31" y="36"/>
                      </a:cubicBezTo>
                      <a:cubicBezTo>
                        <a:pt x="34" y="39"/>
                        <a:pt x="34" y="39"/>
                        <a:pt x="34" y="39"/>
                      </a:cubicBezTo>
                      <a:cubicBezTo>
                        <a:pt x="48" y="25"/>
                        <a:pt x="48" y="25"/>
                        <a:pt x="48" y="25"/>
                      </a:cubicBezTo>
                      <a:cubicBezTo>
                        <a:pt x="58" y="35"/>
                        <a:pt x="58" y="35"/>
                        <a:pt x="58" y="35"/>
                      </a:cubicBezTo>
                      <a:cubicBezTo>
                        <a:pt x="70" y="22"/>
                        <a:pt x="70" y="22"/>
                        <a:pt x="70" y="22"/>
                      </a:cubicBezTo>
                      <a:cubicBezTo>
                        <a:pt x="68" y="21"/>
                        <a:pt x="68" y="21"/>
                        <a:pt x="68" y="21"/>
                      </a:cubicBezTo>
                      <a:lnTo>
                        <a:pt x="77" y="12"/>
                      </a:lnTo>
                      <a:close/>
                    </a:path>
                  </a:pathLst>
                </a:custGeom>
                <a:solidFill>
                  <a:srgbClr val="CC867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03" tIns="45702" rIns="91403" bIns="45702" numCol="1" anchor="t" anchorCtr="0" compatLnSpc="1">
                  <a:prstTxWarp prst="textNoShape">
                    <a:avLst/>
                  </a:prstTxWarp>
                </a:bodyPr>
                <a:lstStyle/>
                <a:p>
                  <a:pPr defTabSz="932319"/>
                  <a:endParaRPr lang="en-US" sz="1835" dirty="0">
                    <a:gradFill>
                      <a:gsLst>
                        <a:gs pos="28319">
                          <a:srgbClr val="000000"/>
                        </a:gs>
                        <a:gs pos="52212">
                          <a:srgbClr val="000000"/>
                        </a:gs>
                      </a:gsLst>
                      <a:lin ang="5400000" scaled="0"/>
                    </a:gradFill>
                    <a:latin typeface="Segoe UI"/>
                  </a:endParaRPr>
                </a:p>
              </p:txBody>
            </p:sp>
            <p:sp>
              <p:nvSpPr>
                <p:cNvPr id="1115" name="Freeform 178"/>
                <p:cNvSpPr>
                  <a:spLocks/>
                </p:cNvSpPr>
                <p:nvPr/>
              </p:nvSpPr>
              <p:spPr bwMode="auto">
                <a:xfrm>
                  <a:off x="4160838" y="2838450"/>
                  <a:ext cx="406400" cy="401638"/>
                </a:xfrm>
                <a:custGeom>
                  <a:avLst/>
                  <a:gdLst>
                    <a:gd name="T0" fmla="*/ 150 w 256"/>
                    <a:gd name="T1" fmla="*/ 253 h 253"/>
                    <a:gd name="T2" fmla="*/ 256 w 256"/>
                    <a:gd name="T3" fmla="*/ 184 h 253"/>
                    <a:gd name="T4" fmla="*/ 163 w 256"/>
                    <a:gd name="T5" fmla="*/ 0 h 253"/>
                    <a:gd name="T6" fmla="*/ 127 w 256"/>
                    <a:gd name="T7" fmla="*/ 30 h 253"/>
                    <a:gd name="T8" fmla="*/ 83 w 256"/>
                    <a:gd name="T9" fmla="*/ 53 h 253"/>
                    <a:gd name="T10" fmla="*/ 36 w 256"/>
                    <a:gd name="T11" fmla="*/ 72 h 253"/>
                    <a:gd name="T12" fmla="*/ 0 w 256"/>
                    <a:gd name="T13" fmla="*/ 102 h 253"/>
                    <a:gd name="T14" fmla="*/ 150 w 256"/>
                    <a:gd name="T15" fmla="*/ 253 h 25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56" h="253">
                      <a:moveTo>
                        <a:pt x="150" y="253"/>
                      </a:moveTo>
                      <a:lnTo>
                        <a:pt x="256" y="184"/>
                      </a:lnTo>
                      <a:lnTo>
                        <a:pt x="163" y="0"/>
                      </a:lnTo>
                      <a:lnTo>
                        <a:pt x="127" y="30"/>
                      </a:lnTo>
                      <a:lnTo>
                        <a:pt x="83" y="53"/>
                      </a:lnTo>
                      <a:lnTo>
                        <a:pt x="36" y="72"/>
                      </a:lnTo>
                      <a:lnTo>
                        <a:pt x="0" y="102"/>
                      </a:lnTo>
                      <a:lnTo>
                        <a:pt x="150" y="253"/>
                      </a:lnTo>
                      <a:close/>
                    </a:path>
                  </a:pathLst>
                </a:custGeom>
                <a:solidFill>
                  <a:srgbClr val="E5B5A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03" tIns="45702" rIns="91403" bIns="45702" numCol="1" anchor="t" anchorCtr="0" compatLnSpc="1">
                  <a:prstTxWarp prst="textNoShape">
                    <a:avLst/>
                  </a:prstTxWarp>
                </a:bodyPr>
                <a:lstStyle/>
                <a:p>
                  <a:pPr defTabSz="932319"/>
                  <a:endParaRPr lang="en-US" sz="1835" dirty="0">
                    <a:gradFill>
                      <a:gsLst>
                        <a:gs pos="28319">
                          <a:srgbClr val="000000"/>
                        </a:gs>
                        <a:gs pos="52212">
                          <a:srgbClr val="000000"/>
                        </a:gs>
                      </a:gsLst>
                      <a:lin ang="5400000" scaled="0"/>
                    </a:gradFill>
                    <a:latin typeface="Segoe UI"/>
                  </a:endParaRPr>
                </a:p>
              </p:txBody>
            </p:sp>
            <p:sp>
              <p:nvSpPr>
                <p:cNvPr id="1116" name="Freeform 179"/>
                <p:cNvSpPr>
                  <a:spLocks/>
                </p:cNvSpPr>
                <p:nvPr/>
              </p:nvSpPr>
              <p:spPr bwMode="auto">
                <a:xfrm>
                  <a:off x="4208463" y="2889250"/>
                  <a:ext cx="87313" cy="87313"/>
                </a:xfrm>
                <a:custGeom>
                  <a:avLst/>
                  <a:gdLst>
                    <a:gd name="T0" fmla="*/ 29 w 29"/>
                    <a:gd name="T1" fmla="*/ 12 h 29"/>
                    <a:gd name="T2" fmla="*/ 22 w 29"/>
                    <a:gd name="T3" fmla="*/ 5 h 29"/>
                    <a:gd name="T4" fmla="*/ 5 w 29"/>
                    <a:gd name="T5" fmla="*/ 5 h 29"/>
                    <a:gd name="T6" fmla="*/ 5 w 29"/>
                    <a:gd name="T7" fmla="*/ 23 h 29"/>
                    <a:gd name="T8" fmla="*/ 11 w 29"/>
                    <a:gd name="T9" fmla="*/ 29 h 29"/>
                    <a:gd name="T10" fmla="*/ 29 w 29"/>
                    <a:gd name="T11" fmla="*/ 12 h 29"/>
                  </a:gdLst>
                  <a:ahLst/>
                  <a:cxnLst>
                    <a:cxn ang="0">
                      <a:pos x="T0" y="T1"/>
                    </a:cxn>
                    <a:cxn ang="0">
                      <a:pos x="T2" y="T3"/>
                    </a:cxn>
                    <a:cxn ang="0">
                      <a:pos x="T4" y="T5"/>
                    </a:cxn>
                    <a:cxn ang="0">
                      <a:pos x="T6" y="T7"/>
                    </a:cxn>
                    <a:cxn ang="0">
                      <a:pos x="T8" y="T9"/>
                    </a:cxn>
                    <a:cxn ang="0">
                      <a:pos x="T10" y="T11"/>
                    </a:cxn>
                  </a:cxnLst>
                  <a:rect l="0" t="0" r="r" b="b"/>
                  <a:pathLst>
                    <a:path w="29" h="29">
                      <a:moveTo>
                        <a:pt x="29" y="12"/>
                      </a:moveTo>
                      <a:cubicBezTo>
                        <a:pt x="22" y="5"/>
                        <a:pt x="22" y="5"/>
                        <a:pt x="22" y="5"/>
                      </a:cubicBezTo>
                      <a:cubicBezTo>
                        <a:pt x="17" y="0"/>
                        <a:pt x="9" y="0"/>
                        <a:pt x="5" y="5"/>
                      </a:cubicBezTo>
                      <a:cubicBezTo>
                        <a:pt x="0" y="10"/>
                        <a:pt x="0" y="18"/>
                        <a:pt x="5" y="23"/>
                      </a:cubicBezTo>
                      <a:cubicBezTo>
                        <a:pt x="11" y="29"/>
                        <a:pt x="11" y="29"/>
                        <a:pt x="11" y="29"/>
                      </a:cubicBezTo>
                      <a:lnTo>
                        <a:pt x="29" y="12"/>
                      </a:lnTo>
                      <a:close/>
                    </a:path>
                  </a:pathLst>
                </a:custGeom>
                <a:solidFill>
                  <a:srgbClr val="E5B5A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03" tIns="45702" rIns="91403" bIns="45702" numCol="1" anchor="t" anchorCtr="0" compatLnSpc="1">
                  <a:prstTxWarp prst="textNoShape">
                    <a:avLst/>
                  </a:prstTxWarp>
                </a:bodyPr>
                <a:lstStyle/>
                <a:p>
                  <a:pPr defTabSz="932319"/>
                  <a:endParaRPr lang="en-US" sz="1835" dirty="0">
                    <a:gradFill>
                      <a:gsLst>
                        <a:gs pos="28319">
                          <a:srgbClr val="000000"/>
                        </a:gs>
                        <a:gs pos="52212">
                          <a:srgbClr val="000000"/>
                        </a:gs>
                      </a:gsLst>
                      <a:lin ang="5400000" scaled="0"/>
                    </a:gradFill>
                    <a:latin typeface="Segoe UI"/>
                  </a:endParaRPr>
                </a:p>
              </p:txBody>
            </p:sp>
            <p:sp>
              <p:nvSpPr>
                <p:cNvPr id="1117" name="Freeform 180"/>
                <p:cNvSpPr>
                  <a:spLocks/>
                </p:cNvSpPr>
                <p:nvPr/>
              </p:nvSpPr>
              <p:spPr bwMode="auto">
                <a:xfrm>
                  <a:off x="4275138" y="2852738"/>
                  <a:ext cx="87313" cy="87313"/>
                </a:xfrm>
                <a:custGeom>
                  <a:avLst/>
                  <a:gdLst>
                    <a:gd name="T0" fmla="*/ 29 w 29"/>
                    <a:gd name="T1" fmla="*/ 11 h 29"/>
                    <a:gd name="T2" fmla="*/ 22 w 29"/>
                    <a:gd name="T3" fmla="*/ 4 h 29"/>
                    <a:gd name="T4" fmla="*/ 5 w 29"/>
                    <a:gd name="T5" fmla="*/ 4 h 29"/>
                    <a:gd name="T6" fmla="*/ 5 w 29"/>
                    <a:gd name="T7" fmla="*/ 22 h 29"/>
                    <a:gd name="T8" fmla="*/ 12 w 29"/>
                    <a:gd name="T9" fmla="*/ 29 h 29"/>
                    <a:gd name="T10" fmla="*/ 29 w 29"/>
                    <a:gd name="T11" fmla="*/ 11 h 29"/>
                  </a:gdLst>
                  <a:ahLst/>
                  <a:cxnLst>
                    <a:cxn ang="0">
                      <a:pos x="T0" y="T1"/>
                    </a:cxn>
                    <a:cxn ang="0">
                      <a:pos x="T2" y="T3"/>
                    </a:cxn>
                    <a:cxn ang="0">
                      <a:pos x="T4" y="T5"/>
                    </a:cxn>
                    <a:cxn ang="0">
                      <a:pos x="T6" y="T7"/>
                    </a:cxn>
                    <a:cxn ang="0">
                      <a:pos x="T8" y="T9"/>
                    </a:cxn>
                    <a:cxn ang="0">
                      <a:pos x="T10" y="T11"/>
                    </a:cxn>
                  </a:cxnLst>
                  <a:rect l="0" t="0" r="r" b="b"/>
                  <a:pathLst>
                    <a:path w="29" h="29">
                      <a:moveTo>
                        <a:pt x="29" y="11"/>
                      </a:moveTo>
                      <a:cubicBezTo>
                        <a:pt x="22" y="4"/>
                        <a:pt x="22" y="4"/>
                        <a:pt x="22" y="4"/>
                      </a:cubicBezTo>
                      <a:cubicBezTo>
                        <a:pt x="18" y="0"/>
                        <a:pt x="10" y="0"/>
                        <a:pt x="5" y="4"/>
                      </a:cubicBezTo>
                      <a:cubicBezTo>
                        <a:pt x="0" y="9"/>
                        <a:pt x="0" y="17"/>
                        <a:pt x="5" y="22"/>
                      </a:cubicBezTo>
                      <a:cubicBezTo>
                        <a:pt x="12" y="29"/>
                        <a:pt x="12" y="29"/>
                        <a:pt x="12" y="29"/>
                      </a:cubicBezTo>
                      <a:lnTo>
                        <a:pt x="29" y="11"/>
                      </a:lnTo>
                      <a:close/>
                    </a:path>
                  </a:pathLst>
                </a:custGeom>
                <a:solidFill>
                  <a:srgbClr val="E5B5A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03" tIns="45702" rIns="91403" bIns="45702" numCol="1" anchor="t" anchorCtr="0" compatLnSpc="1">
                  <a:prstTxWarp prst="textNoShape">
                    <a:avLst/>
                  </a:prstTxWarp>
                </a:bodyPr>
                <a:lstStyle/>
                <a:p>
                  <a:pPr defTabSz="932319"/>
                  <a:endParaRPr lang="en-US" sz="1835" dirty="0">
                    <a:gradFill>
                      <a:gsLst>
                        <a:gs pos="28319">
                          <a:srgbClr val="000000"/>
                        </a:gs>
                        <a:gs pos="52212">
                          <a:srgbClr val="000000"/>
                        </a:gs>
                      </a:gsLst>
                      <a:lin ang="5400000" scaled="0"/>
                    </a:gradFill>
                    <a:latin typeface="Segoe UI"/>
                  </a:endParaRPr>
                </a:p>
              </p:txBody>
            </p:sp>
            <p:sp>
              <p:nvSpPr>
                <p:cNvPr id="1119" name="Freeform 182"/>
                <p:cNvSpPr>
                  <a:spLocks/>
                </p:cNvSpPr>
                <p:nvPr/>
              </p:nvSpPr>
              <p:spPr bwMode="auto">
                <a:xfrm>
                  <a:off x="4165601" y="3027363"/>
                  <a:ext cx="266700" cy="190500"/>
                </a:xfrm>
                <a:custGeom>
                  <a:avLst/>
                  <a:gdLst>
                    <a:gd name="T0" fmla="*/ 88 w 88"/>
                    <a:gd name="T1" fmla="*/ 63 h 63"/>
                    <a:gd name="T2" fmla="*/ 23 w 88"/>
                    <a:gd name="T3" fmla="*/ 40 h 63"/>
                    <a:gd name="T4" fmla="*/ 30 w 88"/>
                    <a:gd name="T5" fmla="*/ 0 h 63"/>
                    <a:gd name="T6" fmla="*/ 88 w 88"/>
                    <a:gd name="T7" fmla="*/ 63 h 63"/>
                  </a:gdLst>
                  <a:ahLst/>
                  <a:cxnLst>
                    <a:cxn ang="0">
                      <a:pos x="T0" y="T1"/>
                    </a:cxn>
                    <a:cxn ang="0">
                      <a:pos x="T2" y="T3"/>
                    </a:cxn>
                    <a:cxn ang="0">
                      <a:pos x="T4" y="T5"/>
                    </a:cxn>
                    <a:cxn ang="0">
                      <a:pos x="T6" y="T7"/>
                    </a:cxn>
                  </a:cxnLst>
                  <a:rect l="0" t="0" r="r" b="b"/>
                  <a:pathLst>
                    <a:path w="88" h="63">
                      <a:moveTo>
                        <a:pt x="88" y="63"/>
                      </a:moveTo>
                      <a:cubicBezTo>
                        <a:pt x="88" y="63"/>
                        <a:pt x="42" y="60"/>
                        <a:pt x="23" y="40"/>
                      </a:cubicBezTo>
                      <a:cubicBezTo>
                        <a:pt x="0" y="15"/>
                        <a:pt x="30" y="0"/>
                        <a:pt x="30" y="0"/>
                      </a:cubicBezTo>
                      <a:lnTo>
                        <a:pt x="88" y="63"/>
                      </a:lnTo>
                      <a:close/>
                    </a:path>
                  </a:pathLst>
                </a:custGeom>
                <a:solidFill>
                  <a:srgbClr val="E5B5A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03" tIns="45702" rIns="91403" bIns="45702" numCol="1" anchor="t" anchorCtr="0" compatLnSpc="1">
                  <a:prstTxWarp prst="textNoShape">
                    <a:avLst/>
                  </a:prstTxWarp>
                </a:bodyPr>
                <a:lstStyle/>
                <a:p>
                  <a:pPr defTabSz="932319"/>
                  <a:endParaRPr lang="en-US" sz="1835" dirty="0">
                    <a:gradFill>
                      <a:gsLst>
                        <a:gs pos="28319">
                          <a:srgbClr val="000000"/>
                        </a:gs>
                        <a:gs pos="52212">
                          <a:srgbClr val="000000"/>
                        </a:gs>
                      </a:gsLst>
                      <a:lin ang="5400000" scaled="0"/>
                    </a:gradFill>
                    <a:latin typeface="Segoe UI"/>
                  </a:endParaRPr>
                </a:p>
              </p:txBody>
            </p:sp>
            <p:sp>
              <p:nvSpPr>
                <p:cNvPr id="1120" name="Freeform 183"/>
                <p:cNvSpPr>
                  <a:spLocks/>
                </p:cNvSpPr>
                <p:nvPr/>
              </p:nvSpPr>
              <p:spPr bwMode="auto">
                <a:xfrm>
                  <a:off x="4148138" y="3009900"/>
                  <a:ext cx="147638" cy="153988"/>
                </a:xfrm>
                <a:custGeom>
                  <a:avLst/>
                  <a:gdLst>
                    <a:gd name="T0" fmla="*/ 45 w 49"/>
                    <a:gd name="T1" fmla="*/ 32 h 51"/>
                    <a:gd name="T2" fmla="*/ 44 w 49"/>
                    <a:gd name="T3" fmla="*/ 47 h 51"/>
                    <a:gd name="T4" fmla="*/ 44 w 49"/>
                    <a:gd name="T5" fmla="*/ 47 h 51"/>
                    <a:gd name="T6" fmla="*/ 29 w 49"/>
                    <a:gd name="T7" fmla="*/ 46 h 51"/>
                    <a:gd name="T8" fmla="*/ 4 w 49"/>
                    <a:gd name="T9" fmla="*/ 19 h 51"/>
                    <a:gd name="T10" fmla="*/ 5 w 49"/>
                    <a:gd name="T11" fmla="*/ 4 h 51"/>
                    <a:gd name="T12" fmla="*/ 5 w 49"/>
                    <a:gd name="T13" fmla="*/ 4 h 51"/>
                    <a:gd name="T14" fmla="*/ 20 w 49"/>
                    <a:gd name="T15" fmla="*/ 5 h 51"/>
                    <a:gd name="T16" fmla="*/ 45 w 49"/>
                    <a:gd name="T17" fmla="*/ 32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9" h="51">
                      <a:moveTo>
                        <a:pt x="45" y="32"/>
                      </a:moveTo>
                      <a:cubicBezTo>
                        <a:pt x="49" y="36"/>
                        <a:pt x="49" y="43"/>
                        <a:pt x="44" y="47"/>
                      </a:cubicBezTo>
                      <a:cubicBezTo>
                        <a:pt x="44" y="47"/>
                        <a:pt x="44" y="47"/>
                        <a:pt x="44" y="47"/>
                      </a:cubicBezTo>
                      <a:cubicBezTo>
                        <a:pt x="40" y="51"/>
                        <a:pt x="33" y="50"/>
                        <a:pt x="29" y="46"/>
                      </a:cubicBezTo>
                      <a:cubicBezTo>
                        <a:pt x="4" y="19"/>
                        <a:pt x="4" y="19"/>
                        <a:pt x="4" y="19"/>
                      </a:cubicBezTo>
                      <a:cubicBezTo>
                        <a:pt x="0" y="15"/>
                        <a:pt x="1" y="8"/>
                        <a:pt x="5" y="4"/>
                      </a:cubicBezTo>
                      <a:cubicBezTo>
                        <a:pt x="5" y="4"/>
                        <a:pt x="5" y="4"/>
                        <a:pt x="5" y="4"/>
                      </a:cubicBezTo>
                      <a:cubicBezTo>
                        <a:pt x="9" y="0"/>
                        <a:pt x="16" y="1"/>
                        <a:pt x="20" y="5"/>
                      </a:cubicBezTo>
                      <a:lnTo>
                        <a:pt x="45" y="32"/>
                      </a:lnTo>
                      <a:close/>
                    </a:path>
                  </a:pathLst>
                </a:custGeom>
                <a:solidFill>
                  <a:srgbClr val="E5B5A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03" tIns="45702" rIns="91403" bIns="45702" numCol="1" anchor="t" anchorCtr="0" compatLnSpc="1">
                  <a:prstTxWarp prst="textNoShape">
                    <a:avLst/>
                  </a:prstTxWarp>
                </a:bodyPr>
                <a:lstStyle/>
                <a:p>
                  <a:pPr defTabSz="932319"/>
                  <a:endParaRPr lang="en-US" sz="1835" dirty="0">
                    <a:gradFill>
                      <a:gsLst>
                        <a:gs pos="28319">
                          <a:srgbClr val="000000"/>
                        </a:gs>
                        <a:gs pos="52212">
                          <a:srgbClr val="000000"/>
                        </a:gs>
                      </a:gsLst>
                      <a:lin ang="5400000" scaled="0"/>
                    </a:gradFill>
                    <a:latin typeface="Segoe UI"/>
                  </a:endParaRPr>
                </a:p>
              </p:txBody>
            </p:sp>
            <p:sp>
              <p:nvSpPr>
                <p:cNvPr id="1121" name="Freeform 184"/>
                <p:cNvSpPr>
                  <a:spLocks/>
                </p:cNvSpPr>
                <p:nvPr/>
              </p:nvSpPr>
              <p:spPr bwMode="auto">
                <a:xfrm>
                  <a:off x="4160838" y="3000375"/>
                  <a:ext cx="84138" cy="96838"/>
                </a:xfrm>
                <a:custGeom>
                  <a:avLst/>
                  <a:gdLst>
                    <a:gd name="T0" fmla="*/ 10 w 28"/>
                    <a:gd name="T1" fmla="*/ 27 h 32"/>
                    <a:gd name="T2" fmla="*/ 9 w 28"/>
                    <a:gd name="T3" fmla="*/ 9 h 32"/>
                    <a:gd name="T4" fmla="*/ 28 w 28"/>
                    <a:gd name="T5" fmla="*/ 18 h 32"/>
                    <a:gd name="T6" fmla="*/ 21 w 28"/>
                    <a:gd name="T7" fmla="*/ 32 h 32"/>
                    <a:gd name="T8" fmla="*/ 10 w 28"/>
                    <a:gd name="T9" fmla="*/ 27 h 32"/>
                  </a:gdLst>
                  <a:ahLst/>
                  <a:cxnLst>
                    <a:cxn ang="0">
                      <a:pos x="T0" y="T1"/>
                    </a:cxn>
                    <a:cxn ang="0">
                      <a:pos x="T2" y="T3"/>
                    </a:cxn>
                    <a:cxn ang="0">
                      <a:pos x="T4" y="T5"/>
                    </a:cxn>
                    <a:cxn ang="0">
                      <a:pos x="T6" y="T7"/>
                    </a:cxn>
                    <a:cxn ang="0">
                      <a:pos x="T8" y="T9"/>
                    </a:cxn>
                  </a:cxnLst>
                  <a:rect l="0" t="0" r="r" b="b"/>
                  <a:pathLst>
                    <a:path w="28" h="32">
                      <a:moveTo>
                        <a:pt x="10" y="27"/>
                      </a:moveTo>
                      <a:cubicBezTo>
                        <a:pt x="10" y="27"/>
                        <a:pt x="18" y="18"/>
                        <a:pt x="9" y="9"/>
                      </a:cubicBezTo>
                      <a:cubicBezTo>
                        <a:pt x="0" y="0"/>
                        <a:pt x="28" y="18"/>
                        <a:pt x="28" y="18"/>
                      </a:cubicBezTo>
                      <a:cubicBezTo>
                        <a:pt x="21" y="32"/>
                        <a:pt x="21" y="32"/>
                        <a:pt x="21" y="32"/>
                      </a:cubicBezTo>
                      <a:lnTo>
                        <a:pt x="10" y="27"/>
                      </a:lnTo>
                      <a:close/>
                    </a:path>
                  </a:pathLst>
                </a:custGeom>
                <a:solidFill>
                  <a:srgbClr val="E5B5A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03" tIns="45702" rIns="91403" bIns="45702" numCol="1" anchor="t" anchorCtr="0" compatLnSpc="1">
                  <a:prstTxWarp prst="textNoShape">
                    <a:avLst/>
                  </a:prstTxWarp>
                </a:bodyPr>
                <a:lstStyle/>
                <a:p>
                  <a:pPr defTabSz="932319"/>
                  <a:endParaRPr lang="en-US" sz="1835" dirty="0">
                    <a:gradFill>
                      <a:gsLst>
                        <a:gs pos="28319">
                          <a:srgbClr val="000000"/>
                        </a:gs>
                        <a:gs pos="52212">
                          <a:srgbClr val="000000"/>
                        </a:gs>
                      </a:gsLst>
                      <a:lin ang="5400000" scaled="0"/>
                    </a:gradFill>
                    <a:latin typeface="Segoe UI"/>
                  </a:endParaRPr>
                </a:p>
              </p:txBody>
            </p:sp>
            <p:sp>
              <p:nvSpPr>
                <p:cNvPr id="1122" name="Freeform 185"/>
                <p:cNvSpPr>
                  <a:spLocks/>
                </p:cNvSpPr>
                <p:nvPr/>
              </p:nvSpPr>
              <p:spPr bwMode="auto">
                <a:xfrm>
                  <a:off x="4067176" y="2973388"/>
                  <a:ext cx="157163" cy="109538"/>
                </a:xfrm>
                <a:custGeom>
                  <a:avLst/>
                  <a:gdLst>
                    <a:gd name="T0" fmla="*/ 5 w 52"/>
                    <a:gd name="T1" fmla="*/ 7 h 36"/>
                    <a:gd name="T2" fmla="*/ 0 w 52"/>
                    <a:gd name="T3" fmla="*/ 16 h 36"/>
                    <a:gd name="T4" fmla="*/ 9 w 52"/>
                    <a:gd name="T5" fmla="*/ 21 h 36"/>
                    <a:gd name="T6" fmla="*/ 36 w 52"/>
                    <a:gd name="T7" fmla="*/ 34 h 36"/>
                    <a:gd name="T8" fmla="*/ 50 w 52"/>
                    <a:gd name="T9" fmla="*/ 29 h 36"/>
                    <a:gd name="T10" fmla="*/ 45 w 52"/>
                    <a:gd name="T11" fmla="*/ 16 h 36"/>
                    <a:gd name="T12" fmla="*/ 18 w 52"/>
                    <a:gd name="T13" fmla="*/ 3 h 36"/>
                    <a:gd name="T14" fmla="*/ 5 w 52"/>
                    <a:gd name="T15" fmla="*/ 7 h 3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2" h="36">
                      <a:moveTo>
                        <a:pt x="5" y="7"/>
                      </a:moveTo>
                      <a:cubicBezTo>
                        <a:pt x="0" y="16"/>
                        <a:pt x="0" y="16"/>
                        <a:pt x="0" y="16"/>
                      </a:cubicBezTo>
                      <a:cubicBezTo>
                        <a:pt x="9" y="21"/>
                        <a:pt x="9" y="21"/>
                        <a:pt x="9" y="21"/>
                      </a:cubicBezTo>
                      <a:cubicBezTo>
                        <a:pt x="36" y="34"/>
                        <a:pt x="36" y="34"/>
                        <a:pt x="36" y="34"/>
                      </a:cubicBezTo>
                      <a:cubicBezTo>
                        <a:pt x="41" y="36"/>
                        <a:pt x="47" y="34"/>
                        <a:pt x="50" y="29"/>
                      </a:cubicBezTo>
                      <a:cubicBezTo>
                        <a:pt x="52" y="25"/>
                        <a:pt x="50" y="19"/>
                        <a:pt x="45" y="16"/>
                      </a:cubicBezTo>
                      <a:cubicBezTo>
                        <a:pt x="18" y="3"/>
                        <a:pt x="18" y="3"/>
                        <a:pt x="18" y="3"/>
                      </a:cubicBezTo>
                      <a:cubicBezTo>
                        <a:pt x="13" y="0"/>
                        <a:pt x="7" y="2"/>
                        <a:pt x="5" y="7"/>
                      </a:cubicBezTo>
                      <a:close/>
                    </a:path>
                  </a:pathLst>
                </a:custGeom>
                <a:solidFill>
                  <a:srgbClr val="E5B5A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03" tIns="45702" rIns="91403" bIns="45702" numCol="1" anchor="t" anchorCtr="0" compatLnSpc="1">
                  <a:prstTxWarp prst="textNoShape">
                    <a:avLst/>
                  </a:prstTxWarp>
                </a:bodyPr>
                <a:lstStyle/>
                <a:p>
                  <a:pPr defTabSz="932319"/>
                  <a:endParaRPr lang="en-US" sz="1835" dirty="0">
                    <a:gradFill>
                      <a:gsLst>
                        <a:gs pos="28319">
                          <a:srgbClr val="000000"/>
                        </a:gs>
                        <a:gs pos="52212">
                          <a:srgbClr val="000000"/>
                        </a:gs>
                      </a:gsLst>
                      <a:lin ang="5400000" scaled="0"/>
                    </a:gradFill>
                    <a:latin typeface="Segoe UI"/>
                  </a:endParaRPr>
                </a:p>
              </p:txBody>
            </p:sp>
            <p:sp>
              <p:nvSpPr>
                <p:cNvPr id="1123" name="Freeform 186"/>
                <p:cNvSpPr>
                  <a:spLocks/>
                </p:cNvSpPr>
                <p:nvPr/>
              </p:nvSpPr>
              <p:spPr bwMode="auto">
                <a:xfrm>
                  <a:off x="4067176" y="3006725"/>
                  <a:ext cx="57150" cy="42863"/>
                </a:xfrm>
                <a:custGeom>
                  <a:avLst/>
                  <a:gdLst>
                    <a:gd name="T0" fmla="*/ 12 w 19"/>
                    <a:gd name="T1" fmla="*/ 5 h 14"/>
                    <a:gd name="T2" fmla="*/ 3 w 19"/>
                    <a:gd name="T3" fmla="*/ 0 h 14"/>
                    <a:gd name="T4" fmla="*/ 0 w 19"/>
                    <a:gd name="T5" fmla="*/ 5 h 14"/>
                    <a:gd name="T6" fmla="*/ 9 w 19"/>
                    <a:gd name="T7" fmla="*/ 10 h 14"/>
                    <a:gd name="T8" fmla="*/ 19 w 19"/>
                    <a:gd name="T9" fmla="*/ 14 h 14"/>
                    <a:gd name="T10" fmla="*/ 12 w 19"/>
                    <a:gd name="T11" fmla="*/ 5 h 14"/>
                  </a:gdLst>
                  <a:ahLst/>
                  <a:cxnLst>
                    <a:cxn ang="0">
                      <a:pos x="T0" y="T1"/>
                    </a:cxn>
                    <a:cxn ang="0">
                      <a:pos x="T2" y="T3"/>
                    </a:cxn>
                    <a:cxn ang="0">
                      <a:pos x="T4" y="T5"/>
                    </a:cxn>
                    <a:cxn ang="0">
                      <a:pos x="T6" y="T7"/>
                    </a:cxn>
                    <a:cxn ang="0">
                      <a:pos x="T8" y="T9"/>
                    </a:cxn>
                    <a:cxn ang="0">
                      <a:pos x="T10" y="T11"/>
                    </a:cxn>
                  </a:cxnLst>
                  <a:rect l="0" t="0" r="r" b="b"/>
                  <a:pathLst>
                    <a:path w="19" h="14">
                      <a:moveTo>
                        <a:pt x="12" y="5"/>
                      </a:moveTo>
                      <a:cubicBezTo>
                        <a:pt x="3" y="0"/>
                        <a:pt x="3" y="0"/>
                        <a:pt x="3" y="0"/>
                      </a:cubicBezTo>
                      <a:cubicBezTo>
                        <a:pt x="0" y="5"/>
                        <a:pt x="0" y="5"/>
                        <a:pt x="0" y="5"/>
                      </a:cubicBezTo>
                      <a:cubicBezTo>
                        <a:pt x="9" y="10"/>
                        <a:pt x="9" y="10"/>
                        <a:pt x="9" y="10"/>
                      </a:cubicBezTo>
                      <a:cubicBezTo>
                        <a:pt x="19" y="14"/>
                        <a:pt x="19" y="14"/>
                        <a:pt x="19" y="14"/>
                      </a:cubicBezTo>
                      <a:cubicBezTo>
                        <a:pt x="18" y="10"/>
                        <a:pt x="16" y="7"/>
                        <a:pt x="12" y="5"/>
                      </a:cubicBezTo>
                      <a:close/>
                    </a:path>
                  </a:pathLst>
                </a:custGeom>
                <a:solidFill>
                  <a:srgbClr val="F2D3C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03" tIns="45702" rIns="91403" bIns="45702" numCol="1" anchor="t" anchorCtr="0" compatLnSpc="1">
                  <a:prstTxWarp prst="textNoShape">
                    <a:avLst/>
                  </a:prstTxWarp>
                </a:bodyPr>
                <a:lstStyle/>
                <a:p>
                  <a:pPr defTabSz="932319"/>
                  <a:endParaRPr lang="en-US" sz="1835" dirty="0">
                    <a:gradFill>
                      <a:gsLst>
                        <a:gs pos="28319">
                          <a:srgbClr val="000000"/>
                        </a:gs>
                        <a:gs pos="52212">
                          <a:srgbClr val="000000"/>
                        </a:gs>
                      </a:gsLst>
                      <a:lin ang="5400000" scaled="0"/>
                    </a:gradFill>
                    <a:latin typeface="Segoe UI"/>
                  </a:endParaRPr>
                </a:p>
              </p:txBody>
            </p:sp>
            <p:sp>
              <p:nvSpPr>
                <p:cNvPr id="1124" name="Freeform 187"/>
                <p:cNvSpPr>
                  <a:spLocks/>
                </p:cNvSpPr>
                <p:nvPr/>
              </p:nvSpPr>
              <p:spPr bwMode="auto">
                <a:xfrm>
                  <a:off x="4121151" y="2982913"/>
                  <a:ext cx="84138" cy="66675"/>
                </a:xfrm>
                <a:custGeom>
                  <a:avLst/>
                  <a:gdLst>
                    <a:gd name="T0" fmla="*/ 13 w 28"/>
                    <a:gd name="T1" fmla="*/ 6 h 22"/>
                    <a:gd name="T2" fmla="*/ 28 w 28"/>
                    <a:gd name="T3" fmla="*/ 22 h 22"/>
                    <a:gd name="T4" fmla="*/ 0 w 28"/>
                    <a:gd name="T5" fmla="*/ 0 h 22"/>
                    <a:gd name="T6" fmla="*/ 13 w 28"/>
                    <a:gd name="T7" fmla="*/ 6 h 22"/>
                  </a:gdLst>
                  <a:ahLst/>
                  <a:cxnLst>
                    <a:cxn ang="0">
                      <a:pos x="T0" y="T1"/>
                    </a:cxn>
                    <a:cxn ang="0">
                      <a:pos x="T2" y="T3"/>
                    </a:cxn>
                    <a:cxn ang="0">
                      <a:pos x="T4" y="T5"/>
                    </a:cxn>
                    <a:cxn ang="0">
                      <a:pos x="T6" y="T7"/>
                    </a:cxn>
                  </a:cxnLst>
                  <a:rect l="0" t="0" r="r" b="b"/>
                  <a:pathLst>
                    <a:path w="28" h="22">
                      <a:moveTo>
                        <a:pt x="13" y="6"/>
                      </a:moveTo>
                      <a:cubicBezTo>
                        <a:pt x="28" y="22"/>
                        <a:pt x="28" y="22"/>
                        <a:pt x="28" y="22"/>
                      </a:cubicBezTo>
                      <a:cubicBezTo>
                        <a:pt x="28" y="22"/>
                        <a:pt x="3" y="22"/>
                        <a:pt x="0" y="0"/>
                      </a:cubicBezTo>
                      <a:cubicBezTo>
                        <a:pt x="8" y="4"/>
                        <a:pt x="13" y="6"/>
                        <a:pt x="13" y="6"/>
                      </a:cubicBezTo>
                      <a:close/>
                    </a:path>
                  </a:pathLst>
                </a:custGeom>
                <a:solidFill>
                  <a:srgbClr val="CC867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03" tIns="45702" rIns="91403" bIns="45702" numCol="1" anchor="t" anchorCtr="0" compatLnSpc="1">
                  <a:prstTxWarp prst="textNoShape">
                    <a:avLst/>
                  </a:prstTxWarp>
                </a:bodyPr>
                <a:lstStyle/>
                <a:p>
                  <a:pPr defTabSz="932319"/>
                  <a:endParaRPr lang="en-US" sz="1835" dirty="0">
                    <a:gradFill>
                      <a:gsLst>
                        <a:gs pos="28319">
                          <a:srgbClr val="000000"/>
                        </a:gs>
                        <a:gs pos="52212">
                          <a:srgbClr val="000000"/>
                        </a:gs>
                      </a:gsLst>
                      <a:lin ang="5400000" scaled="0"/>
                    </a:gradFill>
                    <a:latin typeface="Segoe UI"/>
                  </a:endParaRPr>
                </a:p>
              </p:txBody>
            </p:sp>
            <p:sp>
              <p:nvSpPr>
                <p:cNvPr id="1125" name="Freeform 188"/>
                <p:cNvSpPr>
                  <a:spLocks/>
                </p:cNvSpPr>
                <p:nvPr/>
              </p:nvSpPr>
              <p:spPr bwMode="auto">
                <a:xfrm>
                  <a:off x="4343401" y="3043238"/>
                  <a:ext cx="455613" cy="304800"/>
                </a:xfrm>
                <a:custGeom>
                  <a:avLst/>
                  <a:gdLst>
                    <a:gd name="T0" fmla="*/ 109 w 287"/>
                    <a:gd name="T1" fmla="*/ 0 h 192"/>
                    <a:gd name="T2" fmla="*/ 287 w 287"/>
                    <a:gd name="T3" fmla="*/ 139 h 192"/>
                    <a:gd name="T4" fmla="*/ 95 w 287"/>
                    <a:gd name="T5" fmla="*/ 192 h 192"/>
                    <a:gd name="T6" fmla="*/ 0 w 287"/>
                    <a:gd name="T7" fmla="*/ 89 h 192"/>
                    <a:gd name="T8" fmla="*/ 109 w 287"/>
                    <a:gd name="T9" fmla="*/ 0 h 192"/>
                  </a:gdLst>
                  <a:ahLst/>
                  <a:cxnLst>
                    <a:cxn ang="0">
                      <a:pos x="T0" y="T1"/>
                    </a:cxn>
                    <a:cxn ang="0">
                      <a:pos x="T2" y="T3"/>
                    </a:cxn>
                    <a:cxn ang="0">
                      <a:pos x="T4" y="T5"/>
                    </a:cxn>
                    <a:cxn ang="0">
                      <a:pos x="T6" y="T7"/>
                    </a:cxn>
                    <a:cxn ang="0">
                      <a:pos x="T8" y="T9"/>
                    </a:cxn>
                  </a:cxnLst>
                  <a:rect l="0" t="0" r="r" b="b"/>
                  <a:pathLst>
                    <a:path w="287" h="192">
                      <a:moveTo>
                        <a:pt x="109" y="0"/>
                      </a:moveTo>
                      <a:lnTo>
                        <a:pt x="287" y="139"/>
                      </a:lnTo>
                      <a:lnTo>
                        <a:pt x="95" y="192"/>
                      </a:lnTo>
                      <a:lnTo>
                        <a:pt x="0" y="89"/>
                      </a:lnTo>
                      <a:lnTo>
                        <a:pt x="109" y="0"/>
                      </a:lnTo>
                      <a:close/>
                    </a:path>
                  </a:pathLst>
                </a:custGeom>
                <a:solidFill>
                  <a:srgbClr val="E5B5A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03" tIns="45702" rIns="91403" bIns="45702" numCol="1" anchor="t" anchorCtr="0" compatLnSpc="1">
                  <a:prstTxWarp prst="textNoShape">
                    <a:avLst/>
                  </a:prstTxWarp>
                </a:bodyPr>
                <a:lstStyle/>
                <a:p>
                  <a:pPr defTabSz="932319"/>
                  <a:endParaRPr lang="en-US" sz="1835" dirty="0">
                    <a:gradFill>
                      <a:gsLst>
                        <a:gs pos="28319">
                          <a:srgbClr val="000000"/>
                        </a:gs>
                        <a:gs pos="52212">
                          <a:srgbClr val="000000"/>
                        </a:gs>
                      </a:gsLst>
                      <a:lin ang="5400000" scaled="0"/>
                    </a:gradFill>
                    <a:latin typeface="Segoe UI"/>
                  </a:endParaRPr>
                </a:p>
              </p:txBody>
            </p:sp>
          </p:grpSp>
        </p:grpSp>
      </p:grpSp>
      <p:grpSp>
        <p:nvGrpSpPr>
          <p:cNvPr id="302" name="Group 301"/>
          <p:cNvGrpSpPr/>
          <p:nvPr/>
        </p:nvGrpSpPr>
        <p:grpSpPr>
          <a:xfrm>
            <a:off x="5549453" y="2282278"/>
            <a:ext cx="1609841" cy="1961785"/>
            <a:chOff x="5503728" y="2213527"/>
            <a:chExt cx="1610489" cy="1962574"/>
          </a:xfrm>
        </p:grpSpPr>
        <p:sp>
          <p:nvSpPr>
            <p:cNvPr id="134" name="Rectangle 133"/>
            <p:cNvSpPr/>
            <p:nvPr/>
          </p:nvSpPr>
          <p:spPr>
            <a:xfrm>
              <a:off x="5503728" y="3466393"/>
              <a:ext cx="1610489" cy="709708"/>
            </a:xfrm>
            <a:prstGeom prst="rect">
              <a:avLst/>
            </a:prstGeom>
          </p:spPr>
          <p:txBody>
            <a:bodyPr wrap="square">
              <a:spAutoFit/>
            </a:bodyPr>
            <a:lstStyle/>
            <a:p>
              <a:pPr algn="ctr" defTabSz="914005"/>
              <a:r>
                <a:rPr lang="en-US" sz="1960" dirty="0">
                  <a:gradFill>
                    <a:gsLst>
                      <a:gs pos="28319">
                        <a:srgbClr val="000000"/>
                      </a:gs>
                      <a:gs pos="52212">
                        <a:srgbClr val="000000"/>
                      </a:gs>
                    </a:gsLst>
                    <a:lin ang="5400000" scaled="0"/>
                  </a:gradFill>
                  <a:latin typeface="Segoe UI"/>
                </a:rPr>
                <a:t>Free </a:t>
              </a:r>
              <a:br>
                <a:rPr lang="en-US" sz="1960" dirty="0">
                  <a:gradFill>
                    <a:gsLst>
                      <a:gs pos="28319">
                        <a:srgbClr val="000000"/>
                      </a:gs>
                      <a:gs pos="52212">
                        <a:srgbClr val="000000"/>
                      </a:gs>
                    </a:gsLst>
                    <a:lin ang="5400000" scaled="0"/>
                  </a:gradFill>
                  <a:latin typeface="Segoe UI"/>
                </a:rPr>
              </a:br>
              <a:r>
                <a:rPr lang="en-US" sz="1960" dirty="0">
                  <a:gradFill>
                    <a:gsLst>
                      <a:gs pos="28319">
                        <a:srgbClr val="000000"/>
                      </a:gs>
                      <a:gs pos="52212">
                        <a:srgbClr val="000000"/>
                      </a:gs>
                    </a:gsLst>
                    <a:lin ang="5400000" scaled="0"/>
                  </a:gradFill>
                  <a:latin typeface="Segoe UI"/>
                </a:rPr>
                <a:t>Training</a:t>
              </a:r>
            </a:p>
          </p:txBody>
        </p:sp>
        <p:pic>
          <p:nvPicPr>
            <p:cNvPr id="303" name="Picture 302"/>
            <p:cNvPicPr>
              <a:picLocks noChangeAspect="1"/>
            </p:cNvPicPr>
            <p:nvPr/>
          </p:nvPicPr>
          <p:blipFill>
            <a:blip r:embed="rId4"/>
            <a:stretch>
              <a:fillRect/>
            </a:stretch>
          </p:blipFill>
          <p:spPr>
            <a:xfrm flipH="1">
              <a:off x="5899272" y="2213527"/>
              <a:ext cx="819400" cy="1205398"/>
            </a:xfrm>
            <a:prstGeom prst="rect">
              <a:avLst/>
            </a:prstGeom>
          </p:spPr>
        </p:pic>
      </p:grpSp>
      <p:grpSp>
        <p:nvGrpSpPr>
          <p:cNvPr id="298" name="Group 297"/>
          <p:cNvGrpSpPr/>
          <p:nvPr/>
        </p:nvGrpSpPr>
        <p:grpSpPr>
          <a:xfrm>
            <a:off x="7693546" y="2282127"/>
            <a:ext cx="1744304" cy="1961938"/>
            <a:chOff x="7453007" y="2213374"/>
            <a:chExt cx="1745006" cy="1962727"/>
          </a:xfrm>
        </p:grpSpPr>
        <p:sp>
          <p:nvSpPr>
            <p:cNvPr id="142" name="Rectangle 141"/>
            <p:cNvSpPr/>
            <p:nvPr/>
          </p:nvSpPr>
          <p:spPr>
            <a:xfrm>
              <a:off x="7520266" y="3466393"/>
              <a:ext cx="1610489" cy="709708"/>
            </a:xfrm>
            <a:prstGeom prst="rect">
              <a:avLst/>
            </a:prstGeom>
          </p:spPr>
          <p:txBody>
            <a:bodyPr wrap="square">
              <a:spAutoFit/>
            </a:bodyPr>
            <a:lstStyle/>
            <a:p>
              <a:pPr algn="ctr" defTabSz="914005"/>
              <a:r>
                <a:rPr lang="en-US" sz="1960" dirty="0">
                  <a:gradFill>
                    <a:gsLst>
                      <a:gs pos="28319">
                        <a:srgbClr val="000000"/>
                      </a:gs>
                      <a:gs pos="52212">
                        <a:srgbClr val="000000"/>
                      </a:gs>
                    </a:gsLst>
                    <a:lin ang="5400000" scaled="0"/>
                  </a:gradFill>
                  <a:latin typeface="Segoe UI"/>
                </a:rPr>
                <a:t>Free </a:t>
              </a:r>
              <a:br>
                <a:rPr lang="en-US" sz="1960" dirty="0">
                  <a:gradFill>
                    <a:gsLst>
                      <a:gs pos="28319">
                        <a:srgbClr val="000000"/>
                      </a:gs>
                      <a:gs pos="52212">
                        <a:srgbClr val="000000"/>
                      </a:gs>
                    </a:gsLst>
                    <a:lin ang="5400000" scaled="0"/>
                  </a:gradFill>
                  <a:latin typeface="Segoe UI"/>
                </a:rPr>
              </a:br>
              <a:r>
                <a:rPr lang="en-US" sz="1960" dirty="0">
                  <a:gradFill>
                    <a:gsLst>
                      <a:gs pos="28319">
                        <a:srgbClr val="000000"/>
                      </a:gs>
                      <a:gs pos="52212">
                        <a:srgbClr val="000000"/>
                      </a:gs>
                    </a:gsLst>
                    <a:lin ang="5400000" scaled="0"/>
                  </a:gradFill>
                  <a:latin typeface="Segoe UI"/>
                </a:rPr>
                <a:t>Tools</a:t>
              </a:r>
            </a:p>
          </p:txBody>
        </p:sp>
        <p:grpSp>
          <p:nvGrpSpPr>
            <p:cNvPr id="1140" name="Group 1139"/>
            <p:cNvGrpSpPr/>
            <p:nvPr/>
          </p:nvGrpSpPr>
          <p:grpSpPr>
            <a:xfrm>
              <a:off x="7453007" y="2213374"/>
              <a:ext cx="1745006" cy="1177578"/>
              <a:chOff x="7353454" y="2213374"/>
              <a:chExt cx="1745006" cy="1177578"/>
            </a:xfrm>
          </p:grpSpPr>
          <p:grpSp>
            <p:nvGrpSpPr>
              <p:cNvPr id="1139" name="Group 1138"/>
              <p:cNvGrpSpPr/>
              <p:nvPr/>
            </p:nvGrpSpPr>
            <p:grpSpPr>
              <a:xfrm>
                <a:off x="7353454" y="2213374"/>
                <a:ext cx="1517514" cy="1152575"/>
                <a:chOff x="7377113" y="1308100"/>
                <a:chExt cx="1277937" cy="847725"/>
              </a:xfrm>
            </p:grpSpPr>
            <p:sp>
              <p:nvSpPr>
                <p:cNvPr id="1132" name="AutoShape 190"/>
                <p:cNvSpPr>
                  <a:spLocks noChangeAspect="1" noChangeArrowheads="1" noTextEdit="1"/>
                </p:cNvSpPr>
                <p:nvPr/>
              </p:nvSpPr>
              <p:spPr bwMode="auto">
                <a:xfrm>
                  <a:off x="7377113" y="1308100"/>
                  <a:ext cx="1277937" cy="847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03" tIns="45702" rIns="91403" bIns="45702" numCol="1" anchor="t" anchorCtr="0" compatLnSpc="1">
                  <a:prstTxWarp prst="textNoShape">
                    <a:avLst/>
                  </a:prstTxWarp>
                </a:bodyPr>
                <a:lstStyle/>
                <a:p>
                  <a:pPr defTabSz="932319"/>
                  <a:endParaRPr lang="en-US" sz="1835" dirty="0">
                    <a:gradFill>
                      <a:gsLst>
                        <a:gs pos="28319">
                          <a:srgbClr val="000000"/>
                        </a:gs>
                        <a:gs pos="52212">
                          <a:srgbClr val="000000"/>
                        </a:gs>
                      </a:gsLst>
                      <a:lin ang="5400000" scaled="0"/>
                    </a:gradFill>
                    <a:latin typeface="Segoe UI"/>
                  </a:endParaRPr>
                </a:p>
              </p:txBody>
            </p:sp>
            <p:sp>
              <p:nvSpPr>
                <p:cNvPr id="1133" name="Rectangle 192"/>
                <p:cNvSpPr>
                  <a:spLocks noChangeArrowheads="1"/>
                </p:cNvSpPr>
                <p:nvPr/>
              </p:nvSpPr>
              <p:spPr bwMode="auto">
                <a:xfrm>
                  <a:off x="7844201" y="1393963"/>
                  <a:ext cx="564787" cy="761862"/>
                </a:xfrm>
                <a:prstGeom prst="rect">
                  <a:avLst/>
                </a:prstGeom>
                <a:solidFill>
                  <a:srgbClr val="D83B01"/>
                </a:solidFill>
                <a:ln>
                  <a:noFill/>
                </a:ln>
              </p:spPr>
              <p:txBody>
                <a:bodyPr vert="horz" wrap="square" lIns="91403" tIns="45702" rIns="91403" bIns="45702" numCol="1" anchor="t" anchorCtr="0" compatLnSpc="1">
                  <a:prstTxWarp prst="textNoShape">
                    <a:avLst/>
                  </a:prstTxWarp>
                </a:bodyPr>
                <a:lstStyle/>
                <a:p>
                  <a:pPr defTabSz="932319"/>
                  <a:endParaRPr lang="en-US" sz="1835" dirty="0">
                    <a:gradFill>
                      <a:gsLst>
                        <a:gs pos="28319">
                          <a:srgbClr val="000000"/>
                        </a:gs>
                        <a:gs pos="52212">
                          <a:srgbClr val="000000"/>
                        </a:gs>
                      </a:gsLst>
                      <a:lin ang="5400000" scaled="0"/>
                    </a:gradFill>
                    <a:latin typeface="Segoe UI"/>
                  </a:endParaRPr>
                </a:p>
              </p:txBody>
            </p:sp>
            <p:sp>
              <p:nvSpPr>
                <p:cNvPr id="1134" name="Rectangle 193"/>
                <p:cNvSpPr>
                  <a:spLocks noChangeArrowheads="1"/>
                </p:cNvSpPr>
                <p:nvPr/>
              </p:nvSpPr>
              <p:spPr bwMode="auto">
                <a:xfrm>
                  <a:off x="7586663" y="1393963"/>
                  <a:ext cx="271895" cy="761862"/>
                </a:xfrm>
                <a:prstGeom prst="rect">
                  <a:avLst/>
                </a:prstGeom>
                <a:solidFill>
                  <a:srgbClr val="A32B01"/>
                </a:solidFill>
                <a:ln>
                  <a:noFill/>
                </a:ln>
              </p:spPr>
              <p:txBody>
                <a:bodyPr vert="horz" wrap="square" lIns="91403" tIns="45702" rIns="91403" bIns="45702" numCol="1" anchor="t" anchorCtr="0" compatLnSpc="1">
                  <a:prstTxWarp prst="textNoShape">
                    <a:avLst/>
                  </a:prstTxWarp>
                </a:bodyPr>
                <a:lstStyle/>
                <a:p>
                  <a:pPr defTabSz="932319"/>
                  <a:endParaRPr lang="en-US" sz="1835" dirty="0">
                    <a:gradFill>
                      <a:gsLst>
                        <a:gs pos="28319">
                          <a:srgbClr val="000000"/>
                        </a:gs>
                        <a:gs pos="52212">
                          <a:srgbClr val="000000"/>
                        </a:gs>
                      </a:gsLst>
                      <a:lin ang="5400000" scaled="0"/>
                    </a:gradFill>
                    <a:latin typeface="Segoe UI"/>
                  </a:endParaRPr>
                </a:p>
              </p:txBody>
            </p:sp>
            <p:sp>
              <p:nvSpPr>
                <p:cNvPr id="1135" name="Freeform 194"/>
                <p:cNvSpPr>
                  <a:spLocks/>
                </p:cNvSpPr>
                <p:nvPr/>
              </p:nvSpPr>
              <p:spPr bwMode="auto">
                <a:xfrm>
                  <a:off x="7466520" y="1394833"/>
                  <a:ext cx="392039" cy="216395"/>
                </a:xfrm>
                <a:custGeom>
                  <a:avLst/>
                  <a:gdLst>
                    <a:gd name="T0" fmla="*/ 215 w 348"/>
                    <a:gd name="T1" fmla="*/ 133 h 133"/>
                    <a:gd name="T2" fmla="*/ 0 w 348"/>
                    <a:gd name="T3" fmla="*/ 133 h 133"/>
                    <a:gd name="T4" fmla="*/ 130 w 348"/>
                    <a:gd name="T5" fmla="*/ 0 h 133"/>
                    <a:gd name="T6" fmla="*/ 348 w 348"/>
                    <a:gd name="T7" fmla="*/ 0 h 133"/>
                    <a:gd name="T8" fmla="*/ 215 w 348"/>
                    <a:gd name="T9" fmla="*/ 133 h 133"/>
                    <a:gd name="connsiteX0" fmla="*/ 4375 w 8197"/>
                    <a:gd name="connsiteY0" fmla="*/ 10000 h 10000"/>
                    <a:gd name="connsiteX1" fmla="*/ 0 w 8197"/>
                    <a:gd name="connsiteY1" fmla="*/ 10000 h 10000"/>
                    <a:gd name="connsiteX2" fmla="*/ 1933 w 8197"/>
                    <a:gd name="connsiteY2" fmla="*/ 0 h 10000"/>
                    <a:gd name="connsiteX3" fmla="*/ 8197 w 8197"/>
                    <a:gd name="connsiteY3" fmla="*/ 0 h 10000"/>
                    <a:gd name="connsiteX4" fmla="*/ 4375 w 8197"/>
                    <a:gd name="connsiteY4" fmla="*/ 10000 h 10000"/>
                    <a:gd name="connsiteX0" fmla="*/ 7639 w 10000"/>
                    <a:gd name="connsiteY0" fmla="*/ 10249 h 10249"/>
                    <a:gd name="connsiteX1" fmla="*/ 0 w 10000"/>
                    <a:gd name="connsiteY1" fmla="*/ 10000 h 10249"/>
                    <a:gd name="connsiteX2" fmla="*/ 2358 w 10000"/>
                    <a:gd name="connsiteY2" fmla="*/ 0 h 10249"/>
                    <a:gd name="connsiteX3" fmla="*/ 10000 w 10000"/>
                    <a:gd name="connsiteY3" fmla="*/ 0 h 10249"/>
                    <a:gd name="connsiteX4" fmla="*/ 7639 w 10000"/>
                    <a:gd name="connsiteY4" fmla="*/ 10249 h 102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00" h="10249">
                      <a:moveTo>
                        <a:pt x="7639" y="10249"/>
                      </a:moveTo>
                      <a:lnTo>
                        <a:pt x="0" y="10000"/>
                      </a:lnTo>
                      <a:lnTo>
                        <a:pt x="2358" y="0"/>
                      </a:lnTo>
                      <a:lnTo>
                        <a:pt x="10000" y="0"/>
                      </a:lnTo>
                      <a:lnTo>
                        <a:pt x="7639" y="10249"/>
                      </a:lnTo>
                      <a:close/>
                    </a:path>
                  </a:pathLst>
                </a:custGeom>
                <a:solidFill>
                  <a:srgbClr val="D83B01"/>
                </a:solidFill>
                <a:ln>
                  <a:noFill/>
                </a:ln>
              </p:spPr>
              <p:txBody>
                <a:bodyPr vert="horz" wrap="square" lIns="91403" tIns="45702" rIns="91403" bIns="45702" numCol="1" anchor="t" anchorCtr="0" compatLnSpc="1">
                  <a:prstTxWarp prst="textNoShape">
                    <a:avLst/>
                  </a:prstTxWarp>
                </a:bodyPr>
                <a:lstStyle/>
                <a:p>
                  <a:pPr defTabSz="932319"/>
                  <a:endParaRPr lang="en-US" sz="1835" dirty="0">
                    <a:gradFill>
                      <a:gsLst>
                        <a:gs pos="28319">
                          <a:srgbClr val="000000"/>
                        </a:gs>
                        <a:gs pos="52212">
                          <a:srgbClr val="000000"/>
                        </a:gs>
                      </a:gsLst>
                      <a:lin ang="5400000" scaled="0"/>
                    </a:gradFill>
                    <a:latin typeface="Segoe UI"/>
                  </a:endParaRPr>
                </a:p>
              </p:txBody>
            </p:sp>
            <p:sp>
              <p:nvSpPr>
                <p:cNvPr id="1136" name="Freeform 195"/>
                <p:cNvSpPr>
                  <a:spLocks/>
                </p:cNvSpPr>
                <p:nvPr/>
              </p:nvSpPr>
              <p:spPr bwMode="auto">
                <a:xfrm>
                  <a:off x="7864148" y="1394833"/>
                  <a:ext cx="673941" cy="209443"/>
                </a:xfrm>
                <a:custGeom>
                  <a:avLst/>
                  <a:gdLst>
                    <a:gd name="T0" fmla="*/ 457 w 457"/>
                    <a:gd name="T1" fmla="*/ 133 h 133"/>
                    <a:gd name="T2" fmla="*/ 157 w 457"/>
                    <a:gd name="T3" fmla="*/ 133 h 133"/>
                    <a:gd name="T4" fmla="*/ 0 w 457"/>
                    <a:gd name="T5" fmla="*/ 0 h 133"/>
                    <a:gd name="T6" fmla="*/ 300 w 457"/>
                    <a:gd name="T7" fmla="*/ 0 h 133"/>
                    <a:gd name="T8" fmla="*/ 457 w 457"/>
                    <a:gd name="T9" fmla="*/ 133 h 133"/>
                    <a:gd name="connsiteX0" fmla="*/ 10000 w 10000"/>
                    <a:gd name="connsiteY0" fmla="*/ 10000 h 10000"/>
                    <a:gd name="connsiteX1" fmla="*/ 3435 w 10000"/>
                    <a:gd name="connsiteY1" fmla="*/ 10000 h 10000"/>
                    <a:gd name="connsiteX2" fmla="*/ 0 w 10000"/>
                    <a:gd name="connsiteY2" fmla="*/ 0 h 10000"/>
                    <a:gd name="connsiteX3" fmla="*/ 8660 w 10000"/>
                    <a:gd name="connsiteY3" fmla="*/ 0 h 10000"/>
                    <a:gd name="connsiteX4" fmla="*/ 10000 w 10000"/>
                    <a:gd name="connsiteY4" fmla="*/ 10000 h 10000"/>
                    <a:gd name="connsiteX0" fmla="*/ 10667 w 10667"/>
                    <a:gd name="connsiteY0" fmla="*/ 10000 h 10000"/>
                    <a:gd name="connsiteX1" fmla="*/ 3435 w 10667"/>
                    <a:gd name="connsiteY1" fmla="*/ 10000 h 10000"/>
                    <a:gd name="connsiteX2" fmla="*/ 0 w 10667"/>
                    <a:gd name="connsiteY2" fmla="*/ 0 h 10000"/>
                    <a:gd name="connsiteX3" fmla="*/ 8660 w 10667"/>
                    <a:gd name="connsiteY3" fmla="*/ 0 h 10000"/>
                    <a:gd name="connsiteX4" fmla="*/ 10667 w 10667"/>
                    <a:gd name="connsiteY4" fmla="*/ 10000 h 10000"/>
                    <a:gd name="connsiteX0" fmla="*/ 10667 w 10667"/>
                    <a:gd name="connsiteY0" fmla="*/ 10000 h 10084"/>
                    <a:gd name="connsiteX1" fmla="*/ 1467 w 10667"/>
                    <a:gd name="connsiteY1" fmla="*/ 10084 h 10084"/>
                    <a:gd name="connsiteX2" fmla="*/ 0 w 10667"/>
                    <a:gd name="connsiteY2" fmla="*/ 0 h 10084"/>
                    <a:gd name="connsiteX3" fmla="*/ 8660 w 10667"/>
                    <a:gd name="connsiteY3" fmla="*/ 0 h 10084"/>
                    <a:gd name="connsiteX4" fmla="*/ 10667 w 10667"/>
                    <a:gd name="connsiteY4" fmla="*/ 10000 h 1008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67" h="10084">
                      <a:moveTo>
                        <a:pt x="10667" y="10000"/>
                      </a:moveTo>
                      <a:lnTo>
                        <a:pt x="1467" y="10084"/>
                      </a:lnTo>
                      <a:lnTo>
                        <a:pt x="0" y="0"/>
                      </a:lnTo>
                      <a:lnTo>
                        <a:pt x="8660" y="0"/>
                      </a:lnTo>
                      <a:lnTo>
                        <a:pt x="10667" y="10000"/>
                      </a:lnTo>
                      <a:close/>
                    </a:path>
                  </a:pathLst>
                </a:custGeom>
                <a:solidFill>
                  <a:srgbClr val="FE4A0A"/>
                </a:solidFill>
                <a:ln>
                  <a:noFill/>
                </a:ln>
              </p:spPr>
              <p:txBody>
                <a:bodyPr vert="horz" wrap="square" lIns="91403" tIns="45702" rIns="91403" bIns="45702" numCol="1" anchor="t" anchorCtr="0" compatLnSpc="1">
                  <a:prstTxWarp prst="textNoShape">
                    <a:avLst/>
                  </a:prstTxWarp>
                </a:bodyPr>
                <a:lstStyle/>
                <a:p>
                  <a:pPr defTabSz="932319"/>
                  <a:endParaRPr lang="en-US" sz="1835" dirty="0">
                    <a:gradFill>
                      <a:gsLst>
                        <a:gs pos="28319">
                          <a:srgbClr val="000000"/>
                        </a:gs>
                        <a:gs pos="52212">
                          <a:srgbClr val="000000"/>
                        </a:gs>
                      </a:gsLst>
                      <a:lin ang="5400000" scaled="0"/>
                    </a:gradFill>
                    <a:latin typeface="Segoe UI"/>
                  </a:endParaRPr>
                </a:p>
              </p:txBody>
            </p:sp>
          </p:grpSp>
          <p:pic>
            <p:nvPicPr>
              <p:cNvPr id="304" name="Picture 303"/>
              <p:cNvPicPr>
                <a:picLocks noChangeAspect="1"/>
              </p:cNvPicPr>
              <p:nvPr/>
            </p:nvPicPr>
            <p:blipFill>
              <a:blip r:embed="rId5"/>
              <a:stretch>
                <a:fillRect/>
              </a:stretch>
            </p:blipFill>
            <p:spPr>
              <a:xfrm>
                <a:off x="8203393" y="2481212"/>
                <a:ext cx="895067" cy="909740"/>
              </a:xfrm>
              <a:prstGeom prst="rect">
                <a:avLst/>
              </a:prstGeom>
            </p:spPr>
          </p:pic>
        </p:grpSp>
      </p:grpSp>
      <p:grpSp>
        <p:nvGrpSpPr>
          <p:cNvPr id="301" name="Group 300"/>
          <p:cNvGrpSpPr/>
          <p:nvPr/>
        </p:nvGrpSpPr>
        <p:grpSpPr>
          <a:xfrm>
            <a:off x="9972106" y="2284902"/>
            <a:ext cx="1609841" cy="1802340"/>
            <a:chOff x="9851377" y="2216150"/>
            <a:chExt cx="1610489" cy="1803064"/>
          </a:xfrm>
        </p:grpSpPr>
        <p:sp>
          <p:nvSpPr>
            <p:cNvPr id="177" name="Rectangle 176"/>
            <p:cNvSpPr/>
            <p:nvPr/>
          </p:nvSpPr>
          <p:spPr>
            <a:xfrm>
              <a:off x="9851377" y="3617256"/>
              <a:ext cx="1610489" cy="401958"/>
            </a:xfrm>
            <a:prstGeom prst="rect">
              <a:avLst/>
            </a:prstGeom>
          </p:spPr>
          <p:txBody>
            <a:bodyPr wrap="square">
              <a:spAutoFit/>
            </a:bodyPr>
            <a:lstStyle/>
            <a:p>
              <a:pPr algn="ctr" defTabSz="914005"/>
              <a:r>
                <a:rPr lang="en-US" sz="1960" dirty="0">
                  <a:gradFill>
                    <a:gsLst>
                      <a:gs pos="28319">
                        <a:srgbClr val="000000"/>
                      </a:gs>
                      <a:gs pos="52212">
                        <a:srgbClr val="000000"/>
                      </a:gs>
                    </a:gsLst>
                    <a:lin ang="5400000" scaled="0"/>
                  </a:gradFill>
                  <a:latin typeface="Segoe UI"/>
                </a:rPr>
                <a:t>Webinars</a:t>
              </a:r>
            </a:p>
          </p:txBody>
        </p:sp>
        <p:grpSp>
          <p:nvGrpSpPr>
            <p:cNvPr id="292" name="Group 291"/>
            <p:cNvGrpSpPr/>
            <p:nvPr/>
          </p:nvGrpSpPr>
          <p:grpSpPr>
            <a:xfrm>
              <a:off x="10039877" y="2216150"/>
              <a:ext cx="1233488" cy="1268413"/>
              <a:chOff x="9902825" y="2216150"/>
              <a:chExt cx="1233488" cy="1268413"/>
            </a:xfrm>
          </p:grpSpPr>
          <p:sp>
            <p:nvSpPr>
              <p:cNvPr id="1142" name="AutoShape 199"/>
              <p:cNvSpPr>
                <a:spLocks noChangeAspect="1" noChangeArrowheads="1" noTextEdit="1"/>
              </p:cNvSpPr>
              <p:nvPr/>
            </p:nvSpPr>
            <p:spPr bwMode="auto">
              <a:xfrm>
                <a:off x="9902825" y="2216150"/>
                <a:ext cx="1228725" cy="1263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03" tIns="45702" rIns="91403" bIns="45702" numCol="1" anchor="t" anchorCtr="0" compatLnSpc="1">
                <a:prstTxWarp prst="textNoShape">
                  <a:avLst/>
                </a:prstTxWarp>
              </a:bodyPr>
              <a:lstStyle/>
              <a:p>
                <a:pPr defTabSz="932319"/>
                <a:endParaRPr lang="en-US" sz="1835" dirty="0">
                  <a:gradFill>
                    <a:gsLst>
                      <a:gs pos="28319">
                        <a:srgbClr val="000000"/>
                      </a:gs>
                      <a:gs pos="52212">
                        <a:srgbClr val="000000"/>
                      </a:gs>
                    </a:gsLst>
                    <a:lin ang="5400000" scaled="0"/>
                  </a:gradFill>
                  <a:latin typeface="Segoe UI"/>
                </a:endParaRPr>
              </a:p>
            </p:txBody>
          </p:sp>
          <p:sp>
            <p:nvSpPr>
              <p:cNvPr id="1143" name="Freeform 201"/>
              <p:cNvSpPr>
                <a:spLocks/>
              </p:cNvSpPr>
              <p:nvPr/>
            </p:nvSpPr>
            <p:spPr bwMode="auto">
              <a:xfrm>
                <a:off x="9907588" y="2216150"/>
                <a:ext cx="1228725" cy="1231900"/>
              </a:xfrm>
              <a:custGeom>
                <a:avLst/>
                <a:gdLst>
                  <a:gd name="T0" fmla="*/ 178 w 306"/>
                  <a:gd name="T1" fmla="*/ 305 h 307"/>
                  <a:gd name="T2" fmla="*/ 173 w 306"/>
                  <a:gd name="T3" fmla="*/ 305 h 307"/>
                  <a:gd name="T4" fmla="*/ 1 w 306"/>
                  <a:gd name="T5" fmla="*/ 133 h 307"/>
                  <a:gd name="T6" fmla="*/ 1 w 306"/>
                  <a:gd name="T7" fmla="*/ 128 h 307"/>
                  <a:gd name="T8" fmla="*/ 128 w 306"/>
                  <a:gd name="T9" fmla="*/ 2 h 307"/>
                  <a:gd name="T10" fmla="*/ 133 w 306"/>
                  <a:gd name="T11" fmla="*/ 2 h 307"/>
                  <a:gd name="T12" fmla="*/ 305 w 306"/>
                  <a:gd name="T13" fmla="*/ 174 h 307"/>
                  <a:gd name="T14" fmla="*/ 305 w 306"/>
                  <a:gd name="T15" fmla="*/ 179 h 307"/>
                  <a:gd name="T16" fmla="*/ 178 w 306"/>
                  <a:gd name="T17" fmla="*/ 305 h 3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06" h="307">
                    <a:moveTo>
                      <a:pt x="178" y="305"/>
                    </a:moveTo>
                    <a:cubicBezTo>
                      <a:pt x="177" y="307"/>
                      <a:pt x="175" y="307"/>
                      <a:pt x="173" y="305"/>
                    </a:cubicBezTo>
                    <a:cubicBezTo>
                      <a:pt x="1" y="133"/>
                      <a:pt x="1" y="133"/>
                      <a:pt x="1" y="133"/>
                    </a:cubicBezTo>
                    <a:cubicBezTo>
                      <a:pt x="0" y="132"/>
                      <a:pt x="0" y="130"/>
                      <a:pt x="1" y="128"/>
                    </a:cubicBezTo>
                    <a:cubicBezTo>
                      <a:pt x="128" y="2"/>
                      <a:pt x="128" y="2"/>
                      <a:pt x="128" y="2"/>
                    </a:cubicBezTo>
                    <a:cubicBezTo>
                      <a:pt x="129" y="0"/>
                      <a:pt x="131" y="0"/>
                      <a:pt x="133" y="2"/>
                    </a:cubicBezTo>
                    <a:cubicBezTo>
                      <a:pt x="305" y="174"/>
                      <a:pt x="305" y="174"/>
                      <a:pt x="305" y="174"/>
                    </a:cubicBezTo>
                    <a:cubicBezTo>
                      <a:pt x="306" y="175"/>
                      <a:pt x="306" y="177"/>
                      <a:pt x="305" y="179"/>
                    </a:cubicBezTo>
                    <a:lnTo>
                      <a:pt x="178" y="30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03" tIns="45702" rIns="91403" bIns="45702" numCol="1" anchor="t" anchorCtr="0" compatLnSpc="1">
                <a:prstTxWarp prst="textNoShape">
                  <a:avLst/>
                </a:prstTxWarp>
              </a:bodyPr>
              <a:lstStyle/>
              <a:p>
                <a:pPr defTabSz="932319"/>
                <a:endParaRPr lang="en-US" sz="1835" dirty="0">
                  <a:gradFill>
                    <a:gsLst>
                      <a:gs pos="28319">
                        <a:srgbClr val="000000"/>
                      </a:gs>
                      <a:gs pos="52212">
                        <a:srgbClr val="000000"/>
                      </a:gs>
                    </a:gsLst>
                    <a:lin ang="5400000" scaled="0"/>
                  </a:gradFill>
                  <a:latin typeface="Segoe UI"/>
                </a:endParaRPr>
              </a:p>
            </p:txBody>
          </p:sp>
          <p:sp>
            <p:nvSpPr>
              <p:cNvPr id="1144" name="Freeform 202"/>
              <p:cNvSpPr>
                <a:spLocks/>
              </p:cNvSpPr>
              <p:nvPr/>
            </p:nvSpPr>
            <p:spPr bwMode="auto">
              <a:xfrm>
                <a:off x="10015538" y="2324100"/>
                <a:ext cx="1016000" cy="1011238"/>
              </a:xfrm>
              <a:custGeom>
                <a:avLst/>
                <a:gdLst>
                  <a:gd name="T0" fmla="*/ 151 w 253"/>
                  <a:gd name="T1" fmla="*/ 251 h 252"/>
                  <a:gd name="T2" fmla="*/ 147 w 253"/>
                  <a:gd name="T3" fmla="*/ 251 h 252"/>
                  <a:gd name="T4" fmla="*/ 2 w 253"/>
                  <a:gd name="T5" fmla="*/ 105 h 252"/>
                  <a:gd name="T6" fmla="*/ 2 w 253"/>
                  <a:gd name="T7" fmla="*/ 101 h 252"/>
                  <a:gd name="T8" fmla="*/ 102 w 253"/>
                  <a:gd name="T9" fmla="*/ 1 h 252"/>
                  <a:gd name="T10" fmla="*/ 106 w 253"/>
                  <a:gd name="T11" fmla="*/ 1 h 252"/>
                  <a:gd name="T12" fmla="*/ 251 w 253"/>
                  <a:gd name="T13" fmla="*/ 147 h 252"/>
                  <a:gd name="T14" fmla="*/ 251 w 253"/>
                  <a:gd name="T15" fmla="*/ 151 h 252"/>
                  <a:gd name="T16" fmla="*/ 151 w 253"/>
                  <a:gd name="T17" fmla="*/ 251 h 2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53" h="252">
                    <a:moveTo>
                      <a:pt x="151" y="251"/>
                    </a:moveTo>
                    <a:cubicBezTo>
                      <a:pt x="150" y="252"/>
                      <a:pt x="148" y="252"/>
                      <a:pt x="147" y="251"/>
                    </a:cubicBezTo>
                    <a:cubicBezTo>
                      <a:pt x="2" y="105"/>
                      <a:pt x="2" y="105"/>
                      <a:pt x="2" y="105"/>
                    </a:cubicBezTo>
                    <a:cubicBezTo>
                      <a:pt x="0" y="104"/>
                      <a:pt x="0" y="102"/>
                      <a:pt x="2" y="101"/>
                    </a:cubicBezTo>
                    <a:cubicBezTo>
                      <a:pt x="102" y="1"/>
                      <a:pt x="102" y="1"/>
                      <a:pt x="102" y="1"/>
                    </a:cubicBezTo>
                    <a:cubicBezTo>
                      <a:pt x="103" y="0"/>
                      <a:pt x="105" y="0"/>
                      <a:pt x="106" y="1"/>
                    </a:cubicBezTo>
                    <a:cubicBezTo>
                      <a:pt x="251" y="147"/>
                      <a:pt x="251" y="147"/>
                      <a:pt x="251" y="147"/>
                    </a:cubicBezTo>
                    <a:cubicBezTo>
                      <a:pt x="253" y="148"/>
                      <a:pt x="253" y="150"/>
                      <a:pt x="251" y="151"/>
                    </a:cubicBezTo>
                    <a:lnTo>
                      <a:pt x="151" y="251"/>
                    </a:lnTo>
                    <a:close/>
                  </a:path>
                </a:pathLst>
              </a:custGeom>
              <a:solidFill>
                <a:srgbClr val="FFB9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03" tIns="45702" rIns="91403" bIns="45702" numCol="1" anchor="t" anchorCtr="0" compatLnSpc="1">
                <a:prstTxWarp prst="textNoShape">
                  <a:avLst/>
                </a:prstTxWarp>
              </a:bodyPr>
              <a:lstStyle/>
              <a:p>
                <a:pPr defTabSz="932319"/>
                <a:endParaRPr lang="en-US" sz="1835" dirty="0">
                  <a:gradFill>
                    <a:gsLst>
                      <a:gs pos="28319">
                        <a:srgbClr val="000000"/>
                      </a:gs>
                      <a:gs pos="52212">
                        <a:srgbClr val="000000"/>
                      </a:gs>
                    </a:gsLst>
                    <a:lin ang="5400000" scaled="0"/>
                  </a:gradFill>
                  <a:latin typeface="Segoe UI"/>
                </a:endParaRPr>
              </a:p>
            </p:txBody>
          </p:sp>
          <p:sp>
            <p:nvSpPr>
              <p:cNvPr id="1145" name="Freeform 203"/>
              <p:cNvSpPr>
                <a:spLocks/>
              </p:cNvSpPr>
              <p:nvPr/>
            </p:nvSpPr>
            <p:spPr bwMode="auto">
              <a:xfrm>
                <a:off x="10753725" y="2584450"/>
                <a:ext cx="17463" cy="17463"/>
              </a:xfrm>
              <a:custGeom>
                <a:avLst/>
                <a:gdLst>
                  <a:gd name="T0" fmla="*/ 3 w 4"/>
                  <a:gd name="T1" fmla="*/ 3 h 4"/>
                  <a:gd name="T2" fmla="*/ 0 w 4"/>
                  <a:gd name="T3" fmla="*/ 3 h 4"/>
                  <a:gd name="T4" fmla="*/ 1 w 4"/>
                  <a:gd name="T5" fmla="*/ 0 h 4"/>
                  <a:gd name="T6" fmla="*/ 3 w 4"/>
                  <a:gd name="T7" fmla="*/ 0 h 4"/>
                  <a:gd name="T8" fmla="*/ 3 w 4"/>
                  <a:gd name="T9" fmla="*/ 3 h 4"/>
                </a:gdLst>
                <a:ahLst/>
                <a:cxnLst>
                  <a:cxn ang="0">
                    <a:pos x="T0" y="T1"/>
                  </a:cxn>
                  <a:cxn ang="0">
                    <a:pos x="T2" y="T3"/>
                  </a:cxn>
                  <a:cxn ang="0">
                    <a:pos x="T4" y="T5"/>
                  </a:cxn>
                  <a:cxn ang="0">
                    <a:pos x="T6" y="T7"/>
                  </a:cxn>
                  <a:cxn ang="0">
                    <a:pos x="T8" y="T9"/>
                  </a:cxn>
                </a:cxnLst>
                <a:rect l="0" t="0" r="r" b="b"/>
                <a:pathLst>
                  <a:path w="4" h="4">
                    <a:moveTo>
                      <a:pt x="3" y="3"/>
                    </a:moveTo>
                    <a:cubicBezTo>
                      <a:pt x="2" y="4"/>
                      <a:pt x="1" y="4"/>
                      <a:pt x="0" y="3"/>
                    </a:cubicBezTo>
                    <a:cubicBezTo>
                      <a:pt x="0" y="2"/>
                      <a:pt x="0" y="1"/>
                      <a:pt x="1" y="0"/>
                    </a:cubicBezTo>
                    <a:cubicBezTo>
                      <a:pt x="1" y="0"/>
                      <a:pt x="2" y="0"/>
                      <a:pt x="3" y="0"/>
                    </a:cubicBezTo>
                    <a:cubicBezTo>
                      <a:pt x="4" y="1"/>
                      <a:pt x="4" y="2"/>
                      <a:pt x="3" y="3"/>
                    </a:cubicBezTo>
                    <a:close/>
                  </a:path>
                </a:pathLst>
              </a:custGeom>
              <a:solidFill>
                <a:srgbClr val="DFDFD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03" tIns="45702" rIns="91403" bIns="45702" numCol="1" anchor="t" anchorCtr="0" compatLnSpc="1">
                <a:prstTxWarp prst="textNoShape">
                  <a:avLst/>
                </a:prstTxWarp>
              </a:bodyPr>
              <a:lstStyle/>
              <a:p>
                <a:pPr defTabSz="932319"/>
                <a:endParaRPr lang="en-US" sz="1835" dirty="0">
                  <a:gradFill>
                    <a:gsLst>
                      <a:gs pos="28319">
                        <a:srgbClr val="000000"/>
                      </a:gs>
                      <a:gs pos="52212">
                        <a:srgbClr val="000000"/>
                      </a:gs>
                    </a:gsLst>
                    <a:lin ang="5400000" scaled="0"/>
                  </a:gradFill>
                  <a:latin typeface="Segoe UI"/>
                </a:endParaRPr>
              </a:p>
            </p:txBody>
          </p:sp>
          <p:cxnSp>
            <p:nvCxnSpPr>
              <p:cNvPr id="328" name="Straight Connector 327"/>
              <p:cNvCxnSpPr/>
              <p:nvPr/>
            </p:nvCxnSpPr>
            <p:spPr>
              <a:xfrm>
                <a:off x="10104571" y="2735264"/>
                <a:ext cx="507866" cy="516731"/>
              </a:xfrm>
              <a:prstGeom prst="line">
                <a:avLst/>
              </a:prstGeom>
              <a:ln w="15875">
                <a:solidFill>
                  <a:srgbClr val="0078D7"/>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32" name="Straight Connector 331"/>
              <p:cNvCxnSpPr/>
              <p:nvPr/>
            </p:nvCxnSpPr>
            <p:spPr>
              <a:xfrm>
                <a:off x="10146823" y="2694304"/>
                <a:ext cx="507866" cy="516731"/>
              </a:xfrm>
              <a:prstGeom prst="line">
                <a:avLst/>
              </a:prstGeom>
              <a:ln w="15875">
                <a:solidFill>
                  <a:srgbClr val="0078D7"/>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33" name="Straight Connector 332"/>
              <p:cNvCxnSpPr/>
              <p:nvPr/>
            </p:nvCxnSpPr>
            <p:spPr>
              <a:xfrm>
                <a:off x="10272121" y="2596276"/>
                <a:ext cx="507866" cy="516731"/>
              </a:xfrm>
              <a:prstGeom prst="line">
                <a:avLst/>
              </a:prstGeom>
              <a:ln w="15875">
                <a:solidFill>
                  <a:srgbClr val="0078D7"/>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34" name="Straight Connector 333"/>
              <p:cNvCxnSpPr/>
              <p:nvPr/>
            </p:nvCxnSpPr>
            <p:spPr>
              <a:xfrm>
                <a:off x="10314121" y="2554265"/>
                <a:ext cx="507866" cy="516731"/>
              </a:xfrm>
              <a:prstGeom prst="line">
                <a:avLst/>
              </a:prstGeom>
              <a:ln w="15875">
                <a:solidFill>
                  <a:srgbClr val="0078D7"/>
                </a:solidFill>
                <a:headEnd type="none"/>
                <a:tailEnd type="none"/>
              </a:ln>
            </p:spPr>
            <p:style>
              <a:lnRef idx="1">
                <a:schemeClr val="accent1"/>
              </a:lnRef>
              <a:fillRef idx="0">
                <a:schemeClr val="accent1"/>
              </a:fillRef>
              <a:effectRef idx="0">
                <a:schemeClr val="accent1"/>
              </a:effectRef>
              <a:fontRef idx="minor">
                <a:schemeClr val="tx1"/>
              </a:fontRef>
            </p:style>
          </p:cxnSp>
          <p:grpSp>
            <p:nvGrpSpPr>
              <p:cNvPr id="291" name="Group 290"/>
              <p:cNvGrpSpPr/>
              <p:nvPr/>
            </p:nvGrpSpPr>
            <p:grpSpPr>
              <a:xfrm>
                <a:off x="10802938" y="2917825"/>
                <a:ext cx="39688" cy="566738"/>
                <a:chOff x="10802938" y="2917825"/>
                <a:chExt cx="39688" cy="566738"/>
              </a:xfrm>
            </p:grpSpPr>
            <p:sp>
              <p:nvSpPr>
                <p:cNvPr id="1146" name="Rectangle 204"/>
                <p:cNvSpPr>
                  <a:spLocks noChangeArrowheads="1"/>
                </p:cNvSpPr>
                <p:nvPr/>
              </p:nvSpPr>
              <p:spPr bwMode="auto">
                <a:xfrm>
                  <a:off x="10802938" y="3379788"/>
                  <a:ext cx="39688" cy="92075"/>
                </a:xfrm>
                <a:prstGeom prst="rect">
                  <a:avLst/>
                </a:prstGeom>
                <a:solidFill>
                  <a:srgbClr val="50505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03" tIns="45702" rIns="91403" bIns="45702" numCol="1" anchor="t" anchorCtr="0" compatLnSpc="1">
                  <a:prstTxWarp prst="textNoShape">
                    <a:avLst/>
                  </a:prstTxWarp>
                </a:bodyPr>
                <a:lstStyle/>
                <a:p>
                  <a:pPr defTabSz="932319"/>
                  <a:endParaRPr lang="en-US" sz="1835" dirty="0">
                    <a:gradFill>
                      <a:gsLst>
                        <a:gs pos="28319">
                          <a:srgbClr val="000000"/>
                        </a:gs>
                        <a:gs pos="52212">
                          <a:srgbClr val="000000"/>
                        </a:gs>
                      </a:gsLst>
                      <a:lin ang="5400000" scaled="0"/>
                    </a:gradFill>
                    <a:latin typeface="Segoe UI"/>
                  </a:endParaRPr>
                </a:p>
              </p:txBody>
            </p:sp>
            <p:sp>
              <p:nvSpPr>
                <p:cNvPr id="1148" name="Freeform 206"/>
                <p:cNvSpPr>
                  <a:spLocks/>
                </p:cNvSpPr>
                <p:nvPr/>
              </p:nvSpPr>
              <p:spPr bwMode="auto">
                <a:xfrm>
                  <a:off x="10802938" y="3471863"/>
                  <a:ext cx="39688" cy="12700"/>
                </a:xfrm>
                <a:custGeom>
                  <a:avLst/>
                  <a:gdLst>
                    <a:gd name="T0" fmla="*/ 10 w 10"/>
                    <a:gd name="T1" fmla="*/ 1 h 3"/>
                    <a:gd name="T2" fmla="*/ 10 w 10"/>
                    <a:gd name="T3" fmla="*/ 0 h 3"/>
                    <a:gd name="T4" fmla="*/ 0 w 10"/>
                    <a:gd name="T5" fmla="*/ 0 h 3"/>
                    <a:gd name="T6" fmla="*/ 0 w 10"/>
                    <a:gd name="T7" fmla="*/ 1 h 3"/>
                    <a:gd name="T8" fmla="*/ 2 w 10"/>
                    <a:gd name="T9" fmla="*/ 3 h 3"/>
                    <a:gd name="T10" fmla="*/ 8 w 10"/>
                    <a:gd name="T11" fmla="*/ 3 h 3"/>
                    <a:gd name="T12" fmla="*/ 10 w 10"/>
                    <a:gd name="T13" fmla="*/ 1 h 3"/>
                  </a:gdLst>
                  <a:ahLst/>
                  <a:cxnLst>
                    <a:cxn ang="0">
                      <a:pos x="T0" y="T1"/>
                    </a:cxn>
                    <a:cxn ang="0">
                      <a:pos x="T2" y="T3"/>
                    </a:cxn>
                    <a:cxn ang="0">
                      <a:pos x="T4" y="T5"/>
                    </a:cxn>
                    <a:cxn ang="0">
                      <a:pos x="T6" y="T7"/>
                    </a:cxn>
                    <a:cxn ang="0">
                      <a:pos x="T8" y="T9"/>
                    </a:cxn>
                    <a:cxn ang="0">
                      <a:pos x="T10" y="T11"/>
                    </a:cxn>
                    <a:cxn ang="0">
                      <a:pos x="T12" y="T13"/>
                    </a:cxn>
                  </a:cxnLst>
                  <a:rect l="0" t="0" r="r" b="b"/>
                  <a:pathLst>
                    <a:path w="10" h="3">
                      <a:moveTo>
                        <a:pt x="10" y="1"/>
                      </a:moveTo>
                      <a:cubicBezTo>
                        <a:pt x="10" y="0"/>
                        <a:pt x="10" y="0"/>
                        <a:pt x="10" y="0"/>
                      </a:cubicBezTo>
                      <a:cubicBezTo>
                        <a:pt x="0" y="0"/>
                        <a:pt x="0" y="0"/>
                        <a:pt x="0" y="0"/>
                      </a:cubicBezTo>
                      <a:cubicBezTo>
                        <a:pt x="0" y="1"/>
                        <a:pt x="0" y="1"/>
                        <a:pt x="0" y="1"/>
                      </a:cubicBezTo>
                      <a:cubicBezTo>
                        <a:pt x="0" y="2"/>
                        <a:pt x="1" y="3"/>
                        <a:pt x="2" y="3"/>
                      </a:cubicBezTo>
                      <a:cubicBezTo>
                        <a:pt x="8" y="3"/>
                        <a:pt x="8" y="3"/>
                        <a:pt x="8" y="3"/>
                      </a:cubicBezTo>
                      <a:cubicBezTo>
                        <a:pt x="9" y="3"/>
                        <a:pt x="10" y="2"/>
                        <a:pt x="10" y="1"/>
                      </a:cubicBezTo>
                      <a:close/>
                    </a:path>
                  </a:pathLst>
                </a:custGeom>
                <a:solidFill>
                  <a:srgbClr val="00BCF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03" tIns="45702" rIns="91403" bIns="45702" numCol="1" anchor="t" anchorCtr="0" compatLnSpc="1">
                  <a:prstTxWarp prst="textNoShape">
                    <a:avLst/>
                  </a:prstTxWarp>
                </a:bodyPr>
                <a:lstStyle/>
                <a:p>
                  <a:pPr defTabSz="932319"/>
                  <a:endParaRPr lang="en-US" sz="1835" dirty="0">
                    <a:gradFill>
                      <a:gsLst>
                        <a:gs pos="28319">
                          <a:srgbClr val="000000"/>
                        </a:gs>
                        <a:gs pos="52212">
                          <a:srgbClr val="000000"/>
                        </a:gs>
                      </a:gsLst>
                      <a:lin ang="5400000" scaled="0"/>
                    </a:gradFill>
                    <a:latin typeface="Segoe UI"/>
                  </a:endParaRPr>
                </a:p>
              </p:txBody>
            </p:sp>
            <p:sp>
              <p:nvSpPr>
                <p:cNvPr id="1149" name="Freeform 207"/>
                <p:cNvSpPr>
                  <a:spLocks/>
                </p:cNvSpPr>
                <p:nvPr/>
              </p:nvSpPr>
              <p:spPr bwMode="auto">
                <a:xfrm>
                  <a:off x="10814050" y="2917825"/>
                  <a:ext cx="15875" cy="23813"/>
                </a:xfrm>
                <a:custGeom>
                  <a:avLst/>
                  <a:gdLst>
                    <a:gd name="T0" fmla="*/ 0 w 4"/>
                    <a:gd name="T1" fmla="*/ 2 h 6"/>
                    <a:gd name="T2" fmla="*/ 0 w 4"/>
                    <a:gd name="T3" fmla="*/ 6 h 6"/>
                    <a:gd name="T4" fmla="*/ 4 w 4"/>
                    <a:gd name="T5" fmla="*/ 6 h 6"/>
                    <a:gd name="T6" fmla="*/ 4 w 4"/>
                    <a:gd name="T7" fmla="*/ 2 h 6"/>
                    <a:gd name="T8" fmla="*/ 2 w 4"/>
                    <a:gd name="T9" fmla="*/ 0 h 6"/>
                    <a:gd name="T10" fmla="*/ 2 w 4"/>
                    <a:gd name="T11" fmla="*/ 0 h 6"/>
                    <a:gd name="T12" fmla="*/ 0 w 4"/>
                    <a:gd name="T13" fmla="*/ 2 h 6"/>
                  </a:gdLst>
                  <a:ahLst/>
                  <a:cxnLst>
                    <a:cxn ang="0">
                      <a:pos x="T0" y="T1"/>
                    </a:cxn>
                    <a:cxn ang="0">
                      <a:pos x="T2" y="T3"/>
                    </a:cxn>
                    <a:cxn ang="0">
                      <a:pos x="T4" y="T5"/>
                    </a:cxn>
                    <a:cxn ang="0">
                      <a:pos x="T6" y="T7"/>
                    </a:cxn>
                    <a:cxn ang="0">
                      <a:pos x="T8" y="T9"/>
                    </a:cxn>
                    <a:cxn ang="0">
                      <a:pos x="T10" y="T11"/>
                    </a:cxn>
                    <a:cxn ang="0">
                      <a:pos x="T12" y="T13"/>
                    </a:cxn>
                  </a:cxnLst>
                  <a:rect l="0" t="0" r="r" b="b"/>
                  <a:pathLst>
                    <a:path w="4" h="6">
                      <a:moveTo>
                        <a:pt x="0" y="2"/>
                      </a:moveTo>
                      <a:cubicBezTo>
                        <a:pt x="0" y="6"/>
                        <a:pt x="0" y="6"/>
                        <a:pt x="0" y="6"/>
                      </a:cubicBezTo>
                      <a:cubicBezTo>
                        <a:pt x="4" y="6"/>
                        <a:pt x="4" y="6"/>
                        <a:pt x="4" y="6"/>
                      </a:cubicBezTo>
                      <a:cubicBezTo>
                        <a:pt x="4" y="2"/>
                        <a:pt x="4" y="2"/>
                        <a:pt x="4" y="2"/>
                      </a:cubicBezTo>
                      <a:cubicBezTo>
                        <a:pt x="4" y="1"/>
                        <a:pt x="3" y="0"/>
                        <a:pt x="2" y="0"/>
                      </a:cubicBezTo>
                      <a:cubicBezTo>
                        <a:pt x="2" y="0"/>
                        <a:pt x="2" y="0"/>
                        <a:pt x="2" y="0"/>
                      </a:cubicBezTo>
                      <a:cubicBezTo>
                        <a:pt x="1" y="0"/>
                        <a:pt x="0" y="1"/>
                        <a:pt x="0" y="2"/>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03" tIns="45702" rIns="91403" bIns="45702" numCol="1" anchor="t" anchorCtr="0" compatLnSpc="1">
                  <a:prstTxWarp prst="textNoShape">
                    <a:avLst/>
                  </a:prstTxWarp>
                </a:bodyPr>
                <a:lstStyle/>
                <a:p>
                  <a:pPr defTabSz="932319"/>
                  <a:endParaRPr lang="en-US" sz="1835" dirty="0">
                    <a:gradFill>
                      <a:gsLst>
                        <a:gs pos="28319">
                          <a:srgbClr val="000000"/>
                        </a:gs>
                        <a:gs pos="52212">
                          <a:srgbClr val="000000"/>
                        </a:gs>
                      </a:gsLst>
                      <a:lin ang="5400000" scaled="0"/>
                    </a:gradFill>
                    <a:latin typeface="Segoe UI"/>
                  </a:endParaRPr>
                </a:p>
              </p:txBody>
            </p:sp>
            <p:sp>
              <p:nvSpPr>
                <p:cNvPr id="1150" name="Freeform 208"/>
                <p:cNvSpPr>
                  <a:spLocks/>
                </p:cNvSpPr>
                <p:nvPr/>
              </p:nvSpPr>
              <p:spPr bwMode="auto">
                <a:xfrm>
                  <a:off x="10802938" y="2941638"/>
                  <a:ext cx="39688" cy="84138"/>
                </a:xfrm>
                <a:custGeom>
                  <a:avLst/>
                  <a:gdLst>
                    <a:gd name="T0" fmla="*/ 10 w 10"/>
                    <a:gd name="T1" fmla="*/ 10 h 21"/>
                    <a:gd name="T2" fmla="*/ 7 w 10"/>
                    <a:gd name="T3" fmla="*/ 0 h 21"/>
                    <a:gd name="T4" fmla="*/ 3 w 10"/>
                    <a:gd name="T5" fmla="*/ 0 h 21"/>
                    <a:gd name="T6" fmla="*/ 0 w 10"/>
                    <a:gd name="T7" fmla="*/ 10 h 21"/>
                    <a:gd name="T8" fmla="*/ 0 w 10"/>
                    <a:gd name="T9" fmla="*/ 21 h 21"/>
                    <a:gd name="T10" fmla="*/ 4 w 10"/>
                    <a:gd name="T11" fmla="*/ 21 h 21"/>
                    <a:gd name="T12" fmla="*/ 5 w 10"/>
                    <a:gd name="T13" fmla="*/ 21 h 21"/>
                    <a:gd name="T14" fmla="*/ 10 w 10"/>
                    <a:gd name="T15" fmla="*/ 21 h 21"/>
                    <a:gd name="T16" fmla="*/ 10 w 10"/>
                    <a:gd name="T17" fmla="*/ 10 h 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0" h="21">
                      <a:moveTo>
                        <a:pt x="10" y="10"/>
                      </a:moveTo>
                      <a:cubicBezTo>
                        <a:pt x="10" y="7"/>
                        <a:pt x="9" y="1"/>
                        <a:pt x="7" y="0"/>
                      </a:cubicBezTo>
                      <a:cubicBezTo>
                        <a:pt x="3" y="0"/>
                        <a:pt x="3" y="0"/>
                        <a:pt x="3" y="0"/>
                      </a:cubicBezTo>
                      <a:cubicBezTo>
                        <a:pt x="1" y="1"/>
                        <a:pt x="0" y="7"/>
                        <a:pt x="0" y="10"/>
                      </a:cubicBezTo>
                      <a:cubicBezTo>
                        <a:pt x="0" y="21"/>
                        <a:pt x="0" y="21"/>
                        <a:pt x="0" y="21"/>
                      </a:cubicBezTo>
                      <a:cubicBezTo>
                        <a:pt x="4" y="21"/>
                        <a:pt x="4" y="21"/>
                        <a:pt x="4" y="21"/>
                      </a:cubicBezTo>
                      <a:cubicBezTo>
                        <a:pt x="5" y="21"/>
                        <a:pt x="5" y="21"/>
                        <a:pt x="5" y="21"/>
                      </a:cubicBezTo>
                      <a:cubicBezTo>
                        <a:pt x="10" y="21"/>
                        <a:pt x="10" y="21"/>
                        <a:pt x="10" y="21"/>
                      </a:cubicBezTo>
                      <a:lnTo>
                        <a:pt x="10" y="10"/>
                      </a:lnTo>
                      <a:close/>
                    </a:path>
                  </a:pathLst>
                </a:custGeom>
                <a:solidFill>
                  <a:srgbClr val="50505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03" tIns="45702" rIns="91403" bIns="45702" numCol="1" anchor="t" anchorCtr="0" compatLnSpc="1">
                  <a:prstTxWarp prst="textNoShape">
                    <a:avLst/>
                  </a:prstTxWarp>
                </a:bodyPr>
                <a:lstStyle/>
                <a:p>
                  <a:pPr defTabSz="932319"/>
                  <a:endParaRPr lang="en-US" sz="1835" dirty="0">
                    <a:gradFill>
                      <a:gsLst>
                        <a:gs pos="28319">
                          <a:srgbClr val="000000"/>
                        </a:gs>
                        <a:gs pos="52212">
                          <a:srgbClr val="000000"/>
                        </a:gs>
                      </a:gsLst>
                      <a:lin ang="5400000" scaled="0"/>
                    </a:gradFill>
                    <a:latin typeface="Segoe UI"/>
                  </a:endParaRPr>
                </a:p>
              </p:txBody>
            </p:sp>
            <p:sp>
              <p:nvSpPr>
                <p:cNvPr id="1151" name="Freeform 209"/>
                <p:cNvSpPr>
                  <a:spLocks/>
                </p:cNvSpPr>
                <p:nvPr/>
              </p:nvSpPr>
              <p:spPr bwMode="auto">
                <a:xfrm>
                  <a:off x="10814050" y="3424238"/>
                  <a:ext cx="15875" cy="47625"/>
                </a:xfrm>
                <a:custGeom>
                  <a:avLst/>
                  <a:gdLst>
                    <a:gd name="T0" fmla="*/ 1 w 4"/>
                    <a:gd name="T1" fmla="*/ 12 h 12"/>
                    <a:gd name="T2" fmla="*/ 0 w 4"/>
                    <a:gd name="T3" fmla="*/ 11 h 12"/>
                    <a:gd name="T4" fmla="*/ 0 w 4"/>
                    <a:gd name="T5" fmla="*/ 1 h 12"/>
                    <a:gd name="T6" fmla="*/ 1 w 4"/>
                    <a:gd name="T7" fmla="*/ 0 h 12"/>
                    <a:gd name="T8" fmla="*/ 2 w 4"/>
                    <a:gd name="T9" fmla="*/ 0 h 12"/>
                    <a:gd name="T10" fmla="*/ 4 w 4"/>
                    <a:gd name="T11" fmla="*/ 1 h 12"/>
                    <a:gd name="T12" fmla="*/ 4 w 4"/>
                    <a:gd name="T13" fmla="*/ 11 h 12"/>
                    <a:gd name="T14" fmla="*/ 2 w 4"/>
                    <a:gd name="T15" fmla="*/ 12 h 12"/>
                    <a:gd name="T16" fmla="*/ 1 w 4"/>
                    <a:gd name="T17" fmla="*/ 12 h 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 h="12">
                      <a:moveTo>
                        <a:pt x="1" y="12"/>
                      </a:moveTo>
                      <a:cubicBezTo>
                        <a:pt x="0" y="12"/>
                        <a:pt x="0" y="12"/>
                        <a:pt x="0" y="11"/>
                      </a:cubicBezTo>
                      <a:cubicBezTo>
                        <a:pt x="0" y="1"/>
                        <a:pt x="0" y="1"/>
                        <a:pt x="0" y="1"/>
                      </a:cubicBezTo>
                      <a:cubicBezTo>
                        <a:pt x="0" y="0"/>
                        <a:pt x="0" y="0"/>
                        <a:pt x="1" y="0"/>
                      </a:cubicBezTo>
                      <a:cubicBezTo>
                        <a:pt x="2" y="0"/>
                        <a:pt x="2" y="0"/>
                        <a:pt x="2" y="0"/>
                      </a:cubicBezTo>
                      <a:cubicBezTo>
                        <a:pt x="3" y="0"/>
                        <a:pt x="4" y="0"/>
                        <a:pt x="4" y="1"/>
                      </a:cubicBezTo>
                      <a:cubicBezTo>
                        <a:pt x="4" y="11"/>
                        <a:pt x="4" y="11"/>
                        <a:pt x="4" y="11"/>
                      </a:cubicBezTo>
                      <a:cubicBezTo>
                        <a:pt x="4" y="12"/>
                        <a:pt x="3" y="12"/>
                        <a:pt x="2" y="12"/>
                      </a:cubicBezTo>
                      <a:lnTo>
                        <a:pt x="1" y="12"/>
                      </a:lnTo>
                      <a:close/>
                    </a:path>
                  </a:pathLst>
                </a:cu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03" tIns="45702" rIns="91403" bIns="45702" numCol="1" anchor="t" anchorCtr="0" compatLnSpc="1">
                  <a:prstTxWarp prst="textNoShape">
                    <a:avLst/>
                  </a:prstTxWarp>
                </a:bodyPr>
                <a:lstStyle/>
                <a:p>
                  <a:pPr defTabSz="932319"/>
                  <a:endParaRPr lang="en-US" sz="1835" dirty="0">
                    <a:gradFill>
                      <a:gsLst>
                        <a:gs pos="28319">
                          <a:srgbClr val="000000"/>
                        </a:gs>
                        <a:gs pos="52212">
                          <a:srgbClr val="000000"/>
                        </a:gs>
                      </a:gsLst>
                      <a:lin ang="5400000" scaled="0"/>
                    </a:gradFill>
                    <a:latin typeface="Segoe UI"/>
                  </a:endParaRPr>
                </a:p>
              </p:txBody>
            </p:sp>
            <p:sp>
              <p:nvSpPr>
                <p:cNvPr id="1147" name="Rectangle 205"/>
                <p:cNvSpPr>
                  <a:spLocks noChangeArrowheads="1"/>
                </p:cNvSpPr>
                <p:nvPr/>
              </p:nvSpPr>
              <p:spPr bwMode="auto">
                <a:xfrm>
                  <a:off x="10802938" y="3025775"/>
                  <a:ext cx="39688" cy="354013"/>
                </a:xfrm>
                <a:prstGeom prst="rect">
                  <a:avLst/>
                </a:prstGeom>
                <a:solidFill>
                  <a:srgbClr val="50505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03" tIns="45702" rIns="91403" bIns="45702" numCol="1" anchor="t" anchorCtr="0" compatLnSpc="1">
                  <a:prstTxWarp prst="textNoShape">
                    <a:avLst/>
                  </a:prstTxWarp>
                </a:bodyPr>
                <a:lstStyle/>
                <a:p>
                  <a:pPr defTabSz="932319"/>
                  <a:endParaRPr lang="en-US" sz="1835" dirty="0">
                    <a:gradFill>
                      <a:gsLst>
                        <a:gs pos="28319">
                          <a:srgbClr val="000000"/>
                        </a:gs>
                        <a:gs pos="52212">
                          <a:srgbClr val="000000"/>
                        </a:gs>
                      </a:gsLst>
                      <a:lin ang="5400000" scaled="0"/>
                    </a:gradFill>
                    <a:latin typeface="Segoe UI"/>
                  </a:endParaRPr>
                </a:p>
              </p:txBody>
            </p:sp>
          </p:grpSp>
        </p:grpSp>
      </p:grpSp>
    </p:spTree>
    <p:extLst>
      <p:ext uri="{BB962C8B-B14F-4D97-AF65-F5344CB8AC3E}">
        <p14:creationId xmlns:p14="http://schemas.microsoft.com/office/powerpoint/2010/main" val="30746256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2" presetClass="emph" presetSubtype="0" fill="hold" nodeType="afterEffect">
                                  <p:stCondLst>
                                    <p:cond delay="0"/>
                                  </p:stCondLst>
                                  <p:childTnLst>
                                    <p:animRot by="120000">
                                      <p:cBhvr>
                                        <p:cTn id="6" dur="125" fill="hold">
                                          <p:stCondLst>
                                            <p:cond delay="0"/>
                                          </p:stCondLst>
                                        </p:cTn>
                                        <p:tgtEl>
                                          <p:spTgt spid="83"/>
                                        </p:tgtEl>
                                        <p:attrNameLst>
                                          <p:attrName>r</p:attrName>
                                        </p:attrNameLst>
                                      </p:cBhvr>
                                    </p:animRot>
                                    <p:animRot by="-240000">
                                      <p:cBhvr>
                                        <p:cTn id="7" dur="250" fill="hold">
                                          <p:stCondLst>
                                            <p:cond delay="250"/>
                                          </p:stCondLst>
                                        </p:cTn>
                                        <p:tgtEl>
                                          <p:spTgt spid="83"/>
                                        </p:tgtEl>
                                        <p:attrNameLst>
                                          <p:attrName>r</p:attrName>
                                        </p:attrNameLst>
                                      </p:cBhvr>
                                    </p:animRot>
                                    <p:animRot by="240000">
                                      <p:cBhvr>
                                        <p:cTn id="8" dur="250" fill="hold">
                                          <p:stCondLst>
                                            <p:cond delay="500"/>
                                          </p:stCondLst>
                                        </p:cTn>
                                        <p:tgtEl>
                                          <p:spTgt spid="83"/>
                                        </p:tgtEl>
                                        <p:attrNameLst>
                                          <p:attrName>r</p:attrName>
                                        </p:attrNameLst>
                                      </p:cBhvr>
                                    </p:animRot>
                                    <p:animRot by="-240000">
                                      <p:cBhvr>
                                        <p:cTn id="9" dur="250" fill="hold">
                                          <p:stCondLst>
                                            <p:cond delay="750"/>
                                          </p:stCondLst>
                                        </p:cTn>
                                        <p:tgtEl>
                                          <p:spTgt spid="83"/>
                                        </p:tgtEl>
                                        <p:attrNameLst>
                                          <p:attrName>r</p:attrName>
                                        </p:attrNameLst>
                                      </p:cBhvr>
                                    </p:animRot>
                                    <p:animRot by="120000">
                                      <p:cBhvr>
                                        <p:cTn id="10" dur="250" fill="hold">
                                          <p:stCondLst>
                                            <p:cond delay="1000"/>
                                          </p:stCondLst>
                                        </p:cTn>
                                        <p:tgtEl>
                                          <p:spTgt spid="83"/>
                                        </p:tgtEl>
                                        <p:attrNameLst>
                                          <p:attrName>r</p:attrName>
                                        </p:attrNameLst>
                                      </p:cBhvr>
                                    </p:animRot>
                                  </p:childTnLst>
                                </p:cTn>
                              </p:par>
                            </p:childTnLst>
                          </p:cTn>
                        </p:par>
                        <p:par>
                          <p:cTn id="11" fill="hold">
                            <p:stCondLst>
                              <p:cond delay="1250"/>
                            </p:stCondLst>
                            <p:childTnLst>
                              <p:par>
                                <p:cTn id="12" presetID="64" presetClass="path" presetSubtype="0" decel="100000" fill="hold" nodeType="afterEffect">
                                  <p:stCondLst>
                                    <p:cond delay="0"/>
                                  </p:stCondLst>
                                  <p:childTnLst>
                                    <p:animMotion origin="layout" path="M -2.08333E-7 -2.59259E-6 L -2.08333E-7 -1.0169 " pathEditMode="relative" rAng="0" ptsTypes="AA">
                                      <p:cBhvr>
                                        <p:cTn id="13" dur="2000" fill="hold"/>
                                        <p:tgtEl>
                                          <p:spTgt spid="83"/>
                                        </p:tgtEl>
                                        <p:attrNameLst>
                                          <p:attrName>ppt_x</p:attrName>
                                          <p:attrName>ppt_y</p:attrName>
                                        </p:attrNameLst>
                                      </p:cBhvr>
                                      <p:rCtr x="0" y="-50856"/>
                                    </p:animMotion>
                                  </p:childTnLst>
                                </p:cTn>
                              </p:par>
                            </p:childTnLst>
                          </p:cTn>
                        </p:par>
                        <p:par>
                          <p:cTn id="14" fill="hold">
                            <p:stCondLst>
                              <p:cond delay="3250"/>
                            </p:stCondLst>
                            <p:childTnLst>
                              <p:par>
                                <p:cTn id="15" presetID="10" presetClass="entr" presetSubtype="0" fill="hold" nodeType="afterEffect">
                                  <p:stCondLst>
                                    <p:cond delay="0"/>
                                  </p:stCondLst>
                                  <p:childTnLst>
                                    <p:set>
                                      <p:cBhvr>
                                        <p:cTn id="16" dur="1" fill="hold">
                                          <p:stCondLst>
                                            <p:cond delay="0"/>
                                          </p:stCondLst>
                                        </p:cTn>
                                        <p:tgtEl>
                                          <p:spTgt spid="294"/>
                                        </p:tgtEl>
                                        <p:attrNameLst>
                                          <p:attrName>style.visibility</p:attrName>
                                        </p:attrNameLst>
                                      </p:cBhvr>
                                      <p:to>
                                        <p:strVal val="visible"/>
                                      </p:to>
                                    </p:set>
                                    <p:animEffect transition="in" filter="fade">
                                      <p:cBhvr>
                                        <p:cTn id="17" dur="1000"/>
                                        <p:tgtEl>
                                          <p:spTgt spid="294"/>
                                        </p:tgtEl>
                                      </p:cBhvr>
                                    </p:animEffect>
                                  </p:childTnLst>
                                </p:cTn>
                              </p:par>
                              <p:par>
                                <p:cTn id="18" presetID="42" presetClass="path" presetSubtype="0" accel="50000" decel="50000" fill="hold" nodeType="withEffect">
                                  <p:stCondLst>
                                    <p:cond delay="0"/>
                                  </p:stCondLst>
                                  <p:childTnLst>
                                    <p:animMotion origin="layout" path="M -2.27981E-6 -0.08375 L -2.27981E-6 -2.00182E-6 " pathEditMode="relative" rAng="0" ptsTypes="AA">
                                      <p:cBhvr>
                                        <p:cTn id="19" dur="1000" fill="hold"/>
                                        <p:tgtEl>
                                          <p:spTgt spid="294"/>
                                        </p:tgtEl>
                                        <p:attrNameLst>
                                          <p:attrName>ppt_x</p:attrName>
                                          <p:attrName>ppt_y</p:attrName>
                                        </p:attrNameLst>
                                      </p:cBhvr>
                                      <p:rCtr x="0" y="4176"/>
                                    </p:animMotion>
                                  </p:childTnLst>
                                </p:cTn>
                              </p:par>
                            </p:childTnLst>
                          </p:cTn>
                        </p:par>
                        <p:par>
                          <p:cTn id="20" fill="hold">
                            <p:stCondLst>
                              <p:cond delay="4250"/>
                            </p:stCondLst>
                            <p:childTnLst>
                              <p:par>
                                <p:cTn id="21" presetID="10" presetClass="entr" presetSubtype="0" fill="hold" nodeType="afterEffect">
                                  <p:stCondLst>
                                    <p:cond delay="0"/>
                                  </p:stCondLst>
                                  <p:childTnLst>
                                    <p:set>
                                      <p:cBhvr>
                                        <p:cTn id="22" dur="1" fill="hold">
                                          <p:stCondLst>
                                            <p:cond delay="0"/>
                                          </p:stCondLst>
                                        </p:cTn>
                                        <p:tgtEl>
                                          <p:spTgt spid="297"/>
                                        </p:tgtEl>
                                        <p:attrNameLst>
                                          <p:attrName>style.visibility</p:attrName>
                                        </p:attrNameLst>
                                      </p:cBhvr>
                                      <p:to>
                                        <p:strVal val="visible"/>
                                      </p:to>
                                    </p:set>
                                    <p:animEffect transition="in" filter="fade">
                                      <p:cBhvr>
                                        <p:cTn id="23" dur="1000"/>
                                        <p:tgtEl>
                                          <p:spTgt spid="297"/>
                                        </p:tgtEl>
                                      </p:cBhvr>
                                    </p:animEffect>
                                  </p:childTnLst>
                                </p:cTn>
                              </p:par>
                              <p:par>
                                <p:cTn id="24" presetID="42" presetClass="path" presetSubtype="0" accel="50000" decel="50000" fill="hold" nodeType="withEffect">
                                  <p:stCondLst>
                                    <p:cond delay="0"/>
                                  </p:stCondLst>
                                  <p:childTnLst>
                                    <p:animMotion origin="layout" path="M 3.75E-6 -0.0838 L 3.75E-6 1.85185E-6 " pathEditMode="relative" rAng="0" ptsTypes="AA">
                                      <p:cBhvr>
                                        <p:cTn id="25" dur="1000" fill="hold"/>
                                        <p:tgtEl>
                                          <p:spTgt spid="297"/>
                                        </p:tgtEl>
                                        <p:attrNameLst>
                                          <p:attrName>ppt_x</p:attrName>
                                          <p:attrName>ppt_y</p:attrName>
                                        </p:attrNameLst>
                                      </p:cBhvr>
                                      <p:rCtr x="0" y="4190"/>
                                    </p:animMotion>
                                  </p:childTnLst>
                                </p:cTn>
                              </p:par>
                            </p:childTnLst>
                          </p:cTn>
                        </p:par>
                        <p:par>
                          <p:cTn id="26" fill="hold">
                            <p:stCondLst>
                              <p:cond delay="5250"/>
                            </p:stCondLst>
                            <p:childTnLst>
                              <p:par>
                                <p:cTn id="27" presetID="10" presetClass="entr" presetSubtype="0" fill="hold" nodeType="afterEffect">
                                  <p:stCondLst>
                                    <p:cond delay="0"/>
                                  </p:stCondLst>
                                  <p:childTnLst>
                                    <p:set>
                                      <p:cBhvr>
                                        <p:cTn id="28" dur="1" fill="hold">
                                          <p:stCondLst>
                                            <p:cond delay="0"/>
                                          </p:stCondLst>
                                        </p:cTn>
                                        <p:tgtEl>
                                          <p:spTgt spid="302"/>
                                        </p:tgtEl>
                                        <p:attrNameLst>
                                          <p:attrName>style.visibility</p:attrName>
                                        </p:attrNameLst>
                                      </p:cBhvr>
                                      <p:to>
                                        <p:strVal val="visible"/>
                                      </p:to>
                                    </p:set>
                                    <p:animEffect transition="in" filter="fade">
                                      <p:cBhvr>
                                        <p:cTn id="29" dur="1000"/>
                                        <p:tgtEl>
                                          <p:spTgt spid="302"/>
                                        </p:tgtEl>
                                      </p:cBhvr>
                                    </p:animEffect>
                                  </p:childTnLst>
                                </p:cTn>
                              </p:par>
                              <p:par>
                                <p:cTn id="30" presetID="42" presetClass="path" presetSubtype="0" accel="50000" decel="50000" fill="hold" nodeType="withEffect">
                                  <p:stCondLst>
                                    <p:cond delay="0"/>
                                  </p:stCondLst>
                                  <p:childTnLst>
                                    <p:animMotion origin="layout" path="M 2.21088E-6 -0.08375 L 2.21088E-6 5.5833E-7 " pathEditMode="relative" rAng="0" ptsTypes="AA">
                                      <p:cBhvr>
                                        <p:cTn id="31" dur="1000" fill="hold"/>
                                        <p:tgtEl>
                                          <p:spTgt spid="302"/>
                                        </p:tgtEl>
                                        <p:attrNameLst>
                                          <p:attrName>ppt_x</p:attrName>
                                          <p:attrName>ppt_y</p:attrName>
                                        </p:attrNameLst>
                                      </p:cBhvr>
                                      <p:rCtr x="0" y="4176"/>
                                    </p:animMotion>
                                  </p:childTnLst>
                                </p:cTn>
                              </p:par>
                            </p:childTnLst>
                          </p:cTn>
                        </p:par>
                        <p:par>
                          <p:cTn id="32" fill="hold">
                            <p:stCondLst>
                              <p:cond delay="6250"/>
                            </p:stCondLst>
                            <p:childTnLst>
                              <p:par>
                                <p:cTn id="33" presetID="10" presetClass="entr" presetSubtype="0" fill="hold" nodeType="afterEffect">
                                  <p:stCondLst>
                                    <p:cond delay="0"/>
                                  </p:stCondLst>
                                  <p:childTnLst>
                                    <p:set>
                                      <p:cBhvr>
                                        <p:cTn id="34" dur="1" fill="hold">
                                          <p:stCondLst>
                                            <p:cond delay="0"/>
                                          </p:stCondLst>
                                        </p:cTn>
                                        <p:tgtEl>
                                          <p:spTgt spid="298"/>
                                        </p:tgtEl>
                                        <p:attrNameLst>
                                          <p:attrName>style.visibility</p:attrName>
                                        </p:attrNameLst>
                                      </p:cBhvr>
                                      <p:to>
                                        <p:strVal val="visible"/>
                                      </p:to>
                                    </p:set>
                                    <p:animEffect transition="in" filter="fade">
                                      <p:cBhvr>
                                        <p:cTn id="35" dur="1000"/>
                                        <p:tgtEl>
                                          <p:spTgt spid="298"/>
                                        </p:tgtEl>
                                      </p:cBhvr>
                                    </p:animEffect>
                                  </p:childTnLst>
                                </p:cTn>
                              </p:par>
                              <p:par>
                                <p:cTn id="36" presetID="42" presetClass="path" presetSubtype="0" accel="50000" decel="50000" fill="hold" nodeType="withEffect">
                                  <p:stCondLst>
                                    <p:cond delay="0"/>
                                  </p:stCondLst>
                                  <p:childTnLst>
                                    <p:animMotion origin="layout" path="M -2.27981E-6 -0.08375 L -2.27981E-6 -2.00182E-6 " pathEditMode="relative" rAng="0" ptsTypes="AA">
                                      <p:cBhvr>
                                        <p:cTn id="37" dur="1000" fill="hold"/>
                                        <p:tgtEl>
                                          <p:spTgt spid="298"/>
                                        </p:tgtEl>
                                        <p:attrNameLst>
                                          <p:attrName>ppt_x</p:attrName>
                                          <p:attrName>ppt_y</p:attrName>
                                        </p:attrNameLst>
                                      </p:cBhvr>
                                      <p:rCtr x="0" y="4176"/>
                                    </p:animMotion>
                                  </p:childTnLst>
                                </p:cTn>
                              </p:par>
                            </p:childTnLst>
                          </p:cTn>
                        </p:par>
                        <p:par>
                          <p:cTn id="38" fill="hold">
                            <p:stCondLst>
                              <p:cond delay="7250"/>
                            </p:stCondLst>
                            <p:childTnLst>
                              <p:par>
                                <p:cTn id="39" presetID="10" presetClass="entr" presetSubtype="0" fill="hold" nodeType="afterEffect">
                                  <p:stCondLst>
                                    <p:cond delay="0"/>
                                  </p:stCondLst>
                                  <p:childTnLst>
                                    <p:set>
                                      <p:cBhvr>
                                        <p:cTn id="40" dur="1" fill="hold">
                                          <p:stCondLst>
                                            <p:cond delay="0"/>
                                          </p:stCondLst>
                                        </p:cTn>
                                        <p:tgtEl>
                                          <p:spTgt spid="301"/>
                                        </p:tgtEl>
                                        <p:attrNameLst>
                                          <p:attrName>style.visibility</p:attrName>
                                        </p:attrNameLst>
                                      </p:cBhvr>
                                      <p:to>
                                        <p:strVal val="visible"/>
                                      </p:to>
                                    </p:set>
                                    <p:animEffect transition="in" filter="fade">
                                      <p:cBhvr>
                                        <p:cTn id="41" dur="1000"/>
                                        <p:tgtEl>
                                          <p:spTgt spid="301"/>
                                        </p:tgtEl>
                                      </p:cBhvr>
                                    </p:animEffect>
                                  </p:childTnLst>
                                </p:cTn>
                              </p:par>
                              <p:par>
                                <p:cTn id="42" presetID="42" presetClass="path" presetSubtype="0" accel="50000" decel="50000" fill="hold" nodeType="withEffect">
                                  <p:stCondLst>
                                    <p:cond delay="0"/>
                                  </p:stCondLst>
                                  <p:childTnLst>
                                    <p:animMotion origin="layout" path="M -2.27981E-6 -0.08375 L -2.27981E-6 -2.00182E-6 " pathEditMode="relative" rAng="0" ptsTypes="AA">
                                      <p:cBhvr>
                                        <p:cTn id="43" dur="1000" fill="hold"/>
                                        <p:tgtEl>
                                          <p:spTgt spid="301"/>
                                        </p:tgtEl>
                                        <p:attrNameLst>
                                          <p:attrName>ppt_x</p:attrName>
                                          <p:attrName>ppt_y</p:attrName>
                                        </p:attrNameLst>
                                      </p:cBhvr>
                                      <p:rCtr x="0" y="4176"/>
                                    </p:animMotion>
                                  </p:childTnLst>
                                </p:cTn>
                              </p:par>
                            </p:childTnLst>
                          </p:cTn>
                        </p:par>
                        <p:par>
                          <p:cTn id="44" fill="hold">
                            <p:stCondLst>
                              <p:cond delay="8250"/>
                            </p:stCondLst>
                            <p:childTnLst>
                              <p:par>
                                <p:cTn id="45" presetID="10" presetClass="entr" presetSubtype="0" fill="hold" grpId="0" nodeType="afterEffect">
                                  <p:stCondLst>
                                    <p:cond delay="0"/>
                                  </p:stCondLst>
                                  <p:childTnLst>
                                    <p:set>
                                      <p:cBhvr>
                                        <p:cTn id="46" dur="1" fill="hold">
                                          <p:stCondLst>
                                            <p:cond delay="0"/>
                                          </p:stCondLst>
                                        </p:cTn>
                                        <p:tgtEl>
                                          <p:spTgt spid="7">
                                            <p:bg/>
                                          </p:spTgt>
                                        </p:tgtEl>
                                        <p:attrNameLst>
                                          <p:attrName>style.visibility</p:attrName>
                                        </p:attrNameLst>
                                      </p:cBhvr>
                                      <p:to>
                                        <p:strVal val="visible"/>
                                      </p:to>
                                    </p:set>
                                    <p:animEffect transition="in" filter="fade">
                                      <p:cBhvr>
                                        <p:cTn id="47" dur="1000"/>
                                        <p:tgtEl>
                                          <p:spTgt spid="7">
                                            <p:bg/>
                                          </p:spTgt>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7">
                                            <p:txEl>
                                              <p:pRg st="0" end="0"/>
                                            </p:txEl>
                                          </p:spTgt>
                                        </p:tgtEl>
                                        <p:attrNameLst>
                                          <p:attrName>style.visibility</p:attrName>
                                        </p:attrNameLst>
                                      </p:cBhvr>
                                      <p:to>
                                        <p:strVal val="visible"/>
                                      </p:to>
                                    </p:set>
                                    <p:animEffect transition="in" filter="fade">
                                      <p:cBhvr>
                                        <p:cTn id="50" dur="1000"/>
                                        <p:tgtEl>
                                          <p:spTgt spid="7">
                                            <p:txEl>
                                              <p:pRg st="0" end="0"/>
                                            </p:txEl>
                                          </p:spTgt>
                                        </p:tgtEl>
                                      </p:cBhvr>
                                    </p:animEffect>
                                  </p:childTnLst>
                                </p:cTn>
                              </p:par>
                              <p:par>
                                <p:cTn id="51" presetID="42" presetClass="path" presetSubtype="0" accel="50000" decel="50000" fill="hold" grpId="1" nodeType="withEffect">
                                  <p:stCondLst>
                                    <p:cond delay="0"/>
                                  </p:stCondLst>
                                  <p:childTnLst>
                                    <p:animMotion origin="layout" path="M 2.35129E-6 -0.08375 L 2.35129E-6 -2.37857E-6 " pathEditMode="relative" rAng="0" ptsTypes="AA">
                                      <p:cBhvr>
                                        <p:cTn id="52" dur="1000" fill="hold"/>
                                        <p:tgtEl>
                                          <p:spTgt spid="7">
                                            <p:bg/>
                                          </p:spTgt>
                                        </p:tgtEl>
                                        <p:attrNameLst>
                                          <p:attrName>ppt_x</p:attrName>
                                          <p:attrName>ppt_y</p:attrName>
                                        </p:attrNameLst>
                                      </p:cBhvr>
                                      <p:rCtr x="0" y="4176"/>
                                    </p:animMotion>
                                  </p:childTnLst>
                                </p:cTn>
                              </p:par>
                              <p:par>
                                <p:cTn id="53" presetID="42" presetClass="path" presetSubtype="0" accel="50000" decel="50000" fill="hold" grpId="1" nodeType="withEffect">
                                  <p:stCondLst>
                                    <p:cond delay="0"/>
                                  </p:stCondLst>
                                  <p:childTnLst>
                                    <p:animMotion origin="layout" path="M 4.59025E-6 -0.08375 L 4.59025E-6 -2.37857E-6 " pathEditMode="relative" rAng="0" ptsTypes="AA">
                                      <p:cBhvr>
                                        <p:cTn id="54" dur="1000" fill="hold"/>
                                        <p:tgtEl>
                                          <p:spTgt spid="7">
                                            <p:txEl>
                                              <p:pRg st="0" end="0"/>
                                            </p:txEl>
                                          </p:spTgt>
                                        </p:tgtEl>
                                        <p:attrNameLst>
                                          <p:attrName>ppt_x</p:attrName>
                                          <p:attrName>ppt_y</p:attrName>
                                        </p:attrNameLst>
                                      </p:cBhvr>
                                      <p:rCtr x="0" y="4176"/>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animBg="1"/>
      <p:bldP spid="7" grpId="1" build="p" animBg="1"/>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idx="4294967295"/>
          </p:nvPr>
        </p:nvSpPr>
        <p:spPr/>
        <p:txBody>
          <a:bodyPr/>
          <a:lstStyle/>
          <a:p>
            <a:r>
              <a:rPr lang="en-US" dirty="0" smtClean="0"/>
              <a:t>Engage</a:t>
            </a:r>
            <a:endParaRPr lang="en-US" dirty="0"/>
          </a:p>
        </p:txBody>
      </p:sp>
    </p:spTree>
    <p:extLst>
      <p:ext uri="{BB962C8B-B14F-4D97-AF65-F5344CB8AC3E}">
        <p14:creationId xmlns:p14="http://schemas.microsoft.com/office/powerpoint/2010/main" val="30565616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smtClean="0"/>
              <a:t>Thank you</a:t>
            </a:r>
            <a:endParaRPr lang="en-US" dirty="0"/>
          </a:p>
        </p:txBody>
      </p:sp>
    </p:spTree>
    <p:extLst>
      <p:ext uri="{BB962C8B-B14F-4D97-AF65-F5344CB8AC3E}">
        <p14:creationId xmlns:p14="http://schemas.microsoft.com/office/powerpoint/2010/main" val="40877532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7114852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theme/theme1.xml><?xml version="1.0" encoding="utf-8"?>
<a:theme xmlns:a="http://schemas.openxmlformats.org/drawingml/2006/main" name="6-30540_Office_365_CloudRoadShow">
  <a:themeElements>
    <a:clrScheme name="Custom 10">
      <a:dk1>
        <a:srgbClr val="000000"/>
      </a:dk1>
      <a:lt1>
        <a:srgbClr val="FFFFFF"/>
      </a:lt1>
      <a:dk2>
        <a:srgbClr val="D83B01"/>
      </a:dk2>
      <a:lt2>
        <a:srgbClr val="797A7D"/>
      </a:lt2>
      <a:accent1>
        <a:srgbClr val="D83B01"/>
      </a:accent1>
      <a:accent2>
        <a:srgbClr val="0078D7"/>
      </a:accent2>
      <a:accent3>
        <a:srgbClr val="FF8C00"/>
      </a:accent3>
      <a:accent4>
        <a:srgbClr val="107C10"/>
      </a:accent4>
      <a:accent5>
        <a:srgbClr val="00188F"/>
      </a:accent5>
      <a:accent6>
        <a:srgbClr val="5C2D91"/>
      </a:accent6>
      <a:hlink>
        <a:srgbClr val="FFFFFF"/>
      </a:hlink>
      <a:folHlink>
        <a:srgbClr val="00BCF2"/>
      </a:folHlink>
    </a:clrScheme>
    <a:fontScheme name="Custom 1">
      <a:majorFont>
        <a:latin typeface="Segoe UI Light"/>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ln>
          <a:noFill/>
          <a:headEnd type="none" w="med" len="med"/>
          <a:tailEnd type="none" w="med" len="med"/>
        </a:ln>
      </a:spPr>
      <a:bodyPr vert="horz" wrap="square" lIns="0" tIns="46637" rIns="0" bIns="46637" numCol="1" rtlCol="0" anchor="ctr" anchorCtr="0" compatLnSpc="1">
        <a:prstTxWarp prst="textNoShape">
          <a:avLst/>
        </a:prstTxWarp>
      </a:bodyPr>
      <a:lstStyle>
        <a:defPPr algn="ctr" defTabSz="932472" fontAlgn="base">
          <a:spcBef>
            <a:spcPct val="0"/>
          </a:spcBef>
          <a:spcAft>
            <a:spcPct val="0"/>
          </a:spcAft>
          <a:defRPr sz="2000" dirty="0">
            <a:gradFill>
              <a:gsLst>
                <a:gs pos="0">
                  <a:srgbClr val="FFFFFF"/>
                </a:gs>
                <a:gs pos="100000">
                  <a:srgbClr val="FFFFFF"/>
                </a:gs>
              </a:gsLst>
              <a:lin ang="5400000" scaled="0"/>
            </a:gradFill>
          </a:defRPr>
        </a:defPPr>
      </a:lstStyle>
      <a:style>
        <a:lnRef idx="2">
          <a:schemeClr val="accent2">
            <a:shade val="50000"/>
          </a:schemeClr>
        </a:lnRef>
        <a:fillRef idx="1">
          <a:schemeClr val="accent2"/>
        </a:fillRef>
        <a:effectRef idx="0">
          <a:schemeClr val="accent2"/>
        </a:effectRef>
        <a:fontRef idx="minor">
          <a:schemeClr val="lt1"/>
        </a:fontRef>
      </a:style>
    </a:spDef>
    <a:lnDef>
      <a:spPr>
        <a:ln>
          <a:solidFill>
            <a:schemeClr val="tx1"/>
          </a:solidFill>
          <a:headEnd type="none"/>
          <a:tailEnd type="none"/>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182880" tIns="146304" rIns="182880" bIns="146304" rtlCol="0">
        <a:spAutoFit/>
      </a:bodyPr>
      <a:lstStyle>
        <a:defPPr>
          <a:lnSpc>
            <a:spcPct val="90000"/>
          </a:lnSpc>
          <a:spcAft>
            <a:spcPts val="600"/>
          </a:spcAft>
          <a:defRPr sz="2400" dirty="0" err="1" smtClean="0">
            <a:gradFill>
              <a:gsLst>
                <a:gs pos="2917">
                  <a:schemeClr val="tx1"/>
                </a:gs>
                <a:gs pos="30000">
                  <a:schemeClr val="tx1"/>
                </a:gs>
              </a:gsLst>
              <a:lin ang="5400000" scaled="0"/>
            </a:gradFill>
          </a:defRPr>
        </a:defPPr>
      </a:lstStyle>
    </a:txDef>
  </a:objectDefaults>
  <a:extraClrSchemeLst/>
  <a:extLst>
    <a:ext uri="{05A4C25C-085E-4340-85A3-A5531E510DB2}">
      <thm15:themeFamily xmlns:thm15="http://schemas.microsoft.com/office/thememl/2012/main" name="Office_365_CloudRoadShow_TEMPLATE.potx" id="{21FA3758-934E-40AA-831D-4547D2060427}" vid="{6BE66CFC-BAF2-4248-A13E-A31CB68FDD6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A2B0BB5962AB3C45A9A1CE1EC4C4F647" ma:contentTypeVersion="1" ma:contentTypeDescription="Create a new document." ma:contentTypeScope="" ma:versionID="39dd6e28de13981fc99600d481b1de5c">
  <xsd:schema xmlns:xsd="http://www.w3.org/2001/XMLSchema" xmlns:xs="http://www.w3.org/2001/XMLSchema" xmlns:p="http://schemas.microsoft.com/office/2006/metadata/properties" xmlns:ns3="630a2e83-186a-4a0f-ab27-bee8a8096abc" targetNamespace="http://schemas.microsoft.com/office/2006/metadata/properties" ma:root="true" ma:fieldsID="e5a18a002045f9f0e2a3c9cc06ab2675" ns3:_="">
    <xsd:import namespace="630a2e83-186a-4a0f-ab27-bee8a8096abc"/>
    <xsd:element name="properties">
      <xsd:complexType>
        <xsd:sequence>
          <xsd:element name="documentManagement">
            <xsd:complexType>
              <xsd:all>
                <xsd:element ref="ns3:SharedWithUser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30a2e83-186a-4a0f-ab27-bee8a8096abc" elementFormDefault="qualified">
    <xsd:import namespace="http://schemas.microsoft.com/office/2006/documentManagement/types"/>
    <xsd:import namespace="http://schemas.microsoft.com/office/infopath/2007/PartnerControls"/>
    <xsd:element name="SharedWithUsers" ma:index="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758FDAC0-319D-4A54-8D8E-1D42CB1F8004}">
  <ds:schemaRefs>
    <ds:schemaRef ds:uri="http://schemas.microsoft.com/sharepoint/v3/contenttype/forms"/>
  </ds:schemaRefs>
</ds:datastoreItem>
</file>

<file path=customXml/itemProps2.xml><?xml version="1.0" encoding="utf-8"?>
<ds:datastoreItem xmlns:ds="http://schemas.openxmlformats.org/officeDocument/2006/customXml" ds:itemID="{F990F116-B58F-4255-B05B-DA3808E0E5C6}">
  <ds:schemaRefs>
    <ds:schemaRef ds:uri="http://purl.org/dc/terms/"/>
    <ds:schemaRef ds:uri="http://schemas.openxmlformats.org/package/2006/metadata/core-properties"/>
    <ds:schemaRef ds:uri="630a2e83-186a-4a0f-ab27-bee8a8096abc"/>
    <ds:schemaRef ds:uri="http://schemas.microsoft.com/office/2006/documentManagement/types"/>
    <ds:schemaRef ds:uri="http://schemas.microsoft.com/office/infopath/2007/PartnerControls"/>
    <ds:schemaRef ds:uri="http://purl.org/dc/elements/1.1/"/>
    <ds:schemaRef ds:uri="http://schemas.microsoft.com/office/2006/metadata/properties"/>
    <ds:schemaRef ds:uri="http://www.w3.org/XML/1998/namespace"/>
    <ds:schemaRef ds:uri="http://purl.org/dc/dcmitype/"/>
  </ds:schemaRefs>
</ds:datastoreItem>
</file>

<file path=customXml/itemProps3.xml><?xml version="1.0" encoding="utf-8"?>
<ds:datastoreItem xmlns:ds="http://schemas.openxmlformats.org/officeDocument/2006/customXml" ds:itemID="{942678F0-6EA3-4F58-92F2-E73D80B53613}">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630a2e83-186a-4a0f-ab27-bee8a8096abc"/>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Office_365_CloudRoadShow_TEMPLATE</Template>
  <TotalTime>58</TotalTime>
  <Words>5818</Words>
  <Application>Microsoft Office PowerPoint</Application>
  <PresentationFormat>Custom</PresentationFormat>
  <Paragraphs>530</Paragraphs>
  <Slides>41</Slides>
  <Notes>40</Notes>
  <HiddenSlides>0</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41</vt:i4>
      </vt:variant>
    </vt:vector>
  </HeadingPairs>
  <TitlesOfParts>
    <vt:vector size="53" baseType="lpstr">
      <vt:lpstr>Arial</vt:lpstr>
      <vt:lpstr>Calibri</vt:lpstr>
      <vt:lpstr>Consolas</vt:lpstr>
      <vt:lpstr>Segoe Condensed</vt:lpstr>
      <vt:lpstr>Segoe Light</vt:lpstr>
      <vt:lpstr>Segoe UI</vt:lpstr>
      <vt:lpstr>Segoe UI Black</vt:lpstr>
      <vt:lpstr>Segoe UI Light</vt:lpstr>
      <vt:lpstr>Segoe UI Semibold</vt:lpstr>
      <vt:lpstr>Segoe UI Semilight</vt:lpstr>
      <vt:lpstr>Wingdings</vt:lpstr>
      <vt:lpstr>6-30540_Office_365_CloudRoadShow</vt:lpstr>
      <vt:lpstr>Office 365 development</vt:lpstr>
      <vt:lpstr>Advanced Office Add-ins with Excel, Word and PowerPoint</vt:lpstr>
      <vt:lpstr>Agenda</vt:lpstr>
      <vt:lpstr>Developer vision</vt:lpstr>
      <vt:lpstr>PowerPoint Presentation</vt:lpstr>
      <vt:lpstr>What is an Office add-in?</vt:lpstr>
      <vt:lpstr>Office add-ins</vt:lpstr>
      <vt:lpstr>Anatomy of an Office add-in</vt:lpstr>
      <vt:lpstr>Adding an Office add-in using the insertion UI</vt:lpstr>
      <vt:lpstr>PowerPoint Presentation</vt:lpstr>
      <vt:lpstr>getSelectedDataAsync()</vt:lpstr>
      <vt:lpstr>setSelectDataAsync()</vt:lpstr>
      <vt:lpstr>Coercion types</vt:lpstr>
      <vt:lpstr>Using bindings</vt:lpstr>
      <vt:lpstr>Adding bindings in JavaScript</vt:lpstr>
      <vt:lpstr>Adding event hander bindings</vt:lpstr>
      <vt:lpstr>Building your first  Office add-in</vt:lpstr>
      <vt:lpstr>PowerPoint Presentation</vt:lpstr>
      <vt:lpstr>New Office 2016 APIs</vt:lpstr>
      <vt:lpstr>Coding pattern</vt:lpstr>
      <vt:lpstr>Coding pattern</vt:lpstr>
      <vt:lpstr>Coding pattern</vt:lpstr>
      <vt:lpstr>Coding pattern</vt:lpstr>
      <vt:lpstr>Coding pattern</vt:lpstr>
      <vt:lpstr>Coding pattern</vt:lpstr>
      <vt:lpstr>New Word APIs</vt:lpstr>
      <vt:lpstr>Demo: New Word 2016 APIs</vt:lpstr>
      <vt:lpstr>New Excel APIs</vt:lpstr>
      <vt:lpstr>Demo: New Excel 2016 APIs</vt:lpstr>
      <vt:lpstr>PowerPoint Presentation</vt:lpstr>
      <vt:lpstr>Office add-in deployment</vt:lpstr>
      <vt:lpstr>SharePoint add-in catalog</vt:lpstr>
      <vt:lpstr>File share add-in catalog</vt:lpstr>
      <vt:lpstr>Related documentation</vt:lpstr>
      <vt:lpstr>Related code samples</vt:lpstr>
      <vt:lpstr>Summary</vt:lpstr>
      <vt:lpstr>PowerPoint Presentation</vt:lpstr>
      <vt:lpstr>Developer Program launch</vt:lpstr>
      <vt:lpstr>Engage</vt:lpstr>
      <vt:lpstr>Thank you</vt:lpstr>
      <vt:lpstr>PowerPoint Presentation</vt:lpstr>
    </vt:vector>
  </TitlesOfParts>
  <Manager/>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Office 365 development</dc:title>
  <dc:subject>Office 365</dc:subject>
  <dc:creator>Brittany Hart</dc:creator>
  <cp:keywords>MSVID, Brand Guidelines, Branding, Visual Identity, grid</cp:keywords>
  <dc:description>Template: _x000d_
Formatting: _x000d_
Audience Type:</dc:description>
  <cp:lastModifiedBy>Alyssa Jones</cp:lastModifiedBy>
  <cp:revision>10</cp:revision>
  <dcterms:created xsi:type="dcterms:W3CDTF">2016-01-18T18:28:26Z</dcterms:created>
  <dcterms:modified xsi:type="dcterms:W3CDTF">2016-01-20T22:21:35Z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0x010100A2B0BB5962AB3C45A9A1CE1EC4C4F647</vt:lpwstr>
  </property>
  <property fmtid="{D5CDD505-2E9C-101B-9397-08002B2CF9AE}" pid="3" name="Product">
    <vt:lpwstr/>
  </property>
  <property fmtid="{D5CDD505-2E9C-101B-9397-08002B2CF9AE}" pid="4" name="Event1">
    <vt:lpwstr>622;#Unassigned|2c8af875-f38a-40b8-a0a9-056aed3fc8c0</vt:lpwstr>
  </property>
  <property fmtid="{D5CDD505-2E9C-101B-9397-08002B2CF9AE}" pid="5" name="Audience">
    <vt:lpwstr/>
  </property>
  <property fmtid="{D5CDD505-2E9C-101B-9397-08002B2CF9AE}" pid="6" name="Event Venue">
    <vt:lpwstr/>
  </property>
  <property fmtid="{D5CDD505-2E9C-101B-9397-08002B2CF9AE}" pid="7" name="Track">
    <vt:lpwstr/>
  </property>
  <property fmtid="{D5CDD505-2E9C-101B-9397-08002B2CF9AE}" pid="8" name="Event Location">
    <vt:lpwstr/>
  </property>
  <property fmtid="{D5CDD505-2E9C-101B-9397-08002B2CF9AE}" pid="9" name="Campaign">
    <vt:lpwstr/>
  </property>
  <property fmtid="{D5CDD505-2E9C-101B-9397-08002B2CF9AE}" pid="10" name="IsMyDocuments">
    <vt:bool>true</vt:bool>
  </property>
</Properties>
</file>