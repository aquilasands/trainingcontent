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1.xml" ContentType="application/vnd.openxmlformats-officedocument.presentationml.tags+xml"/>
  <Override PartName="/ppt/notesSlides/notesSlide16.xml" ContentType="application/vnd.openxmlformats-officedocument.presentationml.notesSlide+xml"/>
  <Override PartName="/ppt/tags/tag1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70" r:id="rId4"/>
  </p:sldMasterIdLst>
  <p:notesMasterIdLst>
    <p:notesMasterId r:id="rId51"/>
  </p:notesMasterIdLst>
  <p:handoutMasterIdLst>
    <p:handoutMasterId r:id="rId52"/>
  </p:handoutMasterIdLst>
  <p:sldIdLst>
    <p:sldId id="1460" r:id="rId5"/>
    <p:sldId id="1461" r:id="rId6"/>
    <p:sldId id="1458" r:id="rId7"/>
    <p:sldId id="1504" r:id="rId8"/>
    <p:sldId id="1463" r:id="rId9"/>
    <p:sldId id="1464" r:id="rId10"/>
    <p:sldId id="1465" r:id="rId11"/>
    <p:sldId id="1466" r:id="rId12"/>
    <p:sldId id="1467" r:id="rId13"/>
    <p:sldId id="1468" r:id="rId14"/>
    <p:sldId id="1469" r:id="rId15"/>
    <p:sldId id="1470" r:id="rId16"/>
    <p:sldId id="1471" r:id="rId17"/>
    <p:sldId id="1472" r:id="rId18"/>
    <p:sldId id="1505" r:id="rId19"/>
    <p:sldId id="1506" r:id="rId20"/>
    <p:sldId id="1510" r:id="rId21"/>
    <p:sldId id="1507" r:id="rId22"/>
    <p:sldId id="1515" r:id="rId23"/>
    <p:sldId id="1478" r:id="rId24"/>
    <p:sldId id="1519" r:id="rId25"/>
    <p:sldId id="1480" r:id="rId26"/>
    <p:sldId id="1518" r:id="rId27"/>
    <p:sldId id="1482" r:id="rId28"/>
    <p:sldId id="1517" r:id="rId29"/>
    <p:sldId id="1484" r:id="rId30"/>
    <p:sldId id="1516" r:id="rId31"/>
    <p:sldId id="1486" r:id="rId32"/>
    <p:sldId id="1514" r:id="rId33"/>
    <p:sldId id="1488" r:id="rId34"/>
    <p:sldId id="1513" r:id="rId35"/>
    <p:sldId id="1490" r:id="rId36"/>
    <p:sldId id="1491" r:id="rId37"/>
    <p:sldId id="1512" r:id="rId38"/>
    <p:sldId id="1493" r:id="rId39"/>
    <p:sldId id="1494" r:id="rId40"/>
    <p:sldId id="1495" r:id="rId41"/>
    <p:sldId id="1496" r:id="rId42"/>
    <p:sldId id="1520" r:id="rId43"/>
    <p:sldId id="1498" r:id="rId44"/>
    <p:sldId id="1499" r:id="rId45"/>
    <p:sldId id="1500" r:id="rId46"/>
    <p:sldId id="1501" r:id="rId47"/>
    <p:sldId id="1503" r:id="rId48"/>
    <p:sldId id="1459" r:id="rId49"/>
    <p:sldId id="1326" r:id="rId50"/>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8CD39C-680B-4B62-88BE-A2CE2F16E732}">
          <p14:sldIdLst>
            <p14:sldId id="1460"/>
            <p14:sldId id="1461"/>
            <p14:sldId id="1458"/>
            <p14:sldId id="1504"/>
          </p14:sldIdLst>
        </p14:section>
        <p14:section name="Why the Microsoft Graph API?" id="{CC58FA47-4DC2-45F9-B2C4-9318B0C320A1}">
          <p14:sldIdLst>
            <p14:sldId id="1463"/>
            <p14:sldId id="1464"/>
            <p14:sldId id="1465"/>
            <p14:sldId id="1466"/>
            <p14:sldId id="1467"/>
            <p14:sldId id="1468"/>
            <p14:sldId id="1469"/>
          </p14:sldIdLst>
        </p14:section>
        <p14:section name="What is the Microsoft Graph API?" id="{FE1B32EA-6C26-4679-B914-42C046B6F39F}">
          <p14:sldIdLst>
            <p14:sldId id="1470"/>
            <p14:sldId id="1471"/>
            <p14:sldId id="1472"/>
            <p14:sldId id="1505"/>
            <p14:sldId id="1506"/>
            <p14:sldId id="1510"/>
            <p14:sldId id="1507"/>
            <p14:sldId id="1515"/>
            <p14:sldId id="1478"/>
            <p14:sldId id="1519"/>
            <p14:sldId id="1480"/>
            <p14:sldId id="1518"/>
            <p14:sldId id="1482"/>
            <p14:sldId id="1517"/>
            <p14:sldId id="1484"/>
            <p14:sldId id="1516"/>
            <p14:sldId id="1486"/>
            <p14:sldId id="1514"/>
            <p14:sldId id="1488"/>
            <p14:sldId id="1513"/>
            <p14:sldId id="1490"/>
            <p14:sldId id="1491"/>
            <p14:sldId id="1512"/>
            <p14:sldId id="1493"/>
            <p14:sldId id="1494"/>
          </p14:sldIdLst>
        </p14:section>
        <p14:section name="What is supported now?" id="{EA841240-35AE-4B2F-8B87-F415C8194970}">
          <p14:sldIdLst>
            <p14:sldId id="1495"/>
            <p14:sldId id="1496"/>
            <p14:sldId id="1520"/>
          </p14:sldIdLst>
        </p14:section>
        <p14:section name="What’s coming next?" id="{A06796DB-AB5F-4C14-AB7C-64C7ED3BAFC6}">
          <p14:sldIdLst>
            <p14:sldId id="1498"/>
            <p14:sldId id="1499"/>
          </p14:sldIdLst>
        </p14:section>
        <p14:section name="Conclusion" id="{EA70660E-0105-4E7A-950F-060E98ED0B2A}">
          <p14:sldIdLst>
            <p14:sldId id="1500"/>
            <p14:sldId id="1501"/>
            <p14:sldId id="1503"/>
            <p14:sldId id="1459"/>
            <p14:sldId id="132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8C00"/>
    <a:srgbClr val="797A7D"/>
    <a:srgbClr val="00BCF2"/>
    <a:srgbClr val="2E1648"/>
    <a:srgbClr val="45226D"/>
    <a:srgbClr val="262626"/>
    <a:srgbClr val="99ADD0"/>
    <a:srgbClr val="FFB9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6372" autoAdjust="0"/>
  </p:normalViewPr>
  <p:slideViewPr>
    <p:cSldViewPr>
      <p:cViewPr varScale="1">
        <p:scale>
          <a:sx n="77" d="100"/>
          <a:sy n="77" d="100"/>
        </p:scale>
        <p:origin x="638" y="53"/>
      </p:cViewPr>
      <p:guideLst/>
    </p:cSldViewPr>
  </p:slideViewPr>
  <p:outlineViewPr>
    <p:cViewPr>
      <p:scale>
        <a:sx n="33" d="100"/>
        <a:sy n="33" d="100"/>
      </p:scale>
      <p:origin x="0" y="-2556"/>
    </p:cViewPr>
  </p:outlineViewPr>
  <p:notesTextViewPr>
    <p:cViewPr>
      <p:scale>
        <a:sx n="100" d="100"/>
        <a:sy n="100" d="100"/>
      </p:scale>
      <p:origin x="0" y="0"/>
    </p:cViewPr>
  </p:notesTextViewPr>
  <p:sorterViewPr>
    <p:cViewPr>
      <p:scale>
        <a:sx n="75" d="100"/>
        <a:sy n="75" d="100"/>
      </p:scale>
      <p:origin x="0" y="0"/>
    </p:cViewPr>
  </p:sorterViewPr>
  <p:notesViewPr>
    <p:cSldViewPr showGuides="1">
      <p:cViewPr varScale="1">
        <p:scale>
          <a:sx n="99" d="100"/>
          <a:sy n="99" d="100"/>
        </p:scale>
        <p:origin x="3492" y="84"/>
      </p:cViewPr>
      <p:guideLst>
        <p:guide orient="horz" pos="2880"/>
        <p:guide pos="2160"/>
      </p:guideLst>
    </p:cSldViewPr>
  </p:notesViewPr>
  <p:gridSpacing cx="91439" cy="91439"/>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smtClean="0">
                <a:latin typeface="Segoe UI" pitchFamily="34" charset="0"/>
              </a:rPr>
              <a:t>Office 365 </a:t>
            </a:r>
            <a:r>
              <a:rPr lang="en-US" dirty="0" err="1" smtClean="0">
                <a:latin typeface="Segoe UI" pitchFamily="34" charset="0"/>
              </a:rPr>
              <a:t>CloudRoadShow</a:t>
            </a:r>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424B439-93AE-46F1-8303-839E5B8DC0CB}" type="datetime8">
              <a:rPr lang="en-US" smtClean="0">
                <a:latin typeface="Segoe UI" pitchFamily="34" charset="0"/>
              </a:rPr>
              <a:t>1/20/2016 3:38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latin typeface="Segoe UI" pitchFamily="34" charset="0"/>
              </a:rPr>
              <a:t>Office 365 </a:t>
            </a:r>
            <a:r>
              <a:rPr lang="en-US" dirty="0" err="1" smtClean="0"/>
              <a:t>CloudRoadShow</a:t>
            </a:r>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B01587BD-22B4-45C5-A740-17D5510C7368}" type="datetime8">
              <a:rPr lang="en-US" smtClean="0"/>
              <a:t>1/20/2016 3:38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7827E0-75C2-4762-9602-52F8A16E59DD}"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2011713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1DA3A97D-7166-4B18-AAA1-A1BA485DDAD7}" type="datetime8">
              <a:rPr lang="en-US" smtClean="0"/>
              <a:t>1/20/2016 3:38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764738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F855BB64-1F39-407C-A5A6-F225D13EDE75}" type="datetime8">
              <a:rPr lang="en-US" smtClean="0"/>
              <a:t>1/20/2016 3:38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477580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F645128C-2B6B-4D7C-A470-02B9F4F50F57}" type="datetime8">
              <a:rPr lang="en-US" smtClean="0"/>
              <a:t>1/20/2016 3:38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3968549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6</a:t>
            </a:fld>
            <a:endParaRPr lang="en-GB">
              <a:solidFill>
                <a:prstClr val="black"/>
              </a:solidFill>
              <a:latin typeface="Calibri" panose="020F0502020204030204"/>
            </a:endParaRPr>
          </a:p>
        </p:txBody>
      </p:sp>
    </p:spTree>
    <p:extLst>
      <p:ext uri="{BB962C8B-B14F-4D97-AF65-F5344CB8AC3E}">
        <p14:creationId xmlns:p14="http://schemas.microsoft.com/office/powerpoint/2010/main" val="472229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7</a:t>
            </a:fld>
            <a:endParaRPr lang="en-GB">
              <a:solidFill>
                <a:prstClr val="black"/>
              </a:solidFill>
              <a:latin typeface="Calibri" panose="020F0502020204030204"/>
            </a:endParaRPr>
          </a:p>
        </p:txBody>
      </p:sp>
    </p:spTree>
    <p:extLst>
      <p:ext uri="{BB962C8B-B14F-4D97-AF65-F5344CB8AC3E}">
        <p14:creationId xmlns:p14="http://schemas.microsoft.com/office/powerpoint/2010/main" val="352145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8</a:t>
            </a:fld>
            <a:endParaRPr lang="en-GB">
              <a:solidFill>
                <a:prstClr val="black"/>
              </a:solidFill>
              <a:latin typeface="Calibri" panose="020F0502020204030204"/>
            </a:endParaRPr>
          </a:p>
        </p:txBody>
      </p:sp>
    </p:spTree>
    <p:extLst>
      <p:ext uri="{BB962C8B-B14F-4D97-AF65-F5344CB8AC3E}">
        <p14:creationId xmlns:p14="http://schemas.microsoft.com/office/powerpoint/2010/main" val="747309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9</a:t>
            </a:fld>
            <a:endParaRPr lang="en-GB">
              <a:solidFill>
                <a:prstClr val="black"/>
              </a:solidFill>
              <a:latin typeface="Calibri" panose="020F0502020204030204"/>
            </a:endParaRPr>
          </a:p>
        </p:txBody>
      </p:sp>
    </p:spTree>
    <p:extLst>
      <p:ext uri="{BB962C8B-B14F-4D97-AF65-F5344CB8AC3E}">
        <p14:creationId xmlns:p14="http://schemas.microsoft.com/office/powerpoint/2010/main" val="2808680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10</a:t>
            </a:fld>
            <a:endParaRPr lang="en-GB">
              <a:solidFill>
                <a:prstClr val="black"/>
              </a:solidFill>
              <a:latin typeface="Calibri" panose="020F0502020204030204"/>
            </a:endParaRPr>
          </a:p>
        </p:txBody>
      </p:sp>
    </p:spTree>
    <p:extLst>
      <p:ext uri="{BB962C8B-B14F-4D97-AF65-F5344CB8AC3E}">
        <p14:creationId xmlns:p14="http://schemas.microsoft.com/office/powerpoint/2010/main" val="3597628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11</a:t>
            </a:fld>
            <a:endParaRPr lang="en-GB">
              <a:solidFill>
                <a:prstClr val="black"/>
              </a:solidFill>
              <a:latin typeface="Calibri" panose="020F0502020204030204"/>
            </a:endParaRPr>
          </a:p>
        </p:txBody>
      </p:sp>
    </p:spTree>
    <p:extLst>
      <p:ext uri="{BB962C8B-B14F-4D97-AF65-F5344CB8AC3E}">
        <p14:creationId xmlns:p14="http://schemas.microsoft.com/office/powerpoint/2010/main" val="502999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B93AB1F1-0571-4103-A84E-E083B9CC2528}"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12</a:t>
            </a:fld>
            <a:endParaRPr lang="en-US" dirty="0">
              <a:solidFill>
                <a:prstClr val="black"/>
              </a:solidFill>
            </a:endParaRPr>
          </a:p>
        </p:txBody>
      </p:sp>
    </p:spTree>
    <p:extLst>
      <p:ext uri="{BB962C8B-B14F-4D97-AF65-F5344CB8AC3E}">
        <p14:creationId xmlns:p14="http://schemas.microsoft.com/office/powerpoint/2010/main" val="2208070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13</a:t>
            </a:fld>
            <a:endParaRPr lang="en-GB">
              <a:solidFill>
                <a:prstClr val="black"/>
              </a:solidFill>
              <a:latin typeface="Calibri" panose="020F0502020204030204"/>
            </a:endParaRPr>
          </a:p>
        </p:txBody>
      </p:sp>
    </p:spTree>
    <p:extLst>
      <p:ext uri="{BB962C8B-B14F-4D97-AF65-F5344CB8AC3E}">
        <p14:creationId xmlns:p14="http://schemas.microsoft.com/office/powerpoint/2010/main" val="3119812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14</a:t>
            </a:fld>
            <a:endParaRPr lang="en-GB">
              <a:solidFill>
                <a:prstClr val="black"/>
              </a:solidFill>
              <a:latin typeface="Calibri" panose="020F0502020204030204"/>
            </a:endParaRPr>
          </a:p>
        </p:txBody>
      </p:sp>
    </p:spTree>
    <p:extLst>
      <p:ext uri="{BB962C8B-B14F-4D97-AF65-F5344CB8AC3E}">
        <p14:creationId xmlns:p14="http://schemas.microsoft.com/office/powerpoint/2010/main" val="3275948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F0DEB72E-6F86-451C-A2BD-AA6D1C507574}" type="datetime8">
              <a:rPr lang="en-US" smtClean="0"/>
              <a:t>1/20/2016 3:38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1406808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1BBF10D1-41B7-4B45-BDA7-A62B8E1CEC56}" type="datetime8">
              <a:rPr lang="en-US" smtClean="0"/>
              <a:t>1/20/2016 3:38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31023727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CECD1083-32CB-49C8-93BE-A89F9F4AEE7F}"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3936411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A6927363-A521-4A8C-816E-46FC0312EAB8}"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3909056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19</a:t>
            </a:fld>
            <a:endParaRPr lang="en-GB">
              <a:solidFill>
                <a:prstClr val="black"/>
              </a:solidFill>
              <a:latin typeface="Calibri" panose="020F0502020204030204"/>
            </a:endParaRPr>
          </a:p>
        </p:txBody>
      </p:sp>
    </p:spTree>
    <p:extLst>
      <p:ext uri="{BB962C8B-B14F-4D97-AF65-F5344CB8AC3E}">
        <p14:creationId xmlns:p14="http://schemas.microsoft.com/office/powerpoint/2010/main" val="2587955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EE30719F-9495-4D76-9439-E46CDC3554DE}"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10140536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21</a:t>
            </a:fld>
            <a:endParaRPr lang="en-GB">
              <a:solidFill>
                <a:prstClr val="black"/>
              </a:solidFill>
              <a:latin typeface="Calibri" panose="020F0502020204030204"/>
            </a:endParaRPr>
          </a:p>
        </p:txBody>
      </p:sp>
    </p:spTree>
    <p:extLst>
      <p:ext uri="{BB962C8B-B14F-4D97-AF65-F5344CB8AC3E}">
        <p14:creationId xmlns:p14="http://schemas.microsoft.com/office/powerpoint/2010/main" val="11665574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4066E61-E4F0-47D2-BAC6-8A09C9FD4D63}"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3222840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23</a:t>
            </a:fld>
            <a:endParaRPr lang="en-GB">
              <a:solidFill>
                <a:prstClr val="black"/>
              </a:solidFill>
              <a:latin typeface="Calibri" panose="020F0502020204030204"/>
            </a:endParaRPr>
          </a:p>
        </p:txBody>
      </p:sp>
    </p:spTree>
    <p:extLst>
      <p:ext uri="{BB962C8B-B14F-4D97-AF65-F5344CB8AC3E}">
        <p14:creationId xmlns:p14="http://schemas.microsoft.com/office/powerpoint/2010/main" val="1831485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04DEA165-BDDC-47A2-BD76-686743FAC039}"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41032433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25</a:t>
            </a:fld>
            <a:endParaRPr lang="en-GB">
              <a:solidFill>
                <a:prstClr val="black"/>
              </a:solidFill>
              <a:latin typeface="Calibri" panose="020F0502020204030204"/>
            </a:endParaRPr>
          </a:p>
        </p:txBody>
      </p:sp>
    </p:spTree>
    <p:extLst>
      <p:ext uri="{BB962C8B-B14F-4D97-AF65-F5344CB8AC3E}">
        <p14:creationId xmlns:p14="http://schemas.microsoft.com/office/powerpoint/2010/main" val="13342212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138D5BAB-480A-47FA-93B4-E84D44034F06}"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3294545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27</a:t>
            </a:fld>
            <a:endParaRPr lang="en-GB">
              <a:solidFill>
                <a:prstClr val="black"/>
              </a:solidFill>
              <a:latin typeface="Calibri" panose="020F0502020204030204"/>
            </a:endParaRPr>
          </a:p>
        </p:txBody>
      </p:sp>
    </p:spTree>
    <p:extLst>
      <p:ext uri="{BB962C8B-B14F-4D97-AF65-F5344CB8AC3E}">
        <p14:creationId xmlns:p14="http://schemas.microsoft.com/office/powerpoint/2010/main" val="37268606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8D0D98A4-475E-4866-8445-D169A1BE83C3}"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29429456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29</a:t>
            </a:fld>
            <a:endParaRPr lang="en-GB">
              <a:solidFill>
                <a:prstClr val="black"/>
              </a:solidFill>
              <a:latin typeface="Calibri" panose="020F0502020204030204"/>
            </a:endParaRPr>
          </a:p>
        </p:txBody>
      </p:sp>
    </p:spTree>
    <p:extLst>
      <p:ext uri="{BB962C8B-B14F-4D97-AF65-F5344CB8AC3E}">
        <p14:creationId xmlns:p14="http://schemas.microsoft.com/office/powerpoint/2010/main" val="1658075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E3E68F56-6C2B-4015-B7B8-AB66040C436A}"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21231724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31</a:t>
            </a:fld>
            <a:endParaRPr lang="en-GB">
              <a:solidFill>
                <a:prstClr val="black"/>
              </a:solidFill>
              <a:latin typeface="Calibri" panose="020F0502020204030204"/>
            </a:endParaRPr>
          </a:p>
        </p:txBody>
      </p:sp>
    </p:spTree>
    <p:extLst>
      <p:ext uri="{BB962C8B-B14F-4D97-AF65-F5344CB8AC3E}">
        <p14:creationId xmlns:p14="http://schemas.microsoft.com/office/powerpoint/2010/main" val="3112315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C75FCEDA-DE1E-4B01-B314-41B41B9AC732}"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25297158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33</a:t>
            </a:fld>
            <a:endParaRPr lang="en-GB">
              <a:solidFill>
                <a:prstClr val="black"/>
              </a:solidFill>
              <a:latin typeface="Calibri" panose="020F0502020204030204"/>
            </a:endParaRPr>
          </a:p>
        </p:txBody>
      </p:sp>
    </p:spTree>
    <p:extLst>
      <p:ext uri="{BB962C8B-B14F-4D97-AF65-F5344CB8AC3E}">
        <p14:creationId xmlns:p14="http://schemas.microsoft.com/office/powerpoint/2010/main" val="409120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34</a:t>
            </a:fld>
            <a:endParaRPr lang="en-GB">
              <a:solidFill>
                <a:prstClr val="black"/>
              </a:solidFill>
              <a:latin typeface="Calibri" panose="020F0502020204030204"/>
            </a:endParaRPr>
          </a:p>
        </p:txBody>
      </p:sp>
    </p:spTree>
    <p:extLst>
      <p:ext uri="{BB962C8B-B14F-4D97-AF65-F5344CB8AC3E}">
        <p14:creationId xmlns:p14="http://schemas.microsoft.com/office/powerpoint/2010/main" val="1692111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https://graph.microsoft.com/</a:t>
            </a:r>
            <a:r>
              <a:rPr lang="en-US" sz="900" dirty="0" smtClean="0"/>
              <a:t>v1.0</a:t>
            </a:r>
            <a:r>
              <a:rPr lang="en-US" dirty="0" smtClean="0"/>
              <a:t>/me</a:t>
            </a:r>
          </a:p>
          <a:p>
            <a:pPr marL="0" marR="0" indent="0" algn="l" defTabSz="932742" rtl="0" eaLnBrk="1" fontAlgn="auto" latinLnBrk="0" hangingPunct="1">
              <a:lnSpc>
                <a:spcPct val="90000"/>
              </a:lnSpc>
              <a:spcBef>
                <a:spcPts val="0"/>
              </a:spcBef>
              <a:spcAft>
                <a:spcPts val="340"/>
              </a:spcAft>
              <a:buClrTx/>
              <a:buSzTx/>
              <a:buFontTx/>
              <a:buNone/>
              <a:tabLst/>
              <a:defRPr/>
            </a:pPr>
            <a:r>
              <a:rPr lang="en-US" dirty="0" smtClean="0"/>
              <a:t>https://graph.microsoft.com/</a:t>
            </a:r>
            <a:r>
              <a:rPr lang="en-US" sz="900" dirty="0" smtClean="0"/>
              <a:t>v1.0</a:t>
            </a:r>
            <a:r>
              <a:rPr lang="en-US" dirty="0" smtClean="0"/>
              <a:t>/me/manager</a:t>
            </a:r>
          </a:p>
          <a:p>
            <a:r>
              <a:rPr lang="en-US" dirty="0" smtClean="0"/>
              <a:t>https://graph.microsoft.com/</a:t>
            </a:r>
            <a:r>
              <a:rPr lang="en-US" sz="900" dirty="0" smtClean="0"/>
              <a:t>v1.0</a:t>
            </a:r>
            <a:r>
              <a:rPr lang="en-US" dirty="0" smtClean="0"/>
              <a:t>/me/messages</a:t>
            </a:r>
          </a:p>
          <a:p>
            <a:r>
              <a:rPr lang="en-US" dirty="0" smtClean="0"/>
              <a:t>https://graph.microsoft.com/</a:t>
            </a:r>
            <a:r>
              <a:rPr lang="en-US" sz="900" dirty="0" smtClean="0"/>
              <a:t>v1.0</a:t>
            </a:r>
            <a:r>
              <a:rPr lang="en-US" dirty="0" smtClean="0"/>
              <a:t>/me/events</a:t>
            </a:r>
          </a:p>
          <a:p>
            <a:r>
              <a:rPr lang="en-US" dirty="0" smtClean="0"/>
              <a:t>https://graph.microsoft.com/</a:t>
            </a:r>
            <a:r>
              <a:rPr lang="en-US" sz="900" dirty="0" smtClean="0"/>
              <a:t>v1.0</a:t>
            </a:r>
            <a:r>
              <a:rPr lang="en-US" dirty="0" smtClean="0"/>
              <a:t>/me/drive/root/children</a:t>
            </a:r>
          </a:p>
          <a:p>
            <a:r>
              <a:rPr lang="en-US" dirty="0" smtClean="0"/>
              <a:t>https://graph.microsoft.com/</a:t>
            </a:r>
            <a:r>
              <a:rPr lang="en-US" sz="900" dirty="0" smtClean="0"/>
              <a:t>v1.0</a:t>
            </a:r>
            <a:r>
              <a:rPr lang="en-US" dirty="0" smtClean="0"/>
              <a:t>/me/drive/items/{id}/createdbyuser/manager</a:t>
            </a:r>
          </a:p>
          <a:p>
            <a:pPr marL="0" marR="0" indent="0" algn="l" defTabSz="932742" rtl="0" eaLnBrk="1" fontAlgn="auto" latinLnBrk="0" hangingPunct="1">
              <a:lnSpc>
                <a:spcPct val="90000"/>
              </a:lnSpc>
              <a:spcBef>
                <a:spcPts val="0"/>
              </a:spcBef>
              <a:spcAft>
                <a:spcPts val="340"/>
              </a:spcAft>
              <a:buClrTx/>
              <a:buSzTx/>
              <a:buFontTx/>
              <a:buNone/>
              <a:tabLst/>
              <a:defRPr/>
            </a:pPr>
            <a:r>
              <a:rPr lang="en-US" dirty="0" smtClean="0"/>
              <a:t>https://graph.microsoft.com/</a:t>
            </a:r>
            <a:r>
              <a:rPr lang="en-US" sz="900" dirty="0" smtClean="0"/>
              <a:t>v1.0</a:t>
            </a:r>
            <a:r>
              <a:rPr lang="en-US" dirty="0" smtClean="0"/>
              <a:t>/me/drive/items/{id}/createdbyuser/manager/?$whatif</a:t>
            </a:r>
          </a:p>
          <a:p>
            <a:pPr marL="0" marR="0" indent="0" algn="l" defTabSz="932742" rtl="0" eaLnBrk="1" fontAlgn="auto" latinLnBrk="0" hangingPunct="1">
              <a:lnSpc>
                <a:spcPct val="90000"/>
              </a:lnSpc>
              <a:spcBef>
                <a:spcPts val="0"/>
              </a:spcBef>
              <a:spcAft>
                <a:spcPts val="340"/>
              </a:spcAft>
              <a:buClrTx/>
              <a:buSzTx/>
              <a:buFontTx/>
              <a:buNone/>
              <a:tabLst/>
              <a:defRPr/>
            </a:pPr>
            <a:endParaRPr lang="en-US" dirty="0" smtClean="0"/>
          </a:p>
          <a:p>
            <a:pPr marL="0" marR="0" indent="0" algn="l" defTabSz="932742" rtl="0" eaLnBrk="1" fontAlgn="auto" latinLnBrk="0" hangingPunct="1">
              <a:lnSpc>
                <a:spcPct val="90000"/>
              </a:lnSpc>
              <a:spcBef>
                <a:spcPts val="0"/>
              </a:spcBef>
              <a:spcAft>
                <a:spcPts val="340"/>
              </a:spcAft>
              <a:buClrTx/>
              <a:buSzTx/>
              <a:buFontTx/>
              <a:buNone/>
              <a:tabLst/>
              <a:defRPr/>
            </a:pPr>
            <a:r>
              <a:rPr lang="en-US" dirty="0" smtClean="0"/>
              <a:t>https://graph.microsoft.com/</a:t>
            </a:r>
            <a:r>
              <a:rPr lang="en-US" sz="900" dirty="0" smtClean="0"/>
              <a:t>v1.0</a:t>
            </a:r>
            <a:r>
              <a:rPr lang="en-US" dirty="0" smtClean="0"/>
              <a:t>/myorganization/users</a:t>
            </a:r>
          </a:p>
          <a:p>
            <a:pPr marL="0" marR="0" indent="0" algn="l" defTabSz="932742" rtl="0" eaLnBrk="1" fontAlgn="auto" latinLnBrk="0" hangingPunct="1">
              <a:lnSpc>
                <a:spcPct val="90000"/>
              </a:lnSpc>
              <a:spcBef>
                <a:spcPts val="0"/>
              </a:spcBef>
              <a:spcAft>
                <a:spcPts val="340"/>
              </a:spcAft>
              <a:buClrTx/>
              <a:buSzTx/>
              <a:buFontTx/>
              <a:buNone/>
              <a:tabLst/>
              <a:defRPr/>
            </a:pPr>
            <a:r>
              <a:rPr lang="en-US" dirty="0" smtClean="0"/>
              <a:t>https://graph.microsoft.com/</a:t>
            </a:r>
            <a:r>
              <a:rPr lang="en-US" sz="900" dirty="0" smtClean="0"/>
              <a:t>v1.0</a:t>
            </a:r>
            <a:r>
              <a:rPr lang="en-US" dirty="0" smtClean="0"/>
              <a:t>/myorganization/groups</a:t>
            </a:r>
          </a:p>
          <a:p>
            <a:pPr marL="0" marR="0" indent="0" algn="l" defTabSz="932742" rtl="0" eaLnBrk="1" fontAlgn="auto" latinLnBrk="0" hangingPunct="1">
              <a:lnSpc>
                <a:spcPct val="90000"/>
              </a:lnSpc>
              <a:spcBef>
                <a:spcPts val="0"/>
              </a:spcBef>
              <a:spcAft>
                <a:spcPts val="340"/>
              </a:spcAft>
              <a:buClrTx/>
              <a:buSzTx/>
              <a:buFontTx/>
              <a:buNone/>
              <a:tabLst/>
              <a:defRPr/>
            </a:pPr>
            <a:r>
              <a:rPr lang="en-US" dirty="0" smtClean="0"/>
              <a:t>https://graph.microsoft.com/</a:t>
            </a:r>
            <a:r>
              <a:rPr lang="en-US" sz="900" dirty="0" smtClean="0"/>
              <a:t>v1.0</a:t>
            </a:r>
            <a:r>
              <a:rPr lang="en-US" dirty="0" smtClean="0"/>
              <a:t>/me/joinedgroups</a:t>
            </a:r>
          </a:p>
          <a:p>
            <a:pPr marL="0" marR="0" indent="0" algn="l" defTabSz="932742" rtl="0" eaLnBrk="1" fontAlgn="auto" latinLnBrk="0" hangingPunct="1">
              <a:lnSpc>
                <a:spcPct val="90000"/>
              </a:lnSpc>
              <a:spcBef>
                <a:spcPts val="0"/>
              </a:spcBef>
              <a:spcAft>
                <a:spcPts val="340"/>
              </a:spcAft>
              <a:buClrTx/>
              <a:buSzTx/>
              <a:buFontTx/>
              <a:buNone/>
              <a:tabLst/>
              <a:defRPr/>
            </a:pPr>
            <a:r>
              <a:rPr lang="en-US" dirty="0" smtClean="0"/>
              <a:t>https://graph.microsoft.com/</a:t>
            </a:r>
            <a:r>
              <a:rPr lang="en-US" sz="900" dirty="0" smtClean="0"/>
              <a:t>v1.0</a:t>
            </a:r>
            <a:r>
              <a:rPr lang="en-US" dirty="0" smtClean="0"/>
              <a:t>/me/joinedgroups/{id}/drive/root/children</a:t>
            </a:r>
          </a:p>
          <a:p>
            <a:pPr marL="0" marR="0" indent="0" algn="l" defTabSz="932742" rtl="0" eaLnBrk="1" fontAlgn="auto" latinLnBrk="0" hangingPunct="1">
              <a:lnSpc>
                <a:spcPct val="90000"/>
              </a:lnSpc>
              <a:spcBef>
                <a:spcPts val="0"/>
              </a:spcBef>
              <a:spcAft>
                <a:spcPts val="340"/>
              </a:spcAft>
              <a:buClrTx/>
              <a:buSzTx/>
              <a:buFontTx/>
              <a:buNone/>
              <a:tabLst/>
              <a:defRPr/>
            </a:pPr>
            <a:r>
              <a:rPr lang="en-US" dirty="0" smtClean="0"/>
              <a:t>https://graph.microsoft.com/</a:t>
            </a:r>
            <a:r>
              <a:rPr lang="en-US" sz="900" dirty="0" smtClean="0"/>
              <a:t>v1.0</a:t>
            </a:r>
            <a:r>
              <a:rPr lang="en-US" dirty="0" smtClean="0"/>
              <a:t>/me/joinedgroups/{id}/conversations</a:t>
            </a:r>
          </a:p>
        </p:txBody>
      </p:sp>
      <p:sp>
        <p:nvSpPr>
          <p:cNvPr id="4" name="Date Placeholder 3"/>
          <p:cNvSpPr>
            <a:spLocks noGrp="1"/>
          </p:cNvSpPr>
          <p:nvPr>
            <p:ph type="dt" idx="10"/>
          </p:nvPr>
        </p:nvSpPr>
        <p:spPr/>
        <p:txBody>
          <a:bodyPr/>
          <a:lstStyle/>
          <a:p>
            <a:fld id="{471C6530-0687-406D-8033-C1EAE4CCABA1}" type="datetime8">
              <a:rPr lang="en-US" smtClean="0"/>
              <a:t>1/20/2016 3:38 PM</a:t>
            </a:fld>
            <a:endParaRPr lang="en-US"/>
          </a:p>
        </p:txBody>
      </p:sp>
      <p:sp>
        <p:nvSpPr>
          <p:cNvPr id="5" name="Slide Number Placeholder 4"/>
          <p:cNvSpPr>
            <a:spLocks noGrp="1"/>
          </p:cNvSpPr>
          <p:nvPr>
            <p:ph type="sldNum" sz="quarter" idx="11"/>
          </p:nvPr>
        </p:nvSpPr>
        <p:spPr/>
        <p:txBody>
          <a:bodyPr/>
          <a:lstStyle/>
          <a:p>
            <a:fld id="{B4008EB6-D09E-4580-8CD6-DDB14511944F}" type="slidenum">
              <a:rPr lang="en-US" smtClean="0"/>
              <a:t>35</a:t>
            </a:fld>
            <a:endParaRPr lang="en-US" dirty="0"/>
          </a:p>
        </p:txBody>
      </p:sp>
      <p:sp>
        <p:nvSpPr>
          <p:cNvPr id="6" name="Header Placeholder 5"/>
          <p:cNvSpPr>
            <a:spLocks noGrp="1"/>
          </p:cNvSpPr>
          <p:nvPr>
            <p:ph type="hdr" sz="quarter" idx="12"/>
          </p:nvPr>
        </p:nvSpPr>
        <p:spPr/>
        <p:txBody>
          <a:bodyPr/>
          <a:lstStyle/>
          <a:p>
            <a:r>
              <a:rPr lang="en-US" smtClean="0"/>
              <a:t>Microsoft Office</a:t>
            </a:r>
            <a:endParaRPr lang="en-US" dirty="0"/>
          </a:p>
        </p:txBody>
      </p:sp>
      <p:sp>
        <p:nvSpPr>
          <p:cNvPr id="7" name="Footer Placeholder 6"/>
          <p:cNvSpPr>
            <a:spLocks noGrp="1"/>
          </p:cNvSpPr>
          <p:nvPr>
            <p:ph type="ftr" sz="quarter" idx="13"/>
          </p:nvPr>
        </p:nvSpPr>
        <p:spPr/>
        <p:txBody>
          <a:bodyPr/>
          <a:lstStyle/>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smtClean="0">
                <a:gradFill>
                  <a:gsLst>
                    <a:gs pos="0">
                      <a:schemeClr val="tx1"/>
                    </a:gs>
                    <a:gs pos="100000">
                      <a:schemeClr val="tx1"/>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6074875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DAAB697-9641-42CE-AB16-7BFF2E7528C8}" type="datetime8">
              <a:rPr lang="en-US" smtClean="0"/>
              <a:t>1/20/2016 3:38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29846382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813349B-5787-4DD6-81F6-5281788C2F6E}"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12126862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96454DE9-EFD0-4EE6-8CF1-304BB9950FAB}"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40901587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defTabSz="933237">
              <a:defRPr/>
            </a:pPr>
            <a:fld id="{47FCBB42-8A3C-4AB5-AB28-70532FD908F2}" type="slidenum">
              <a:rPr lang="en-GB">
                <a:solidFill>
                  <a:prstClr val="black"/>
                </a:solidFill>
                <a:latin typeface="Calibri" panose="020F0502020204030204"/>
              </a:rPr>
              <a:pPr defTabSz="933237">
                <a:defRPr/>
              </a:pPr>
              <a:t>39</a:t>
            </a:fld>
            <a:endParaRPr lang="en-GB">
              <a:solidFill>
                <a:prstClr val="black"/>
              </a:solidFill>
              <a:latin typeface="Calibri" panose="020F0502020204030204"/>
            </a:endParaRPr>
          </a:p>
        </p:txBody>
      </p:sp>
    </p:spTree>
    <p:extLst>
      <p:ext uri="{BB962C8B-B14F-4D97-AF65-F5344CB8AC3E}">
        <p14:creationId xmlns:p14="http://schemas.microsoft.com/office/powerpoint/2010/main" val="20468411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Build 2015</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41E50189-EFF3-4538-B3D7-51465C3380E5}"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11059311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40DD4ECA-A22A-4486-A4F5-52C2320A6FF5}" type="datetime8">
              <a:rPr lang="en-US" smtClean="0"/>
              <a:t>1/20/2016 3:38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22238753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B10AAD8-0F8F-4E75-93CB-3830F5E6B3CF}" type="datetime8">
              <a:rPr lang="en-US" smtClean="0">
                <a:solidFill>
                  <a:prstClr val="black"/>
                </a:solidFill>
              </a:rPr>
              <a:t>1/20/2016 3:38 PM</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42</a:t>
            </a:fld>
            <a:endParaRPr lang="en-US" dirty="0">
              <a:solidFill>
                <a:prstClr val="black"/>
              </a:solidFill>
            </a:endParaRPr>
          </a:p>
        </p:txBody>
      </p:sp>
      <p:sp>
        <p:nvSpPr>
          <p:cNvPr id="7" name="Header Placeholder 6"/>
          <p:cNvSpPr>
            <a:spLocks noGrp="1"/>
          </p:cNvSpPr>
          <p:nvPr>
            <p:ph type="hdr" sz="quarter" idx="13"/>
          </p:nvPr>
        </p:nvSpPr>
        <p:spPr/>
        <p:txBody>
          <a:bodyPr/>
          <a:lstStyle/>
          <a:p>
            <a:r>
              <a:rPr lang="en-US" smtClean="0">
                <a:solidFill>
                  <a:prstClr val="black"/>
                </a:solidFill>
              </a:rPr>
              <a:t>Build 2014</a:t>
            </a:r>
            <a:endParaRPr lang="en-US" dirty="0">
              <a:solidFill>
                <a:prstClr val="black"/>
              </a:solidFill>
            </a:endParaRPr>
          </a:p>
        </p:txBody>
      </p:sp>
    </p:spTree>
    <p:extLst>
      <p:ext uri="{BB962C8B-B14F-4D97-AF65-F5344CB8AC3E}">
        <p14:creationId xmlns:p14="http://schemas.microsoft.com/office/powerpoint/2010/main" val="20581806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smtClean="0">
                <a:latin typeface="Segoe UI" pitchFamily="34" charset="0"/>
              </a:rPr>
              <a:t>Office 365 </a:t>
            </a:r>
            <a:r>
              <a:rPr lang="en-US" smtClean="0"/>
              <a:t>CloudRoadShow</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93791F3-7925-4E9A-8F49-E9904A3700D6}" type="datetime8">
              <a:rPr lang="en-US" smtClean="0"/>
              <a:t>1/20/2016 3:38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3902718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688" rtl="0" eaLnBrk="1" fontAlgn="auto" latinLnBrk="0" hangingPunct="1">
              <a:lnSpc>
                <a:spcPct val="100000"/>
              </a:lnSpc>
              <a:spcBef>
                <a:spcPts val="0"/>
              </a:spcBef>
              <a:spcAft>
                <a:spcPts val="0"/>
              </a:spcAft>
              <a:buClrTx/>
              <a:buSzTx/>
              <a:buFontTx/>
              <a:buNone/>
              <a:tabLst/>
              <a:defRPr/>
            </a:pPr>
            <a:fld id="{B9C3C9DC-C0A3-4640-9A7A-3DC41095AE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32688"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7669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B77B6A0E-503B-4CF5-A4C4-475226F79C3A}" type="datetime8">
              <a:rPr lang="en-US" smtClean="0">
                <a:solidFill>
                  <a:prstClr val="black"/>
                </a:solidFill>
              </a:rPr>
              <a:t>1/20/2016 3:38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46</a:t>
            </a:fld>
            <a:endParaRPr lang="en-US" dirty="0">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8614985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8" Type="http://schemas.openxmlformats.org/officeDocument/2006/relationships/hyperlink" Target="http://www.twitter.com/OfficeDev" TargetMode="External"/><Relationship Id="rId3" Type="http://schemas.openxmlformats.org/officeDocument/2006/relationships/image" Target="../media/image13.emf"/><Relationship Id="rId7" Type="http://schemas.openxmlformats.org/officeDocument/2006/relationships/hyperlink" Target="https://www.yammer.com/itpronetwork" TargetMode="External"/><Relationship Id="rId2" Type="http://schemas.openxmlformats.org/officeDocument/2006/relationships/image" Target="../media/image12.emf"/><Relationship Id="rId1" Type="http://schemas.openxmlformats.org/officeDocument/2006/relationships/slideMaster" Target="../slideMasters/slideMaster1.xml"/><Relationship Id="rId6" Type="http://schemas.openxmlformats.org/officeDocument/2006/relationships/hyperlink" Target="https://www.youtube.com/playlist?list=PLWZJrkeLOrbacRLNZE05ZelBLwvyaAQtW" TargetMode="External"/><Relationship Id="rId11" Type="http://schemas.openxmlformats.org/officeDocument/2006/relationships/hyperlink" Target="http://officespdev.uservoice.com/" TargetMode="External"/><Relationship Id="rId5" Type="http://schemas.openxmlformats.org/officeDocument/2006/relationships/image" Target="../media/image15.png"/><Relationship Id="rId10" Type="http://schemas.openxmlformats.org/officeDocument/2006/relationships/hyperlink" Target="http://dev.office.com/podcasts" TargetMode="External"/><Relationship Id="rId4" Type="http://schemas.openxmlformats.org/officeDocument/2006/relationships/image" Target="../media/image14.png"/><Relationship Id="rId9" Type="http://schemas.openxmlformats.org/officeDocument/2006/relationships/hyperlink" Target="http://aka.ms/O365DevShow" TargetMode="Externa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hoto_Option">
    <p:spTree>
      <p:nvGrpSpPr>
        <p:cNvPr id="1" name=""/>
        <p:cNvGrpSpPr/>
        <p:nvPr/>
      </p:nvGrpSpPr>
      <p:grpSpPr>
        <a:xfrm>
          <a:off x="0" y="0"/>
          <a:ext cx="0" cy="0"/>
          <a:chOff x="0" y="0"/>
          <a:chExt cx="0" cy="0"/>
        </a:xfrm>
      </p:grpSpPr>
      <p:sp>
        <p:nvSpPr>
          <p:cNvPr id="2" name="Rectangle 1"/>
          <p:cNvSpPr/>
          <p:nvPr userDrawn="1"/>
        </p:nvSpPr>
        <p:spPr bwMode="ltGray">
          <a:xfrm>
            <a:off x="274638" y="2119163"/>
            <a:ext cx="6400800" cy="36640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black">
          <a:xfrm>
            <a:off x="274702" y="2119178"/>
            <a:ext cx="5486336" cy="1828800"/>
          </a:xfrm>
          <a:noFill/>
        </p:spPr>
        <p:txBody>
          <a:bodyPr lIns="146304" tIns="91440" rIns="146304" bIns="91440" anchor="t" anchorCtr="0"/>
          <a:lstStyle>
            <a:lvl1pPr>
              <a:defRPr sz="5400" spc="-100" baseline="0">
                <a:gradFill>
                  <a:gsLst>
                    <a:gs pos="57576">
                      <a:srgbClr val="FFFFFF"/>
                    </a:gs>
                    <a:gs pos="35000">
                      <a:srgbClr val="FFFFFF"/>
                    </a:gs>
                  </a:gsLst>
                  <a:lin ang="5400000" scaled="0"/>
                </a:gradFill>
              </a:defRPr>
            </a:lvl1pPr>
          </a:lstStyle>
          <a:p>
            <a:r>
              <a:rPr lang="en-US" dirty="0" smtClean="0"/>
              <a:t>Presentation title</a:t>
            </a:r>
            <a:endParaRPr lang="en-US" dirty="0"/>
          </a:p>
        </p:txBody>
      </p:sp>
      <p:sp>
        <p:nvSpPr>
          <p:cNvPr id="3" name="Text Placeholder 2"/>
          <p:cNvSpPr>
            <a:spLocks noGrp="1"/>
          </p:cNvSpPr>
          <p:nvPr>
            <p:ph type="body" sz="quarter" idx="14" hasCustomPrompt="1"/>
          </p:nvPr>
        </p:nvSpPr>
        <p:spPr bwMode="black">
          <a:xfrm>
            <a:off x="273050" y="3954463"/>
            <a:ext cx="4789869" cy="1828800"/>
          </a:xfrm>
        </p:spPr>
        <p:txBody>
          <a:bodyPr tIns="109728" bIns="109728">
            <a:noAutofit/>
          </a:bodyPr>
          <a:lstStyle>
            <a:lvl1pPr marL="0" indent="0">
              <a:spcBef>
                <a:spcPts val="0"/>
              </a:spcBef>
              <a:buNone/>
              <a:defRPr sz="3200">
                <a:gradFill>
                  <a:gsLst>
                    <a:gs pos="57576">
                      <a:srgbClr val="FFFFFF"/>
                    </a:gs>
                    <a:gs pos="35000">
                      <a:srgbClr val="FFFFFF"/>
                    </a:gs>
                  </a:gsLst>
                  <a:lin ang="5400000" scaled="0"/>
                </a:gradFill>
              </a:defRPr>
            </a:lvl1pPr>
          </a:lstStyle>
          <a:p>
            <a:pPr lvl="0"/>
            <a:r>
              <a:rPr lang="en-US" dirty="0" smtClean="0"/>
              <a:t>Speaker Name</a:t>
            </a:r>
          </a:p>
        </p:txBody>
      </p:sp>
      <p:grpSp>
        <p:nvGrpSpPr>
          <p:cNvPr id="4" name="Group 3"/>
          <p:cNvGrpSpPr/>
          <p:nvPr userDrawn="1"/>
        </p:nvGrpSpPr>
        <p:grpSpPr>
          <a:xfrm>
            <a:off x="5333158" y="274303"/>
            <a:ext cx="6637376" cy="6240798"/>
            <a:chOff x="5112327" y="274302"/>
            <a:chExt cx="6858207" cy="6448435"/>
          </a:xfrm>
        </p:grpSpPr>
        <p:grpSp>
          <p:nvGrpSpPr>
            <p:cNvPr id="6" name="Group 5"/>
            <p:cNvGrpSpPr/>
            <p:nvPr userDrawn="1"/>
          </p:nvGrpSpPr>
          <p:grpSpPr>
            <a:xfrm>
              <a:off x="10746023" y="1719434"/>
              <a:ext cx="1224511" cy="1496409"/>
              <a:chOff x="10746023" y="1719434"/>
              <a:chExt cx="1224511" cy="1496409"/>
            </a:xfrm>
          </p:grpSpPr>
          <p:sp>
            <p:nvSpPr>
              <p:cNvPr id="7" name="Rectangle 98"/>
              <p:cNvSpPr>
                <a:spLocks noChangeArrowheads="1"/>
              </p:cNvSpPr>
              <p:nvPr/>
            </p:nvSpPr>
            <p:spPr bwMode="auto">
              <a:xfrm>
                <a:off x="11152890" y="1719434"/>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 name="Freeform 99"/>
              <p:cNvSpPr>
                <a:spLocks noEditPoints="1"/>
              </p:cNvSpPr>
              <p:nvPr/>
            </p:nvSpPr>
            <p:spPr bwMode="auto">
              <a:xfrm>
                <a:off x="11244825" y="1811370"/>
                <a:ext cx="203433"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7"/>
                    </a:cubicBezTo>
                    <a:cubicBezTo>
                      <a:pt x="0" y="11"/>
                      <a:pt x="2" y="13"/>
                      <a:pt x="5" y="13"/>
                    </a:cubicBezTo>
                    <a:cubicBezTo>
                      <a:pt x="8" y="13"/>
                      <a:pt x="9" y="11"/>
                      <a:pt x="9" y="7"/>
                    </a:cubicBezTo>
                    <a:cubicBezTo>
                      <a:pt x="9" y="2"/>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 name="Rectangle 100"/>
              <p:cNvSpPr>
                <a:spLocks noChangeArrowheads="1"/>
              </p:cNvSpPr>
              <p:nvPr/>
            </p:nvSpPr>
            <p:spPr bwMode="auto">
              <a:xfrm>
                <a:off x="10746023" y="2218236"/>
                <a:ext cx="406867"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 name="Freeform 101"/>
              <p:cNvSpPr>
                <a:spLocks/>
              </p:cNvSpPr>
              <p:nvPr/>
            </p:nvSpPr>
            <p:spPr bwMode="auto">
              <a:xfrm>
                <a:off x="10859476" y="2310173"/>
                <a:ext cx="134970" cy="293413"/>
              </a:xfrm>
              <a:custGeom>
                <a:avLst/>
                <a:gdLst>
                  <a:gd name="T0" fmla="*/ 69 w 69"/>
                  <a:gd name="T1" fmla="*/ 150 h 150"/>
                  <a:gd name="T2" fmla="*/ 69 w 69"/>
                  <a:gd name="T3" fmla="*/ 0 h 150"/>
                  <a:gd name="T4" fmla="*/ 46 w 69"/>
                  <a:gd name="T5" fmla="*/ 0 h 150"/>
                  <a:gd name="T6" fmla="*/ 0 w 69"/>
                  <a:gd name="T7" fmla="*/ 34 h 150"/>
                  <a:gd name="T8" fmla="*/ 11 w 69"/>
                  <a:gd name="T9" fmla="*/ 58 h 150"/>
                  <a:gd name="T10" fmla="*/ 46 w 69"/>
                  <a:gd name="T11" fmla="*/ 34 h 150"/>
                  <a:gd name="T12" fmla="*/ 46 w 69"/>
                  <a:gd name="T13" fmla="*/ 150 h 150"/>
                  <a:gd name="T14" fmla="*/ 69 w 69"/>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0">
                    <a:moveTo>
                      <a:pt x="69" y="150"/>
                    </a:moveTo>
                    <a:lnTo>
                      <a:pt x="69" y="0"/>
                    </a:lnTo>
                    <a:lnTo>
                      <a:pt x="46" y="0"/>
                    </a:lnTo>
                    <a:lnTo>
                      <a:pt x="0" y="34"/>
                    </a:lnTo>
                    <a:lnTo>
                      <a:pt x="11" y="58"/>
                    </a:lnTo>
                    <a:lnTo>
                      <a:pt x="46" y="34"/>
                    </a:lnTo>
                    <a:lnTo>
                      <a:pt x="46" y="150"/>
                    </a:lnTo>
                    <a:lnTo>
                      <a:pt x="69"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3" name="Rectangle 102"/>
              <p:cNvSpPr>
                <a:spLocks noChangeArrowheads="1"/>
              </p:cNvSpPr>
              <p:nvPr/>
            </p:nvSpPr>
            <p:spPr bwMode="auto">
              <a:xfrm>
                <a:off x="11561712" y="2218236"/>
                <a:ext cx="408822"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4" name="Freeform 103"/>
              <p:cNvSpPr>
                <a:spLocks/>
              </p:cNvSpPr>
              <p:nvPr/>
            </p:nvSpPr>
            <p:spPr bwMode="auto">
              <a:xfrm>
                <a:off x="11675165" y="2310173"/>
                <a:ext cx="136926" cy="293413"/>
              </a:xfrm>
              <a:custGeom>
                <a:avLst/>
                <a:gdLst>
                  <a:gd name="T0" fmla="*/ 70 w 70"/>
                  <a:gd name="T1" fmla="*/ 150 h 150"/>
                  <a:gd name="T2" fmla="*/ 70 w 70"/>
                  <a:gd name="T3" fmla="*/ 0 h 150"/>
                  <a:gd name="T4" fmla="*/ 46 w 70"/>
                  <a:gd name="T5" fmla="*/ 0 h 150"/>
                  <a:gd name="T6" fmla="*/ 0 w 70"/>
                  <a:gd name="T7" fmla="*/ 34 h 150"/>
                  <a:gd name="T8" fmla="*/ 12 w 70"/>
                  <a:gd name="T9" fmla="*/ 58 h 150"/>
                  <a:gd name="T10" fmla="*/ 46 w 70"/>
                  <a:gd name="T11" fmla="*/ 34 h 150"/>
                  <a:gd name="T12" fmla="*/ 46 w 70"/>
                  <a:gd name="T13" fmla="*/ 150 h 150"/>
                  <a:gd name="T14" fmla="*/ 70 w 70"/>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0">
                    <a:moveTo>
                      <a:pt x="70" y="150"/>
                    </a:moveTo>
                    <a:lnTo>
                      <a:pt x="70" y="0"/>
                    </a:lnTo>
                    <a:lnTo>
                      <a:pt x="46" y="0"/>
                    </a:lnTo>
                    <a:lnTo>
                      <a:pt x="0" y="34"/>
                    </a:lnTo>
                    <a:lnTo>
                      <a:pt x="12" y="58"/>
                    </a:lnTo>
                    <a:lnTo>
                      <a:pt x="46" y="34"/>
                    </a:lnTo>
                    <a:lnTo>
                      <a:pt x="46" y="150"/>
                    </a:lnTo>
                    <a:lnTo>
                      <a:pt x="70"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5" name="Rectangle 104"/>
              <p:cNvSpPr>
                <a:spLocks noChangeArrowheads="1"/>
              </p:cNvSpPr>
              <p:nvPr/>
            </p:nvSpPr>
            <p:spPr bwMode="auto">
              <a:xfrm>
                <a:off x="11561712" y="2717040"/>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6" name="Freeform 105"/>
              <p:cNvSpPr>
                <a:spLocks noEditPoints="1"/>
              </p:cNvSpPr>
              <p:nvPr/>
            </p:nvSpPr>
            <p:spPr bwMode="auto">
              <a:xfrm>
                <a:off x="11651692" y="2808975"/>
                <a:ext cx="205389"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4" y="12"/>
                      <a:pt x="3" y="10"/>
                      <a:pt x="3" y="7"/>
                    </a:cubicBezTo>
                    <a:cubicBezTo>
                      <a:pt x="3" y="3"/>
                      <a:pt x="4"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sp>
          <p:nvSpPr>
            <p:cNvPr id="17" name="Rectangle 86"/>
            <p:cNvSpPr>
              <a:spLocks noChangeArrowheads="1"/>
            </p:cNvSpPr>
            <p:nvPr userDrawn="1"/>
          </p:nvSpPr>
          <p:spPr bwMode="auto">
            <a:xfrm>
              <a:off x="9259747" y="274302"/>
              <a:ext cx="408822"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8" name="Freeform 87"/>
            <p:cNvSpPr>
              <a:spLocks/>
            </p:cNvSpPr>
            <p:nvPr userDrawn="1"/>
          </p:nvSpPr>
          <p:spPr bwMode="auto">
            <a:xfrm>
              <a:off x="9373200" y="364282"/>
              <a:ext cx="136926" cy="295370"/>
            </a:xfrm>
            <a:custGeom>
              <a:avLst/>
              <a:gdLst>
                <a:gd name="T0" fmla="*/ 70 w 70"/>
                <a:gd name="T1" fmla="*/ 151 h 151"/>
                <a:gd name="T2" fmla="*/ 70 w 70"/>
                <a:gd name="T3" fmla="*/ 0 h 151"/>
                <a:gd name="T4" fmla="*/ 46 w 70"/>
                <a:gd name="T5" fmla="*/ 0 h 151"/>
                <a:gd name="T6" fmla="*/ 0 w 70"/>
                <a:gd name="T7" fmla="*/ 35 h 151"/>
                <a:gd name="T8" fmla="*/ 12 w 70"/>
                <a:gd name="T9" fmla="*/ 58 h 151"/>
                <a:gd name="T10" fmla="*/ 46 w 70"/>
                <a:gd name="T11" fmla="*/ 35 h 151"/>
                <a:gd name="T12" fmla="*/ 46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58"/>
                  </a:lnTo>
                  <a:lnTo>
                    <a:pt x="46" y="35"/>
                  </a:lnTo>
                  <a:lnTo>
                    <a:pt x="46"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9" name="Rectangle 88"/>
            <p:cNvSpPr>
              <a:spLocks noChangeArrowheads="1"/>
            </p:cNvSpPr>
            <p:nvPr userDrawn="1"/>
          </p:nvSpPr>
          <p:spPr bwMode="auto">
            <a:xfrm>
              <a:off x="9668569" y="274302"/>
              <a:ext cx="406867"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0" name="Freeform 89"/>
            <p:cNvSpPr>
              <a:spLocks noEditPoints="1"/>
            </p:cNvSpPr>
            <p:nvPr userDrawn="1"/>
          </p:nvSpPr>
          <p:spPr bwMode="auto">
            <a:xfrm>
              <a:off x="9758549" y="364282"/>
              <a:ext cx="205389" cy="295370"/>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1" name="Rectangle 90"/>
            <p:cNvSpPr>
              <a:spLocks noChangeArrowheads="1"/>
            </p:cNvSpPr>
            <p:nvPr userDrawn="1"/>
          </p:nvSpPr>
          <p:spPr bwMode="auto">
            <a:xfrm>
              <a:off x="10075436" y="773105"/>
              <a:ext cx="408822"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 name="Freeform 91"/>
            <p:cNvSpPr>
              <a:spLocks/>
            </p:cNvSpPr>
            <p:nvPr userDrawn="1"/>
          </p:nvSpPr>
          <p:spPr bwMode="auto">
            <a:xfrm>
              <a:off x="10188889" y="863086"/>
              <a:ext cx="136926" cy="295370"/>
            </a:xfrm>
            <a:custGeom>
              <a:avLst/>
              <a:gdLst>
                <a:gd name="T0" fmla="*/ 70 w 70"/>
                <a:gd name="T1" fmla="*/ 151 h 151"/>
                <a:gd name="T2" fmla="*/ 70 w 70"/>
                <a:gd name="T3" fmla="*/ 0 h 151"/>
                <a:gd name="T4" fmla="*/ 47 w 70"/>
                <a:gd name="T5" fmla="*/ 0 h 151"/>
                <a:gd name="T6" fmla="*/ 0 w 70"/>
                <a:gd name="T7" fmla="*/ 35 h 151"/>
                <a:gd name="T8" fmla="*/ 12 w 70"/>
                <a:gd name="T9" fmla="*/ 46 h 151"/>
                <a:gd name="T10" fmla="*/ 47 w 70"/>
                <a:gd name="T11" fmla="*/ 35 h 151"/>
                <a:gd name="T12" fmla="*/ 47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7" y="0"/>
                  </a:lnTo>
                  <a:lnTo>
                    <a:pt x="0" y="35"/>
                  </a:lnTo>
                  <a:lnTo>
                    <a:pt x="12" y="46"/>
                  </a:lnTo>
                  <a:lnTo>
                    <a:pt x="47" y="35"/>
                  </a:lnTo>
                  <a:lnTo>
                    <a:pt x="47"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3" name="Rectangle 92"/>
            <p:cNvSpPr>
              <a:spLocks noChangeArrowheads="1"/>
            </p:cNvSpPr>
            <p:nvPr userDrawn="1"/>
          </p:nvSpPr>
          <p:spPr bwMode="auto">
            <a:xfrm>
              <a:off x="10484259" y="773105"/>
              <a:ext cx="408822" cy="47533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4" name="Freeform 93"/>
            <p:cNvSpPr>
              <a:spLocks noEditPoints="1"/>
            </p:cNvSpPr>
            <p:nvPr userDrawn="1"/>
          </p:nvSpPr>
          <p:spPr bwMode="auto">
            <a:xfrm>
              <a:off x="10576195" y="863086"/>
              <a:ext cx="203433" cy="295370"/>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2 h 13"/>
                <a:gd name="T12" fmla="*/ 7 w 9"/>
                <a:gd name="T13" fmla="*/ 6 h 13"/>
                <a:gd name="T14" fmla="*/ 5 w 9"/>
                <a:gd name="T15" fmla="*/ 11 h 13"/>
                <a:gd name="T16" fmla="*/ 3 w 9"/>
                <a:gd name="T17" fmla="*/ 6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1"/>
                    <a:pt x="2" y="13"/>
                    <a:pt x="5" y="13"/>
                  </a:cubicBezTo>
                  <a:cubicBezTo>
                    <a:pt x="8" y="13"/>
                    <a:pt x="9" y="11"/>
                    <a:pt x="9" y="6"/>
                  </a:cubicBezTo>
                  <a:cubicBezTo>
                    <a:pt x="9" y="2"/>
                    <a:pt x="8" y="0"/>
                    <a:pt x="5" y="0"/>
                  </a:cubicBezTo>
                  <a:close/>
                  <a:moveTo>
                    <a:pt x="5" y="2"/>
                  </a:moveTo>
                  <a:cubicBezTo>
                    <a:pt x="6" y="2"/>
                    <a:pt x="7" y="3"/>
                    <a:pt x="7" y="6"/>
                  </a:cubicBezTo>
                  <a:cubicBezTo>
                    <a:pt x="7" y="10"/>
                    <a:pt x="6" y="11"/>
                    <a:pt x="5" y="11"/>
                  </a:cubicBezTo>
                  <a:cubicBezTo>
                    <a:pt x="3" y="11"/>
                    <a:pt x="3" y="10"/>
                    <a:pt x="3" y="6"/>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5" name="Rectangle 94"/>
            <p:cNvSpPr>
              <a:spLocks noChangeArrowheads="1"/>
            </p:cNvSpPr>
            <p:nvPr userDrawn="1"/>
          </p:nvSpPr>
          <p:spPr bwMode="auto">
            <a:xfrm>
              <a:off x="9668569" y="773105"/>
              <a:ext cx="406867"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6" name="Freeform 95"/>
            <p:cNvSpPr>
              <a:spLocks/>
            </p:cNvSpPr>
            <p:nvPr userDrawn="1"/>
          </p:nvSpPr>
          <p:spPr bwMode="auto">
            <a:xfrm>
              <a:off x="9782022" y="863086"/>
              <a:ext cx="134970" cy="295370"/>
            </a:xfrm>
            <a:custGeom>
              <a:avLst/>
              <a:gdLst>
                <a:gd name="T0" fmla="*/ 69 w 69"/>
                <a:gd name="T1" fmla="*/ 151 h 151"/>
                <a:gd name="T2" fmla="*/ 69 w 69"/>
                <a:gd name="T3" fmla="*/ 0 h 151"/>
                <a:gd name="T4" fmla="*/ 46 w 69"/>
                <a:gd name="T5" fmla="*/ 0 h 151"/>
                <a:gd name="T6" fmla="*/ 0 w 69"/>
                <a:gd name="T7" fmla="*/ 35 h 151"/>
                <a:gd name="T8" fmla="*/ 11 w 69"/>
                <a:gd name="T9" fmla="*/ 46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46"/>
                  </a:lnTo>
                  <a:lnTo>
                    <a:pt x="46" y="35"/>
                  </a:lnTo>
                  <a:lnTo>
                    <a:pt x="46" y="151"/>
                  </a:lnTo>
                  <a:lnTo>
                    <a:pt x="69"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7" name="Rectangle 96"/>
            <p:cNvSpPr>
              <a:spLocks noChangeArrowheads="1"/>
            </p:cNvSpPr>
            <p:nvPr userDrawn="1"/>
          </p:nvSpPr>
          <p:spPr bwMode="auto">
            <a:xfrm>
              <a:off x="10075436" y="1271908"/>
              <a:ext cx="408822" cy="47533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8" name="Freeform 97"/>
            <p:cNvSpPr>
              <a:spLocks noEditPoints="1"/>
            </p:cNvSpPr>
            <p:nvPr userDrawn="1"/>
          </p:nvSpPr>
          <p:spPr bwMode="auto">
            <a:xfrm>
              <a:off x="10167373" y="1361888"/>
              <a:ext cx="203433" cy="295370"/>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3"/>
                    <a:pt x="7" y="6"/>
                  </a:cubicBezTo>
                  <a:cubicBezTo>
                    <a:pt x="7" y="10"/>
                    <a:pt x="6" y="11"/>
                    <a:pt x="5" y="11"/>
                  </a:cubicBezTo>
                  <a:cubicBezTo>
                    <a:pt x="3" y="11"/>
                    <a:pt x="3" y="10"/>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9" name="Rectangle 114"/>
            <p:cNvSpPr>
              <a:spLocks noChangeArrowheads="1"/>
            </p:cNvSpPr>
            <p:nvPr userDrawn="1"/>
          </p:nvSpPr>
          <p:spPr bwMode="auto">
            <a:xfrm>
              <a:off x="7082620" y="4468157"/>
              <a:ext cx="408822"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0" name="Freeform 115"/>
            <p:cNvSpPr>
              <a:spLocks noEditPoints="1"/>
            </p:cNvSpPr>
            <p:nvPr userDrawn="1"/>
          </p:nvSpPr>
          <p:spPr bwMode="auto">
            <a:xfrm>
              <a:off x="7172600" y="4581610"/>
              <a:ext cx="205389" cy="2934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nvGrpSpPr>
            <p:cNvPr id="31" name="Group 30"/>
            <p:cNvGrpSpPr/>
            <p:nvPr userDrawn="1"/>
          </p:nvGrpSpPr>
          <p:grpSpPr>
            <a:xfrm>
              <a:off x="6825497" y="1378359"/>
              <a:ext cx="1264708" cy="1505127"/>
              <a:chOff x="6825497" y="1378359"/>
              <a:chExt cx="1264708" cy="1505127"/>
            </a:xfrm>
          </p:grpSpPr>
          <p:grpSp>
            <p:nvGrpSpPr>
              <p:cNvPr id="32" name="Group 31"/>
              <p:cNvGrpSpPr/>
              <p:nvPr/>
            </p:nvGrpSpPr>
            <p:grpSpPr>
              <a:xfrm>
                <a:off x="6825497" y="1378359"/>
                <a:ext cx="1251014" cy="1505127"/>
                <a:chOff x="6825497" y="1378359"/>
                <a:chExt cx="1251014" cy="1505127"/>
              </a:xfrm>
            </p:grpSpPr>
            <p:sp>
              <p:nvSpPr>
                <p:cNvPr id="35" name="Rectangle 106"/>
                <p:cNvSpPr>
                  <a:spLocks noChangeArrowheads="1"/>
                </p:cNvSpPr>
                <p:nvPr/>
              </p:nvSpPr>
              <p:spPr bwMode="auto">
                <a:xfrm>
                  <a:off x="7260822" y="1378359"/>
                  <a:ext cx="408822"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6" name="Freeform 107"/>
                <p:cNvSpPr>
                  <a:spLocks noEditPoints="1"/>
                </p:cNvSpPr>
                <p:nvPr/>
              </p:nvSpPr>
              <p:spPr bwMode="auto">
                <a:xfrm>
                  <a:off x="7350802" y="1470294"/>
                  <a:ext cx="205389" cy="2934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3" y="12"/>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7" name="Rectangle 108"/>
                <p:cNvSpPr>
                  <a:spLocks noChangeArrowheads="1"/>
                </p:cNvSpPr>
                <p:nvPr/>
              </p:nvSpPr>
              <p:spPr bwMode="auto">
                <a:xfrm>
                  <a:off x="7691162" y="1378359"/>
                  <a:ext cx="385349" cy="49880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8" name="Freeform 109"/>
                <p:cNvSpPr>
                  <a:spLocks/>
                </p:cNvSpPr>
                <p:nvPr/>
              </p:nvSpPr>
              <p:spPr bwMode="auto">
                <a:xfrm>
                  <a:off x="7783098" y="1491812"/>
                  <a:ext cx="158443" cy="271897"/>
                </a:xfrm>
                <a:custGeom>
                  <a:avLst/>
                  <a:gdLst>
                    <a:gd name="T0" fmla="*/ 81 w 81"/>
                    <a:gd name="T1" fmla="*/ 139 h 139"/>
                    <a:gd name="T2" fmla="*/ 81 w 81"/>
                    <a:gd name="T3" fmla="*/ 0 h 139"/>
                    <a:gd name="T4" fmla="*/ 46 w 81"/>
                    <a:gd name="T5" fmla="*/ 0 h 139"/>
                    <a:gd name="T6" fmla="*/ 0 w 81"/>
                    <a:gd name="T7" fmla="*/ 23 h 139"/>
                    <a:gd name="T8" fmla="*/ 11 w 81"/>
                    <a:gd name="T9" fmla="*/ 47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46" y="0"/>
                      </a:lnTo>
                      <a:lnTo>
                        <a:pt x="0" y="23"/>
                      </a:lnTo>
                      <a:lnTo>
                        <a:pt x="11" y="47"/>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9" name="Rectangle 110"/>
                <p:cNvSpPr>
                  <a:spLocks noChangeArrowheads="1"/>
                </p:cNvSpPr>
                <p:nvPr/>
              </p:nvSpPr>
              <p:spPr bwMode="auto">
                <a:xfrm>
                  <a:off x="6825497" y="2384683"/>
                  <a:ext cx="406866" cy="49880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0" name="Freeform 111"/>
                <p:cNvSpPr>
                  <a:spLocks/>
                </p:cNvSpPr>
                <p:nvPr/>
              </p:nvSpPr>
              <p:spPr bwMode="auto">
                <a:xfrm>
                  <a:off x="6938949" y="2474663"/>
                  <a:ext cx="134969" cy="295370"/>
                </a:xfrm>
                <a:custGeom>
                  <a:avLst/>
                  <a:gdLst>
                    <a:gd name="T0" fmla="*/ 69 w 69"/>
                    <a:gd name="T1" fmla="*/ 151 h 151"/>
                    <a:gd name="T2" fmla="*/ 69 w 69"/>
                    <a:gd name="T3" fmla="*/ 0 h 151"/>
                    <a:gd name="T4" fmla="*/ 46 w 69"/>
                    <a:gd name="T5" fmla="*/ 0 h 151"/>
                    <a:gd name="T6" fmla="*/ 0 w 69"/>
                    <a:gd name="T7" fmla="*/ 35 h 151"/>
                    <a:gd name="T8" fmla="*/ 11 w 69"/>
                    <a:gd name="T9" fmla="*/ 58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58"/>
                      </a:lnTo>
                      <a:lnTo>
                        <a:pt x="46" y="35"/>
                      </a:lnTo>
                      <a:lnTo>
                        <a:pt x="46" y="151"/>
                      </a:lnTo>
                      <a:lnTo>
                        <a:pt x="69" y="15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1" name="Rectangle 112"/>
                <p:cNvSpPr>
                  <a:spLocks noChangeArrowheads="1"/>
                </p:cNvSpPr>
                <p:nvPr/>
              </p:nvSpPr>
              <p:spPr bwMode="auto">
                <a:xfrm>
                  <a:off x="7255835" y="1885881"/>
                  <a:ext cx="408822" cy="475330"/>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2" name="Freeform 113"/>
                <p:cNvSpPr>
                  <a:spLocks/>
                </p:cNvSpPr>
                <p:nvPr/>
              </p:nvSpPr>
              <p:spPr bwMode="auto">
                <a:xfrm>
                  <a:off x="7369288" y="1975861"/>
                  <a:ext cx="136926" cy="295370"/>
                </a:xfrm>
                <a:custGeom>
                  <a:avLst/>
                  <a:gdLst>
                    <a:gd name="T0" fmla="*/ 70 w 70"/>
                    <a:gd name="T1" fmla="*/ 151 h 151"/>
                    <a:gd name="T2" fmla="*/ 70 w 70"/>
                    <a:gd name="T3" fmla="*/ 0 h 151"/>
                    <a:gd name="T4" fmla="*/ 46 w 70"/>
                    <a:gd name="T5" fmla="*/ 0 h 151"/>
                    <a:gd name="T6" fmla="*/ 0 w 70"/>
                    <a:gd name="T7" fmla="*/ 35 h 151"/>
                    <a:gd name="T8" fmla="*/ 12 w 70"/>
                    <a:gd name="T9" fmla="*/ 46 h 151"/>
                    <a:gd name="T10" fmla="*/ 35 w 70"/>
                    <a:gd name="T11" fmla="*/ 35 h 151"/>
                    <a:gd name="T12" fmla="*/ 35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46"/>
                      </a:lnTo>
                      <a:lnTo>
                        <a:pt x="35" y="35"/>
                      </a:lnTo>
                      <a:lnTo>
                        <a:pt x="35"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sp>
            <p:nvSpPr>
              <p:cNvPr id="33" name="Rectangle 116"/>
              <p:cNvSpPr>
                <a:spLocks noChangeArrowheads="1"/>
              </p:cNvSpPr>
              <p:nvPr/>
            </p:nvSpPr>
            <p:spPr bwMode="auto">
              <a:xfrm>
                <a:off x="7681383" y="2384682"/>
                <a:ext cx="408822"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4" name="Freeform 117"/>
              <p:cNvSpPr>
                <a:spLocks noEditPoints="1"/>
              </p:cNvSpPr>
              <p:nvPr/>
            </p:nvSpPr>
            <p:spPr bwMode="auto">
              <a:xfrm>
                <a:off x="7773319" y="2474662"/>
                <a:ext cx="203433" cy="295370"/>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sp>
          <p:nvSpPr>
            <p:cNvPr id="43" name="Rectangle 118"/>
            <p:cNvSpPr>
              <a:spLocks noChangeArrowheads="1"/>
            </p:cNvSpPr>
            <p:nvPr userDrawn="1"/>
          </p:nvSpPr>
          <p:spPr bwMode="auto">
            <a:xfrm>
              <a:off x="7491443" y="4468157"/>
              <a:ext cx="406866" cy="49880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4" name="Freeform 119"/>
            <p:cNvSpPr>
              <a:spLocks noEditPoints="1"/>
            </p:cNvSpPr>
            <p:nvPr userDrawn="1"/>
          </p:nvSpPr>
          <p:spPr bwMode="auto">
            <a:xfrm>
              <a:off x="7581423" y="4581610"/>
              <a:ext cx="205389" cy="2934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5" name="Rectangle 120"/>
            <p:cNvSpPr>
              <a:spLocks noChangeArrowheads="1"/>
            </p:cNvSpPr>
            <p:nvPr userDrawn="1"/>
          </p:nvSpPr>
          <p:spPr bwMode="auto">
            <a:xfrm>
              <a:off x="7898309" y="4468157"/>
              <a:ext cx="387306" cy="49880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6" name="Freeform 121"/>
            <p:cNvSpPr>
              <a:spLocks/>
            </p:cNvSpPr>
            <p:nvPr userDrawn="1"/>
          </p:nvSpPr>
          <p:spPr bwMode="auto">
            <a:xfrm>
              <a:off x="7990245" y="4581610"/>
              <a:ext cx="158443" cy="271897"/>
            </a:xfrm>
            <a:custGeom>
              <a:avLst/>
              <a:gdLst>
                <a:gd name="T0" fmla="*/ 81 w 81"/>
                <a:gd name="T1" fmla="*/ 139 h 139"/>
                <a:gd name="T2" fmla="*/ 81 w 81"/>
                <a:gd name="T3" fmla="*/ 0 h 139"/>
                <a:gd name="T4" fmla="*/ 58 w 81"/>
                <a:gd name="T5" fmla="*/ 0 h 139"/>
                <a:gd name="T6" fmla="*/ 0 w 81"/>
                <a:gd name="T7" fmla="*/ 23 h 139"/>
                <a:gd name="T8" fmla="*/ 11 w 81"/>
                <a:gd name="T9" fmla="*/ 46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58" y="0"/>
                  </a:lnTo>
                  <a:lnTo>
                    <a:pt x="0" y="23"/>
                  </a:lnTo>
                  <a:lnTo>
                    <a:pt x="11" y="46"/>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nvGrpSpPr>
            <p:cNvPr id="47" name="Group 46"/>
            <p:cNvGrpSpPr/>
            <p:nvPr userDrawn="1"/>
          </p:nvGrpSpPr>
          <p:grpSpPr>
            <a:xfrm>
              <a:off x="5112327" y="1406878"/>
              <a:ext cx="6646956" cy="5315859"/>
              <a:chOff x="6527800" y="2483620"/>
              <a:chExt cx="5473700" cy="4377555"/>
            </a:xfrm>
          </p:grpSpPr>
          <p:grpSp>
            <p:nvGrpSpPr>
              <p:cNvPr id="48" name="Group 47"/>
              <p:cNvGrpSpPr/>
              <p:nvPr/>
            </p:nvGrpSpPr>
            <p:grpSpPr>
              <a:xfrm>
                <a:off x="10091976" y="4361890"/>
                <a:ext cx="1909524" cy="2419674"/>
                <a:chOff x="10091976" y="4967384"/>
                <a:chExt cx="1431688" cy="1814179"/>
              </a:xfrm>
            </p:grpSpPr>
            <p:sp>
              <p:nvSpPr>
                <p:cNvPr id="89" name="Rectangle 32"/>
                <p:cNvSpPr>
                  <a:spLocks noChangeArrowheads="1"/>
                </p:cNvSpPr>
                <p:nvPr/>
              </p:nvSpPr>
              <p:spPr bwMode="auto">
                <a:xfrm>
                  <a:off x="1106679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0" name="Rectangle 33"/>
                <p:cNvSpPr>
                  <a:spLocks noChangeArrowheads="1"/>
                </p:cNvSpPr>
                <p:nvPr/>
              </p:nvSpPr>
              <p:spPr bwMode="auto">
                <a:xfrm>
                  <a:off x="1043196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1" name="Freeform 34"/>
                <p:cNvSpPr>
                  <a:spLocks/>
                </p:cNvSpPr>
                <p:nvPr/>
              </p:nvSpPr>
              <p:spPr bwMode="auto">
                <a:xfrm>
                  <a:off x="10771961" y="6500007"/>
                  <a:ext cx="377179" cy="140779"/>
                </a:xfrm>
                <a:custGeom>
                  <a:avLst/>
                  <a:gdLst>
                    <a:gd name="T0" fmla="*/ 0 w 142"/>
                    <a:gd name="T1" fmla="*/ 11 h 53"/>
                    <a:gd name="T2" fmla="*/ 3 w 142"/>
                    <a:gd name="T3" fmla="*/ 0 h 53"/>
                    <a:gd name="T4" fmla="*/ 142 w 142"/>
                    <a:gd name="T5" fmla="*/ 28 h 53"/>
                    <a:gd name="T6" fmla="*/ 142 w 142"/>
                    <a:gd name="T7" fmla="*/ 53 h 53"/>
                    <a:gd name="T8" fmla="*/ 0 w 142"/>
                    <a:gd name="T9" fmla="*/ 22 h 53"/>
                    <a:gd name="T10" fmla="*/ 3 w 142"/>
                    <a:gd name="T11" fmla="*/ 22 h 53"/>
                    <a:gd name="T12" fmla="*/ 0 w 142"/>
                    <a:gd name="T13" fmla="*/ 11 h 53"/>
                  </a:gdLst>
                  <a:ahLst/>
                  <a:cxnLst>
                    <a:cxn ang="0">
                      <a:pos x="T0" y="T1"/>
                    </a:cxn>
                    <a:cxn ang="0">
                      <a:pos x="T2" y="T3"/>
                    </a:cxn>
                    <a:cxn ang="0">
                      <a:pos x="T4" y="T5"/>
                    </a:cxn>
                    <a:cxn ang="0">
                      <a:pos x="T6" y="T7"/>
                    </a:cxn>
                    <a:cxn ang="0">
                      <a:pos x="T8" y="T9"/>
                    </a:cxn>
                    <a:cxn ang="0">
                      <a:pos x="T10" y="T11"/>
                    </a:cxn>
                    <a:cxn ang="0">
                      <a:pos x="T12" y="T13"/>
                    </a:cxn>
                  </a:cxnLst>
                  <a:rect l="0" t="0" r="r" b="b"/>
                  <a:pathLst>
                    <a:path w="142" h="53">
                      <a:moveTo>
                        <a:pt x="0" y="11"/>
                      </a:moveTo>
                      <a:lnTo>
                        <a:pt x="3" y="0"/>
                      </a:lnTo>
                      <a:lnTo>
                        <a:pt x="142" y="28"/>
                      </a:lnTo>
                      <a:lnTo>
                        <a:pt x="142" y="53"/>
                      </a:lnTo>
                      <a:lnTo>
                        <a:pt x="0" y="22"/>
                      </a:lnTo>
                      <a:lnTo>
                        <a:pt x="3" y="22"/>
                      </a:lnTo>
                      <a:lnTo>
                        <a:pt x="0" y="11"/>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2" name="Freeform 35"/>
                <p:cNvSpPr>
                  <a:spLocks/>
                </p:cNvSpPr>
                <p:nvPr/>
              </p:nvSpPr>
              <p:spPr bwMode="auto">
                <a:xfrm>
                  <a:off x="10386814" y="6500007"/>
                  <a:ext cx="385147" cy="140779"/>
                </a:xfrm>
                <a:custGeom>
                  <a:avLst/>
                  <a:gdLst>
                    <a:gd name="T0" fmla="*/ 142 w 145"/>
                    <a:gd name="T1" fmla="*/ 0 h 53"/>
                    <a:gd name="T2" fmla="*/ 145 w 145"/>
                    <a:gd name="T3" fmla="*/ 11 h 53"/>
                    <a:gd name="T4" fmla="*/ 142 w 145"/>
                    <a:gd name="T5" fmla="*/ 22 h 53"/>
                    <a:gd name="T6" fmla="*/ 145 w 145"/>
                    <a:gd name="T7" fmla="*/ 22 h 53"/>
                    <a:gd name="T8" fmla="*/ 0 w 145"/>
                    <a:gd name="T9" fmla="*/ 53 h 53"/>
                    <a:gd name="T10" fmla="*/ 0 w 145"/>
                    <a:gd name="T11" fmla="*/ 28 h 53"/>
                    <a:gd name="T12" fmla="*/ 142 w 145"/>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145" h="53">
                      <a:moveTo>
                        <a:pt x="142" y="0"/>
                      </a:moveTo>
                      <a:lnTo>
                        <a:pt x="145" y="11"/>
                      </a:lnTo>
                      <a:lnTo>
                        <a:pt x="142" y="22"/>
                      </a:lnTo>
                      <a:lnTo>
                        <a:pt x="145" y="22"/>
                      </a:lnTo>
                      <a:lnTo>
                        <a:pt x="0" y="53"/>
                      </a:lnTo>
                      <a:lnTo>
                        <a:pt x="0" y="28"/>
                      </a:lnTo>
                      <a:lnTo>
                        <a:pt x="142"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3" name="Freeform 36"/>
                <p:cNvSpPr>
                  <a:spLocks/>
                </p:cNvSpPr>
                <p:nvPr/>
              </p:nvSpPr>
              <p:spPr bwMode="auto">
                <a:xfrm>
                  <a:off x="10763993" y="6529224"/>
                  <a:ext cx="15937" cy="29219"/>
                </a:xfrm>
                <a:custGeom>
                  <a:avLst/>
                  <a:gdLst>
                    <a:gd name="T0" fmla="*/ 3 w 6"/>
                    <a:gd name="T1" fmla="*/ 0 h 11"/>
                    <a:gd name="T2" fmla="*/ 6 w 6"/>
                    <a:gd name="T3" fmla="*/ 11 h 11"/>
                    <a:gd name="T4" fmla="*/ 3 w 6"/>
                    <a:gd name="T5" fmla="*/ 11 h 11"/>
                    <a:gd name="T6" fmla="*/ 0 w 6"/>
                    <a:gd name="T7" fmla="*/ 11 h 11"/>
                    <a:gd name="T8" fmla="*/ 3 w 6"/>
                    <a:gd name="T9" fmla="*/ 0 h 11"/>
                  </a:gdLst>
                  <a:ahLst/>
                  <a:cxnLst>
                    <a:cxn ang="0">
                      <a:pos x="T0" y="T1"/>
                    </a:cxn>
                    <a:cxn ang="0">
                      <a:pos x="T2" y="T3"/>
                    </a:cxn>
                    <a:cxn ang="0">
                      <a:pos x="T4" y="T5"/>
                    </a:cxn>
                    <a:cxn ang="0">
                      <a:pos x="T6" y="T7"/>
                    </a:cxn>
                    <a:cxn ang="0">
                      <a:pos x="T8" y="T9"/>
                    </a:cxn>
                  </a:cxnLst>
                  <a:rect l="0" t="0" r="r" b="b"/>
                  <a:pathLst>
                    <a:path w="6" h="11">
                      <a:moveTo>
                        <a:pt x="3" y="0"/>
                      </a:moveTo>
                      <a:lnTo>
                        <a:pt x="6" y="11"/>
                      </a:lnTo>
                      <a:lnTo>
                        <a:pt x="3" y="11"/>
                      </a:lnTo>
                      <a:lnTo>
                        <a:pt x="0" y="11"/>
                      </a:lnTo>
                      <a:lnTo>
                        <a:pt x="3"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4" name="Rectangle 37"/>
                <p:cNvSpPr>
                  <a:spLocks noChangeArrowheads="1"/>
                </p:cNvSpPr>
                <p:nvPr/>
              </p:nvSpPr>
              <p:spPr bwMode="auto">
                <a:xfrm>
                  <a:off x="10734774" y="6242355"/>
                  <a:ext cx="66404" cy="39842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5" name="Rectangle 38"/>
                <p:cNvSpPr>
                  <a:spLocks noChangeArrowheads="1"/>
                </p:cNvSpPr>
                <p:nvPr/>
              </p:nvSpPr>
              <p:spPr bwMode="auto">
                <a:xfrm>
                  <a:off x="10750712" y="6529224"/>
                  <a:ext cx="34530" cy="191246"/>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6" name="Freeform 39"/>
                <p:cNvSpPr>
                  <a:spLocks/>
                </p:cNvSpPr>
                <p:nvPr/>
              </p:nvSpPr>
              <p:spPr bwMode="auto">
                <a:xfrm>
                  <a:off x="10277910" y="6160014"/>
                  <a:ext cx="672015" cy="98280"/>
                </a:xfrm>
                <a:custGeom>
                  <a:avLst/>
                  <a:gdLst>
                    <a:gd name="T0" fmla="*/ 0 w 253"/>
                    <a:gd name="T1" fmla="*/ 0 h 37"/>
                    <a:gd name="T2" fmla="*/ 253 w 253"/>
                    <a:gd name="T3" fmla="*/ 0 h 37"/>
                    <a:gd name="T4" fmla="*/ 253 w 253"/>
                    <a:gd name="T5" fmla="*/ 37 h 37"/>
                    <a:gd name="T6" fmla="*/ 39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9" y="37"/>
                      </a:lnTo>
                      <a:lnTo>
                        <a:pt x="0"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7" name="Freeform 40"/>
                <p:cNvSpPr>
                  <a:spLocks/>
                </p:cNvSpPr>
                <p:nvPr/>
              </p:nvSpPr>
              <p:spPr bwMode="auto">
                <a:xfrm>
                  <a:off x="10564778" y="6160014"/>
                  <a:ext cx="672015" cy="98280"/>
                </a:xfrm>
                <a:custGeom>
                  <a:avLst/>
                  <a:gdLst>
                    <a:gd name="T0" fmla="*/ 0 w 253"/>
                    <a:gd name="T1" fmla="*/ 0 h 37"/>
                    <a:gd name="T2" fmla="*/ 253 w 253"/>
                    <a:gd name="T3" fmla="*/ 0 h 37"/>
                    <a:gd name="T4" fmla="*/ 253 w 253"/>
                    <a:gd name="T5" fmla="*/ 37 h 37"/>
                    <a:gd name="T6" fmla="*/ 36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6" y="37"/>
                      </a:lnTo>
                      <a:lnTo>
                        <a:pt x="0"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8" name="Oval 41"/>
                <p:cNvSpPr>
                  <a:spLocks noChangeArrowheads="1"/>
                </p:cNvSpPr>
                <p:nvPr/>
              </p:nvSpPr>
              <p:spPr bwMode="auto">
                <a:xfrm>
                  <a:off x="10713525" y="6662034"/>
                  <a:ext cx="116872"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99" name="Oval 42"/>
                <p:cNvSpPr>
                  <a:spLocks noChangeArrowheads="1"/>
                </p:cNvSpPr>
                <p:nvPr/>
              </p:nvSpPr>
              <p:spPr bwMode="auto">
                <a:xfrm>
                  <a:off x="1039478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0" name="Oval 43"/>
                <p:cNvSpPr>
                  <a:spLocks noChangeArrowheads="1"/>
                </p:cNvSpPr>
                <p:nvPr/>
              </p:nvSpPr>
              <p:spPr bwMode="auto">
                <a:xfrm>
                  <a:off x="1102961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1" name="Freeform 44"/>
                <p:cNvSpPr>
                  <a:spLocks/>
                </p:cNvSpPr>
                <p:nvPr/>
              </p:nvSpPr>
              <p:spPr bwMode="auto">
                <a:xfrm>
                  <a:off x="10285879" y="5660650"/>
                  <a:ext cx="685297" cy="403741"/>
                </a:xfrm>
                <a:custGeom>
                  <a:avLst/>
                  <a:gdLst>
                    <a:gd name="T0" fmla="*/ 29 w 93"/>
                    <a:gd name="T1" fmla="*/ 0 h 55"/>
                    <a:gd name="T2" fmla="*/ 93 w 93"/>
                    <a:gd name="T3" fmla="*/ 0 h 55"/>
                    <a:gd name="T4" fmla="*/ 93 w 93"/>
                    <a:gd name="T5" fmla="*/ 6 h 55"/>
                    <a:gd name="T6" fmla="*/ 29 w 93"/>
                    <a:gd name="T7" fmla="*/ 6 h 55"/>
                    <a:gd name="T8" fmla="*/ 7 w 93"/>
                    <a:gd name="T9" fmla="*/ 29 h 55"/>
                    <a:gd name="T10" fmla="*/ 7 w 93"/>
                    <a:gd name="T11" fmla="*/ 55 h 55"/>
                    <a:gd name="T12" fmla="*/ 0 w 93"/>
                    <a:gd name="T13" fmla="*/ 55 h 55"/>
                    <a:gd name="T14" fmla="*/ 0 w 93"/>
                    <a:gd name="T15" fmla="*/ 29 h 55"/>
                    <a:gd name="T16" fmla="*/ 29 w 93"/>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55">
                      <a:moveTo>
                        <a:pt x="29" y="0"/>
                      </a:moveTo>
                      <a:cubicBezTo>
                        <a:pt x="93" y="0"/>
                        <a:pt x="93" y="0"/>
                        <a:pt x="93" y="0"/>
                      </a:cubicBezTo>
                      <a:cubicBezTo>
                        <a:pt x="93" y="6"/>
                        <a:pt x="93" y="6"/>
                        <a:pt x="93" y="6"/>
                      </a:cubicBezTo>
                      <a:cubicBezTo>
                        <a:pt x="29" y="6"/>
                        <a:pt x="29" y="6"/>
                        <a:pt x="29" y="6"/>
                      </a:cubicBezTo>
                      <a:cubicBezTo>
                        <a:pt x="17" y="6"/>
                        <a:pt x="7" y="17"/>
                        <a:pt x="7" y="29"/>
                      </a:cubicBezTo>
                      <a:cubicBezTo>
                        <a:pt x="7" y="55"/>
                        <a:pt x="7" y="55"/>
                        <a:pt x="7" y="55"/>
                      </a:cubicBezTo>
                      <a:cubicBezTo>
                        <a:pt x="0" y="55"/>
                        <a:pt x="0" y="55"/>
                        <a:pt x="0" y="55"/>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2" name="Oval 46"/>
                <p:cNvSpPr>
                  <a:spLocks noChangeArrowheads="1"/>
                </p:cNvSpPr>
                <p:nvPr/>
              </p:nvSpPr>
              <p:spPr bwMode="auto">
                <a:xfrm>
                  <a:off x="10091976" y="6013923"/>
                  <a:ext cx="193901" cy="191246"/>
                </a:xfrm>
                <a:prstGeom prst="ellipse">
                  <a:avLst/>
                </a:prstGeom>
                <a:solidFill>
                  <a:srgbClr val="444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3" name="Rectangle 47"/>
                <p:cNvSpPr>
                  <a:spLocks noChangeArrowheads="1"/>
                </p:cNvSpPr>
                <p:nvPr/>
              </p:nvSpPr>
              <p:spPr bwMode="auto">
                <a:xfrm>
                  <a:off x="10187599" y="6013923"/>
                  <a:ext cx="377179" cy="191246"/>
                </a:xfrm>
                <a:prstGeom prst="rect">
                  <a:avLst/>
                </a:prstGeom>
                <a:solidFill>
                  <a:srgbClr val="444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4" name="Rectangle 48"/>
                <p:cNvSpPr>
                  <a:spLocks noChangeArrowheads="1"/>
                </p:cNvSpPr>
                <p:nvPr/>
              </p:nvSpPr>
              <p:spPr bwMode="auto">
                <a:xfrm>
                  <a:off x="10564778" y="6013923"/>
                  <a:ext cx="767638" cy="191246"/>
                </a:xfrm>
                <a:prstGeom prst="rect">
                  <a:avLst/>
                </a:prstGeom>
                <a:solidFill>
                  <a:srgbClr val="20202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5" name="Oval 49"/>
                <p:cNvSpPr>
                  <a:spLocks noChangeArrowheads="1"/>
                </p:cNvSpPr>
                <p:nvPr/>
              </p:nvSpPr>
              <p:spPr bwMode="auto">
                <a:xfrm>
                  <a:off x="10477125" y="6013923"/>
                  <a:ext cx="18327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6" name="Oval 50"/>
                <p:cNvSpPr>
                  <a:spLocks noChangeArrowheads="1"/>
                </p:cNvSpPr>
                <p:nvPr/>
              </p:nvSpPr>
              <p:spPr bwMode="auto">
                <a:xfrm>
                  <a:off x="11332418" y="4967384"/>
                  <a:ext cx="19124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7" name="Freeform 51"/>
                <p:cNvSpPr>
                  <a:spLocks/>
                </p:cNvSpPr>
                <p:nvPr/>
              </p:nvSpPr>
              <p:spPr bwMode="auto">
                <a:xfrm>
                  <a:off x="11236795" y="4967384"/>
                  <a:ext cx="191246" cy="1237785"/>
                </a:xfrm>
                <a:custGeom>
                  <a:avLst/>
                  <a:gdLst>
                    <a:gd name="T0" fmla="*/ 72 w 72"/>
                    <a:gd name="T1" fmla="*/ 0 h 466"/>
                    <a:gd name="T2" fmla="*/ 36 w 72"/>
                    <a:gd name="T3" fmla="*/ 466 h 466"/>
                    <a:gd name="T4" fmla="*/ 0 w 72"/>
                    <a:gd name="T5" fmla="*/ 466 h 466"/>
                    <a:gd name="T6" fmla="*/ 36 w 72"/>
                    <a:gd name="T7" fmla="*/ 0 h 466"/>
                    <a:gd name="T8" fmla="*/ 72 w 72"/>
                    <a:gd name="T9" fmla="*/ 0 h 466"/>
                  </a:gdLst>
                  <a:ahLst/>
                  <a:cxnLst>
                    <a:cxn ang="0">
                      <a:pos x="T0" y="T1"/>
                    </a:cxn>
                    <a:cxn ang="0">
                      <a:pos x="T2" y="T3"/>
                    </a:cxn>
                    <a:cxn ang="0">
                      <a:pos x="T4" y="T5"/>
                    </a:cxn>
                    <a:cxn ang="0">
                      <a:pos x="T6" y="T7"/>
                    </a:cxn>
                    <a:cxn ang="0">
                      <a:pos x="T8" y="T9"/>
                    </a:cxn>
                  </a:cxnLst>
                  <a:rect l="0" t="0" r="r" b="b"/>
                  <a:pathLst>
                    <a:path w="72" h="466">
                      <a:moveTo>
                        <a:pt x="72" y="0"/>
                      </a:moveTo>
                      <a:lnTo>
                        <a:pt x="36" y="466"/>
                      </a:lnTo>
                      <a:lnTo>
                        <a:pt x="0" y="466"/>
                      </a:lnTo>
                      <a:lnTo>
                        <a:pt x="36" y="0"/>
                      </a:lnTo>
                      <a:lnTo>
                        <a:pt x="72"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8" name="Oval 52"/>
                <p:cNvSpPr>
                  <a:spLocks noChangeArrowheads="1"/>
                </p:cNvSpPr>
                <p:nvPr/>
              </p:nvSpPr>
              <p:spPr bwMode="auto">
                <a:xfrm>
                  <a:off x="10742744"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09" name="Oval 53"/>
                <p:cNvSpPr>
                  <a:spLocks noChangeArrowheads="1"/>
                </p:cNvSpPr>
                <p:nvPr/>
              </p:nvSpPr>
              <p:spPr bwMode="auto">
                <a:xfrm>
                  <a:off x="10424001" y="6691253"/>
                  <a:ext cx="61092"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0" name="Oval 54"/>
                <p:cNvSpPr>
                  <a:spLocks noChangeArrowheads="1"/>
                </p:cNvSpPr>
                <p:nvPr/>
              </p:nvSpPr>
              <p:spPr bwMode="auto">
                <a:xfrm>
                  <a:off x="11058830"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1" name="Freeform 83"/>
                <p:cNvSpPr>
                  <a:spLocks/>
                </p:cNvSpPr>
                <p:nvPr/>
              </p:nvSpPr>
              <p:spPr bwMode="auto">
                <a:xfrm>
                  <a:off x="10431969" y="5262222"/>
                  <a:ext cx="509989" cy="0"/>
                </a:xfrm>
                <a:custGeom>
                  <a:avLst/>
                  <a:gdLst>
                    <a:gd name="T0" fmla="*/ 0 w 192"/>
                    <a:gd name="T1" fmla="*/ 192 w 192"/>
                    <a:gd name="T2" fmla="*/ 0 w 192"/>
                  </a:gdLst>
                  <a:ahLst/>
                  <a:cxnLst>
                    <a:cxn ang="0">
                      <a:pos x="T0" y="0"/>
                    </a:cxn>
                    <a:cxn ang="0">
                      <a:pos x="T1" y="0"/>
                    </a:cxn>
                    <a:cxn ang="0">
                      <a:pos x="T2" y="0"/>
                    </a:cxn>
                  </a:cxnLst>
                  <a:rect l="0" t="0" r="r" b="b"/>
                  <a:pathLst>
                    <a:path w="192">
                      <a:moveTo>
                        <a:pt x="0" y="0"/>
                      </a:moveTo>
                      <a:lnTo>
                        <a:pt x="192" y="0"/>
                      </a:lnTo>
                      <a:lnTo>
                        <a:pt x="0" y="0"/>
                      </a:lnTo>
                      <a:close/>
                    </a:path>
                  </a:pathLst>
                </a:custGeom>
                <a:solidFill>
                  <a:srgbClr val="D8D8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2" name="Freeform 112"/>
                <p:cNvSpPr>
                  <a:spLocks/>
                </p:cNvSpPr>
                <p:nvPr/>
              </p:nvSpPr>
              <p:spPr bwMode="auto">
                <a:xfrm>
                  <a:off x="10543529" y="5594245"/>
                  <a:ext cx="672015" cy="448897"/>
                </a:xfrm>
                <a:custGeom>
                  <a:avLst/>
                  <a:gdLst>
                    <a:gd name="T0" fmla="*/ 29 w 91"/>
                    <a:gd name="T1" fmla="*/ 0 h 61"/>
                    <a:gd name="T2" fmla="*/ 91 w 91"/>
                    <a:gd name="T3" fmla="*/ 0 h 61"/>
                    <a:gd name="T4" fmla="*/ 91 w 91"/>
                    <a:gd name="T5" fmla="*/ 7 h 61"/>
                    <a:gd name="T6" fmla="*/ 29 w 91"/>
                    <a:gd name="T7" fmla="*/ 7 h 61"/>
                    <a:gd name="T8" fmla="*/ 7 w 91"/>
                    <a:gd name="T9" fmla="*/ 29 h 61"/>
                    <a:gd name="T10" fmla="*/ 7 w 91"/>
                    <a:gd name="T11" fmla="*/ 61 h 61"/>
                    <a:gd name="T12" fmla="*/ 0 w 91"/>
                    <a:gd name="T13" fmla="*/ 61 h 61"/>
                    <a:gd name="T14" fmla="*/ 0 w 91"/>
                    <a:gd name="T15" fmla="*/ 29 h 61"/>
                    <a:gd name="T16" fmla="*/ 29 w 91"/>
                    <a:gd name="T1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61">
                      <a:moveTo>
                        <a:pt x="29" y="0"/>
                      </a:moveTo>
                      <a:cubicBezTo>
                        <a:pt x="91" y="0"/>
                        <a:pt x="91" y="0"/>
                        <a:pt x="91" y="0"/>
                      </a:cubicBezTo>
                      <a:cubicBezTo>
                        <a:pt x="91" y="7"/>
                        <a:pt x="91" y="7"/>
                        <a:pt x="91" y="7"/>
                      </a:cubicBezTo>
                      <a:cubicBezTo>
                        <a:pt x="29" y="7"/>
                        <a:pt x="29" y="7"/>
                        <a:pt x="29" y="7"/>
                      </a:cubicBezTo>
                      <a:cubicBezTo>
                        <a:pt x="17" y="7"/>
                        <a:pt x="7" y="17"/>
                        <a:pt x="7" y="29"/>
                      </a:cubicBezTo>
                      <a:cubicBezTo>
                        <a:pt x="7" y="61"/>
                        <a:pt x="7" y="61"/>
                        <a:pt x="7" y="61"/>
                      </a:cubicBezTo>
                      <a:cubicBezTo>
                        <a:pt x="0" y="61"/>
                        <a:pt x="0" y="61"/>
                        <a:pt x="0" y="61"/>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49" name="Group 48"/>
              <p:cNvGrpSpPr/>
              <p:nvPr/>
            </p:nvGrpSpPr>
            <p:grpSpPr>
              <a:xfrm flipH="1">
                <a:off x="8613773" y="2483620"/>
                <a:ext cx="1958976" cy="4377555"/>
                <a:chOff x="8956675" y="449263"/>
                <a:chExt cx="2063751" cy="4611687"/>
              </a:xfrm>
            </p:grpSpPr>
            <p:sp>
              <p:nvSpPr>
                <p:cNvPr id="62" name="Freeform 36"/>
                <p:cNvSpPr>
                  <a:spLocks/>
                </p:cNvSpPr>
                <p:nvPr/>
              </p:nvSpPr>
              <p:spPr bwMode="auto">
                <a:xfrm>
                  <a:off x="9283700" y="3189288"/>
                  <a:ext cx="895350" cy="1662112"/>
                </a:xfrm>
                <a:custGeom>
                  <a:avLst/>
                  <a:gdLst>
                    <a:gd name="T0" fmla="*/ 0 w 564"/>
                    <a:gd name="T1" fmla="*/ 0 h 1047"/>
                    <a:gd name="T2" fmla="*/ 0 w 564"/>
                    <a:gd name="T3" fmla="*/ 0 h 1047"/>
                    <a:gd name="T4" fmla="*/ 146 w 564"/>
                    <a:gd name="T5" fmla="*/ 0 h 1047"/>
                    <a:gd name="T6" fmla="*/ 418 w 564"/>
                    <a:gd name="T7" fmla="*/ 0 h 1047"/>
                    <a:gd name="T8" fmla="*/ 564 w 564"/>
                    <a:gd name="T9" fmla="*/ 0 h 1047"/>
                    <a:gd name="T10" fmla="*/ 564 w 564"/>
                    <a:gd name="T11" fmla="*/ 158 h 1047"/>
                    <a:gd name="T12" fmla="*/ 564 w 564"/>
                    <a:gd name="T13" fmla="*/ 1047 h 1047"/>
                    <a:gd name="T14" fmla="*/ 418 w 564"/>
                    <a:gd name="T15" fmla="*/ 1047 h 1047"/>
                    <a:gd name="T16" fmla="*/ 418 w 564"/>
                    <a:gd name="T17" fmla="*/ 158 h 1047"/>
                    <a:gd name="T18" fmla="*/ 146 w 564"/>
                    <a:gd name="T19" fmla="*/ 158 h 1047"/>
                    <a:gd name="T20" fmla="*/ 146 w 564"/>
                    <a:gd name="T21" fmla="*/ 1047 h 1047"/>
                    <a:gd name="T22" fmla="*/ 0 w 564"/>
                    <a:gd name="T23" fmla="*/ 1047 h 1047"/>
                    <a:gd name="T24" fmla="*/ 0 w 564"/>
                    <a:gd name="T25" fmla="*/ 158 h 1047"/>
                    <a:gd name="T26" fmla="*/ 0 w 564"/>
                    <a:gd name="T27" fmla="*/ 158 h 1047"/>
                    <a:gd name="T28" fmla="*/ 0 w 564"/>
                    <a:gd name="T29" fmla="*/ 0 h 1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4" h="1047">
                      <a:moveTo>
                        <a:pt x="0" y="0"/>
                      </a:moveTo>
                      <a:lnTo>
                        <a:pt x="0" y="0"/>
                      </a:lnTo>
                      <a:lnTo>
                        <a:pt x="146" y="0"/>
                      </a:lnTo>
                      <a:lnTo>
                        <a:pt x="418" y="0"/>
                      </a:lnTo>
                      <a:lnTo>
                        <a:pt x="564" y="0"/>
                      </a:lnTo>
                      <a:lnTo>
                        <a:pt x="564" y="158"/>
                      </a:lnTo>
                      <a:lnTo>
                        <a:pt x="564" y="1047"/>
                      </a:lnTo>
                      <a:lnTo>
                        <a:pt x="418" y="1047"/>
                      </a:lnTo>
                      <a:lnTo>
                        <a:pt x="418" y="158"/>
                      </a:lnTo>
                      <a:lnTo>
                        <a:pt x="146" y="158"/>
                      </a:lnTo>
                      <a:lnTo>
                        <a:pt x="146" y="1047"/>
                      </a:lnTo>
                      <a:lnTo>
                        <a:pt x="0" y="1047"/>
                      </a:lnTo>
                      <a:lnTo>
                        <a:pt x="0" y="158"/>
                      </a:lnTo>
                      <a:lnTo>
                        <a:pt x="0" y="158"/>
                      </a:lnTo>
                      <a:lnTo>
                        <a:pt x="0" y="0"/>
                      </a:lnTo>
                      <a:close/>
                    </a:path>
                  </a:pathLst>
                </a:custGeom>
                <a:solidFill>
                  <a:srgbClr val="BB25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3" name="Freeform 37"/>
                <p:cNvSpPr>
                  <a:spLocks/>
                </p:cNvSpPr>
                <p:nvPr/>
              </p:nvSpPr>
              <p:spPr bwMode="auto">
                <a:xfrm>
                  <a:off x="9283700"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4" name="Freeform 38"/>
                <p:cNvSpPr>
                  <a:spLocks/>
                </p:cNvSpPr>
                <p:nvPr/>
              </p:nvSpPr>
              <p:spPr bwMode="auto">
                <a:xfrm>
                  <a:off x="8956675" y="1819275"/>
                  <a:ext cx="1558925" cy="1370012"/>
                </a:xfrm>
                <a:custGeom>
                  <a:avLst/>
                  <a:gdLst>
                    <a:gd name="T0" fmla="*/ 31 w 148"/>
                    <a:gd name="T1" fmla="*/ 0 h 131"/>
                    <a:gd name="T2" fmla="*/ 116 w 148"/>
                    <a:gd name="T3" fmla="*/ 0 h 131"/>
                    <a:gd name="T4" fmla="*/ 148 w 148"/>
                    <a:gd name="T5" fmla="*/ 27 h 131"/>
                    <a:gd name="T6" fmla="*/ 148 w 148"/>
                    <a:gd name="T7" fmla="*/ 49 h 131"/>
                    <a:gd name="T8" fmla="*/ 116 w 148"/>
                    <a:gd name="T9" fmla="*/ 49 h 131"/>
                    <a:gd name="T10" fmla="*/ 116 w 148"/>
                    <a:gd name="T11" fmla="*/ 131 h 131"/>
                    <a:gd name="T12" fmla="*/ 31 w 148"/>
                    <a:gd name="T13" fmla="*/ 131 h 131"/>
                    <a:gd name="T14" fmla="*/ 31 w 148"/>
                    <a:gd name="T15" fmla="*/ 49 h 131"/>
                    <a:gd name="T16" fmla="*/ 0 w 148"/>
                    <a:gd name="T17" fmla="*/ 49 h 131"/>
                    <a:gd name="T18" fmla="*/ 0 w 148"/>
                    <a:gd name="T19" fmla="*/ 27 h 131"/>
                    <a:gd name="T20" fmla="*/ 31 w 148"/>
                    <a:gd name="T21"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131">
                      <a:moveTo>
                        <a:pt x="31" y="0"/>
                      </a:moveTo>
                      <a:cubicBezTo>
                        <a:pt x="116" y="0"/>
                        <a:pt x="116" y="0"/>
                        <a:pt x="116" y="0"/>
                      </a:cubicBezTo>
                      <a:cubicBezTo>
                        <a:pt x="134" y="0"/>
                        <a:pt x="148" y="12"/>
                        <a:pt x="148" y="27"/>
                      </a:cubicBezTo>
                      <a:cubicBezTo>
                        <a:pt x="148" y="49"/>
                        <a:pt x="148" y="49"/>
                        <a:pt x="148" y="49"/>
                      </a:cubicBezTo>
                      <a:cubicBezTo>
                        <a:pt x="116" y="49"/>
                        <a:pt x="116" y="49"/>
                        <a:pt x="116" y="49"/>
                      </a:cubicBezTo>
                      <a:cubicBezTo>
                        <a:pt x="116" y="131"/>
                        <a:pt x="116" y="131"/>
                        <a:pt x="116" y="131"/>
                      </a:cubicBezTo>
                      <a:cubicBezTo>
                        <a:pt x="31" y="131"/>
                        <a:pt x="31" y="131"/>
                        <a:pt x="31" y="131"/>
                      </a:cubicBezTo>
                      <a:cubicBezTo>
                        <a:pt x="31" y="49"/>
                        <a:pt x="31" y="49"/>
                        <a:pt x="31" y="49"/>
                      </a:cubicBezTo>
                      <a:cubicBezTo>
                        <a:pt x="0" y="49"/>
                        <a:pt x="0" y="49"/>
                        <a:pt x="0" y="49"/>
                      </a:cubicBezTo>
                      <a:cubicBezTo>
                        <a:pt x="0" y="27"/>
                        <a:pt x="0" y="27"/>
                        <a:pt x="0" y="27"/>
                      </a:cubicBezTo>
                      <a:cubicBezTo>
                        <a:pt x="0" y="12"/>
                        <a:pt x="14" y="0"/>
                        <a:pt x="31" y="0"/>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5" name="Freeform 39"/>
                <p:cNvSpPr>
                  <a:spLocks/>
                </p:cNvSpPr>
                <p:nvPr/>
              </p:nvSpPr>
              <p:spPr bwMode="auto">
                <a:xfrm>
                  <a:off x="10231438" y="2332038"/>
                  <a:ext cx="547688" cy="709612"/>
                </a:xfrm>
                <a:custGeom>
                  <a:avLst/>
                  <a:gdLst>
                    <a:gd name="T0" fmla="*/ 19 w 52"/>
                    <a:gd name="T1" fmla="*/ 68 h 68"/>
                    <a:gd name="T2" fmla="*/ 52 w 52"/>
                    <a:gd name="T3" fmla="*/ 68 h 68"/>
                    <a:gd name="T4" fmla="*/ 52 w 52"/>
                    <a:gd name="T5" fmla="*/ 48 h 68"/>
                    <a:gd name="T6" fmla="*/ 22 w 52"/>
                    <a:gd name="T7" fmla="*/ 48 h 68"/>
                    <a:gd name="T8" fmla="*/ 22 w 52"/>
                    <a:gd name="T9" fmla="*/ 0 h 68"/>
                    <a:gd name="T10" fmla="*/ 0 w 52"/>
                    <a:gd name="T11" fmla="*/ 0 h 68"/>
                    <a:gd name="T12" fmla="*/ 0 w 52"/>
                    <a:gd name="T13" fmla="*/ 51 h 68"/>
                    <a:gd name="T14" fmla="*/ 19 w 52"/>
                    <a:gd name="T15" fmla="*/ 68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68">
                      <a:moveTo>
                        <a:pt x="19" y="68"/>
                      </a:moveTo>
                      <a:cubicBezTo>
                        <a:pt x="52" y="68"/>
                        <a:pt x="52" y="68"/>
                        <a:pt x="52" y="68"/>
                      </a:cubicBezTo>
                      <a:cubicBezTo>
                        <a:pt x="52" y="48"/>
                        <a:pt x="52" y="48"/>
                        <a:pt x="52" y="48"/>
                      </a:cubicBezTo>
                      <a:cubicBezTo>
                        <a:pt x="22" y="48"/>
                        <a:pt x="22" y="48"/>
                        <a:pt x="22" y="48"/>
                      </a:cubicBezTo>
                      <a:cubicBezTo>
                        <a:pt x="22" y="0"/>
                        <a:pt x="22" y="0"/>
                        <a:pt x="22" y="0"/>
                      </a:cubicBezTo>
                      <a:cubicBezTo>
                        <a:pt x="0" y="0"/>
                        <a:pt x="0" y="0"/>
                        <a:pt x="0" y="0"/>
                      </a:cubicBezTo>
                      <a:cubicBezTo>
                        <a:pt x="0" y="51"/>
                        <a:pt x="0" y="51"/>
                        <a:pt x="0" y="51"/>
                      </a:cubicBezTo>
                      <a:cubicBezTo>
                        <a:pt x="0" y="60"/>
                        <a:pt x="8" y="68"/>
                        <a:pt x="19" y="68"/>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6" name="Rectangle 40"/>
                <p:cNvSpPr>
                  <a:spLocks noChangeArrowheads="1"/>
                </p:cNvSpPr>
                <p:nvPr/>
              </p:nvSpPr>
              <p:spPr bwMode="auto">
                <a:xfrm>
                  <a:off x="8999538" y="2332038"/>
                  <a:ext cx="241300" cy="1222375"/>
                </a:xfrm>
                <a:prstGeom prst="rect">
                  <a:avLst/>
                </a:prstGeom>
                <a:solidFill>
                  <a:srgbClr val="6E58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7" name="Freeform 41"/>
                <p:cNvSpPr>
                  <a:spLocks/>
                </p:cNvSpPr>
                <p:nvPr/>
              </p:nvSpPr>
              <p:spPr bwMode="auto">
                <a:xfrm>
                  <a:off x="8999538" y="3355975"/>
                  <a:ext cx="241300" cy="407987"/>
                </a:xfrm>
                <a:custGeom>
                  <a:avLst/>
                  <a:gdLst>
                    <a:gd name="T0" fmla="*/ 23 w 23"/>
                    <a:gd name="T1" fmla="*/ 0 h 39"/>
                    <a:gd name="T2" fmla="*/ 23 w 23"/>
                    <a:gd name="T3" fmla="*/ 39 h 39"/>
                    <a:gd name="T4" fmla="*/ 0 w 23"/>
                    <a:gd name="T5" fmla="*/ 19 h 39"/>
                    <a:gd name="T6" fmla="*/ 23 w 23"/>
                    <a:gd name="T7" fmla="*/ 0 h 39"/>
                  </a:gdLst>
                  <a:ahLst/>
                  <a:cxnLst>
                    <a:cxn ang="0">
                      <a:pos x="T0" y="T1"/>
                    </a:cxn>
                    <a:cxn ang="0">
                      <a:pos x="T2" y="T3"/>
                    </a:cxn>
                    <a:cxn ang="0">
                      <a:pos x="T4" y="T5"/>
                    </a:cxn>
                    <a:cxn ang="0">
                      <a:pos x="T6" y="T7"/>
                    </a:cxn>
                  </a:cxnLst>
                  <a:rect l="0" t="0" r="r" b="b"/>
                  <a:pathLst>
                    <a:path w="23" h="39">
                      <a:moveTo>
                        <a:pt x="23" y="0"/>
                      </a:moveTo>
                      <a:cubicBezTo>
                        <a:pt x="23" y="39"/>
                        <a:pt x="23" y="39"/>
                        <a:pt x="23" y="39"/>
                      </a:cubicBezTo>
                      <a:cubicBezTo>
                        <a:pt x="10" y="39"/>
                        <a:pt x="0" y="30"/>
                        <a:pt x="0" y="19"/>
                      </a:cubicBezTo>
                      <a:cubicBezTo>
                        <a:pt x="0" y="8"/>
                        <a:pt x="10" y="0"/>
                        <a:pt x="23"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8" name="Freeform 42"/>
                <p:cNvSpPr>
                  <a:spLocks/>
                </p:cNvSpPr>
                <p:nvPr/>
              </p:nvSpPr>
              <p:spPr bwMode="auto">
                <a:xfrm>
                  <a:off x="10536238" y="2833688"/>
                  <a:ext cx="484188" cy="207962"/>
                </a:xfrm>
                <a:custGeom>
                  <a:avLst/>
                  <a:gdLst>
                    <a:gd name="T0" fmla="*/ 0 w 46"/>
                    <a:gd name="T1" fmla="*/ 0 h 20"/>
                    <a:gd name="T2" fmla="*/ 46 w 46"/>
                    <a:gd name="T3" fmla="*/ 0 h 20"/>
                    <a:gd name="T4" fmla="*/ 23 w 46"/>
                    <a:gd name="T5" fmla="*/ 20 h 20"/>
                    <a:gd name="T6" fmla="*/ 0 w 46"/>
                    <a:gd name="T7" fmla="*/ 0 h 20"/>
                  </a:gdLst>
                  <a:ahLst/>
                  <a:cxnLst>
                    <a:cxn ang="0">
                      <a:pos x="T0" y="T1"/>
                    </a:cxn>
                    <a:cxn ang="0">
                      <a:pos x="T2" y="T3"/>
                    </a:cxn>
                    <a:cxn ang="0">
                      <a:pos x="T4" y="T5"/>
                    </a:cxn>
                    <a:cxn ang="0">
                      <a:pos x="T6" y="T7"/>
                    </a:cxn>
                  </a:cxnLst>
                  <a:rect l="0" t="0" r="r" b="b"/>
                  <a:pathLst>
                    <a:path w="46" h="20">
                      <a:moveTo>
                        <a:pt x="0" y="0"/>
                      </a:moveTo>
                      <a:cubicBezTo>
                        <a:pt x="46" y="0"/>
                        <a:pt x="46" y="0"/>
                        <a:pt x="46" y="0"/>
                      </a:cubicBezTo>
                      <a:cubicBezTo>
                        <a:pt x="46" y="11"/>
                        <a:pt x="36" y="20"/>
                        <a:pt x="23" y="20"/>
                      </a:cubicBezTo>
                      <a:cubicBezTo>
                        <a:pt x="10" y="20"/>
                        <a:pt x="0" y="11"/>
                        <a:pt x="0"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9" name="Rectangle 44"/>
                <p:cNvSpPr>
                  <a:spLocks noChangeArrowheads="1"/>
                </p:cNvSpPr>
                <p:nvPr/>
              </p:nvSpPr>
              <p:spPr bwMode="auto">
                <a:xfrm>
                  <a:off x="8999538" y="2332038"/>
                  <a:ext cx="241300"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0" name="Rectangle 45"/>
                <p:cNvSpPr>
                  <a:spLocks noChangeArrowheads="1"/>
                </p:cNvSpPr>
                <p:nvPr/>
              </p:nvSpPr>
              <p:spPr bwMode="auto">
                <a:xfrm>
                  <a:off x="10231438" y="2332038"/>
                  <a:ext cx="231775"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1" name="Freeform 46"/>
                <p:cNvSpPr>
                  <a:spLocks/>
                </p:cNvSpPr>
                <p:nvPr/>
              </p:nvSpPr>
              <p:spPr bwMode="auto">
                <a:xfrm>
                  <a:off x="9947275"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2" name="Freeform 47"/>
                <p:cNvSpPr>
                  <a:spLocks/>
                </p:cNvSpPr>
                <p:nvPr/>
              </p:nvSpPr>
              <p:spPr bwMode="auto">
                <a:xfrm>
                  <a:off x="9483725" y="1609725"/>
                  <a:ext cx="515938" cy="366712"/>
                </a:xfrm>
                <a:custGeom>
                  <a:avLst/>
                  <a:gdLst>
                    <a:gd name="T0" fmla="*/ 0 w 49"/>
                    <a:gd name="T1" fmla="*/ 27 h 35"/>
                    <a:gd name="T2" fmla="*/ 26 w 49"/>
                    <a:gd name="T3" fmla="*/ 35 h 35"/>
                    <a:gd name="T4" fmla="*/ 49 w 49"/>
                    <a:gd name="T5" fmla="*/ 27 h 35"/>
                    <a:gd name="T6" fmla="*/ 49 w 49"/>
                    <a:gd name="T7" fmla="*/ 0 h 35"/>
                    <a:gd name="T8" fmla="*/ 0 w 49"/>
                    <a:gd name="T9" fmla="*/ 0 h 35"/>
                    <a:gd name="T10" fmla="*/ 0 w 49"/>
                    <a:gd name="T11" fmla="*/ 27 h 35"/>
                  </a:gdLst>
                  <a:ahLst/>
                  <a:cxnLst>
                    <a:cxn ang="0">
                      <a:pos x="T0" y="T1"/>
                    </a:cxn>
                    <a:cxn ang="0">
                      <a:pos x="T2" y="T3"/>
                    </a:cxn>
                    <a:cxn ang="0">
                      <a:pos x="T4" y="T5"/>
                    </a:cxn>
                    <a:cxn ang="0">
                      <a:pos x="T6" y="T7"/>
                    </a:cxn>
                    <a:cxn ang="0">
                      <a:pos x="T8" y="T9"/>
                    </a:cxn>
                    <a:cxn ang="0">
                      <a:pos x="T10" y="T11"/>
                    </a:cxn>
                  </a:cxnLst>
                  <a:rect l="0" t="0" r="r" b="b"/>
                  <a:pathLst>
                    <a:path w="49" h="35">
                      <a:moveTo>
                        <a:pt x="0" y="27"/>
                      </a:moveTo>
                      <a:cubicBezTo>
                        <a:pt x="0" y="33"/>
                        <a:pt x="26" y="35"/>
                        <a:pt x="26" y="35"/>
                      </a:cubicBezTo>
                      <a:cubicBezTo>
                        <a:pt x="26" y="35"/>
                        <a:pt x="49" y="32"/>
                        <a:pt x="49" y="27"/>
                      </a:cubicBezTo>
                      <a:cubicBezTo>
                        <a:pt x="49" y="22"/>
                        <a:pt x="49" y="0"/>
                        <a:pt x="49" y="0"/>
                      </a:cubicBezTo>
                      <a:cubicBezTo>
                        <a:pt x="0" y="0"/>
                        <a:pt x="0" y="0"/>
                        <a:pt x="0" y="0"/>
                      </a:cubicBezTo>
                      <a:cubicBezTo>
                        <a:pt x="0" y="0"/>
                        <a:pt x="0" y="22"/>
                        <a:pt x="0" y="27"/>
                      </a:cubicBezTo>
                      <a:close/>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3" name="Freeform 48"/>
                <p:cNvSpPr>
                  <a:spLocks/>
                </p:cNvSpPr>
                <p:nvPr/>
              </p:nvSpPr>
              <p:spPr bwMode="auto">
                <a:xfrm>
                  <a:off x="9483725" y="1609725"/>
                  <a:ext cx="515938" cy="188912"/>
                </a:xfrm>
                <a:custGeom>
                  <a:avLst/>
                  <a:gdLst>
                    <a:gd name="T0" fmla="*/ 0 w 49"/>
                    <a:gd name="T1" fmla="*/ 14 h 18"/>
                    <a:gd name="T2" fmla="*/ 26 w 49"/>
                    <a:gd name="T3" fmla="*/ 18 h 18"/>
                    <a:gd name="T4" fmla="*/ 49 w 49"/>
                    <a:gd name="T5" fmla="*/ 14 h 18"/>
                    <a:gd name="T6" fmla="*/ 49 w 49"/>
                    <a:gd name="T7" fmla="*/ 0 h 18"/>
                    <a:gd name="T8" fmla="*/ 0 w 49"/>
                    <a:gd name="T9" fmla="*/ 0 h 18"/>
                    <a:gd name="T10" fmla="*/ 0 w 49"/>
                    <a:gd name="T11" fmla="*/ 14 h 18"/>
                  </a:gdLst>
                  <a:ahLst/>
                  <a:cxnLst>
                    <a:cxn ang="0">
                      <a:pos x="T0" y="T1"/>
                    </a:cxn>
                    <a:cxn ang="0">
                      <a:pos x="T2" y="T3"/>
                    </a:cxn>
                    <a:cxn ang="0">
                      <a:pos x="T4" y="T5"/>
                    </a:cxn>
                    <a:cxn ang="0">
                      <a:pos x="T6" y="T7"/>
                    </a:cxn>
                    <a:cxn ang="0">
                      <a:pos x="T8" y="T9"/>
                    </a:cxn>
                    <a:cxn ang="0">
                      <a:pos x="T10" y="T11"/>
                    </a:cxn>
                  </a:cxnLst>
                  <a:rect l="0" t="0" r="r" b="b"/>
                  <a:pathLst>
                    <a:path w="49" h="18">
                      <a:moveTo>
                        <a:pt x="0" y="14"/>
                      </a:moveTo>
                      <a:cubicBezTo>
                        <a:pt x="0" y="16"/>
                        <a:pt x="26" y="18"/>
                        <a:pt x="26" y="18"/>
                      </a:cubicBezTo>
                      <a:cubicBezTo>
                        <a:pt x="26" y="18"/>
                        <a:pt x="49" y="16"/>
                        <a:pt x="49" y="14"/>
                      </a:cubicBezTo>
                      <a:cubicBezTo>
                        <a:pt x="49" y="11"/>
                        <a:pt x="49" y="0"/>
                        <a:pt x="49" y="0"/>
                      </a:cubicBezTo>
                      <a:cubicBezTo>
                        <a:pt x="0" y="0"/>
                        <a:pt x="0" y="0"/>
                        <a:pt x="0" y="0"/>
                      </a:cubicBezTo>
                      <a:cubicBezTo>
                        <a:pt x="0" y="0"/>
                        <a:pt x="0" y="11"/>
                        <a:pt x="0" y="14"/>
                      </a:cubicBezTo>
                      <a:close/>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4" name="Freeform 49"/>
                <p:cNvSpPr>
                  <a:spLocks/>
                </p:cNvSpPr>
                <p:nvPr/>
              </p:nvSpPr>
              <p:spPr bwMode="auto">
                <a:xfrm>
                  <a:off x="9315450" y="554038"/>
                  <a:ext cx="831850" cy="1139825"/>
                </a:xfrm>
                <a:custGeom>
                  <a:avLst/>
                  <a:gdLst>
                    <a:gd name="T0" fmla="*/ 77 w 79"/>
                    <a:gd name="T1" fmla="*/ 27 h 109"/>
                    <a:gd name="T2" fmla="*/ 62 w 79"/>
                    <a:gd name="T3" fmla="*/ 0 h 109"/>
                    <a:gd name="T4" fmla="*/ 20 w 79"/>
                    <a:gd name="T5" fmla="*/ 0 h 109"/>
                    <a:gd name="T6" fmla="*/ 7 w 79"/>
                    <a:gd name="T7" fmla="*/ 25 h 109"/>
                    <a:gd name="T8" fmla="*/ 7 w 79"/>
                    <a:gd name="T9" fmla="*/ 39 h 109"/>
                    <a:gd name="T10" fmla="*/ 0 w 79"/>
                    <a:gd name="T11" fmla="*/ 41 h 109"/>
                    <a:gd name="T12" fmla="*/ 0 w 79"/>
                    <a:gd name="T13" fmla="*/ 43 h 109"/>
                    <a:gd name="T14" fmla="*/ 0 w 79"/>
                    <a:gd name="T15" fmla="*/ 55 h 109"/>
                    <a:gd name="T16" fmla="*/ 1 w 79"/>
                    <a:gd name="T17" fmla="*/ 62 h 109"/>
                    <a:gd name="T18" fmla="*/ 1 w 79"/>
                    <a:gd name="T19" fmla="*/ 90 h 109"/>
                    <a:gd name="T20" fmla="*/ 45 w 79"/>
                    <a:gd name="T21" fmla="*/ 109 h 109"/>
                    <a:gd name="T22" fmla="*/ 79 w 79"/>
                    <a:gd name="T23" fmla="*/ 90 h 109"/>
                    <a:gd name="T24" fmla="*/ 79 w 79"/>
                    <a:gd name="T25" fmla="*/ 74 h 109"/>
                    <a:gd name="T26" fmla="*/ 77 w 79"/>
                    <a:gd name="T27" fmla="*/ 2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 h="109">
                      <a:moveTo>
                        <a:pt x="77" y="27"/>
                      </a:moveTo>
                      <a:cubicBezTo>
                        <a:pt x="77" y="24"/>
                        <a:pt x="71" y="0"/>
                        <a:pt x="62" y="0"/>
                      </a:cubicBezTo>
                      <a:cubicBezTo>
                        <a:pt x="20" y="0"/>
                        <a:pt x="20" y="0"/>
                        <a:pt x="20" y="0"/>
                      </a:cubicBezTo>
                      <a:cubicBezTo>
                        <a:pt x="12" y="0"/>
                        <a:pt x="7" y="17"/>
                        <a:pt x="7" y="25"/>
                      </a:cubicBezTo>
                      <a:cubicBezTo>
                        <a:pt x="7" y="39"/>
                        <a:pt x="7" y="39"/>
                        <a:pt x="7" y="39"/>
                      </a:cubicBezTo>
                      <a:cubicBezTo>
                        <a:pt x="0" y="41"/>
                        <a:pt x="0" y="41"/>
                        <a:pt x="0" y="41"/>
                      </a:cubicBezTo>
                      <a:cubicBezTo>
                        <a:pt x="0" y="42"/>
                        <a:pt x="0" y="43"/>
                        <a:pt x="0" y="43"/>
                      </a:cubicBezTo>
                      <a:cubicBezTo>
                        <a:pt x="0" y="47"/>
                        <a:pt x="0" y="51"/>
                        <a:pt x="0" y="55"/>
                      </a:cubicBezTo>
                      <a:cubicBezTo>
                        <a:pt x="0" y="57"/>
                        <a:pt x="0" y="60"/>
                        <a:pt x="1" y="62"/>
                      </a:cubicBezTo>
                      <a:cubicBezTo>
                        <a:pt x="1" y="61"/>
                        <a:pt x="1" y="90"/>
                        <a:pt x="1" y="90"/>
                      </a:cubicBezTo>
                      <a:cubicBezTo>
                        <a:pt x="6" y="109"/>
                        <a:pt x="32" y="109"/>
                        <a:pt x="45" y="109"/>
                      </a:cubicBezTo>
                      <a:cubicBezTo>
                        <a:pt x="58" y="109"/>
                        <a:pt x="76" y="103"/>
                        <a:pt x="79" y="90"/>
                      </a:cubicBezTo>
                      <a:cubicBezTo>
                        <a:pt x="79" y="74"/>
                        <a:pt x="79" y="74"/>
                        <a:pt x="79" y="74"/>
                      </a:cubicBezTo>
                      <a:cubicBezTo>
                        <a:pt x="79" y="74"/>
                        <a:pt x="79" y="34"/>
                        <a:pt x="77" y="27"/>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5" name="Freeform 50"/>
                <p:cNvSpPr>
                  <a:spLocks/>
                </p:cNvSpPr>
                <p:nvPr/>
              </p:nvSpPr>
              <p:spPr bwMode="auto">
                <a:xfrm>
                  <a:off x="9663113" y="1411288"/>
                  <a:ext cx="157163" cy="41275"/>
                </a:xfrm>
                <a:custGeom>
                  <a:avLst/>
                  <a:gdLst>
                    <a:gd name="T0" fmla="*/ 15 w 15"/>
                    <a:gd name="T1" fmla="*/ 0 h 4"/>
                    <a:gd name="T2" fmla="*/ 8 w 15"/>
                    <a:gd name="T3" fmla="*/ 4 h 4"/>
                    <a:gd name="T4" fmla="*/ 0 w 15"/>
                    <a:gd name="T5" fmla="*/ 0 h 4"/>
                    <a:gd name="T6" fmla="*/ 15 w 15"/>
                    <a:gd name="T7" fmla="*/ 0 h 4"/>
                  </a:gdLst>
                  <a:ahLst/>
                  <a:cxnLst>
                    <a:cxn ang="0">
                      <a:pos x="T0" y="T1"/>
                    </a:cxn>
                    <a:cxn ang="0">
                      <a:pos x="T2" y="T3"/>
                    </a:cxn>
                    <a:cxn ang="0">
                      <a:pos x="T4" y="T5"/>
                    </a:cxn>
                    <a:cxn ang="0">
                      <a:pos x="T6" y="T7"/>
                    </a:cxn>
                  </a:cxnLst>
                  <a:rect l="0" t="0" r="r" b="b"/>
                  <a:pathLst>
                    <a:path w="15" h="4">
                      <a:moveTo>
                        <a:pt x="15" y="0"/>
                      </a:moveTo>
                      <a:cubicBezTo>
                        <a:pt x="15" y="2"/>
                        <a:pt x="12" y="4"/>
                        <a:pt x="8" y="4"/>
                      </a:cubicBezTo>
                      <a:cubicBezTo>
                        <a:pt x="3" y="4"/>
                        <a:pt x="0" y="2"/>
                        <a:pt x="0" y="0"/>
                      </a:cubicBez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6" name="Freeform 51"/>
                <p:cNvSpPr>
                  <a:spLocks/>
                </p:cNvSpPr>
                <p:nvPr/>
              </p:nvSpPr>
              <p:spPr bwMode="auto">
                <a:xfrm>
                  <a:off x="9324975" y="1192213"/>
                  <a:ext cx="74613" cy="125412"/>
                </a:xfrm>
                <a:custGeom>
                  <a:avLst/>
                  <a:gdLst>
                    <a:gd name="T0" fmla="*/ 7 w 7"/>
                    <a:gd name="T1" fmla="*/ 0 h 12"/>
                    <a:gd name="T2" fmla="*/ 4 w 7"/>
                    <a:gd name="T3" fmla="*/ 4 h 12"/>
                    <a:gd name="T4" fmla="*/ 0 w 7"/>
                    <a:gd name="T5" fmla="*/ 8 h 12"/>
                    <a:gd name="T6" fmla="*/ 0 w 7"/>
                    <a:gd name="T7" fmla="*/ 12 h 12"/>
                    <a:gd name="T8" fmla="*/ 0 w 7"/>
                    <a:gd name="T9" fmla="*/ 12 h 12"/>
                    <a:gd name="T10" fmla="*/ 3 w 7"/>
                    <a:gd name="T11" fmla="*/ 11 h 12"/>
                    <a:gd name="T12" fmla="*/ 3 w 7"/>
                    <a:gd name="T13" fmla="*/ 11 h 12"/>
                    <a:gd name="T14" fmla="*/ 4 w 7"/>
                    <a:gd name="T15" fmla="*/ 10 h 12"/>
                    <a:gd name="T16" fmla="*/ 7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7" y="0"/>
                      </a:moveTo>
                      <a:cubicBezTo>
                        <a:pt x="4" y="4"/>
                        <a:pt x="4" y="4"/>
                        <a:pt x="4" y="4"/>
                      </a:cubicBezTo>
                      <a:cubicBezTo>
                        <a:pt x="3" y="6"/>
                        <a:pt x="2" y="7"/>
                        <a:pt x="0" y="8"/>
                      </a:cubicBezTo>
                      <a:cubicBezTo>
                        <a:pt x="0" y="12"/>
                        <a:pt x="0" y="12"/>
                        <a:pt x="0" y="12"/>
                      </a:cubicBezTo>
                      <a:cubicBezTo>
                        <a:pt x="0" y="12"/>
                        <a:pt x="0" y="12"/>
                        <a:pt x="0" y="12"/>
                      </a:cubicBezTo>
                      <a:cubicBezTo>
                        <a:pt x="1" y="12"/>
                        <a:pt x="2" y="12"/>
                        <a:pt x="3" y="11"/>
                      </a:cubicBezTo>
                      <a:cubicBezTo>
                        <a:pt x="3" y="11"/>
                        <a:pt x="3" y="11"/>
                        <a:pt x="3" y="11"/>
                      </a:cubicBezTo>
                      <a:cubicBezTo>
                        <a:pt x="4" y="11"/>
                        <a:pt x="4" y="10"/>
                        <a:pt x="4" y="10"/>
                      </a:cubicBezTo>
                      <a:cubicBezTo>
                        <a:pt x="7" y="5"/>
                        <a:pt x="7" y="0"/>
                        <a:pt x="7"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7" name="Freeform 52"/>
                <p:cNvSpPr>
                  <a:spLocks/>
                </p:cNvSpPr>
                <p:nvPr/>
              </p:nvSpPr>
              <p:spPr bwMode="auto">
                <a:xfrm>
                  <a:off x="9263063" y="449263"/>
                  <a:ext cx="936625" cy="679450"/>
                </a:xfrm>
                <a:custGeom>
                  <a:avLst/>
                  <a:gdLst>
                    <a:gd name="T0" fmla="*/ 88 w 89"/>
                    <a:gd name="T1" fmla="*/ 29 h 65"/>
                    <a:gd name="T2" fmla="*/ 46 w 89"/>
                    <a:gd name="T3" fmla="*/ 0 h 65"/>
                    <a:gd name="T4" fmla="*/ 46 w 89"/>
                    <a:gd name="T5" fmla="*/ 0 h 65"/>
                    <a:gd name="T6" fmla="*/ 46 w 89"/>
                    <a:gd name="T7" fmla="*/ 0 h 65"/>
                    <a:gd name="T8" fmla="*/ 45 w 89"/>
                    <a:gd name="T9" fmla="*/ 0 h 65"/>
                    <a:gd name="T10" fmla="*/ 44 w 89"/>
                    <a:gd name="T11" fmla="*/ 0 h 65"/>
                    <a:gd name="T12" fmla="*/ 43 w 89"/>
                    <a:gd name="T13" fmla="*/ 0 h 65"/>
                    <a:gd name="T14" fmla="*/ 43 w 89"/>
                    <a:gd name="T15" fmla="*/ 0 h 65"/>
                    <a:gd name="T16" fmla="*/ 2 w 89"/>
                    <a:gd name="T17" fmla="*/ 29 h 65"/>
                    <a:gd name="T18" fmla="*/ 2 w 89"/>
                    <a:gd name="T19" fmla="*/ 52 h 65"/>
                    <a:gd name="T20" fmla="*/ 5 w 89"/>
                    <a:gd name="T21" fmla="*/ 54 h 65"/>
                    <a:gd name="T22" fmla="*/ 5 w 89"/>
                    <a:gd name="T23" fmla="*/ 54 h 65"/>
                    <a:gd name="T24" fmla="*/ 11 w 89"/>
                    <a:gd name="T25" fmla="*/ 65 h 65"/>
                    <a:gd name="T26" fmla="*/ 12 w 89"/>
                    <a:gd name="T27" fmla="*/ 34 h 65"/>
                    <a:gd name="T28" fmla="*/ 45 w 89"/>
                    <a:gd name="T29" fmla="*/ 16 h 65"/>
                    <a:gd name="T30" fmla="*/ 78 w 89"/>
                    <a:gd name="T31" fmla="*/ 34 h 65"/>
                    <a:gd name="T32" fmla="*/ 79 w 89"/>
                    <a:gd name="T33" fmla="*/ 65 h 65"/>
                    <a:gd name="T34" fmla="*/ 84 w 89"/>
                    <a:gd name="T35" fmla="*/ 54 h 65"/>
                    <a:gd name="T36" fmla="*/ 84 w 89"/>
                    <a:gd name="T37" fmla="*/ 54 h 65"/>
                    <a:gd name="T38" fmla="*/ 88 w 89"/>
                    <a:gd name="T39" fmla="*/ 52 h 65"/>
                    <a:gd name="T40" fmla="*/ 88 w 89"/>
                    <a:gd name="T41" fmla="*/ 2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9" h="65">
                      <a:moveTo>
                        <a:pt x="88" y="29"/>
                      </a:moveTo>
                      <a:cubicBezTo>
                        <a:pt x="86" y="11"/>
                        <a:pt x="71" y="1"/>
                        <a:pt x="46" y="0"/>
                      </a:cubicBezTo>
                      <a:cubicBezTo>
                        <a:pt x="46" y="0"/>
                        <a:pt x="46" y="0"/>
                        <a:pt x="46" y="0"/>
                      </a:cubicBezTo>
                      <a:cubicBezTo>
                        <a:pt x="46" y="0"/>
                        <a:pt x="46" y="0"/>
                        <a:pt x="46" y="0"/>
                      </a:cubicBezTo>
                      <a:cubicBezTo>
                        <a:pt x="45" y="0"/>
                        <a:pt x="45" y="0"/>
                        <a:pt x="45" y="0"/>
                      </a:cubicBezTo>
                      <a:cubicBezTo>
                        <a:pt x="44" y="0"/>
                        <a:pt x="44" y="0"/>
                        <a:pt x="44" y="0"/>
                      </a:cubicBezTo>
                      <a:cubicBezTo>
                        <a:pt x="43" y="0"/>
                        <a:pt x="43" y="0"/>
                        <a:pt x="43" y="0"/>
                      </a:cubicBezTo>
                      <a:cubicBezTo>
                        <a:pt x="43" y="0"/>
                        <a:pt x="43" y="0"/>
                        <a:pt x="43" y="0"/>
                      </a:cubicBezTo>
                      <a:cubicBezTo>
                        <a:pt x="19" y="1"/>
                        <a:pt x="4" y="11"/>
                        <a:pt x="2" y="29"/>
                      </a:cubicBezTo>
                      <a:cubicBezTo>
                        <a:pt x="1" y="33"/>
                        <a:pt x="0" y="52"/>
                        <a:pt x="2" y="52"/>
                      </a:cubicBezTo>
                      <a:cubicBezTo>
                        <a:pt x="3" y="53"/>
                        <a:pt x="5" y="54"/>
                        <a:pt x="5" y="54"/>
                      </a:cubicBezTo>
                      <a:cubicBezTo>
                        <a:pt x="5" y="54"/>
                        <a:pt x="5" y="54"/>
                        <a:pt x="5" y="54"/>
                      </a:cubicBezTo>
                      <a:cubicBezTo>
                        <a:pt x="9" y="56"/>
                        <a:pt x="11" y="60"/>
                        <a:pt x="11" y="65"/>
                      </a:cubicBezTo>
                      <a:cubicBezTo>
                        <a:pt x="11" y="65"/>
                        <a:pt x="12" y="51"/>
                        <a:pt x="12" y="34"/>
                      </a:cubicBezTo>
                      <a:cubicBezTo>
                        <a:pt x="12" y="24"/>
                        <a:pt x="25" y="16"/>
                        <a:pt x="45" y="16"/>
                      </a:cubicBezTo>
                      <a:cubicBezTo>
                        <a:pt x="65" y="16"/>
                        <a:pt x="78" y="24"/>
                        <a:pt x="78" y="34"/>
                      </a:cubicBezTo>
                      <a:cubicBezTo>
                        <a:pt x="78" y="51"/>
                        <a:pt x="79" y="65"/>
                        <a:pt x="79" y="65"/>
                      </a:cubicBezTo>
                      <a:cubicBezTo>
                        <a:pt x="79" y="60"/>
                        <a:pt x="81" y="56"/>
                        <a:pt x="84" y="54"/>
                      </a:cubicBezTo>
                      <a:cubicBezTo>
                        <a:pt x="84" y="54"/>
                        <a:pt x="84" y="54"/>
                        <a:pt x="84" y="54"/>
                      </a:cubicBezTo>
                      <a:cubicBezTo>
                        <a:pt x="84" y="54"/>
                        <a:pt x="87" y="53"/>
                        <a:pt x="88" y="52"/>
                      </a:cubicBezTo>
                      <a:cubicBezTo>
                        <a:pt x="89" y="52"/>
                        <a:pt x="89" y="33"/>
                        <a:pt x="88" y="29"/>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8" name="Freeform 53"/>
                <p:cNvSpPr>
                  <a:spLocks/>
                </p:cNvSpPr>
                <p:nvPr/>
              </p:nvSpPr>
              <p:spPr bwMode="auto">
                <a:xfrm>
                  <a:off x="10072688" y="1192213"/>
                  <a:ext cx="74613" cy="125412"/>
                </a:xfrm>
                <a:custGeom>
                  <a:avLst/>
                  <a:gdLst>
                    <a:gd name="T0" fmla="*/ 0 w 7"/>
                    <a:gd name="T1" fmla="*/ 0 h 12"/>
                    <a:gd name="T2" fmla="*/ 2 w 7"/>
                    <a:gd name="T3" fmla="*/ 4 h 12"/>
                    <a:gd name="T4" fmla="*/ 7 w 7"/>
                    <a:gd name="T5" fmla="*/ 8 h 12"/>
                    <a:gd name="T6" fmla="*/ 7 w 7"/>
                    <a:gd name="T7" fmla="*/ 12 h 12"/>
                    <a:gd name="T8" fmla="*/ 6 w 7"/>
                    <a:gd name="T9" fmla="*/ 12 h 12"/>
                    <a:gd name="T10" fmla="*/ 4 w 7"/>
                    <a:gd name="T11" fmla="*/ 11 h 12"/>
                    <a:gd name="T12" fmla="*/ 4 w 7"/>
                    <a:gd name="T13" fmla="*/ 11 h 12"/>
                    <a:gd name="T14" fmla="*/ 2 w 7"/>
                    <a:gd name="T15" fmla="*/ 10 h 12"/>
                    <a:gd name="T16" fmla="*/ 0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0"/>
                      </a:moveTo>
                      <a:cubicBezTo>
                        <a:pt x="2" y="4"/>
                        <a:pt x="2" y="4"/>
                        <a:pt x="2" y="4"/>
                      </a:cubicBezTo>
                      <a:cubicBezTo>
                        <a:pt x="4" y="6"/>
                        <a:pt x="5" y="7"/>
                        <a:pt x="7" y="8"/>
                      </a:cubicBezTo>
                      <a:cubicBezTo>
                        <a:pt x="7" y="12"/>
                        <a:pt x="7" y="12"/>
                        <a:pt x="7" y="12"/>
                      </a:cubicBezTo>
                      <a:cubicBezTo>
                        <a:pt x="6" y="12"/>
                        <a:pt x="6" y="12"/>
                        <a:pt x="6" y="12"/>
                      </a:cubicBezTo>
                      <a:cubicBezTo>
                        <a:pt x="6" y="12"/>
                        <a:pt x="5" y="12"/>
                        <a:pt x="4" y="11"/>
                      </a:cubicBezTo>
                      <a:cubicBezTo>
                        <a:pt x="4" y="11"/>
                        <a:pt x="4" y="11"/>
                        <a:pt x="4" y="11"/>
                      </a:cubicBezTo>
                      <a:cubicBezTo>
                        <a:pt x="3" y="11"/>
                        <a:pt x="3" y="10"/>
                        <a:pt x="2" y="10"/>
                      </a:cubicBezTo>
                      <a:cubicBezTo>
                        <a:pt x="0" y="5"/>
                        <a:pt x="0" y="0"/>
                        <a:pt x="0"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9" name="Freeform 54"/>
                <p:cNvSpPr>
                  <a:spLocks/>
                </p:cNvSpPr>
                <p:nvPr/>
              </p:nvSpPr>
              <p:spPr bwMode="auto">
                <a:xfrm>
                  <a:off x="9220200" y="962025"/>
                  <a:ext cx="188913" cy="323850"/>
                </a:xfrm>
                <a:custGeom>
                  <a:avLst/>
                  <a:gdLst>
                    <a:gd name="T0" fmla="*/ 16 w 18"/>
                    <a:gd name="T1" fmla="*/ 14 h 31"/>
                    <a:gd name="T2" fmla="*/ 12 w 18"/>
                    <a:gd name="T3" fmla="*/ 30 h 31"/>
                    <a:gd name="T4" fmla="*/ 2 w 18"/>
                    <a:gd name="T5" fmla="*/ 17 h 31"/>
                    <a:gd name="T6" fmla="*/ 5 w 18"/>
                    <a:gd name="T7" fmla="*/ 1 h 31"/>
                    <a:gd name="T8" fmla="*/ 16 w 18"/>
                    <a:gd name="T9" fmla="*/ 14 h 31"/>
                  </a:gdLst>
                  <a:ahLst/>
                  <a:cxnLst>
                    <a:cxn ang="0">
                      <a:pos x="T0" y="T1"/>
                    </a:cxn>
                    <a:cxn ang="0">
                      <a:pos x="T2" y="T3"/>
                    </a:cxn>
                    <a:cxn ang="0">
                      <a:pos x="T4" y="T5"/>
                    </a:cxn>
                    <a:cxn ang="0">
                      <a:pos x="T6" y="T7"/>
                    </a:cxn>
                    <a:cxn ang="0">
                      <a:pos x="T8" y="T9"/>
                    </a:cxn>
                  </a:cxnLst>
                  <a:rect l="0" t="0" r="r" b="b"/>
                  <a:pathLst>
                    <a:path w="18" h="31">
                      <a:moveTo>
                        <a:pt x="16" y="14"/>
                      </a:moveTo>
                      <a:cubicBezTo>
                        <a:pt x="18" y="22"/>
                        <a:pt x="16" y="29"/>
                        <a:pt x="12" y="30"/>
                      </a:cubicBezTo>
                      <a:cubicBezTo>
                        <a:pt x="8" y="31"/>
                        <a:pt x="4" y="25"/>
                        <a:pt x="2" y="17"/>
                      </a:cubicBezTo>
                      <a:cubicBezTo>
                        <a:pt x="0" y="10"/>
                        <a:pt x="1" y="2"/>
                        <a:pt x="5" y="1"/>
                      </a:cubicBezTo>
                      <a:cubicBezTo>
                        <a:pt x="9" y="0"/>
                        <a:pt x="14" y="6"/>
                        <a:pt x="16"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0" name="Freeform 55"/>
                <p:cNvSpPr>
                  <a:spLocks/>
                </p:cNvSpPr>
                <p:nvPr/>
              </p:nvSpPr>
              <p:spPr bwMode="auto">
                <a:xfrm>
                  <a:off x="10063163" y="962025"/>
                  <a:ext cx="188913" cy="323850"/>
                </a:xfrm>
                <a:custGeom>
                  <a:avLst/>
                  <a:gdLst>
                    <a:gd name="T0" fmla="*/ 2 w 18"/>
                    <a:gd name="T1" fmla="*/ 14 h 31"/>
                    <a:gd name="T2" fmla="*/ 5 w 18"/>
                    <a:gd name="T3" fmla="*/ 30 h 31"/>
                    <a:gd name="T4" fmla="*/ 16 w 18"/>
                    <a:gd name="T5" fmla="*/ 17 h 31"/>
                    <a:gd name="T6" fmla="*/ 12 w 18"/>
                    <a:gd name="T7" fmla="*/ 1 h 31"/>
                    <a:gd name="T8" fmla="*/ 2 w 18"/>
                    <a:gd name="T9" fmla="*/ 14 h 31"/>
                  </a:gdLst>
                  <a:ahLst/>
                  <a:cxnLst>
                    <a:cxn ang="0">
                      <a:pos x="T0" y="T1"/>
                    </a:cxn>
                    <a:cxn ang="0">
                      <a:pos x="T2" y="T3"/>
                    </a:cxn>
                    <a:cxn ang="0">
                      <a:pos x="T4" y="T5"/>
                    </a:cxn>
                    <a:cxn ang="0">
                      <a:pos x="T6" y="T7"/>
                    </a:cxn>
                    <a:cxn ang="0">
                      <a:pos x="T8" y="T9"/>
                    </a:cxn>
                  </a:cxnLst>
                  <a:rect l="0" t="0" r="r" b="b"/>
                  <a:pathLst>
                    <a:path w="18" h="31">
                      <a:moveTo>
                        <a:pt x="2" y="14"/>
                      </a:moveTo>
                      <a:cubicBezTo>
                        <a:pt x="0" y="22"/>
                        <a:pt x="1" y="29"/>
                        <a:pt x="5" y="30"/>
                      </a:cubicBezTo>
                      <a:cubicBezTo>
                        <a:pt x="9" y="31"/>
                        <a:pt x="14" y="25"/>
                        <a:pt x="16" y="17"/>
                      </a:cubicBezTo>
                      <a:cubicBezTo>
                        <a:pt x="18" y="10"/>
                        <a:pt x="16" y="2"/>
                        <a:pt x="12" y="1"/>
                      </a:cubicBezTo>
                      <a:cubicBezTo>
                        <a:pt x="9" y="0"/>
                        <a:pt x="4" y="6"/>
                        <a:pt x="2"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1" name="Rectangle 56"/>
                <p:cNvSpPr>
                  <a:spLocks noChangeArrowheads="1"/>
                </p:cNvSpPr>
                <p:nvPr/>
              </p:nvSpPr>
              <p:spPr bwMode="auto">
                <a:xfrm>
                  <a:off x="9388475" y="919163"/>
                  <a:ext cx="1588" cy="42862"/>
                </a:xfrm>
                <a:prstGeom prst="rect">
                  <a:avLst/>
                </a:prstGeom>
                <a:solidFill>
                  <a:srgbClr val="40404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2" name="Freeform 57"/>
                <p:cNvSpPr>
                  <a:spLocks/>
                </p:cNvSpPr>
                <p:nvPr/>
              </p:nvSpPr>
              <p:spPr bwMode="auto">
                <a:xfrm>
                  <a:off x="9378950" y="857250"/>
                  <a:ext cx="704850" cy="428625"/>
                </a:xfrm>
                <a:custGeom>
                  <a:avLst/>
                  <a:gdLst>
                    <a:gd name="T0" fmla="*/ 34 w 67"/>
                    <a:gd name="T1" fmla="*/ 0 h 41"/>
                    <a:gd name="T2" fmla="*/ 34 w 67"/>
                    <a:gd name="T3" fmla="*/ 0 h 41"/>
                    <a:gd name="T4" fmla="*/ 1 w 67"/>
                    <a:gd name="T5" fmla="*/ 5 h 41"/>
                    <a:gd name="T6" fmla="*/ 1 w 67"/>
                    <a:gd name="T7" fmla="*/ 6 h 41"/>
                    <a:gd name="T8" fmla="*/ 1 w 67"/>
                    <a:gd name="T9" fmla="*/ 10 h 41"/>
                    <a:gd name="T10" fmla="*/ 1 w 67"/>
                    <a:gd name="T11" fmla="*/ 10 h 41"/>
                    <a:gd name="T12" fmla="*/ 0 w 67"/>
                    <a:gd name="T13" fmla="*/ 22 h 41"/>
                    <a:gd name="T14" fmla="*/ 1 w 67"/>
                    <a:gd name="T15" fmla="*/ 24 h 41"/>
                    <a:gd name="T16" fmla="*/ 2 w 67"/>
                    <a:gd name="T17" fmla="*/ 33 h 41"/>
                    <a:gd name="T18" fmla="*/ 2 w 67"/>
                    <a:gd name="T19" fmla="*/ 32 h 41"/>
                    <a:gd name="T20" fmla="*/ 1 w 67"/>
                    <a:gd name="T21" fmla="*/ 36 h 41"/>
                    <a:gd name="T22" fmla="*/ 5 w 67"/>
                    <a:gd name="T23" fmla="*/ 38 h 41"/>
                    <a:gd name="T24" fmla="*/ 24 w 67"/>
                    <a:gd name="T25" fmla="*/ 41 h 41"/>
                    <a:gd name="T26" fmla="*/ 26 w 67"/>
                    <a:gd name="T27" fmla="*/ 41 h 41"/>
                    <a:gd name="T28" fmla="*/ 30 w 67"/>
                    <a:gd name="T29" fmla="*/ 36 h 41"/>
                    <a:gd name="T30" fmla="*/ 32 w 67"/>
                    <a:gd name="T31" fmla="*/ 30 h 41"/>
                    <a:gd name="T32" fmla="*/ 32 w 67"/>
                    <a:gd name="T33" fmla="*/ 30 h 41"/>
                    <a:gd name="T34" fmla="*/ 32 w 67"/>
                    <a:gd name="T35" fmla="*/ 30 h 41"/>
                    <a:gd name="T36" fmla="*/ 34 w 67"/>
                    <a:gd name="T37" fmla="*/ 30 h 41"/>
                    <a:gd name="T38" fmla="*/ 35 w 67"/>
                    <a:gd name="T39" fmla="*/ 30 h 41"/>
                    <a:gd name="T40" fmla="*/ 35 w 67"/>
                    <a:gd name="T41" fmla="*/ 30 h 41"/>
                    <a:gd name="T42" fmla="*/ 35 w 67"/>
                    <a:gd name="T43" fmla="*/ 30 h 41"/>
                    <a:gd name="T44" fmla="*/ 37 w 67"/>
                    <a:gd name="T45" fmla="*/ 36 h 41"/>
                    <a:gd name="T46" fmla="*/ 41 w 67"/>
                    <a:gd name="T47" fmla="*/ 41 h 41"/>
                    <a:gd name="T48" fmla="*/ 43 w 67"/>
                    <a:gd name="T49" fmla="*/ 41 h 41"/>
                    <a:gd name="T50" fmla="*/ 62 w 67"/>
                    <a:gd name="T51" fmla="*/ 38 h 41"/>
                    <a:gd name="T52" fmla="*/ 66 w 67"/>
                    <a:gd name="T53" fmla="*/ 36 h 41"/>
                    <a:gd name="T54" fmla="*/ 66 w 67"/>
                    <a:gd name="T55" fmla="*/ 32 h 41"/>
                    <a:gd name="T56" fmla="*/ 66 w 67"/>
                    <a:gd name="T57" fmla="*/ 33 h 41"/>
                    <a:gd name="T58" fmla="*/ 67 w 67"/>
                    <a:gd name="T59" fmla="*/ 24 h 41"/>
                    <a:gd name="T60" fmla="*/ 67 w 67"/>
                    <a:gd name="T61" fmla="*/ 22 h 41"/>
                    <a:gd name="T62" fmla="*/ 67 w 67"/>
                    <a:gd name="T63" fmla="*/ 5 h 41"/>
                    <a:gd name="T64" fmla="*/ 34 w 67"/>
                    <a:gd name="T6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1">
                      <a:moveTo>
                        <a:pt x="34" y="0"/>
                      </a:moveTo>
                      <a:cubicBezTo>
                        <a:pt x="34" y="0"/>
                        <a:pt x="34" y="0"/>
                        <a:pt x="34" y="0"/>
                      </a:cubicBezTo>
                      <a:cubicBezTo>
                        <a:pt x="29" y="0"/>
                        <a:pt x="11" y="0"/>
                        <a:pt x="1" y="5"/>
                      </a:cubicBezTo>
                      <a:cubicBezTo>
                        <a:pt x="1" y="5"/>
                        <a:pt x="1" y="5"/>
                        <a:pt x="1" y="6"/>
                      </a:cubicBezTo>
                      <a:cubicBezTo>
                        <a:pt x="1" y="10"/>
                        <a:pt x="1" y="10"/>
                        <a:pt x="1" y="10"/>
                      </a:cubicBezTo>
                      <a:cubicBezTo>
                        <a:pt x="1" y="10"/>
                        <a:pt x="1" y="10"/>
                        <a:pt x="1" y="10"/>
                      </a:cubicBezTo>
                      <a:cubicBezTo>
                        <a:pt x="0" y="15"/>
                        <a:pt x="0" y="19"/>
                        <a:pt x="0" y="22"/>
                      </a:cubicBezTo>
                      <a:cubicBezTo>
                        <a:pt x="0" y="23"/>
                        <a:pt x="1" y="23"/>
                        <a:pt x="1" y="24"/>
                      </a:cubicBezTo>
                      <a:cubicBezTo>
                        <a:pt x="2" y="27"/>
                        <a:pt x="2" y="30"/>
                        <a:pt x="2" y="33"/>
                      </a:cubicBezTo>
                      <a:cubicBezTo>
                        <a:pt x="2" y="32"/>
                        <a:pt x="2" y="32"/>
                        <a:pt x="2" y="32"/>
                      </a:cubicBezTo>
                      <a:cubicBezTo>
                        <a:pt x="2" y="32"/>
                        <a:pt x="2" y="34"/>
                        <a:pt x="1" y="36"/>
                      </a:cubicBezTo>
                      <a:cubicBezTo>
                        <a:pt x="2" y="37"/>
                        <a:pt x="3" y="38"/>
                        <a:pt x="5" y="38"/>
                      </a:cubicBezTo>
                      <a:cubicBezTo>
                        <a:pt x="13" y="40"/>
                        <a:pt x="21" y="41"/>
                        <a:pt x="24" y="41"/>
                      </a:cubicBezTo>
                      <a:cubicBezTo>
                        <a:pt x="25" y="41"/>
                        <a:pt x="26" y="41"/>
                        <a:pt x="26" y="41"/>
                      </a:cubicBezTo>
                      <a:cubicBezTo>
                        <a:pt x="29" y="40"/>
                        <a:pt x="30" y="38"/>
                        <a:pt x="30" y="36"/>
                      </a:cubicBezTo>
                      <a:cubicBezTo>
                        <a:pt x="30" y="34"/>
                        <a:pt x="32" y="30"/>
                        <a:pt x="32" y="30"/>
                      </a:cubicBezTo>
                      <a:cubicBezTo>
                        <a:pt x="32" y="30"/>
                        <a:pt x="32" y="30"/>
                        <a:pt x="32" y="30"/>
                      </a:cubicBezTo>
                      <a:cubicBezTo>
                        <a:pt x="32" y="30"/>
                        <a:pt x="32" y="30"/>
                        <a:pt x="32" y="30"/>
                      </a:cubicBezTo>
                      <a:cubicBezTo>
                        <a:pt x="32" y="30"/>
                        <a:pt x="33" y="30"/>
                        <a:pt x="34" y="30"/>
                      </a:cubicBezTo>
                      <a:cubicBezTo>
                        <a:pt x="34" y="30"/>
                        <a:pt x="35" y="30"/>
                        <a:pt x="35" y="30"/>
                      </a:cubicBezTo>
                      <a:cubicBezTo>
                        <a:pt x="35" y="30"/>
                        <a:pt x="35" y="30"/>
                        <a:pt x="35" y="30"/>
                      </a:cubicBezTo>
                      <a:cubicBezTo>
                        <a:pt x="35" y="30"/>
                        <a:pt x="35" y="30"/>
                        <a:pt x="35" y="30"/>
                      </a:cubicBezTo>
                      <a:cubicBezTo>
                        <a:pt x="35" y="30"/>
                        <a:pt x="37" y="34"/>
                        <a:pt x="37" y="36"/>
                      </a:cubicBezTo>
                      <a:cubicBezTo>
                        <a:pt x="37" y="38"/>
                        <a:pt x="38" y="40"/>
                        <a:pt x="41" y="41"/>
                      </a:cubicBezTo>
                      <a:cubicBezTo>
                        <a:pt x="41" y="41"/>
                        <a:pt x="42" y="41"/>
                        <a:pt x="43" y="41"/>
                      </a:cubicBezTo>
                      <a:cubicBezTo>
                        <a:pt x="46" y="41"/>
                        <a:pt x="54" y="40"/>
                        <a:pt x="62" y="38"/>
                      </a:cubicBezTo>
                      <a:cubicBezTo>
                        <a:pt x="64" y="38"/>
                        <a:pt x="65" y="37"/>
                        <a:pt x="66" y="36"/>
                      </a:cubicBezTo>
                      <a:cubicBezTo>
                        <a:pt x="66" y="34"/>
                        <a:pt x="66" y="32"/>
                        <a:pt x="66" y="32"/>
                      </a:cubicBezTo>
                      <a:cubicBezTo>
                        <a:pt x="66" y="33"/>
                        <a:pt x="66" y="33"/>
                        <a:pt x="66" y="33"/>
                      </a:cubicBezTo>
                      <a:cubicBezTo>
                        <a:pt x="66" y="30"/>
                        <a:pt x="66" y="27"/>
                        <a:pt x="67" y="24"/>
                      </a:cubicBezTo>
                      <a:cubicBezTo>
                        <a:pt x="67" y="23"/>
                        <a:pt x="67" y="23"/>
                        <a:pt x="67" y="22"/>
                      </a:cubicBezTo>
                      <a:cubicBezTo>
                        <a:pt x="67" y="18"/>
                        <a:pt x="67" y="12"/>
                        <a:pt x="67" y="5"/>
                      </a:cubicBezTo>
                      <a:cubicBezTo>
                        <a:pt x="57" y="0"/>
                        <a:pt x="38" y="0"/>
                        <a:pt x="34"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3" name="Freeform 58"/>
                <p:cNvSpPr>
                  <a:spLocks/>
                </p:cNvSpPr>
                <p:nvPr/>
              </p:nvSpPr>
              <p:spPr bwMode="auto">
                <a:xfrm>
                  <a:off x="9388475" y="1192213"/>
                  <a:ext cx="11113" cy="41275"/>
                </a:xfrm>
                <a:custGeom>
                  <a:avLst/>
                  <a:gdLst>
                    <a:gd name="T0" fmla="*/ 1 w 1"/>
                    <a:gd name="T1" fmla="*/ 0 h 4"/>
                    <a:gd name="T2" fmla="*/ 1 w 1"/>
                    <a:gd name="T3" fmla="*/ 1 h 4"/>
                    <a:gd name="T4" fmla="*/ 0 w 1"/>
                    <a:gd name="T5" fmla="*/ 4 h 4"/>
                    <a:gd name="T6" fmla="*/ 0 w 1"/>
                    <a:gd name="T7" fmla="*/ 4 h 4"/>
                    <a:gd name="T8" fmla="*/ 1 w 1"/>
                    <a:gd name="T9" fmla="*/ 0 h 4"/>
                  </a:gdLst>
                  <a:ahLst/>
                  <a:cxnLst>
                    <a:cxn ang="0">
                      <a:pos x="T0" y="T1"/>
                    </a:cxn>
                    <a:cxn ang="0">
                      <a:pos x="T2" y="T3"/>
                    </a:cxn>
                    <a:cxn ang="0">
                      <a:pos x="T4" y="T5"/>
                    </a:cxn>
                    <a:cxn ang="0">
                      <a:pos x="T6" y="T7"/>
                    </a:cxn>
                    <a:cxn ang="0">
                      <a:pos x="T8" y="T9"/>
                    </a:cxn>
                  </a:cxnLst>
                  <a:rect l="0" t="0" r="r" b="b"/>
                  <a:pathLst>
                    <a:path w="1" h="4">
                      <a:moveTo>
                        <a:pt x="1" y="0"/>
                      </a:moveTo>
                      <a:cubicBezTo>
                        <a:pt x="1" y="1"/>
                        <a:pt x="1" y="1"/>
                        <a:pt x="1" y="1"/>
                      </a:cubicBezTo>
                      <a:cubicBezTo>
                        <a:pt x="0" y="2"/>
                        <a:pt x="0" y="3"/>
                        <a:pt x="0" y="4"/>
                      </a:cubicBezTo>
                      <a:cubicBezTo>
                        <a:pt x="0" y="4"/>
                        <a:pt x="0" y="4"/>
                        <a:pt x="0" y="4"/>
                      </a:cubicBezTo>
                      <a:cubicBezTo>
                        <a:pt x="1" y="2"/>
                        <a:pt x="1" y="0"/>
                        <a:pt x="1"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4" name="Freeform 59"/>
                <p:cNvSpPr>
                  <a:spLocks noEditPoints="1"/>
                </p:cNvSpPr>
                <p:nvPr/>
              </p:nvSpPr>
              <p:spPr bwMode="auto">
                <a:xfrm>
                  <a:off x="9324975" y="909638"/>
                  <a:ext cx="811213" cy="177800"/>
                </a:xfrm>
                <a:custGeom>
                  <a:avLst/>
                  <a:gdLst>
                    <a:gd name="T0" fmla="*/ 72 w 77"/>
                    <a:gd name="T1" fmla="*/ 0 h 17"/>
                    <a:gd name="T2" fmla="*/ 72 w 77"/>
                    <a:gd name="T3" fmla="*/ 17 h 17"/>
                    <a:gd name="T4" fmla="*/ 77 w 77"/>
                    <a:gd name="T5" fmla="*/ 9 h 17"/>
                    <a:gd name="T6" fmla="*/ 77 w 77"/>
                    <a:gd name="T7" fmla="*/ 3 h 17"/>
                    <a:gd name="T8" fmla="*/ 72 w 77"/>
                    <a:gd name="T9" fmla="*/ 0 h 17"/>
                    <a:gd name="T10" fmla="*/ 6 w 77"/>
                    <a:gd name="T11" fmla="*/ 0 h 17"/>
                    <a:gd name="T12" fmla="*/ 0 w 77"/>
                    <a:gd name="T13" fmla="*/ 3 h 17"/>
                    <a:gd name="T14" fmla="*/ 0 w 77"/>
                    <a:gd name="T15" fmla="*/ 8 h 17"/>
                    <a:gd name="T16" fmla="*/ 5 w 77"/>
                    <a:gd name="T17" fmla="*/ 17 h 17"/>
                    <a:gd name="T18" fmla="*/ 6 w 77"/>
                    <a:gd name="T19" fmla="*/ 5 h 17"/>
                    <a:gd name="T20" fmla="*/ 6 w 77"/>
                    <a:gd name="T21" fmla="*/ 1 h 17"/>
                    <a:gd name="T22" fmla="*/ 6 w 7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17">
                      <a:moveTo>
                        <a:pt x="72" y="0"/>
                      </a:moveTo>
                      <a:cubicBezTo>
                        <a:pt x="72" y="7"/>
                        <a:pt x="72" y="13"/>
                        <a:pt x="72" y="17"/>
                      </a:cubicBezTo>
                      <a:cubicBezTo>
                        <a:pt x="73" y="14"/>
                        <a:pt x="75" y="11"/>
                        <a:pt x="77" y="9"/>
                      </a:cubicBezTo>
                      <a:cubicBezTo>
                        <a:pt x="77" y="5"/>
                        <a:pt x="77" y="3"/>
                        <a:pt x="77" y="3"/>
                      </a:cubicBezTo>
                      <a:cubicBezTo>
                        <a:pt x="76" y="2"/>
                        <a:pt x="74" y="1"/>
                        <a:pt x="72" y="0"/>
                      </a:cubicBezTo>
                      <a:moveTo>
                        <a:pt x="6" y="0"/>
                      </a:moveTo>
                      <a:cubicBezTo>
                        <a:pt x="3" y="0"/>
                        <a:pt x="2" y="1"/>
                        <a:pt x="0" y="3"/>
                      </a:cubicBezTo>
                      <a:cubicBezTo>
                        <a:pt x="0" y="3"/>
                        <a:pt x="0" y="5"/>
                        <a:pt x="0" y="8"/>
                      </a:cubicBezTo>
                      <a:cubicBezTo>
                        <a:pt x="2" y="10"/>
                        <a:pt x="4" y="13"/>
                        <a:pt x="5" y="17"/>
                      </a:cubicBezTo>
                      <a:cubicBezTo>
                        <a:pt x="5" y="14"/>
                        <a:pt x="5" y="10"/>
                        <a:pt x="6" y="5"/>
                      </a:cubicBezTo>
                      <a:cubicBezTo>
                        <a:pt x="6" y="4"/>
                        <a:pt x="6" y="2"/>
                        <a:pt x="6" y="1"/>
                      </a:cubicBezTo>
                      <a:cubicBezTo>
                        <a:pt x="6" y="0"/>
                        <a:pt x="6" y="0"/>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5" name="Freeform 60"/>
                <p:cNvSpPr>
                  <a:spLocks/>
                </p:cNvSpPr>
                <p:nvPr/>
              </p:nvSpPr>
              <p:spPr bwMode="auto">
                <a:xfrm>
                  <a:off x="10072688" y="1192213"/>
                  <a:ext cx="11113" cy="41275"/>
                </a:xfrm>
                <a:custGeom>
                  <a:avLst/>
                  <a:gdLst>
                    <a:gd name="T0" fmla="*/ 0 w 1"/>
                    <a:gd name="T1" fmla="*/ 0 h 4"/>
                    <a:gd name="T2" fmla="*/ 0 w 1"/>
                    <a:gd name="T3" fmla="*/ 4 h 4"/>
                    <a:gd name="T4" fmla="*/ 1 w 1"/>
                    <a:gd name="T5" fmla="*/ 4 h 4"/>
                    <a:gd name="T6" fmla="*/ 0 w 1"/>
                    <a:gd name="T7" fmla="*/ 1 h 4"/>
                    <a:gd name="T8" fmla="*/ 0 w 1"/>
                    <a:gd name="T9" fmla="*/ 0 h 4"/>
                  </a:gdLst>
                  <a:ahLst/>
                  <a:cxnLst>
                    <a:cxn ang="0">
                      <a:pos x="T0" y="T1"/>
                    </a:cxn>
                    <a:cxn ang="0">
                      <a:pos x="T2" y="T3"/>
                    </a:cxn>
                    <a:cxn ang="0">
                      <a:pos x="T4" y="T5"/>
                    </a:cxn>
                    <a:cxn ang="0">
                      <a:pos x="T6" y="T7"/>
                    </a:cxn>
                    <a:cxn ang="0">
                      <a:pos x="T8" y="T9"/>
                    </a:cxn>
                  </a:cxnLst>
                  <a:rect l="0" t="0" r="r" b="b"/>
                  <a:pathLst>
                    <a:path w="1" h="4">
                      <a:moveTo>
                        <a:pt x="0" y="0"/>
                      </a:moveTo>
                      <a:cubicBezTo>
                        <a:pt x="0" y="0"/>
                        <a:pt x="0" y="2"/>
                        <a:pt x="0" y="4"/>
                      </a:cubicBezTo>
                      <a:cubicBezTo>
                        <a:pt x="0" y="4"/>
                        <a:pt x="1" y="4"/>
                        <a:pt x="1" y="4"/>
                      </a:cubicBezTo>
                      <a:cubicBezTo>
                        <a:pt x="0" y="3"/>
                        <a:pt x="0" y="2"/>
                        <a:pt x="0" y="1"/>
                      </a:cubicBezTo>
                      <a:cubicBezTo>
                        <a:pt x="0" y="0"/>
                        <a:pt x="0" y="0"/>
                        <a:pt x="0"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6" name="Freeform 61"/>
                <p:cNvSpPr>
                  <a:spLocks/>
                </p:cNvSpPr>
                <p:nvPr/>
              </p:nvSpPr>
              <p:spPr bwMode="auto">
                <a:xfrm>
                  <a:off x="9324975" y="992188"/>
                  <a:ext cx="74613" cy="241300"/>
                </a:xfrm>
                <a:custGeom>
                  <a:avLst/>
                  <a:gdLst>
                    <a:gd name="T0" fmla="*/ 0 w 7"/>
                    <a:gd name="T1" fmla="*/ 0 h 23"/>
                    <a:gd name="T2" fmla="*/ 6 w 7"/>
                    <a:gd name="T3" fmla="*/ 23 h 23"/>
                    <a:gd name="T4" fmla="*/ 7 w 7"/>
                    <a:gd name="T5" fmla="*/ 20 h 23"/>
                    <a:gd name="T6" fmla="*/ 6 w 7"/>
                    <a:gd name="T7" fmla="*/ 11 h 23"/>
                    <a:gd name="T8" fmla="*/ 5 w 7"/>
                    <a:gd name="T9" fmla="*/ 9 h 23"/>
                    <a:gd name="T10" fmla="*/ 0 w 7"/>
                    <a:gd name="T11" fmla="*/ 0 h 23"/>
                  </a:gdLst>
                  <a:ahLst/>
                  <a:cxnLst>
                    <a:cxn ang="0">
                      <a:pos x="T0" y="T1"/>
                    </a:cxn>
                    <a:cxn ang="0">
                      <a:pos x="T2" y="T3"/>
                    </a:cxn>
                    <a:cxn ang="0">
                      <a:pos x="T4" y="T5"/>
                    </a:cxn>
                    <a:cxn ang="0">
                      <a:pos x="T6" y="T7"/>
                    </a:cxn>
                    <a:cxn ang="0">
                      <a:pos x="T8" y="T9"/>
                    </a:cxn>
                    <a:cxn ang="0">
                      <a:pos x="T10" y="T11"/>
                    </a:cxn>
                  </a:cxnLst>
                  <a:rect l="0" t="0" r="r" b="b"/>
                  <a:pathLst>
                    <a:path w="7" h="23">
                      <a:moveTo>
                        <a:pt x="0" y="0"/>
                      </a:moveTo>
                      <a:cubicBezTo>
                        <a:pt x="0" y="7"/>
                        <a:pt x="1" y="18"/>
                        <a:pt x="6" y="23"/>
                      </a:cubicBezTo>
                      <a:cubicBezTo>
                        <a:pt x="6" y="22"/>
                        <a:pt x="6" y="21"/>
                        <a:pt x="7" y="20"/>
                      </a:cubicBezTo>
                      <a:cubicBezTo>
                        <a:pt x="7" y="17"/>
                        <a:pt x="7" y="14"/>
                        <a:pt x="6" y="11"/>
                      </a:cubicBezTo>
                      <a:cubicBezTo>
                        <a:pt x="6" y="10"/>
                        <a:pt x="5" y="10"/>
                        <a:pt x="5" y="9"/>
                      </a:cubicBezTo>
                      <a:cubicBezTo>
                        <a:pt x="4" y="5"/>
                        <a:pt x="2" y="2"/>
                        <a:pt x="0"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7" name="Freeform 62"/>
                <p:cNvSpPr>
                  <a:spLocks/>
                </p:cNvSpPr>
                <p:nvPr/>
              </p:nvSpPr>
              <p:spPr bwMode="auto">
                <a:xfrm>
                  <a:off x="10072688" y="1003300"/>
                  <a:ext cx="63500" cy="230187"/>
                </a:xfrm>
                <a:custGeom>
                  <a:avLst/>
                  <a:gdLst>
                    <a:gd name="T0" fmla="*/ 6 w 6"/>
                    <a:gd name="T1" fmla="*/ 0 h 22"/>
                    <a:gd name="T2" fmla="*/ 1 w 6"/>
                    <a:gd name="T3" fmla="*/ 8 h 22"/>
                    <a:gd name="T4" fmla="*/ 1 w 6"/>
                    <a:gd name="T5" fmla="*/ 10 h 22"/>
                    <a:gd name="T6" fmla="*/ 0 w 6"/>
                    <a:gd name="T7" fmla="*/ 19 h 22"/>
                    <a:gd name="T8" fmla="*/ 1 w 6"/>
                    <a:gd name="T9" fmla="*/ 22 h 22"/>
                    <a:gd name="T10" fmla="*/ 6 w 6"/>
                    <a:gd name="T11" fmla="*/ 0 h 22"/>
                  </a:gdLst>
                  <a:ahLst/>
                  <a:cxnLst>
                    <a:cxn ang="0">
                      <a:pos x="T0" y="T1"/>
                    </a:cxn>
                    <a:cxn ang="0">
                      <a:pos x="T2" y="T3"/>
                    </a:cxn>
                    <a:cxn ang="0">
                      <a:pos x="T4" y="T5"/>
                    </a:cxn>
                    <a:cxn ang="0">
                      <a:pos x="T6" y="T7"/>
                    </a:cxn>
                    <a:cxn ang="0">
                      <a:pos x="T8" y="T9"/>
                    </a:cxn>
                    <a:cxn ang="0">
                      <a:pos x="T10" y="T11"/>
                    </a:cxn>
                  </a:cxnLst>
                  <a:rect l="0" t="0" r="r" b="b"/>
                  <a:pathLst>
                    <a:path w="6" h="22">
                      <a:moveTo>
                        <a:pt x="6" y="0"/>
                      </a:moveTo>
                      <a:cubicBezTo>
                        <a:pt x="4" y="2"/>
                        <a:pt x="2" y="5"/>
                        <a:pt x="1" y="8"/>
                      </a:cubicBezTo>
                      <a:cubicBezTo>
                        <a:pt x="1" y="9"/>
                        <a:pt x="1" y="9"/>
                        <a:pt x="1" y="10"/>
                      </a:cubicBezTo>
                      <a:cubicBezTo>
                        <a:pt x="0" y="13"/>
                        <a:pt x="0" y="16"/>
                        <a:pt x="0" y="19"/>
                      </a:cubicBezTo>
                      <a:cubicBezTo>
                        <a:pt x="0" y="20"/>
                        <a:pt x="0" y="21"/>
                        <a:pt x="1" y="22"/>
                      </a:cubicBezTo>
                      <a:cubicBezTo>
                        <a:pt x="5" y="17"/>
                        <a:pt x="6" y="6"/>
                        <a:pt x="6"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88" name="Freeform 63"/>
                <p:cNvSpPr>
                  <a:spLocks/>
                </p:cNvSpPr>
                <p:nvPr/>
              </p:nvSpPr>
              <p:spPr bwMode="auto">
                <a:xfrm>
                  <a:off x="9304338" y="857250"/>
                  <a:ext cx="852488" cy="134937"/>
                </a:xfrm>
                <a:custGeom>
                  <a:avLst/>
                  <a:gdLst>
                    <a:gd name="T0" fmla="*/ 0 w 81"/>
                    <a:gd name="T1" fmla="*/ 13 h 13"/>
                    <a:gd name="T2" fmla="*/ 41 w 81"/>
                    <a:gd name="T3" fmla="*/ 5 h 13"/>
                    <a:gd name="T4" fmla="*/ 81 w 81"/>
                    <a:gd name="T5" fmla="*/ 13 h 13"/>
                    <a:gd name="T6" fmla="*/ 81 w 81"/>
                    <a:gd name="T7" fmla="*/ 8 h 13"/>
                    <a:gd name="T8" fmla="*/ 40 w 81"/>
                    <a:gd name="T9" fmla="*/ 0 h 13"/>
                    <a:gd name="T10" fmla="*/ 0 w 81"/>
                    <a:gd name="T11" fmla="*/ 8 h 13"/>
                    <a:gd name="T12" fmla="*/ 0 w 81"/>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81" h="13">
                      <a:moveTo>
                        <a:pt x="0" y="13"/>
                      </a:moveTo>
                      <a:cubicBezTo>
                        <a:pt x="8" y="5"/>
                        <a:pt x="35" y="5"/>
                        <a:pt x="41" y="5"/>
                      </a:cubicBezTo>
                      <a:cubicBezTo>
                        <a:pt x="47" y="5"/>
                        <a:pt x="73" y="5"/>
                        <a:pt x="81" y="13"/>
                      </a:cubicBezTo>
                      <a:cubicBezTo>
                        <a:pt x="81" y="8"/>
                        <a:pt x="81" y="8"/>
                        <a:pt x="81" y="8"/>
                      </a:cubicBezTo>
                      <a:cubicBezTo>
                        <a:pt x="72" y="1"/>
                        <a:pt x="46" y="0"/>
                        <a:pt x="40" y="0"/>
                      </a:cubicBezTo>
                      <a:cubicBezTo>
                        <a:pt x="34" y="0"/>
                        <a:pt x="8" y="1"/>
                        <a:pt x="0" y="8"/>
                      </a:cubicBezTo>
                      <a:lnTo>
                        <a:pt x="0" y="13"/>
                      </a:lnTo>
                      <a:close/>
                    </a:path>
                  </a:pathLst>
                </a:custGeom>
                <a:solidFill>
                  <a:srgbClr val="9091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50" name="Group 49"/>
              <p:cNvGrpSpPr/>
              <p:nvPr/>
            </p:nvGrpSpPr>
            <p:grpSpPr>
              <a:xfrm>
                <a:off x="6527800" y="3994753"/>
                <a:ext cx="3240121" cy="2863247"/>
                <a:chOff x="7045326" y="4452083"/>
                <a:chExt cx="2722595" cy="2405917"/>
              </a:xfrm>
            </p:grpSpPr>
            <p:sp>
              <p:nvSpPr>
                <p:cNvPr id="51" name="Rectangle 21"/>
                <p:cNvSpPr>
                  <a:spLocks noChangeArrowheads="1"/>
                </p:cNvSpPr>
                <p:nvPr/>
              </p:nvSpPr>
              <p:spPr bwMode="auto">
                <a:xfrm>
                  <a:off x="7045326" y="5357845"/>
                  <a:ext cx="2124953" cy="148747"/>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2" name="Rectangle 22"/>
                <p:cNvSpPr>
                  <a:spLocks noChangeArrowheads="1"/>
                </p:cNvSpPr>
                <p:nvPr/>
              </p:nvSpPr>
              <p:spPr bwMode="auto">
                <a:xfrm>
                  <a:off x="8431858" y="5498622"/>
                  <a:ext cx="140777" cy="1359378"/>
                </a:xfrm>
                <a:prstGeom prst="rect">
                  <a:avLst/>
                </a:prstGeom>
                <a:solidFill>
                  <a:srgbClr val="52302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3" name="Freeform 23"/>
                <p:cNvSpPr>
                  <a:spLocks/>
                </p:cNvSpPr>
                <p:nvPr/>
              </p:nvSpPr>
              <p:spPr bwMode="auto">
                <a:xfrm>
                  <a:off x="7045326" y="5498622"/>
                  <a:ext cx="2124953" cy="1359378"/>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4" name="Rectangle 24"/>
                <p:cNvSpPr>
                  <a:spLocks noChangeArrowheads="1"/>
                </p:cNvSpPr>
                <p:nvPr/>
              </p:nvSpPr>
              <p:spPr bwMode="auto">
                <a:xfrm>
                  <a:off x="8822317" y="5357845"/>
                  <a:ext cx="945604" cy="148747"/>
                </a:xfrm>
                <a:prstGeom prst="rect">
                  <a:avLst/>
                </a:prstGeom>
                <a:solidFill>
                  <a:srgbClr val="6E45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5" name="Freeform 25"/>
                <p:cNvSpPr>
                  <a:spLocks/>
                </p:cNvSpPr>
                <p:nvPr/>
              </p:nvSpPr>
              <p:spPr bwMode="auto">
                <a:xfrm>
                  <a:off x="8822317" y="5498622"/>
                  <a:ext cx="945604" cy="1359378"/>
                </a:xfrm>
                <a:custGeom>
                  <a:avLst/>
                  <a:gdLst>
                    <a:gd name="T0" fmla="*/ 0 w 356"/>
                    <a:gd name="T1" fmla="*/ 477 h 477"/>
                    <a:gd name="T2" fmla="*/ 50 w 356"/>
                    <a:gd name="T3" fmla="*/ 477 h 477"/>
                    <a:gd name="T4" fmla="*/ 50 w 356"/>
                    <a:gd name="T5" fmla="*/ 50 h 477"/>
                    <a:gd name="T6" fmla="*/ 303 w 356"/>
                    <a:gd name="T7" fmla="*/ 50 h 477"/>
                    <a:gd name="T8" fmla="*/ 303 w 356"/>
                    <a:gd name="T9" fmla="*/ 477 h 477"/>
                    <a:gd name="T10" fmla="*/ 356 w 356"/>
                    <a:gd name="T11" fmla="*/ 477 h 477"/>
                    <a:gd name="T12" fmla="*/ 356 w 356"/>
                    <a:gd name="T13" fmla="*/ 0 h 477"/>
                    <a:gd name="T14" fmla="*/ 0 w 356"/>
                    <a:gd name="T15" fmla="*/ 0 h 477"/>
                    <a:gd name="T16" fmla="*/ 0 w 356"/>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6" h="477">
                      <a:moveTo>
                        <a:pt x="0" y="477"/>
                      </a:moveTo>
                      <a:lnTo>
                        <a:pt x="50" y="477"/>
                      </a:lnTo>
                      <a:lnTo>
                        <a:pt x="50" y="50"/>
                      </a:lnTo>
                      <a:lnTo>
                        <a:pt x="303" y="50"/>
                      </a:lnTo>
                      <a:lnTo>
                        <a:pt x="303" y="477"/>
                      </a:lnTo>
                      <a:lnTo>
                        <a:pt x="356" y="477"/>
                      </a:lnTo>
                      <a:lnTo>
                        <a:pt x="356" y="0"/>
                      </a:lnTo>
                      <a:lnTo>
                        <a:pt x="0" y="0"/>
                      </a:lnTo>
                      <a:lnTo>
                        <a:pt x="0" y="477"/>
                      </a:lnTo>
                      <a:close/>
                    </a:path>
                  </a:pathLst>
                </a:custGeom>
                <a:solidFill>
                  <a:srgbClr val="52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6" name="Freeform 26"/>
                <p:cNvSpPr>
                  <a:spLocks/>
                </p:cNvSpPr>
                <p:nvPr/>
              </p:nvSpPr>
              <p:spPr bwMode="auto">
                <a:xfrm>
                  <a:off x="8697477" y="5233003"/>
                  <a:ext cx="783576" cy="132810"/>
                </a:xfrm>
                <a:custGeom>
                  <a:avLst/>
                  <a:gdLst>
                    <a:gd name="T0" fmla="*/ 9 w 106"/>
                    <a:gd name="T1" fmla="*/ 0 h 18"/>
                    <a:gd name="T2" fmla="*/ 61 w 106"/>
                    <a:gd name="T3" fmla="*/ 0 h 18"/>
                    <a:gd name="T4" fmla="*/ 98 w 106"/>
                    <a:gd name="T5" fmla="*/ 7 h 18"/>
                    <a:gd name="T6" fmla="*/ 105 w 106"/>
                    <a:gd name="T7" fmla="*/ 17 h 18"/>
                    <a:gd name="T8" fmla="*/ 69 w 106"/>
                    <a:gd name="T9" fmla="*/ 11 h 18"/>
                    <a:gd name="T10" fmla="*/ 59 w 106"/>
                    <a:gd name="T11" fmla="*/ 17 h 18"/>
                    <a:gd name="T12" fmla="*/ 7 w 106"/>
                    <a:gd name="T13" fmla="*/ 17 h 18"/>
                    <a:gd name="T14" fmla="*/ 0 w 106"/>
                    <a:gd name="T15" fmla="*/ 8 h 18"/>
                    <a:gd name="T16" fmla="*/ 0 w 106"/>
                    <a:gd name="T17" fmla="*/ 8 h 18"/>
                    <a:gd name="T18" fmla="*/ 9 w 106"/>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
                      <a:moveTo>
                        <a:pt x="9" y="0"/>
                      </a:moveTo>
                      <a:cubicBezTo>
                        <a:pt x="18" y="0"/>
                        <a:pt x="61" y="0"/>
                        <a:pt x="61" y="0"/>
                      </a:cubicBezTo>
                      <a:cubicBezTo>
                        <a:pt x="98" y="7"/>
                        <a:pt x="98" y="7"/>
                        <a:pt x="98" y="7"/>
                      </a:cubicBezTo>
                      <a:cubicBezTo>
                        <a:pt x="103" y="8"/>
                        <a:pt x="106" y="12"/>
                        <a:pt x="105" y="17"/>
                      </a:cubicBezTo>
                      <a:cubicBezTo>
                        <a:pt x="69" y="11"/>
                        <a:pt x="69" y="11"/>
                        <a:pt x="69" y="11"/>
                      </a:cubicBezTo>
                      <a:cubicBezTo>
                        <a:pt x="68" y="15"/>
                        <a:pt x="63" y="18"/>
                        <a:pt x="59" y="17"/>
                      </a:cubicBezTo>
                      <a:cubicBezTo>
                        <a:pt x="59" y="17"/>
                        <a:pt x="13" y="17"/>
                        <a:pt x="7" y="17"/>
                      </a:cubicBezTo>
                      <a:cubicBezTo>
                        <a:pt x="3" y="17"/>
                        <a:pt x="0" y="13"/>
                        <a:pt x="0" y="8"/>
                      </a:cubicBezTo>
                      <a:cubicBezTo>
                        <a:pt x="0" y="8"/>
                        <a:pt x="0" y="8"/>
                        <a:pt x="0" y="8"/>
                      </a:cubicBezTo>
                      <a:cubicBezTo>
                        <a:pt x="0" y="8"/>
                        <a:pt x="0"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7" name="Freeform 27"/>
                <p:cNvSpPr>
                  <a:spLocks/>
                </p:cNvSpPr>
                <p:nvPr/>
              </p:nvSpPr>
              <p:spPr bwMode="auto">
                <a:xfrm>
                  <a:off x="9082624" y="5217066"/>
                  <a:ext cx="390459" cy="148747"/>
                </a:xfrm>
                <a:custGeom>
                  <a:avLst/>
                  <a:gdLst>
                    <a:gd name="T0" fmla="*/ 0 w 53"/>
                    <a:gd name="T1" fmla="*/ 10 h 20"/>
                    <a:gd name="T2" fmla="*/ 10 w 53"/>
                    <a:gd name="T3" fmla="*/ 2 h 20"/>
                    <a:gd name="T4" fmla="*/ 46 w 53"/>
                    <a:gd name="T5" fmla="*/ 9 h 20"/>
                    <a:gd name="T6" fmla="*/ 51 w 53"/>
                    <a:gd name="T7" fmla="*/ 13 h 20"/>
                    <a:gd name="T8" fmla="*/ 53 w 53"/>
                    <a:gd name="T9" fmla="*/ 19 h 20"/>
                    <a:gd name="T10" fmla="*/ 17 w 53"/>
                    <a:gd name="T11" fmla="*/ 13 h 20"/>
                    <a:gd name="T12" fmla="*/ 7 w 53"/>
                    <a:gd name="T13" fmla="*/ 19 h 20"/>
                    <a:gd name="T14" fmla="*/ 0 w 53"/>
                    <a:gd name="T15" fmla="*/ 1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20">
                      <a:moveTo>
                        <a:pt x="0" y="10"/>
                      </a:moveTo>
                      <a:cubicBezTo>
                        <a:pt x="0" y="10"/>
                        <a:pt x="0" y="0"/>
                        <a:pt x="10" y="2"/>
                      </a:cubicBezTo>
                      <a:cubicBezTo>
                        <a:pt x="16" y="3"/>
                        <a:pt x="35" y="7"/>
                        <a:pt x="46" y="9"/>
                      </a:cubicBezTo>
                      <a:cubicBezTo>
                        <a:pt x="48" y="9"/>
                        <a:pt x="50" y="11"/>
                        <a:pt x="51" y="13"/>
                      </a:cubicBezTo>
                      <a:cubicBezTo>
                        <a:pt x="53" y="15"/>
                        <a:pt x="53" y="17"/>
                        <a:pt x="53" y="19"/>
                      </a:cubicBezTo>
                      <a:cubicBezTo>
                        <a:pt x="17" y="13"/>
                        <a:pt x="17" y="13"/>
                        <a:pt x="17" y="13"/>
                      </a:cubicBezTo>
                      <a:cubicBezTo>
                        <a:pt x="16" y="17"/>
                        <a:pt x="11" y="20"/>
                        <a:pt x="7" y="19"/>
                      </a:cubicBezTo>
                      <a:cubicBezTo>
                        <a:pt x="3" y="19"/>
                        <a:pt x="0" y="15"/>
                        <a:pt x="0" y="10"/>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8" name="Oval 28"/>
                <p:cNvSpPr>
                  <a:spLocks noChangeArrowheads="1"/>
                </p:cNvSpPr>
                <p:nvPr/>
              </p:nvSpPr>
              <p:spPr bwMode="auto">
                <a:xfrm>
                  <a:off x="9103873" y="5254252"/>
                  <a:ext cx="82341" cy="87655"/>
                </a:xfrm>
                <a:prstGeom prst="ellipse">
                  <a:avLst/>
                </a:pr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9" name="Freeform 29"/>
                <p:cNvSpPr>
                  <a:spLocks/>
                </p:cNvSpPr>
                <p:nvPr/>
              </p:nvSpPr>
              <p:spPr bwMode="auto">
                <a:xfrm>
                  <a:off x="8801067" y="4452083"/>
                  <a:ext cx="244370" cy="913730"/>
                </a:xfrm>
                <a:custGeom>
                  <a:avLst/>
                  <a:gdLst>
                    <a:gd name="T0" fmla="*/ 12 w 33"/>
                    <a:gd name="T1" fmla="*/ 1 h 124"/>
                    <a:gd name="T2" fmla="*/ 20 w 33"/>
                    <a:gd name="T3" fmla="*/ 11 h 124"/>
                    <a:gd name="T4" fmla="*/ 31 w 33"/>
                    <a:gd name="T5" fmla="*/ 111 h 124"/>
                    <a:gd name="T6" fmla="*/ 24 w 33"/>
                    <a:gd name="T7" fmla="*/ 123 h 124"/>
                    <a:gd name="T8" fmla="*/ 14 w 33"/>
                    <a:gd name="T9" fmla="*/ 123 h 124"/>
                    <a:gd name="T10" fmla="*/ 0 w 33"/>
                    <a:gd name="T11" fmla="*/ 0 h 124"/>
                    <a:gd name="T12" fmla="*/ 12 w 33"/>
                    <a:gd name="T13" fmla="*/ 1 h 124"/>
                  </a:gdLst>
                  <a:ahLst/>
                  <a:cxnLst>
                    <a:cxn ang="0">
                      <a:pos x="T0" y="T1"/>
                    </a:cxn>
                    <a:cxn ang="0">
                      <a:pos x="T2" y="T3"/>
                    </a:cxn>
                    <a:cxn ang="0">
                      <a:pos x="T4" y="T5"/>
                    </a:cxn>
                    <a:cxn ang="0">
                      <a:pos x="T6" y="T7"/>
                    </a:cxn>
                    <a:cxn ang="0">
                      <a:pos x="T8" y="T9"/>
                    </a:cxn>
                    <a:cxn ang="0">
                      <a:pos x="T10" y="T11"/>
                    </a:cxn>
                    <a:cxn ang="0">
                      <a:pos x="T12" y="T13"/>
                    </a:cxn>
                  </a:cxnLst>
                  <a:rect l="0" t="0" r="r" b="b"/>
                  <a:pathLst>
                    <a:path w="33" h="124">
                      <a:moveTo>
                        <a:pt x="12" y="1"/>
                      </a:moveTo>
                      <a:cubicBezTo>
                        <a:pt x="16" y="1"/>
                        <a:pt x="20" y="4"/>
                        <a:pt x="20" y="11"/>
                      </a:cubicBezTo>
                      <a:cubicBezTo>
                        <a:pt x="31" y="111"/>
                        <a:pt x="31" y="111"/>
                        <a:pt x="31" y="111"/>
                      </a:cubicBezTo>
                      <a:cubicBezTo>
                        <a:pt x="33" y="119"/>
                        <a:pt x="29" y="124"/>
                        <a:pt x="24" y="123"/>
                      </a:cubicBezTo>
                      <a:cubicBezTo>
                        <a:pt x="14" y="123"/>
                        <a:pt x="14" y="123"/>
                        <a:pt x="14" y="123"/>
                      </a:cubicBezTo>
                      <a:cubicBezTo>
                        <a:pt x="0" y="0"/>
                        <a:pt x="0" y="0"/>
                        <a:pt x="0" y="0"/>
                      </a:cubicBezTo>
                      <a:lnTo>
                        <a:pt x="12" y="1"/>
                      </a:ln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0" name="Freeform 30"/>
                <p:cNvSpPr>
                  <a:spLocks/>
                </p:cNvSpPr>
                <p:nvPr/>
              </p:nvSpPr>
              <p:spPr bwMode="auto">
                <a:xfrm>
                  <a:off x="7820934" y="4452083"/>
                  <a:ext cx="1142162" cy="905762"/>
                </a:xfrm>
                <a:custGeom>
                  <a:avLst/>
                  <a:gdLst>
                    <a:gd name="T0" fmla="*/ 9 w 155"/>
                    <a:gd name="T1" fmla="*/ 0 h 123"/>
                    <a:gd name="T2" fmla="*/ 132 w 155"/>
                    <a:gd name="T3" fmla="*/ 0 h 123"/>
                    <a:gd name="T4" fmla="*/ 142 w 155"/>
                    <a:gd name="T5" fmla="*/ 9 h 123"/>
                    <a:gd name="T6" fmla="*/ 154 w 155"/>
                    <a:gd name="T7" fmla="*/ 112 h 123"/>
                    <a:gd name="T8" fmla="*/ 144 w 155"/>
                    <a:gd name="T9" fmla="*/ 123 h 123"/>
                    <a:gd name="T10" fmla="*/ 21 w 155"/>
                    <a:gd name="T11" fmla="*/ 123 h 123"/>
                    <a:gd name="T12" fmla="*/ 13 w 155"/>
                    <a:gd name="T13" fmla="*/ 116 h 123"/>
                    <a:gd name="T14" fmla="*/ 1 w 155"/>
                    <a:gd name="T15" fmla="*/ 10 h 123"/>
                    <a:gd name="T16" fmla="*/ 9 w 155"/>
                    <a:gd name="T17"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5" h="123">
                      <a:moveTo>
                        <a:pt x="9" y="0"/>
                      </a:moveTo>
                      <a:cubicBezTo>
                        <a:pt x="132" y="0"/>
                        <a:pt x="132" y="0"/>
                        <a:pt x="132" y="0"/>
                      </a:cubicBezTo>
                      <a:cubicBezTo>
                        <a:pt x="137" y="0"/>
                        <a:pt x="142" y="4"/>
                        <a:pt x="142" y="9"/>
                      </a:cubicBezTo>
                      <a:cubicBezTo>
                        <a:pt x="154" y="112"/>
                        <a:pt x="154" y="112"/>
                        <a:pt x="154" y="112"/>
                      </a:cubicBezTo>
                      <a:cubicBezTo>
                        <a:pt x="155" y="118"/>
                        <a:pt x="150" y="123"/>
                        <a:pt x="144" y="123"/>
                      </a:cubicBezTo>
                      <a:cubicBezTo>
                        <a:pt x="21" y="123"/>
                        <a:pt x="21" y="123"/>
                        <a:pt x="21" y="123"/>
                      </a:cubicBezTo>
                      <a:cubicBezTo>
                        <a:pt x="17" y="123"/>
                        <a:pt x="13" y="120"/>
                        <a:pt x="13" y="116"/>
                      </a:cubicBezTo>
                      <a:cubicBezTo>
                        <a:pt x="1" y="10"/>
                        <a:pt x="1" y="10"/>
                        <a:pt x="1" y="10"/>
                      </a:cubicBezTo>
                      <a:cubicBezTo>
                        <a:pt x="0" y="5"/>
                        <a:pt x="4"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1" name="Freeform 31"/>
                <p:cNvSpPr>
                  <a:spLocks/>
                </p:cNvSpPr>
                <p:nvPr/>
              </p:nvSpPr>
              <p:spPr bwMode="auto">
                <a:xfrm>
                  <a:off x="8174206" y="4871761"/>
                  <a:ext cx="435615" cy="74373"/>
                </a:xfrm>
                <a:custGeom>
                  <a:avLst/>
                  <a:gdLst>
                    <a:gd name="T0" fmla="*/ 59 w 59"/>
                    <a:gd name="T1" fmla="*/ 5 h 10"/>
                    <a:gd name="T2" fmla="*/ 54 w 59"/>
                    <a:gd name="T3" fmla="*/ 10 h 10"/>
                    <a:gd name="T4" fmla="*/ 5 w 59"/>
                    <a:gd name="T5" fmla="*/ 10 h 10"/>
                    <a:gd name="T6" fmla="*/ 0 w 59"/>
                    <a:gd name="T7" fmla="*/ 5 h 10"/>
                    <a:gd name="T8" fmla="*/ 0 w 59"/>
                    <a:gd name="T9" fmla="*/ 5 h 10"/>
                    <a:gd name="T10" fmla="*/ 5 w 59"/>
                    <a:gd name="T11" fmla="*/ 0 h 10"/>
                    <a:gd name="T12" fmla="*/ 54 w 59"/>
                    <a:gd name="T13" fmla="*/ 0 h 10"/>
                    <a:gd name="T14" fmla="*/ 59 w 59"/>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0">
                      <a:moveTo>
                        <a:pt x="59" y="5"/>
                      </a:moveTo>
                      <a:cubicBezTo>
                        <a:pt x="59" y="8"/>
                        <a:pt x="56" y="10"/>
                        <a:pt x="54" y="10"/>
                      </a:cubicBezTo>
                      <a:cubicBezTo>
                        <a:pt x="5" y="10"/>
                        <a:pt x="5" y="10"/>
                        <a:pt x="5" y="10"/>
                      </a:cubicBezTo>
                      <a:cubicBezTo>
                        <a:pt x="3" y="10"/>
                        <a:pt x="0" y="8"/>
                        <a:pt x="0" y="5"/>
                      </a:cubicBezTo>
                      <a:cubicBezTo>
                        <a:pt x="0" y="5"/>
                        <a:pt x="0" y="5"/>
                        <a:pt x="0" y="5"/>
                      </a:cubicBezTo>
                      <a:cubicBezTo>
                        <a:pt x="0" y="2"/>
                        <a:pt x="3" y="0"/>
                        <a:pt x="5" y="0"/>
                      </a:cubicBezTo>
                      <a:cubicBezTo>
                        <a:pt x="54" y="0"/>
                        <a:pt x="54" y="0"/>
                        <a:pt x="54" y="0"/>
                      </a:cubicBezTo>
                      <a:cubicBezTo>
                        <a:pt x="56" y="0"/>
                        <a:pt x="59" y="2"/>
                        <a:pt x="59" y="5"/>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grpSp>
      <p:sp>
        <p:nvSpPr>
          <p:cNvPr id="114" name="TextBox 113"/>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1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115" name="Picture 114"/>
          <p:cNvPicPr>
            <a:picLocks noChangeAspect="1"/>
          </p:cNvPicPr>
          <p:nvPr userDrawn="1"/>
        </p:nvPicPr>
        <p:blipFill>
          <a:blip r:embed="rId2"/>
          <a:stretch>
            <a:fillRect/>
          </a:stretch>
        </p:blipFill>
        <p:spPr>
          <a:xfrm>
            <a:off x="436564" y="6148991"/>
            <a:ext cx="1161288" cy="367578"/>
          </a:xfrm>
          <a:prstGeom prst="rect">
            <a:avLst/>
          </a:prstGeom>
        </p:spPr>
      </p:pic>
    </p:spTree>
    <p:extLst>
      <p:ext uri="{BB962C8B-B14F-4D97-AF65-F5344CB8AC3E}">
        <p14:creationId xmlns:p14="http://schemas.microsoft.com/office/powerpoint/2010/main" val="2619975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5232335" cy="1828786"/>
          </a:xfrm>
          <a:noFill/>
        </p:spPr>
        <p:txBody>
          <a:bodyPr lIns="146304" tIns="91440" rIns="146304" bIns="91440" anchor="t" anchorCtr="0"/>
          <a:lstStyle>
            <a:lvl1pPr>
              <a:defRPr sz="5400" spc="-100" baseline="0">
                <a:gradFill>
                  <a:gsLst>
                    <a:gs pos="7186">
                      <a:schemeClr val="bg1"/>
                    </a:gs>
                    <a:gs pos="28000">
                      <a:schemeClr val="bg1"/>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74702" y="3955786"/>
            <a:ext cx="5251386" cy="1828007"/>
          </a:xfrm>
          <a:noFill/>
        </p:spPr>
        <p:txBody>
          <a:bodyPr lIns="146304" tIns="109728" rIns="146304" bIns="109728">
            <a:noAutofit/>
          </a:bodyPr>
          <a:lstStyle>
            <a:lvl1pPr marL="0" indent="0">
              <a:spcBef>
                <a:spcPts val="0"/>
              </a:spcBef>
              <a:buNone/>
              <a:defRPr sz="3200" spc="0" baseline="0">
                <a:gradFill>
                  <a:gsLst>
                    <a:gs pos="8982">
                      <a:schemeClr val="bg1"/>
                    </a:gs>
                    <a:gs pos="23000">
                      <a:schemeClr val="bg1"/>
                    </a:gs>
                  </a:gsLst>
                  <a:lin ang="5400000" scaled="0"/>
                </a:gradFill>
                <a:latin typeface="+mj-lt"/>
              </a:defRPr>
            </a:lvl1pPr>
          </a:lstStyle>
          <a:p>
            <a:pPr lvl="0"/>
            <a:r>
              <a:rPr lang="en-US" dirty="0" smtClean="0"/>
              <a:t>Speaker Name</a:t>
            </a:r>
          </a:p>
        </p:txBody>
      </p:sp>
      <p:grpSp>
        <p:nvGrpSpPr>
          <p:cNvPr id="2" name="Group 1"/>
          <p:cNvGrpSpPr/>
          <p:nvPr userDrawn="1"/>
        </p:nvGrpSpPr>
        <p:grpSpPr>
          <a:xfrm>
            <a:off x="5654676" y="1252538"/>
            <a:ext cx="5227954" cy="5280025"/>
            <a:chOff x="5654676" y="1252538"/>
            <a:chExt cx="5227954" cy="5280025"/>
          </a:xfrm>
        </p:grpSpPr>
        <p:grpSp>
          <p:nvGrpSpPr>
            <p:cNvPr id="6" name="Group 5"/>
            <p:cNvGrpSpPr/>
            <p:nvPr userDrawn="1"/>
          </p:nvGrpSpPr>
          <p:grpSpPr>
            <a:xfrm>
              <a:off x="5654676" y="1252538"/>
              <a:ext cx="5024436" cy="4213226"/>
              <a:chOff x="5654676" y="1252538"/>
              <a:chExt cx="5024436" cy="4213226"/>
            </a:xfrm>
          </p:grpSpPr>
          <p:grpSp>
            <p:nvGrpSpPr>
              <p:cNvPr id="8" name="Group 7"/>
              <p:cNvGrpSpPr/>
              <p:nvPr/>
            </p:nvGrpSpPr>
            <p:grpSpPr>
              <a:xfrm>
                <a:off x="9685338" y="2705101"/>
                <a:ext cx="993774" cy="1214438"/>
                <a:chOff x="9685338" y="2705101"/>
                <a:chExt cx="993774" cy="1214438"/>
              </a:xfrm>
            </p:grpSpPr>
            <p:sp>
              <p:nvSpPr>
                <p:cNvPr id="41" name="Rectangle 98"/>
                <p:cNvSpPr>
                  <a:spLocks noChangeArrowheads="1"/>
                </p:cNvSpPr>
                <p:nvPr/>
              </p:nvSpPr>
              <p:spPr bwMode="auto">
                <a:xfrm>
                  <a:off x="10015538" y="2705101"/>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2" name="Freeform 99"/>
                <p:cNvSpPr>
                  <a:spLocks noEditPoints="1"/>
                </p:cNvSpPr>
                <p:nvPr/>
              </p:nvSpPr>
              <p:spPr bwMode="auto">
                <a:xfrm>
                  <a:off x="10090150" y="2779713"/>
                  <a:ext cx="165100"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7"/>
                      </a:cubicBezTo>
                      <a:cubicBezTo>
                        <a:pt x="0" y="11"/>
                        <a:pt x="2" y="13"/>
                        <a:pt x="5" y="13"/>
                      </a:cubicBezTo>
                      <a:cubicBezTo>
                        <a:pt x="8" y="13"/>
                        <a:pt x="9" y="11"/>
                        <a:pt x="9" y="7"/>
                      </a:cubicBezTo>
                      <a:cubicBezTo>
                        <a:pt x="9" y="2"/>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3" name="Rectangle 100"/>
                <p:cNvSpPr>
                  <a:spLocks noChangeArrowheads="1"/>
                </p:cNvSpPr>
                <p:nvPr/>
              </p:nvSpPr>
              <p:spPr bwMode="auto">
                <a:xfrm>
                  <a:off x="9685338" y="3109913"/>
                  <a:ext cx="330200" cy="40481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4" name="Freeform 101"/>
                <p:cNvSpPr>
                  <a:spLocks/>
                </p:cNvSpPr>
                <p:nvPr/>
              </p:nvSpPr>
              <p:spPr bwMode="auto">
                <a:xfrm>
                  <a:off x="9777413" y="3184526"/>
                  <a:ext cx="109537" cy="238125"/>
                </a:xfrm>
                <a:custGeom>
                  <a:avLst/>
                  <a:gdLst>
                    <a:gd name="T0" fmla="*/ 69 w 69"/>
                    <a:gd name="T1" fmla="*/ 150 h 150"/>
                    <a:gd name="T2" fmla="*/ 69 w 69"/>
                    <a:gd name="T3" fmla="*/ 0 h 150"/>
                    <a:gd name="T4" fmla="*/ 46 w 69"/>
                    <a:gd name="T5" fmla="*/ 0 h 150"/>
                    <a:gd name="T6" fmla="*/ 0 w 69"/>
                    <a:gd name="T7" fmla="*/ 34 h 150"/>
                    <a:gd name="T8" fmla="*/ 11 w 69"/>
                    <a:gd name="T9" fmla="*/ 58 h 150"/>
                    <a:gd name="T10" fmla="*/ 46 w 69"/>
                    <a:gd name="T11" fmla="*/ 34 h 150"/>
                    <a:gd name="T12" fmla="*/ 46 w 69"/>
                    <a:gd name="T13" fmla="*/ 150 h 150"/>
                    <a:gd name="T14" fmla="*/ 69 w 69"/>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0">
                      <a:moveTo>
                        <a:pt x="69" y="150"/>
                      </a:moveTo>
                      <a:lnTo>
                        <a:pt x="69" y="0"/>
                      </a:lnTo>
                      <a:lnTo>
                        <a:pt x="46" y="0"/>
                      </a:lnTo>
                      <a:lnTo>
                        <a:pt x="0" y="34"/>
                      </a:lnTo>
                      <a:lnTo>
                        <a:pt x="11" y="58"/>
                      </a:lnTo>
                      <a:lnTo>
                        <a:pt x="46" y="34"/>
                      </a:lnTo>
                      <a:lnTo>
                        <a:pt x="46" y="150"/>
                      </a:lnTo>
                      <a:lnTo>
                        <a:pt x="69"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5" name="Rectangle 102"/>
                <p:cNvSpPr>
                  <a:spLocks noChangeArrowheads="1"/>
                </p:cNvSpPr>
                <p:nvPr/>
              </p:nvSpPr>
              <p:spPr bwMode="auto">
                <a:xfrm>
                  <a:off x="10347325" y="3109913"/>
                  <a:ext cx="331787" cy="40481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6" name="Freeform 103"/>
                <p:cNvSpPr>
                  <a:spLocks/>
                </p:cNvSpPr>
                <p:nvPr/>
              </p:nvSpPr>
              <p:spPr bwMode="auto">
                <a:xfrm>
                  <a:off x="10439400" y="3184526"/>
                  <a:ext cx="111125" cy="238125"/>
                </a:xfrm>
                <a:custGeom>
                  <a:avLst/>
                  <a:gdLst>
                    <a:gd name="T0" fmla="*/ 70 w 70"/>
                    <a:gd name="T1" fmla="*/ 150 h 150"/>
                    <a:gd name="T2" fmla="*/ 70 w 70"/>
                    <a:gd name="T3" fmla="*/ 0 h 150"/>
                    <a:gd name="T4" fmla="*/ 46 w 70"/>
                    <a:gd name="T5" fmla="*/ 0 h 150"/>
                    <a:gd name="T6" fmla="*/ 0 w 70"/>
                    <a:gd name="T7" fmla="*/ 34 h 150"/>
                    <a:gd name="T8" fmla="*/ 12 w 70"/>
                    <a:gd name="T9" fmla="*/ 58 h 150"/>
                    <a:gd name="T10" fmla="*/ 46 w 70"/>
                    <a:gd name="T11" fmla="*/ 34 h 150"/>
                    <a:gd name="T12" fmla="*/ 46 w 70"/>
                    <a:gd name="T13" fmla="*/ 150 h 150"/>
                    <a:gd name="T14" fmla="*/ 70 w 70"/>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0">
                      <a:moveTo>
                        <a:pt x="70" y="150"/>
                      </a:moveTo>
                      <a:lnTo>
                        <a:pt x="70" y="0"/>
                      </a:lnTo>
                      <a:lnTo>
                        <a:pt x="46" y="0"/>
                      </a:lnTo>
                      <a:lnTo>
                        <a:pt x="0" y="34"/>
                      </a:lnTo>
                      <a:lnTo>
                        <a:pt x="12" y="58"/>
                      </a:lnTo>
                      <a:lnTo>
                        <a:pt x="46" y="34"/>
                      </a:lnTo>
                      <a:lnTo>
                        <a:pt x="46" y="150"/>
                      </a:lnTo>
                      <a:lnTo>
                        <a:pt x="70" y="1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7" name="Rectangle 104"/>
                <p:cNvSpPr>
                  <a:spLocks noChangeArrowheads="1"/>
                </p:cNvSpPr>
                <p:nvPr/>
              </p:nvSpPr>
              <p:spPr bwMode="auto">
                <a:xfrm>
                  <a:off x="10347325" y="3514726"/>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8" name="Freeform 105"/>
                <p:cNvSpPr>
                  <a:spLocks noEditPoints="1"/>
                </p:cNvSpPr>
                <p:nvPr/>
              </p:nvSpPr>
              <p:spPr bwMode="auto">
                <a:xfrm>
                  <a:off x="10420350" y="3589338"/>
                  <a:ext cx="166687"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4" y="12"/>
                        <a:pt x="3" y="10"/>
                        <a:pt x="3" y="7"/>
                      </a:cubicBezTo>
                      <a:cubicBezTo>
                        <a:pt x="3" y="3"/>
                        <a:pt x="4"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10" name="Group 9"/>
              <p:cNvGrpSpPr/>
              <p:nvPr/>
            </p:nvGrpSpPr>
            <p:grpSpPr>
              <a:xfrm>
                <a:off x="6997700" y="1252538"/>
                <a:ext cx="2908300" cy="1195388"/>
                <a:chOff x="6997700" y="1252538"/>
                <a:chExt cx="2908300" cy="1195388"/>
              </a:xfrm>
            </p:grpSpPr>
            <p:sp>
              <p:nvSpPr>
                <p:cNvPr id="25" name="Rectangle 86"/>
                <p:cNvSpPr>
                  <a:spLocks noChangeArrowheads="1"/>
                </p:cNvSpPr>
                <p:nvPr/>
              </p:nvSpPr>
              <p:spPr bwMode="auto">
                <a:xfrm>
                  <a:off x="8580438" y="1252538"/>
                  <a:ext cx="331787" cy="40481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6" name="Freeform 87"/>
                <p:cNvSpPr>
                  <a:spLocks/>
                </p:cNvSpPr>
                <p:nvPr/>
              </p:nvSpPr>
              <p:spPr bwMode="auto">
                <a:xfrm>
                  <a:off x="8672513" y="1325563"/>
                  <a:ext cx="111125" cy="239713"/>
                </a:xfrm>
                <a:custGeom>
                  <a:avLst/>
                  <a:gdLst>
                    <a:gd name="T0" fmla="*/ 70 w 70"/>
                    <a:gd name="T1" fmla="*/ 151 h 151"/>
                    <a:gd name="T2" fmla="*/ 70 w 70"/>
                    <a:gd name="T3" fmla="*/ 0 h 151"/>
                    <a:gd name="T4" fmla="*/ 46 w 70"/>
                    <a:gd name="T5" fmla="*/ 0 h 151"/>
                    <a:gd name="T6" fmla="*/ 0 w 70"/>
                    <a:gd name="T7" fmla="*/ 35 h 151"/>
                    <a:gd name="T8" fmla="*/ 12 w 70"/>
                    <a:gd name="T9" fmla="*/ 58 h 151"/>
                    <a:gd name="T10" fmla="*/ 46 w 70"/>
                    <a:gd name="T11" fmla="*/ 35 h 151"/>
                    <a:gd name="T12" fmla="*/ 46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58"/>
                      </a:lnTo>
                      <a:lnTo>
                        <a:pt x="46" y="35"/>
                      </a:lnTo>
                      <a:lnTo>
                        <a:pt x="46"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7" name="Rectangle 88"/>
                <p:cNvSpPr>
                  <a:spLocks noChangeArrowheads="1"/>
                </p:cNvSpPr>
                <p:nvPr/>
              </p:nvSpPr>
              <p:spPr bwMode="auto">
                <a:xfrm>
                  <a:off x="8912225" y="1252538"/>
                  <a:ext cx="330200"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8" name="Freeform 89"/>
                <p:cNvSpPr>
                  <a:spLocks noEditPoints="1"/>
                </p:cNvSpPr>
                <p:nvPr/>
              </p:nvSpPr>
              <p:spPr bwMode="auto">
                <a:xfrm>
                  <a:off x="8985250" y="1325563"/>
                  <a:ext cx="166687" cy="2397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9" name="Rectangle 90"/>
                <p:cNvSpPr>
                  <a:spLocks noChangeArrowheads="1"/>
                </p:cNvSpPr>
                <p:nvPr/>
              </p:nvSpPr>
              <p:spPr bwMode="auto">
                <a:xfrm>
                  <a:off x="9242425" y="1657351"/>
                  <a:ext cx="331787" cy="38576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0" name="Freeform 91"/>
                <p:cNvSpPr>
                  <a:spLocks/>
                </p:cNvSpPr>
                <p:nvPr/>
              </p:nvSpPr>
              <p:spPr bwMode="auto">
                <a:xfrm>
                  <a:off x="9334500" y="1730376"/>
                  <a:ext cx="111125" cy="239713"/>
                </a:xfrm>
                <a:custGeom>
                  <a:avLst/>
                  <a:gdLst>
                    <a:gd name="T0" fmla="*/ 70 w 70"/>
                    <a:gd name="T1" fmla="*/ 151 h 151"/>
                    <a:gd name="T2" fmla="*/ 70 w 70"/>
                    <a:gd name="T3" fmla="*/ 0 h 151"/>
                    <a:gd name="T4" fmla="*/ 47 w 70"/>
                    <a:gd name="T5" fmla="*/ 0 h 151"/>
                    <a:gd name="T6" fmla="*/ 0 w 70"/>
                    <a:gd name="T7" fmla="*/ 35 h 151"/>
                    <a:gd name="T8" fmla="*/ 12 w 70"/>
                    <a:gd name="T9" fmla="*/ 46 h 151"/>
                    <a:gd name="T10" fmla="*/ 47 w 70"/>
                    <a:gd name="T11" fmla="*/ 35 h 151"/>
                    <a:gd name="T12" fmla="*/ 47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7" y="0"/>
                      </a:lnTo>
                      <a:lnTo>
                        <a:pt x="0" y="35"/>
                      </a:lnTo>
                      <a:lnTo>
                        <a:pt x="12" y="46"/>
                      </a:lnTo>
                      <a:lnTo>
                        <a:pt x="47" y="35"/>
                      </a:lnTo>
                      <a:lnTo>
                        <a:pt x="47"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1" name="Rectangle 92"/>
                <p:cNvSpPr>
                  <a:spLocks noChangeArrowheads="1"/>
                </p:cNvSpPr>
                <p:nvPr/>
              </p:nvSpPr>
              <p:spPr bwMode="auto">
                <a:xfrm>
                  <a:off x="9574213" y="1657351"/>
                  <a:ext cx="331787" cy="38576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2" name="Freeform 93"/>
                <p:cNvSpPr>
                  <a:spLocks noEditPoints="1"/>
                </p:cNvSpPr>
                <p:nvPr/>
              </p:nvSpPr>
              <p:spPr bwMode="auto">
                <a:xfrm>
                  <a:off x="9648825" y="1730376"/>
                  <a:ext cx="165100" cy="2397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2 h 13"/>
                    <a:gd name="T12" fmla="*/ 7 w 9"/>
                    <a:gd name="T13" fmla="*/ 6 h 13"/>
                    <a:gd name="T14" fmla="*/ 5 w 9"/>
                    <a:gd name="T15" fmla="*/ 11 h 13"/>
                    <a:gd name="T16" fmla="*/ 3 w 9"/>
                    <a:gd name="T17" fmla="*/ 6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1"/>
                        <a:pt x="2" y="13"/>
                        <a:pt x="5" y="13"/>
                      </a:cubicBezTo>
                      <a:cubicBezTo>
                        <a:pt x="8" y="13"/>
                        <a:pt x="9" y="11"/>
                        <a:pt x="9" y="6"/>
                      </a:cubicBezTo>
                      <a:cubicBezTo>
                        <a:pt x="9" y="2"/>
                        <a:pt x="8" y="0"/>
                        <a:pt x="5" y="0"/>
                      </a:cubicBezTo>
                      <a:close/>
                      <a:moveTo>
                        <a:pt x="5" y="2"/>
                      </a:moveTo>
                      <a:cubicBezTo>
                        <a:pt x="6" y="2"/>
                        <a:pt x="7" y="3"/>
                        <a:pt x="7" y="6"/>
                      </a:cubicBezTo>
                      <a:cubicBezTo>
                        <a:pt x="7" y="10"/>
                        <a:pt x="6" y="11"/>
                        <a:pt x="5" y="11"/>
                      </a:cubicBezTo>
                      <a:cubicBezTo>
                        <a:pt x="3" y="11"/>
                        <a:pt x="3" y="10"/>
                        <a:pt x="3" y="6"/>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3" name="Rectangle 94"/>
                <p:cNvSpPr>
                  <a:spLocks noChangeArrowheads="1"/>
                </p:cNvSpPr>
                <p:nvPr/>
              </p:nvSpPr>
              <p:spPr bwMode="auto">
                <a:xfrm>
                  <a:off x="8912225" y="1657351"/>
                  <a:ext cx="330200" cy="38576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4" name="Freeform 95"/>
                <p:cNvSpPr>
                  <a:spLocks/>
                </p:cNvSpPr>
                <p:nvPr/>
              </p:nvSpPr>
              <p:spPr bwMode="auto">
                <a:xfrm>
                  <a:off x="9004300" y="1730376"/>
                  <a:ext cx="109537" cy="239713"/>
                </a:xfrm>
                <a:custGeom>
                  <a:avLst/>
                  <a:gdLst>
                    <a:gd name="T0" fmla="*/ 69 w 69"/>
                    <a:gd name="T1" fmla="*/ 151 h 151"/>
                    <a:gd name="T2" fmla="*/ 69 w 69"/>
                    <a:gd name="T3" fmla="*/ 0 h 151"/>
                    <a:gd name="T4" fmla="*/ 46 w 69"/>
                    <a:gd name="T5" fmla="*/ 0 h 151"/>
                    <a:gd name="T6" fmla="*/ 0 w 69"/>
                    <a:gd name="T7" fmla="*/ 35 h 151"/>
                    <a:gd name="T8" fmla="*/ 11 w 69"/>
                    <a:gd name="T9" fmla="*/ 46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46"/>
                      </a:lnTo>
                      <a:lnTo>
                        <a:pt x="46" y="35"/>
                      </a:lnTo>
                      <a:lnTo>
                        <a:pt x="46" y="151"/>
                      </a:lnTo>
                      <a:lnTo>
                        <a:pt x="69"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5" name="Rectangle 96"/>
                <p:cNvSpPr>
                  <a:spLocks noChangeArrowheads="1"/>
                </p:cNvSpPr>
                <p:nvPr/>
              </p:nvSpPr>
              <p:spPr bwMode="auto">
                <a:xfrm>
                  <a:off x="9242425" y="2062163"/>
                  <a:ext cx="331787" cy="38576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6" name="Freeform 97"/>
                <p:cNvSpPr>
                  <a:spLocks noEditPoints="1"/>
                </p:cNvSpPr>
                <p:nvPr/>
              </p:nvSpPr>
              <p:spPr bwMode="auto">
                <a:xfrm>
                  <a:off x="9317038" y="2135188"/>
                  <a:ext cx="165100" cy="239713"/>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3"/>
                        <a:pt x="7" y="6"/>
                      </a:cubicBezTo>
                      <a:cubicBezTo>
                        <a:pt x="7" y="10"/>
                        <a:pt x="6" y="11"/>
                        <a:pt x="5" y="11"/>
                      </a:cubicBezTo>
                      <a:cubicBezTo>
                        <a:pt x="3" y="11"/>
                        <a:pt x="3" y="10"/>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7" name="Rectangle 106"/>
                <p:cNvSpPr>
                  <a:spLocks noChangeArrowheads="1"/>
                </p:cNvSpPr>
                <p:nvPr/>
              </p:nvSpPr>
              <p:spPr bwMode="auto">
                <a:xfrm>
                  <a:off x="6997700" y="1362076"/>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8" name="Freeform 107"/>
                <p:cNvSpPr>
                  <a:spLocks noEditPoints="1"/>
                </p:cNvSpPr>
                <p:nvPr/>
              </p:nvSpPr>
              <p:spPr bwMode="auto">
                <a:xfrm>
                  <a:off x="7070725" y="1436688"/>
                  <a:ext cx="166687" cy="238125"/>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2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2"/>
                        <a:pt x="5" y="12"/>
                      </a:cubicBezTo>
                      <a:cubicBezTo>
                        <a:pt x="3" y="12"/>
                        <a:pt x="3" y="10"/>
                        <a:pt x="3" y="7"/>
                      </a:cubicBezTo>
                      <a:cubicBezTo>
                        <a:pt x="3" y="3"/>
                        <a:pt x="3" y="2"/>
                        <a:pt x="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9" name="Rectangle 108"/>
                <p:cNvSpPr>
                  <a:spLocks noChangeArrowheads="1"/>
                </p:cNvSpPr>
                <p:nvPr/>
              </p:nvSpPr>
              <p:spPr bwMode="auto">
                <a:xfrm>
                  <a:off x="7346950" y="1362076"/>
                  <a:ext cx="312737" cy="40481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0" name="Freeform 109"/>
                <p:cNvSpPr>
                  <a:spLocks/>
                </p:cNvSpPr>
                <p:nvPr/>
              </p:nvSpPr>
              <p:spPr bwMode="auto">
                <a:xfrm>
                  <a:off x="7421563" y="1454151"/>
                  <a:ext cx="128587" cy="220663"/>
                </a:xfrm>
                <a:custGeom>
                  <a:avLst/>
                  <a:gdLst>
                    <a:gd name="T0" fmla="*/ 81 w 81"/>
                    <a:gd name="T1" fmla="*/ 139 h 139"/>
                    <a:gd name="T2" fmla="*/ 81 w 81"/>
                    <a:gd name="T3" fmla="*/ 0 h 139"/>
                    <a:gd name="T4" fmla="*/ 46 w 81"/>
                    <a:gd name="T5" fmla="*/ 0 h 139"/>
                    <a:gd name="T6" fmla="*/ 0 w 81"/>
                    <a:gd name="T7" fmla="*/ 23 h 139"/>
                    <a:gd name="T8" fmla="*/ 11 w 81"/>
                    <a:gd name="T9" fmla="*/ 47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46" y="0"/>
                      </a:lnTo>
                      <a:lnTo>
                        <a:pt x="0" y="23"/>
                      </a:lnTo>
                      <a:lnTo>
                        <a:pt x="11" y="47"/>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11" name="Group 10"/>
              <p:cNvGrpSpPr/>
              <p:nvPr/>
            </p:nvGrpSpPr>
            <p:grpSpPr>
              <a:xfrm>
                <a:off x="5654676" y="2908301"/>
                <a:ext cx="681036" cy="809625"/>
                <a:chOff x="5654676" y="2908301"/>
                <a:chExt cx="681036" cy="809625"/>
              </a:xfrm>
            </p:grpSpPr>
            <p:sp>
              <p:nvSpPr>
                <p:cNvPr id="21" name="Rectangle 110"/>
                <p:cNvSpPr>
                  <a:spLocks noChangeArrowheads="1"/>
                </p:cNvSpPr>
                <p:nvPr/>
              </p:nvSpPr>
              <p:spPr bwMode="auto">
                <a:xfrm>
                  <a:off x="5654676" y="3313113"/>
                  <a:ext cx="330200"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 name="Freeform 111"/>
                <p:cNvSpPr>
                  <a:spLocks/>
                </p:cNvSpPr>
                <p:nvPr/>
              </p:nvSpPr>
              <p:spPr bwMode="auto">
                <a:xfrm>
                  <a:off x="5746750" y="3386138"/>
                  <a:ext cx="109537" cy="239713"/>
                </a:xfrm>
                <a:custGeom>
                  <a:avLst/>
                  <a:gdLst>
                    <a:gd name="T0" fmla="*/ 69 w 69"/>
                    <a:gd name="T1" fmla="*/ 151 h 151"/>
                    <a:gd name="T2" fmla="*/ 69 w 69"/>
                    <a:gd name="T3" fmla="*/ 0 h 151"/>
                    <a:gd name="T4" fmla="*/ 46 w 69"/>
                    <a:gd name="T5" fmla="*/ 0 h 151"/>
                    <a:gd name="T6" fmla="*/ 0 w 69"/>
                    <a:gd name="T7" fmla="*/ 35 h 151"/>
                    <a:gd name="T8" fmla="*/ 11 w 69"/>
                    <a:gd name="T9" fmla="*/ 58 h 151"/>
                    <a:gd name="T10" fmla="*/ 46 w 69"/>
                    <a:gd name="T11" fmla="*/ 35 h 151"/>
                    <a:gd name="T12" fmla="*/ 46 w 69"/>
                    <a:gd name="T13" fmla="*/ 151 h 151"/>
                    <a:gd name="T14" fmla="*/ 69 w 69"/>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151">
                      <a:moveTo>
                        <a:pt x="69" y="151"/>
                      </a:moveTo>
                      <a:lnTo>
                        <a:pt x="69" y="0"/>
                      </a:lnTo>
                      <a:lnTo>
                        <a:pt x="46" y="0"/>
                      </a:lnTo>
                      <a:lnTo>
                        <a:pt x="0" y="35"/>
                      </a:lnTo>
                      <a:lnTo>
                        <a:pt x="11" y="58"/>
                      </a:lnTo>
                      <a:lnTo>
                        <a:pt x="46" y="35"/>
                      </a:lnTo>
                      <a:lnTo>
                        <a:pt x="46" y="151"/>
                      </a:lnTo>
                      <a:lnTo>
                        <a:pt x="69" y="15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3" name="Rectangle 112"/>
                <p:cNvSpPr>
                  <a:spLocks noChangeArrowheads="1"/>
                </p:cNvSpPr>
                <p:nvPr/>
              </p:nvSpPr>
              <p:spPr bwMode="auto">
                <a:xfrm>
                  <a:off x="6003925" y="2908301"/>
                  <a:ext cx="331787" cy="385763"/>
                </a:xfrm>
                <a:prstGeom prst="rect">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4" name="Freeform 113"/>
                <p:cNvSpPr>
                  <a:spLocks/>
                </p:cNvSpPr>
                <p:nvPr/>
              </p:nvSpPr>
              <p:spPr bwMode="auto">
                <a:xfrm>
                  <a:off x="6096000" y="2981326"/>
                  <a:ext cx="111125" cy="239713"/>
                </a:xfrm>
                <a:custGeom>
                  <a:avLst/>
                  <a:gdLst>
                    <a:gd name="T0" fmla="*/ 70 w 70"/>
                    <a:gd name="T1" fmla="*/ 151 h 151"/>
                    <a:gd name="T2" fmla="*/ 70 w 70"/>
                    <a:gd name="T3" fmla="*/ 0 h 151"/>
                    <a:gd name="T4" fmla="*/ 46 w 70"/>
                    <a:gd name="T5" fmla="*/ 0 h 151"/>
                    <a:gd name="T6" fmla="*/ 0 w 70"/>
                    <a:gd name="T7" fmla="*/ 35 h 151"/>
                    <a:gd name="T8" fmla="*/ 12 w 70"/>
                    <a:gd name="T9" fmla="*/ 46 h 151"/>
                    <a:gd name="T10" fmla="*/ 35 w 70"/>
                    <a:gd name="T11" fmla="*/ 35 h 151"/>
                    <a:gd name="T12" fmla="*/ 35 w 70"/>
                    <a:gd name="T13" fmla="*/ 151 h 151"/>
                    <a:gd name="T14" fmla="*/ 70 w 70"/>
                    <a:gd name="T15" fmla="*/ 151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51">
                      <a:moveTo>
                        <a:pt x="70" y="151"/>
                      </a:moveTo>
                      <a:lnTo>
                        <a:pt x="70" y="0"/>
                      </a:lnTo>
                      <a:lnTo>
                        <a:pt x="46" y="0"/>
                      </a:lnTo>
                      <a:lnTo>
                        <a:pt x="0" y="35"/>
                      </a:lnTo>
                      <a:lnTo>
                        <a:pt x="12" y="46"/>
                      </a:lnTo>
                      <a:lnTo>
                        <a:pt x="35" y="35"/>
                      </a:lnTo>
                      <a:lnTo>
                        <a:pt x="35" y="151"/>
                      </a:lnTo>
                      <a:lnTo>
                        <a:pt x="70" y="1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12" name="Group 11"/>
              <p:cNvGrpSpPr/>
              <p:nvPr/>
            </p:nvGrpSpPr>
            <p:grpSpPr>
              <a:xfrm>
                <a:off x="6481763" y="4656138"/>
                <a:ext cx="1308100" cy="809626"/>
                <a:chOff x="6481763" y="4656138"/>
                <a:chExt cx="1308100" cy="809626"/>
              </a:xfrm>
            </p:grpSpPr>
            <p:sp>
              <p:nvSpPr>
                <p:cNvPr id="13" name="Rectangle 114"/>
                <p:cNvSpPr>
                  <a:spLocks noChangeArrowheads="1"/>
                </p:cNvSpPr>
                <p:nvPr/>
              </p:nvSpPr>
              <p:spPr bwMode="auto">
                <a:xfrm>
                  <a:off x="6813550" y="4656138"/>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4" name="Freeform 115"/>
                <p:cNvSpPr>
                  <a:spLocks noEditPoints="1"/>
                </p:cNvSpPr>
                <p:nvPr/>
              </p:nvSpPr>
              <p:spPr bwMode="auto">
                <a:xfrm>
                  <a:off x="6886575" y="4748213"/>
                  <a:ext cx="166687" cy="238125"/>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5" name="Rectangle 116"/>
                <p:cNvSpPr>
                  <a:spLocks noChangeArrowheads="1"/>
                </p:cNvSpPr>
                <p:nvPr/>
              </p:nvSpPr>
              <p:spPr bwMode="auto">
                <a:xfrm>
                  <a:off x="6481763" y="5060951"/>
                  <a:ext cx="331787"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6" name="Freeform 117"/>
                <p:cNvSpPr>
                  <a:spLocks noEditPoints="1"/>
                </p:cNvSpPr>
                <p:nvPr/>
              </p:nvSpPr>
              <p:spPr bwMode="auto">
                <a:xfrm>
                  <a:off x="6556375" y="5133976"/>
                  <a:ext cx="165100" cy="239713"/>
                </a:xfrm>
                <a:custGeom>
                  <a:avLst/>
                  <a:gdLst>
                    <a:gd name="T0" fmla="*/ 5 w 9"/>
                    <a:gd name="T1" fmla="*/ 0 h 13"/>
                    <a:gd name="T2" fmla="*/ 0 w 9"/>
                    <a:gd name="T3" fmla="*/ 7 h 13"/>
                    <a:gd name="T4" fmla="*/ 5 w 9"/>
                    <a:gd name="T5" fmla="*/ 13 h 13"/>
                    <a:gd name="T6" fmla="*/ 9 w 9"/>
                    <a:gd name="T7" fmla="*/ 7 h 13"/>
                    <a:gd name="T8" fmla="*/ 5 w 9"/>
                    <a:gd name="T9" fmla="*/ 0 h 13"/>
                    <a:gd name="T10" fmla="*/ 5 w 9"/>
                    <a:gd name="T11" fmla="*/ 2 h 13"/>
                    <a:gd name="T12" fmla="*/ 7 w 9"/>
                    <a:gd name="T13" fmla="*/ 7 h 13"/>
                    <a:gd name="T14" fmla="*/ 5 w 9"/>
                    <a:gd name="T15" fmla="*/ 11 h 13"/>
                    <a:gd name="T16" fmla="*/ 3 w 9"/>
                    <a:gd name="T17" fmla="*/ 7 h 13"/>
                    <a:gd name="T18" fmla="*/ 5 w 9"/>
                    <a:gd name="T19"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3"/>
                        <a:pt x="0" y="7"/>
                      </a:cubicBezTo>
                      <a:cubicBezTo>
                        <a:pt x="0" y="11"/>
                        <a:pt x="2" y="13"/>
                        <a:pt x="5" y="13"/>
                      </a:cubicBezTo>
                      <a:cubicBezTo>
                        <a:pt x="8" y="13"/>
                        <a:pt x="9" y="11"/>
                        <a:pt x="9" y="7"/>
                      </a:cubicBezTo>
                      <a:cubicBezTo>
                        <a:pt x="9" y="3"/>
                        <a:pt x="8" y="0"/>
                        <a:pt x="5" y="0"/>
                      </a:cubicBezTo>
                      <a:close/>
                      <a:moveTo>
                        <a:pt x="5" y="2"/>
                      </a:moveTo>
                      <a:cubicBezTo>
                        <a:pt x="6" y="2"/>
                        <a:pt x="7" y="3"/>
                        <a:pt x="7" y="7"/>
                      </a:cubicBezTo>
                      <a:cubicBezTo>
                        <a:pt x="7" y="10"/>
                        <a:pt x="6" y="11"/>
                        <a:pt x="5" y="11"/>
                      </a:cubicBezTo>
                      <a:cubicBezTo>
                        <a:pt x="3" y="11"/>
                        <a:pt x="3" y="10"/>
                        <a:pt x="3" y="7"/>
                      </a:cubicBezTo>
                      <a:cubicBezTo>
                        <a:pt x="3" y="3"/>
                        <a:pt x="3" y="2"/>
                        <a:pt x="5" y="2"/>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7" name="Rectangle 118"/>
                <p:cNvSpPr>
                  <a:spLocks noChangeArrowheads="1"/>
                </p:cNvSpPr>
                <p:nvPr/>
              </p:nvSpPr>
              <p:spPr bwMode="auto">
                <a:xfrm>
                  <a:off x="7145338" y="4656138"/>
                  <a:ext cx="330200" cy="404813"/>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8" name="Freeform 119"/>
                <p:cNvSpPr>
                  <a:spLocks noEditPoints="1"/>
                </p:cNvSpPr>
                <p:nvPr/>
              </p:nvSpPr>
              <p:spPr bwMode="auto">
                <a:xfrm>
                  <a:off x="7218363" y="4748213"/>
                  <a:ext cx="166687" cy="238125"/>
                </a:xfrm>
                <a:custGeom>
                  <a:avLst/>
                  <a:gdLst>
                    <a:gd name="T0" fmla="*/ 5 w 9"/>
                    <a:gd name="T1" fmla="*/ 0 h 13"/>
                    <a:gd name="T2" fmla="*/ 0 w 9"/>
                    <a:gd name="T3" fmla="*/ 6 h 13"/>
                    <a:gd name="T4" fmla="*/ 5 w 9"/>
                    <a:gd name="T5" fmla="*/ 13 h 13"/>
                    <a:gd name="T6" fmla="*/ 9 w 9"/>
                    <a:gd name="T7" fmla="*/ 6 h 13"/>
                    <a:gd name="T8" fmla="*/ 5 w 9"/>
                    <a:gd name="T9" fmla="*/ 0 h 13"/>
                    <a:gd name="T10" fmla="*/ 5 w 9"/>
                    <a:gd name="T11" fmla="*/ 1 h 13"/>
                    <a:gd name="T12" fmla="*/ 7 w 9"/>
                    <a:gd name="T13" fmla="*/ 6 h 13"/>
                    <a:gd name="T14" fmla="*/ 5 w 9"/>
                    <a:gd name="T15" fmla="*/ 11 h 13"/>
                    <a:gd name="T16" fmla="*/ 3 w 9"/>
                    <a:gd name="T17" fmla="*/ 6 h 13"/>
                    <a:gd name="T18" fmla="*/ 5 w 9"/>
                    <a:gd name="T1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3">
                      <a:moveTo>
                        <a:pt x="5" y="0"/>
                      </a:moveTo>
                      <a:cubicBezTo>
                        <a:pt x="2" y="0"/>
                        <a:pt x="0" y="2"/>
                        <a:pt x="0" y="6"/>
                      </a:cubicBezTo>
                      <a:cubicBezTo>
                        <a:pt x="0" y="10"/>
                        <a:pt x="2" y="13"/>
                        <a:pt x="5" y="13"/>
                      </a:cubicBezTo>
                      <a:cubicBezTo>
                        <a:pt x="8" y="13"/>
                        <a:pt x="9" y="10"/>
                        <a:pt x="9" y="6"/>
                      </a:cubicBezTo>
                      <a:cubicBezTo>
                        <a:pt x="9" y="2"/>
                        <a:pt x="8" y="0"/>
                        <a:pt x="5" y="0"/>
                      </a:cubicBezTo>
                      <a:close/>
                      <a:moveTo>
                        <a:pt x="5" y="1"/>
                      </a:moveTo>
                      <a:cubicBezTo>
                        <a:pt x="6" y="1"/>
                        <a:pt x="7" y="2"/>
                        <a:pt x="7" y="6"/>
                      </a:cubicBezTo>
                      <a:cubicBezTo>
                        <a:pt x="7" y="10"/>
                        <a:pt x="6" y="11"/>
                        <a:pt x="5" y="11"/>
                      </a:cubicBezTo>
                      <a:cubicBezTo>
                        <a:pt x="3" y="11"/>
                        <a:pt x="3" y="9"/>
                        <a:pt x="3" y="6"/>
                      </a:cubicBezTo>
                      <a:cubicBezTo>
                        <a:pt x="3" y="3"/>
                        <a:pt x="3" y="1"/>
                        <a:pt x="5" y="1"/>
                      </a:cubicBezTo>
                      <a:close/>
                    </a:path>
                  </a:pathLst>
                </a:cu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9" name="Rectangle 120"/>
                <p:cNvSpPr>
                  <a:spLocks noChangeArrowheads="1"/>
                </p:cNvSpPr>
                <p:nvPr/>
              </p:nvSpPr>
              <p:spPr bwMode="auto">
                <a:xfrm>
                  <a:off x="7475538" y="4656138"/>
                  <a:ext cx="314325" cy="40481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0" name="Freeform 121"/>
                <p:cNvSpPr>
                  <a:spLocks/>
                </p:cNvSpPr>
                <p:nvPr/>
              </p:nvSpPr>
              <p:spPr bwMode="auto">
                <a:xfrm>
                  <a:off x="7550150" y="4748213"/>
                  <a:ext cx="128587" cy="220663"/>
                </a:xfrm>
                <a:custGeom>
                  <a:avLst/>
                  <a:gdLst>
                    <a:gd name="T0" fmla="*/ 81 w 81"/>
                    <a:gd name="T1" fmla="*/ 139 h 139"/>
                    <a:gd name="T2" fmla="*/ 81 w 81"/>
                    <a:gd name="T3" fmla="*/ 0 h 139"/>
                    <a:gd name="T4" fmla="*/ 58 w 81"/>
                    <a:gd name="T5" fmla="*/ 0 h 139"/>
                    <a:gd name="T6" fmla="*/ 0 w 81"/>
                    <a:gd name="T7" fmla="*/ 23 h 139"/>
                    <a:gd name="T8" fmla="*/ 11 w 81"/>
                    <a:gd name="T9" fmla="*/ 46 h 139"/>
                    <a:gd name="T10" fmla="*/ 46 w 81"/>
                    <a:gd name="T11" fmla="*/ 23 h 139"/>
                    <a:gd name="T12" fmla="*/ 46 w 81"/>
                    <a:gd name="T13" fmla="*/ 139 h 139"/>
                    <a:gd name="T14" fmla="*/ 81 w 81"/>
                    <a:gd name="T15" fmla="*/ 139 h 1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139">
                      <a:moveTo>
                        <a:pt x="81" y="139"/>
                      </a:moveTo>
                      <a:lnTo>
                        <a:pt x="81" y="0"/>
                      </a:lnTo>
                      <a:lnTo>
                        <a:pt x="58" y="0"/>
                      </a:lnTo>
                      <a:lnTo>
                        <a:pt x="0" y="23"/>
                      </a:lnTo>
                      <a:lnTo>
                        <a:pt x="11" y="46"/>
                      </a:lnTo>
                      <a:lnTo>
                        <a:pt x="46" y="23"/>
                      </a:lnTo>
                      <a:lnTo>
                        <a:pt x="46" y="139"/>
                      </a:lnTo>
                      <a:lnTo>
                        <a:pt x="81" y="13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49" name="Group 48"/>
            <p:cNvGrpSpPr/>
            <p:nvPr userDrawn="1"/>
          </p:nvGrpSpPr>
          <p:grpSpPr>
            <a:xfrm>
              <a:off x="5966324" y="2135188"/>
              <a:ext cx="4916306" cy="4397375"/>
              <a:chOff x="5966324" y="2135188"/>
              <a:chExt cx="4916306" cy="4397375"/>
            </a:xfrm>
          </p:grpSpPr>
          <p:grpSp>
            <p:nvGrpSpPr>
              <p:cNvPr id="50" name="Group 49"/>
              <p:cNvGrpSpPr/>
              <p:nvPr/>
            </p:nvGrpSpPr>
            <p:grpSpPr>
              <a:xfrm>
                <a:off x="5966324" y="4167004"/>
                <a:ext cx="4916306" cy="2303514"/>
                <a:chOff x="5966324" y="4167004"/>
                <a:chExt cx="4916306" cy="2303514"/>
              </a:xfrm>
            </p:grpSpPr>
            <p:sp>
              <p:nvSpPr>
                <p:cNvPr id="112" name="Rectangle 21"/>
                <p:cNvSpPr>
                  <a:spLocks noChangeArrowheads="1"/>
                </p:cNvSpPr>
                <p:nvPr/>
              </p:nvSpPr>
              <p:spPr bwMode="auto">
                <a:xfrm>
                  <a:off x="5966324" y="4167004"/>
                  <a:ext cx="4916306" cy="228404"/>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3" name="Freeform 23"/>
                <p:cNvSpPr>
                  <a:spLocks/>
                </p:cNvSpPr>
                <p:nvPr/>
              </p:nvSpPr>
              <p:spPr bwMode="auto">
                <a:xfrm>
                  <a:off x="5966324" y="4383169"/>
                  <a:ext cx="3262903" cy="2087349"/>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4" name="Freeform 23"/>
                <p:cNvSpPr>
                  <a:spLocks/>
                </p:cNvSpPr>
                <p:nvPr/>
              </p:nvSpPr>
              <p:spPr bwMode="auto">
                <a:xfrm flipH="1">
                  <a:off x="7619727" y="4383169"/>
                  <a:ext cx="3262903" cy="2087349"/>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sp>
            <p:nvSpPr>
              <p:cNvPr id="51" name="Freeform 24"/>
              <p:cNvSpPr>
                <a:spLocks/>
              </p:cNvSpPr>
              <p:nvPr/>
            </p:nvSpPr>
            <p:spPr bwMode="auto">
              <a:xfrm>
                <a:off x="6500813" y="2135188"/>
                <a:ext cx="2466975" cy="1636713"/>
              </a:xfrm>
              <a:custGeom>
                <a:avLst/>
                <a:gdLst>
                  <a:gd name="T0" fmla="*/ 7 w 134"/>
                  <a:gd name="T1" fmla="*/ 0 h 89"/>
                  <a:gd name="T2" fmla="*/ 126 w 134"/>
                  <a:gd name="T3" fmla="*/ 0 h 89"/>
                  <a:gd name="T4" fmla="*/ 134 w 134"/>
                  <a:gd name="T5" fmla="*/ 5 h 89"/>
                  <a:gd name="T6" fmla="*/ 134 w 134"/>
                  <a:gd name="T7" fmla="*/ 84 h 89"/>
                  <a:gd name="T8" fmla="*/ 126 w 134"/>
                  <a:gd name="T9" fmla="*/ 89 h 89"/>
                  <a:gd name="T10" fmla="*/ 7 w 134"/>
                  <a:gd name="T11" fmla="*/ 89 h 89"/>
                  <a:gd name="T12" fmla="*/ 0 w 134"/>
                  <a:gd name="T13" fmla="*/ 84 h 89"/>
                  <a:gd name="T14" fmla="*/ 0 w 134"/>
                  <a:gd name="T15" fmla="*/ 5 h 89"/>
                  <a:gd name="T16" fmla="*/ 7 w 134"/>
                  <a:gd name="T17"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89">
                    <a:moveTo>
                      <a:pt x="7" y="0"/>
                    </a:moveTo>
                    <a:cubicBezTo>
                      <a:pt x="126" y="0"/>
                      <a:pt x="126" y="0"/>
                      <a:pt x="126" y="0"/>
                    </a:cubicBezTo>
                    <a:cubicBezTo>
                      <a:pt x="130" y="0"/>
                      <a:pt x="134" y="2"/>
                      <a:pt x="134" y="5"/>
                    </a:cubicBezTo>
                    <a:cubicBezTo>
                      <a:pt x="134" y="84"/>
                      <a:pt x="134" y="84"/>
                      <a:pt x="134" y="84"/>
                    </a:cubicBezTo>
                    <a:cubicBezTo>
                      <a:pt x="134" y="87"/>
                      <a:pt x="130" y="89"/>
                      <a:pt x="126" y="89"/>
                    </a:cubicBezTo>
                    <a:cubicBezTo>
                      <a:pt x="7" y="89"/>
                      <a:pt x="7" y="89"/>
                      <a:pt x="7" y="89"/>
                    </a:cubicBezTo>
                    <a:cubicBezTo>
                      <a:pt x="3" y="89"/>
                      <a:pt x="0" y="87"/>
                      <a:pt x="0" y="84"/>
                    </a:cubicBezTo>
                    <a:cubicBezTo>
                      <a:pt x="0" y="5"/>
                      <a:pt x="0" y="5"/>
                      <a:pt x="0" y="5"/>
                    </a:cubicBezTo>
                    <a:cubicBezTo>
                      <a:pt x="0" y="2"/>
                      <a:pt x="3" y="0"/>
                      <a:pt x="7" y="0"/>
                    </a:cubicBezTo>
                    <a:close/>
                  </a:path>
                </a:pathLst>
              </a:custGeom>
              <a:solidFill>
                <a:srgbClr val="7E9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2" name="Rectangle 25"/>
              <p:cNvSpPr>
                <a:spLocks noChangeArrowheads="1"/>
              </p:cNvSpPr>
              <p:nvPr/>
            </p:nvSpPr>
            <p:spPr bwMode="auto">
              <a:xfrm>
                <a:off x="6573838" y="2300288"/>
                <a:ext cx="2301875" cy="1306513"/>
              </a:xfrm>
              <a:prstGeom prst="rect">
                <a:avLst/>
              </a:prstGeom>
              <a:solidFill>
                <a:srgbClr val="34475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3" name="Rectangle 26"/>
              <p:cNvSpPr>
                <a:spLocks noChangeArrowheads="1"/>
              </p:cNvSpPr>
              <p:nvPr/>
            </p:nvSpPr>
            <p:spPr bwMode="auto">
              <a:xfrm>
                <a:off x="6611938" y="2355851"/>
                <a:ext cx="2263775" cy="1250950"/>
              </a:xfrm>
              <a:prstGeom prst="rect">
                <a:avLst/>
              </a:prstGeom>
              <a:solidFill>
                <a:schemeClr val="bg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4" name="Rectangle 27"/>
              <p:cNvSpPr>
                <a:spLocks noChangeArrowheads="1"/>
              </p:cNvSpPr>
              <p:nvPr/>
            </p:nvSpPr>
            <p:spPr bwMode="auto">
              <a:xfrm>
                <a:off x="7421563" y="3771901"/>
                <a:ext cx="606425" cy="276225"/>
              </a:xfrm>
              <a:prstGeom prst="rect">
                <a:avLst/>
              </a:prstGeom>
              <a:solidFill>
                <a:srgbClr val="5B6E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5" name="Freeform 28"/>
              <p:cNvSpPr>
                <a:spLocks/>
              </p:cNvSpPr>
              <p:nvPr/>
            </p:nvSpPr>
            <p:spPr bwMode="auto">
              <a:xfrm>
                <a:off x="7254875" y="4030663"/>
                <a:ext cx="939800" cy="146050"/>
              </a:xfrm>
              <a:custGeom>
                <a:avLst/>
                <a:gdLst>
                  <a:gd name="T0" fmla="*/ 3 w 51"/>
                  <a:gd name="T1" fmla="*/ 0 h 8"/>
                  <a:gd name="T2" fmla="*/ 48 w 51"/>
                  <a:gd name="T3" fmla="*/ 0 h 8"/>
                  <a:gd name="T4" fmla="*/ 51 w 51"/>
                  <a:gd name="T5" fmla="*/ 3 h 8"/>
                  <a:gd name="T6" fmla="*/ 51 w 51"/>
                  <a:gd name="T7" fmla="*/ 8 h 8"/>
                  <a:gd name="T8" fmla="*/ 0 w 51"/>
                  <a:gd name="T9" fmla="*/ 8 h 8"/>
                  <a:gd name="T10" fmla="*/ 0 w 51"/>
                  <a:gd name="T11" fmla="*/ 3 h 8"/>
                  <a:gd name="T12" fmla="*/ 3 w 51"/>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51" h="8">
                    <a:moveTo>
                      <a:pt x="3" y="0"/>
                    </a:moveTo>
                    <a:cubicBezTo>
                      <a:pt x="48" y="0"/>
                      <a:pt x="48" y="0"/>
                      <a:pt x="48" y="0"/>
                    </a:cubicBezTo>
                    <a:cubicBezTo>
                      <a:pt x="50" y="0"/>
                      <a:pt x="51" y="2"/>
                      <a:pt x="51" y="3"/>
                    </a:cubicBezTo>
                    <a:cubicBezTo>
                      <a:pt x="51" y="8"/>
                      <a:pt x="51" y="8"/>
                      <a:pt x="51" y="8"/>
                    </a:cubicBezTo>
                    <a:cubicBezTo>
                      <a:pt x="0" y="8"/>
                      <a:pt x="0" y="8"/>
                      <a:pt x="0" y="8"/>
                    </a:cubicBezTo>
                    <a:cubicBezTo>
                      <a:pt x="0" y="3"/>
                      <a:pt x="0" y="3"/>
                      <a:pt x="0" y="3"/>
                    </a:cubicBezTo>
                    <a:cubicBezTo>
                      <a:pt x="0" y="2"/>
                      <a:pt x="2" y="0"/>
                      <a:pt x="3" y="0"/>
                    </a:cubicBezTo>
                    <a:close/>
                  </a:path>
                </a:pathLst>
              </a:custGeom>
              <a:solidFill>
                <a:srgbClr val="7E90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6" name="Rectangle 29"/>
              <p:cNvSpPr>
                <a:spLocks noChangeArrowheads="1"/>
              </p:cNvSpPr>
              <p:nvPr/>
            </p:nvSpPr>
            <p:spPr bwMode="auto">
              <a:xfrm>
                <a:off x="7421563" y="3771901"/>
                <a:ext cx="606425" cy="74613"/>
              </a:xfrm>
              <a:prstGeom prst="rect">
                <a:avLst/>
              </a:prstGeom>
              <a:solidFill>
                <a:srgbClr val="34475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7" name="Rectangle 30"/>
              <p:cNvSpPr>
                <a:spLocks noChangeArrowheads="1"/>
              </p:cNvSpPr>
              <p:nvPr/>
            </p:nvSpPr>
            <p:spPr bwMode="auto">
              <a:xfrm>
                <a:off x="6665913" y="2411413"/>
                <a:ext cx="92075" cy="55563"/>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8" name="Rectangle 31"/>
              <p:cNvSpPr>
                <a:spLocks noChangeArrowheads="1"/>
              </p:cNvSpPr>
              <p:nvPr/>
            </p:nvSpPr>
            <p:spPr bwMode="auto">
              <a:xfrm>
                <a:off x="6813550" y="2411413"/>
                <a:ext cx="1233487" cy="55563"/>
              </a:xfrm>
              <a:prstGeom prst="rect">
                <a:avLst/>
              </a:prstGeom>
              <a:solidFill>
                <a:srgbClr val="DA25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9" name="Rectangle 32"/>
              <p:cNvSpPr>
                <a:spLocks noChangeArrowheads="1"/>
              </p:cNvSpPr>
              <p:nvPr/>
            </p:nvSpPr>
            <p:spPr bwMode="auto">
              <a:xfrm>
                <a:off x="6665913" y="2520951"/>
                <a:ext cx="92075" cy="38100"/>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0" name="Rectangle 33"/>
              <p:cNvSpPr>
                <a:spLocks noChangeArrowheads="1"/>
              </p:cNvSpPr>
              <p:nvPr/>
            </p:nvSpPr>
            <p:spPr bwMode="auto">
              <a:xfrm>
                <a:off x="6813550" y="2520951"/>
                <a:ext cx="1012825" cy="38100"/>
              </a:xfrm>
              <a:prstGeom prst="rect">
                <a:avLst/>
              </a:prstGeom>
              <a:solidFill>
                <a:srgbClr val="DA25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1" name="Rectangle 34"/>
              <p:cNvSpPr>
                <a:spLocks noChangeArrowheads="1"/>
              </p:cNvSpPr>
              <p:nvPr/>
            </p:nvSpPr>
            <p:spPr bwMode="auto">
              <a:xfrm>
                <a:off x="6813550" y="2632076"/>
                <a:ext cx="276225"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2" name="Rectangle 35"/>
              <p:cNvSpPr>
                <a:spLocks noChangeArrowheads="1"/>
              </p:cNvSpPr>
              <p:nvPr/>
            </p:nvSpPr>
            <p:spPr bwMode="auto">
              <a:xfrm>
                <a:off x="6942138" y="2760663"/>
                <a:ext cx="1417637"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3" name="Rectangle 36"/>
              <p:cNvSpPr>
                <a:spLocks noChangeArrowheads="1"/>
              </p:cNvSpPr>
              <p:nvPr/>
            </p:nvSpPr>
            <p:spPr bwMode="auto">
              <a:xfrm>
                <a:off x="6813550" y="2889251"/>
                <a:ext cx="736600"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4" name="Rectangle 37"/>
              <p:cNvSpPr>
                <a:spLocks noChangeArrowheads="1"/>
              </p:cNvSpPr>
              <p:nvPr/>
            </p:nvSpPr>
            <p:spPr bwMode="auto">
              <a:xfrm>
                <a:off x="6942138" y="3017838"/>
                <a:ext cx="125253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5" name="Rectangle 38"/>
              <p:cNvSpPr>
                <a:spLocks noChangeArrowheads="1"/>
              </p:cNvSpPr>
              <p:nvPr/>
            </p:nvSpPr>
            <p:spPr bwMode="auto">
              <a:xfrm>
                <a:off x="6813550" y="3146426"/>
                <a:ext cx="1068387" cy="55563"/>
              </a:xfrm>
              <a:prstGeom prst="rect">
                <a:avLst/>
              </a:prstGeom>
              <a:solidFill>
                <a:srgbClr val="96959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6" name="Rectangle 39"/>
              <p:cNvSpPr>
                <a:spLocks noChangeArrowheads="1"/>
              </p:cNvSpPr>
              <p:nvPr/>
            </p:nvSpPr>
            <p:spPr bwMode="auto">
              <a:xfrm>
                <a:off x="6942138" y="3276601"/>
                <a:ext cx="106838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7" name="Rectangle 40"/>
              <p:cNvSpPr>
                <a:spLocks noChangeArrowheads="1"/>
              </p:cNvSpPr>
              <p:nvPr/>
            </p:nvSpPr>
            <p:spPr bwMode="auto">
              <a:xfrm>
                <a:off x="6813550" y="3405188"/>
                <a:ext cx="865187" cy="3651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8" name="Rectangle 41"/>
              <p:cNvSpPr>
                <a:spLocks noChangeArrowheads="1"/>
              </p:cNvSpPr>
              <p:nvPr/>
            </p:nvSpPr>
            <p:spPr bwMode="auto">
              <a:xfrm>
                <a:off x="6942138" y="3514726"/>
                <a:ext cx="1528762" cy="55563"/>
              </a:xfrm>
              <a:prstGeom prst="rect">
                <a:avLst/>
              </a:prstGeom>
              <a:solidFill>
                <a:srgbClr val="605D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9" name="Freeform 43"/>
              <p:cNvSpPr>
                <a:spLocks/>
              </p:cNvSpPr>
              <p:nvPr/>
            </p:nvSpPr>
            <p:spPr bwMode="auto">
              <a:xfrm>
                <a:off x="7550150" y="3883026"/>
                <a:ext cx="993775" cy="293688"/>
              </a:xfrm>
              <a:custGeom>
                <a:avLst/>
                <a:gdLst>
                  <a:gd name="T0" fmla="*/ 6 w 54"/>
                  <a:gd name="T1" fmla="*/ 16 h 16"/>
                  <a:gd name="T2" fmla="*/ 7 w 54"/>
                  <a:gd name="T3" fmla="*/ 16 h 16"/>
                  <a:gd name="T4" fmla="*/ 53 w 54"/>
                  <a:gd name="T5" fmla="*/ 16 h 16"/>
                  <a:gd name="T6" fmla="*/ 51 w 54"/>
                  <a:gd name="T7" fmla="*/ 3 h 16"/>
                  <a:gd name="T8" fmla="*/ 51 w 54"/>
                  <a:gd name="T9" fmla="*/ 3 h 16"/>
                  <a:gd name="T10" fmla="*/ 21 w 54"/>
                  <a:gd name="T11" fmla="*/ 1 h 16"/>
                  <a:gd name="T12" fmla="*/ 6 w 5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54" h="16">
                    <a:moveTo>
                      <a:pt x="6" y="16"/>
                    </a:moveTo>
                    <a:cubicBezTo>
                      <a:pt x="7" y="16"/>
                      <a:pt x="7" y="16"/>
                      <a:pt x="7" y="16"/>
                    </a:cubicBezTo>
                    <a:cubicBezTo>
                      <a:pt x="53" y="16"/>
                      <a:pt x="53" y="16"/>
                      <a:pt x="53" y="16"/>
                    </a:cubicBezTo>
                    <a:cubicBezTo>
                      <a:pt x="54" y="13"/>
                      <a:pt x="53" y="7"/>
                      <a:pt x="51" y="3"/>
                    </a:cubicBezTo>
                    <a:cubicBezTo>
                      <a:pt x="51" y="3"/>
                      <a:pt x="51" y="3"/>
                      <a:pt x="51" y="3"/>
                    </a:cubicBezTo>
                    <a:cubicBezTo>
                      <a:pt x="49" y="1"/>
                      <a:pt x="33" y="1"/>
                      <a:pt x="21" y="1"/>
                    </a:cubicBezTo>
                    <a:cubicBezTo>
                      <a:pt x="7" y="0"/>
                      <a:pt x="0" y="8"/>
                      <a:pt x="6" y="16"/>
                    </a:cubicBez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0" name="Freeform 44"/>
              <p:cNvSpPr>
                <a:spLocks/>
              </p:cNvSpPr>
              <p:nvPr/>
            </p:nvSpPr>
            <p:spPr bwMode="auto">
              <a:xfrm>
                <a:off x="8783638" y="3883026"/>
                <a:ext cx="1011237" cy="293688"/>
              </a:xfrm>
              <a:custGeom>
                <a:avLst/>
                <a:gdLst>
                  <a:gd name="T0" fmla="*/ 48 w 55"/>
                  <a:gd name="T1" fmla="*/ 16 h 16"/>
                  <a:gd name="T2" fmla="*/ 47 w 55"/>
                  <a:gd name="T3" fmla="*/ 16 h 16"/>
                  <a:gd name="T4" fmla="*/ 2 w 55"/>
                  <a:gd name="T5" fmla="*/ 16 h 16"/>
                  <a:gd name="T6" fmla="*/ 4 w 55"/>
                  <a:gd name="T7" fmla="*/ 3 h 16"/>
                  <a:gd name="T8" fmla="*/ 4 w 55"/>
                  <a:gd name="T9" fmla="*/ 3 h 16"/>
                  <a:gd name="T10" fmla="*/ 34 w 55"/>
                  <a:gd name="T11" fmla="*/ 1 h 16"/>
                  <a:gd name="T12" fmla="*/ 48 w 55"/>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55" h="16">
                    <a:moveTo>
                      <a:pt x="48" y="16"/>
                    </a:moveTo>
                    <a:cubicBezTo>
                      <a:pt x="48" y="16"/>
                      <a:pt x="48" y="16"/>
                      <a:pt x="47" y="16"/>
                    </a:cubicBezTo>
                    <a:cubicBezTo>
                      <a:pt x="2" y="16"/>
                      <a:pt x="2" y="16"/>
                      <a:pt x="2" y="16"/>
                    </a:cubicBezTo>
                    <a:cubicBezTo>
                      <a:pt x="0" y="13"/>
                      <a:pt x="1" y="7"/>
                      <a:pt x="4" y="3"/>
                    </a:cubicBezTo>
                    <a:cubicBezTo>
                      <a:pt x="4" y="3"/>
                      <a:pt x="4" y="3"/>
                      <a:pt x="4" y="3"/>
                    </a:cubicBezTo>
                    <a:cubicBezTo>
                      <a:pt x="6" y="1"/>
                      <a:pt x="22" y="1"/>
                      <a:pt x="34" y="1"/>
                    </a:cubicBezTo>
                    <a:cubicBezTo>
                      <a:pt x="48" y="0"/>
                      <a:pt x="55" y="8"/>
                      <a:pt x="48" y="16"/>
                    </a:cubicBez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1" name="Freeform 45"/>
              <p:cNvSpPr>
                <a:spLocks/>
              </p:cNvSpPr>
              <p:nvPr/>
            </p:nvSpPr>
            <p:spPr bwMode="auto">
              <a:xfrm>
                <a:off x="8783638" y="5005388"/>
                <a:ext cx="349250" cy="1490663"/>
              </a:xfrm>
              <a:custGeom>
                <a:avLst/>
                <a:gdLst>
                  <a:gd name="T0" fmla="*/ 10 w 19"/>
                  <a:gd name="T1" fmla="*/ 0 h 81"/>
                  <a:gd name="T2" fmla="*/ 10 w 19"/>
                  <a:gd name="T3" fmla="*/ 0 h 81"/>
                  <a:gd name="T4" fmla="*/ 19 w 19"/>
                  <a:gd name="T5" fmla="*/ 9 h 81"/>
                  <a:gd name="T6" fmla="*/ 19 w 19"/>
                  <a:gd name="T7" fmla="*/ 72 h 81"/>
                  <a:gd name="T8" fmla="*/ 10 w 19"/>
                  <a:gd name="T9" fmla="*/ 81 h 81"/>
                  <a:gd name="T10" fmla="*/ 10 w 19"/>
                  <a:gd name="T11" fmla="*/ 81 h 81"/>
                  <a:gd name="T12" fmla="*/ 0 w 19"/>
                  <a:gd name="T13" fmla="*/ 72 h 81"/>
                  <a:gd name="T14" fmla="*/ 0 w 19"/>
                  <a:gd name="T15" fmla="*/ 9 h 81"/>
                  <a:gd name="T16" fmla="*/ 10 w 19"/>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81">
                    <a:moveTo>
                      <a:pt x="10" y="0"/>
                    </a:moveTo>
                    <a:cubicBezTo>
                      <a:pt x="10" y="0"/>
                      <a:pt x="10" y="0"/>
                      <a:pt x="10" y="0"/>
                    </a:cubicBezTo>
                    <a:cubicBezTo>
                      <a:pt x="15" y="0"/>
                      <a:pt x="19" y="4"/>
                      <a:pt x="19" y="9"/>
                    </a:cubicBezTo>
                    <a:cubicBezTo>
                      <a:pt x="19" y="72"/>
                      <a:pt x="19" y="72"/>
                      <a:pt x="19" y="72"/>
                    </a:cubicBezTo>
                    <a:cubicBezTo>
                      <a:pt x="19" y="77"/>
                      <a:pt x="15" y="81"/>
                      <a:pt x="10" y="81"/>
                    </a:cubicBezTo>
                    <a:cubicBezTo>
                      <a:pt x="10" y="81"/>
                      <a:pt x="10" y="81"/>
                      <a:pt x="10" y="81"/>
                    </a:cubicBezTo>
                    <a:cubicBezTo>
                      <a:pt x="4" y="81"/>
                      <a:pt x="0" y="77"/>
                      <a:pt x="0" y="72"/>
                    </a:cubicBezTo>
                    <a:cubicBezTo>
                      <a:pt x="0" y="9"/>
                      <a:pt x="0" y="9"/>
                      <a:pt x="0" y="9"/>
                    </a:cubicBezTo>
                    <a:cubicBezTo>
                      <a:pt x="0" y="4"/>
                      <a:pt x="4" y="0"/>
                      <a:pt x="10"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2" name="Freeform 46"/>
              <p:cNvSpPr>
                <a:spLocks/>
              </p:cNvSpPr>
              <p:nvPr/>
            </p:nvSpPr>
            <p:spPr bwMode="auto">
              <a:xfrm>
                <a:off x="8912225" y="3441701"/>
                <a:ext cx="865187" cy="735013"/>
              </a:xfrm>
              <a:custGeom>
                <a:avLst/>
                <a:gdLst>
                  <a:gd name="T0" fmla="*/ 36 w 47"/>
                  <a:gd name="T1" fmla="*/ 40 h 40"/>
                  <a:gd name="T2" fmla="*/ 20 w 47"/>
                  <a:gd name="T3" fmla="*/ 28 h 40"/>
                  <a:gd name="T4" fmla="*/ 4 w 47"/>
                  <a:gd name="T5" fmla="*/ 12 h 40"/>
                  <a:gd name="T6" fmla="*/ 13 w 47"/>
                  <a:gd name="T7" fmla="*/ 0 h 40"/>
                  <a:gd name="T8" fmla="*/ 13 w 47"/>
                  <a:gd name="T9" fmla="*/ 0 h 40"/>
                  <a:gd name="T10" fmla="*/ 36 w 47"/>
                  <a:gd name="T11" fmla="*/ 20 h 40"/>
                  <a:gd name="T12" fmla="*/ 36 w 4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36" y="40"/>
                    </a:moveTo>
                    <a:cubicBezTo>
                      <a:pt x="28" y="40"/>
                      <a:pt x="24" y="32"/>
                      <a:pt x="20" y="28"/>
                    </a:cubicBezTo>
                    <a:cubicBezTo>
                      <a:pt x="4" y="12"/>
                      <a:pt x="4" y="12"/>
                      <a:pt x="4" y="12"/>
                    </a:cubicBezTo>
                    <a:cubicBezTo>
                      <a:pt x="0" y="8"/>
                      <a:pt x="8" y="1"/>
                      <a:pt x="13" y="0"/>
                    </a:cubicBezTo>
                    <a:cubicBezTo>
                      <a:pt x="13" y="0"/>
                      <a:pt x="13" y="0"/>
                      <a:pt x="13" y="0"/>
                    </a:cubicBezTo>
                    <a:cubicBezTo>
                      <a:pt x="17" y="0"/>
                      <a:pt x="28" y="11"/>
                      <a:pt x="36" y="20"/>
                    </a:cubicBezTo>
                    <a:cubicBezTo>
                      <a:pt x="47" y="30"/>
                      <a:pt x="45" y="40"/>
                      <a:pt x="36" y="40"/>
                    </a:cubicBezTo>
                    <a:close/>
                  </a:path>
                </a:pathLst>
              </a:custGeom>
              <a:solidFill>
                <a:srgbClr val="575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3" name="Freeform 47"/>
              <p:cNvSpPr>
                <a:spLocks/>
              </p:cNvSpPr>
              <p:nvPr/>
            </p:nvSpPr>
            <p:spPr bwMode="auto">
              <a:xfrm>
                <a:off x="8194675" y="4692651"/>
                <a:ext cx="957262" cy="441325"/>
              </a:xfrm>
              <a:custGeom>
                <a:avLst/>
                <a:gdLst>
                  <a:gd name="T0" fmla="*/ 11 w 52"/>
                  <a:gd name="T1" fmla="*/ 0 h 24"/>
                  <a:gd name="T2" fmla="*/ 26 w 52"/>
                  <a:gd name="T3" fmla="*/ 0 h 24"/>
                  <a:gd name="T4" fmla="*/ 41 w 52"/>
                  <a:gd name="T5" fmla="*/ 0 h 24"/>
                  <a:gd name="T6" fmla="*/ 50 w 52"/>
                  <a:gd name="T7" fmla="*/ 5 h 24"/>
                  <a:gd name="T8" fmla="*/ 50 w 52"/>
                  <a:gd name="T9" fmla="*/ 11 h 24"/>
                  <a:gd name="T10" fmla="*/ 51 w 52"/>
                  <a:gd name="T11" fmla="*/ 18 h 24"/>
                  <a:gd name="T12" fmla="*/ 42 w 52"/>
                  <a:gd name="T13" fmla="*/ 24 h 24"/>
                  <a:gd name="T14" fmla="*/ 26 w 52"/>
                  <a:gd name="T15" fmla="*/ 24 h 24"/>
                  <a:gd name="T16" fmla="*/ 9 w 52"/>
                  <a:gd name="T17" fmla="*/ 24 h 24"/>
                  <a:gd name="T18" fmla="*/ 0 w 52"/>
                  <a:gd name="T19" fmla="*/ 18 h 24"/>
                  <a:gd name="T20" fmla="*/ 1 w 52"/>
                  <a:gd name="T21" fmla="*/ 11 h 24"/>
                  <a:gd name="T22" fmla="*/ 2 w 52"/>
                  <a:gd name="T23" fmla="*/ 5 h 24"/>
                  <a:gd name="T24" fmla="*/ 11 w 52"/>
                  <a:gd name="T25"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24">
                    <a:moveTo>
                      <a:pt x="11" y="0"/>
                    </a:moveTo>
                    <a:cubicBezTo>
                      <a:pt x="16" y="0"/>
                      <a:pt x="21" y="0"/>
                      <a:pt x="26" y="0"/>
                    </a:cubicBezTo>
                    <a:cubicBezTo>
                      <a:pt x="31" y="0"/>
                      <a:pt x="36" y="0"/>
                      <a:pt x="41" y="0"/>
                    </a:cubicBezTo>
                    <a:cubicBezTo>
                      <a:pt x="45" y="0"/>
                      <a:pt x="49" y="2"/>
                      <a:pt x="50" y="5"/>
                    </a:cubicBezTo>
                    <a:cubicBezTo>
                      <a:pt x="50" y="7"/>
                      <a:pt x="50" y="9"/>
                      <a:pt x="50" y="11"/>
                    </a:cubicBezTo>
                    <a:cubicBezTo>
                      <a:pt x="51" y="13"/>
                      <a:pt x="51" y="16"/>
                      <a:pt x="51" y="18"/>
                    </a:cubicBezTo>
                    <a:cubicBezTo>
                      <a:pt x="52" y="21"/>
                      <a:pt x="48" y="24"/>
                      <a:pt x="42" y="24"/>
                    </a:cubicBezTo>
                    <a:cubicBezTo>
                      <a:pt x="37" y="24"/>
                      <a:pt x="31" y="24"/>
                      <a:pt x="26" y="24"/>
                    </a:cubicBezTo>
                    <a:cubicBezTo>
                      <a:pt x="20" y="24"/>
                      <a:pt x="14" y="24"/>
                      <a:pt x="9" y="24"/>
                    </a:cubicBezTo>
                    <a:cubicBezTo>
                      <a:pt x="3" y="24"/>
                      <a:pt x="0" y="21"/>
                      <a:pt x="0" y="18"/>
                    </a:cubicBezTo>
                    <a:cubicBezTo>
                      <a:pt x="1" y="16"/>
                      <a:pt x="1" y="13"/>
                      <a:pt x="1" y="11"/>
                    </a:cubicBezTo>
                    <a:cubicBezTo>
                      <a:pt x="2" y="9"/>
                      <a:pt x="2" y="7"/>
                      <a:pt x="2" y="5"/>
                    </a:cubicBezTo>
                    <a:cubicBezTo>
                      <a:pt x="3" y="2"/>
                      <a:pt x="7" y="0"/>
                      <a:pt x="11"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4" name="Rectangle 48"/>
              <p:cNvSpPr>
                <a:spLocks noChangeArrowheads="1"/>
              </p:cNvSpPr>
              <p:nvPr/>
            </p:nvSpPr>
            <p:spPr bwMode="auto">
              <a:xfrm>
                <a:off x="8451850" y="3201988"/>
                <a:ext cx="441325" cy="239713"/>
              </a:xfrm>
              <a:prstGeom prst="rect">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5" name="Rectangle 49"/>
              <p:cNvSpPr>
                <a:spLocks noChangeArrowheads="1"/>
              </p:cNvSpPr>
              <p:nvPr/>
            </p:nvSpPr>
            <p:spPr bwMode="auto">
              <a:xfrm>
                <a:off x="8451850" y="3201988"/>
                <a:ext cx="220662" cy="239713"/>
              </a:xfrm>
              <a:prstGeom prst="rect">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6" name="Freeform 50"/>
              <p:cNvSpPr>
                <a:spLocks/>
              </p:cNvSpPr>
              <p:nvPr/>
            </p:nvSpPr>
            <p:spPr bwMode="auto">
              <a:xfrm>
                <a:off x="8286750" y="2908301"/>
                <a:ext cx="92075" cy="146050"/>
              </a:xfrm>
              <a:custGeom>
                <a:avLst/>
                <a:gdLst>
                  <a:gd name="T0" fmla="*/ 1 w 5"/>
                  <a:gd name="T1" fmla="*/ 0 h 8"/>
                  <a:gd name="T2" fmla="*/ 2 w 5"/>
                  <a:gd name="T3" fmla="*/ 0 h 8"/>
                  <a:gd name="T4" fmla="*/ 4 w 5"/>
                  <a:gd name="T5" fmla="*/ 1 h 8"/>
                  <a:gd name="T6" fmla="*/ 5 w 5"/>
                  <a:gd name="T7" fmla="*/ 6 h 8"/>
                  <a:gd name="T8" fmla="*/ 4 w 5"/>
                  <a:gd name="T9" fmla="*/ 7 h 8"/>
                  <a:gd name="T10" fmla="*/ 3 w 5"/>
                  <a:gd name="T11" fmla="*/ 7 h 8"/>
                  <a:gd name="T12" fmla="*/ 1 w 5"/>
                  <a:gd name="T13" fmla="*/ 6 h 8"/>
                  <a:gd name="T14" fmla="*/ 0 w 5"/>
                  <a:gd name="T15" fmla="*/ 2 h 8"/>
                  <a:gd name="T16" fmla="*/ 1 w 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
                    <a:moveTo>
                      <a:pt x="1" y="0"/>
                    </a:moveTo>
                    <a:cubicBezTo>
                      <a:pt x="2" y="0"/>
                      <a:pt x="2" y="0"/>
                      <a:pt x="2" y="0"/>
                    </a:cubicBezTo>
                    <a:cubicBezTo>
                      <a:pt x="3" y="0"/>
                      <a:pt x="3" y="1"/>
                      <a:pt x="4" y="1"/>
                    </a:cubicBezTo>
                    <a:cubicBezTo>
                      <a:pt x="5" y="6"/>
                      <a:pt x="5" y="6"/>
                      <a:pt x="5" y="6"/>
                    </a:cubicBezTo>
                    <a:cubicBezTo>
                      <a:pt x="5" y="7"/>
                      <a:pt x="4" y="7"/>
                      <a:pt x="4" y="7"/>
                    </a:cubicBezTo>
                    <a:cubicBezTo>
                      <a:pt x="3" y="7"/>
                      <a:pt x="3" y="7"/>
                      <a:pt x="3" y="7"/>
                    </a:cubicBezTo>
                    <a:cubicBezTo>
                      <a:pt x="2" y="8"/>
                      <a:pt x="1" y="7"/>
                      <a:pt x="1" y="6"/>
                    </a:cubicBezTo>
                    <a:cubicBezTo>
                      <a:pt x="0" y="2"/>
                      <a:pt x="0" y="2"/>
                      <a:pt x="0" y="2"/>
                    </a:cubicBezTo>
                    <a:cubicBezTo>
                      <a:pt x="0" y="1"/>
                      <a:pt x="1" y="0"/>
                      <a:pt x="1" y="0"/>
                    </a:cubicBezTo>
                    <a:close/>
                  </a:path>
                </a:pathLst>
              </a:cu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7" name="Freeform 51"/>
              <p:cNvSpPr>
                <a:spLocks/>
              </p:cNvSpPr>
              <p:nvPr/>
            </p:nvSpPr>
            <p:spPr bwMode="auto">
              <a:xfrm>
                <a:off x="8967788" y="2908301"/>
                <a:ext cx="92075" cy="146050"/>
              </a:xfrm>
              <a:custGeom>
                <a:avLst/>
                <a:gdLst>
                  <a:gd name="T0" fmla="*/ 4 w 5"/>
                  <a:gd name="T1" fmla="*/ 0 h 8"/>
                  <a:gd name="T2" fmla="*/ 3 w 5"/>
                  <a:gd name="T3" fmla="*/ 0 h 8"/>
                  <a:gd name="T4" fmla="*/ 1 w 5"/>
                  <a:gd name="T5" fmla="*/ 1 h 8"/>
                  <a:gd name="T6" fmla="*/ 0 w 5"/>
                  <a:gd name="T7" fmla="*/ 6 h 8"/>
                  <a:gd name="T8" fmla="*/ 1 w 5"/>
                  <a:gd name="T9" fmla="*/ 7 h 8"/>
                  <a:gd name="T10" fmla="*/ 2 w 5"/>
                  <a:gd name="T11" fmla="*/ 7 h 8"/>
                  <a:gd name="T12" fmla="*/ 3 w 5"/>
                  <a:gd name="T13" fmla="*/ 6 h 8"/>
                  <a:gd name="T14" fmla="*/ 4 w 5"/>
                  <a:gd name="T15" fmla="*/ 2 h 8"/>
                  <a:gd name="T16" fmla="*/ 4 w 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8">
                    <a:moveTo>
                      <a:pt x="4" y="0"/>
                    </a:moveTo>
                    <a:cubicBezTo>
                      <a:pt x="3" y="0"/>
                      <a:pt x="3" y="0"/>
                      <a:pt x="3" y="0"/>
                    </a:cubicBezTo>
                    <a:cubicBezTo>
                      <a:pt x="2" y="0"/>
                      <a:pt x="1" y="1"/>
                      <a:pt x="1" y="1"/>
                    </a:cubicBezTo>
                    <a:cubicBezTo>
                      <a:pt x="0" y="6"/>
                      <a:pt x="0" y="6"/>
                      <a:pt x="0" y="6"/>
                    </a:cubicBezTo>
                    <a:cubicBezTo>
                      <a:pt x="0" y="7"/>
                      <a:pt x="1" y="7"/>
                      <a:pt x="1" y="7"/>
                    </a:cubicBezTo>
                    <a:cubicBezTo>
                      <a:pt x="2" y="7"/>
                      <a:pt x="2" y="7"/>
                      <a:pt x="2" y="7"/>
                    </a:cubicBezTo>
                    <a:cubicBezTo>
                      <a:pt x="3" y="8"/>
                      <a:pt x="3" y="7"/>
                      <a:pt x="3" y="6"/>
                    </a:cubicBezTo>
                    <a:cubicBezTo>
                      <a:pt x="4" y="2"/>
                      <a:pt x="4" y="2"/>
                      <a:pt x="4" y="2"/>
                    </a:cubicBezTo>
                    <a:cubicBezTo>
                      <a:pt x="5" y="1"/>
                      <a:pt x="4" y="0"/>
                      <a:pt x="4" y="0"/>
                    </a:cubicBezTo>
                    <a:close/>
                  </a:path>
                </a:pathLst>
              </a:cu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8" name="Freeform 52"/>
              <p:cNvSpPr>
                <a:spLocks/>
              </p:cNvSpPr>
              <p:nvPr/>
            </p:nvSpPr>
            <p:spPr bwMode="auto">
              <a:xfrm>
                <a:off x="8286750" y="2338388"/>
                <a:ext cx="754062" cy="1028700"/>
              </a:xfrm>
              <a:custGeom>
                <a:avLst/>
                <a:gdLst>
                  <a:gd name="T0" fmla="*/ 40 w 41"/>
                  <a:gd name="T1" fmla="*/ 32 h 56"/>
                  <a:gd name="T2" fmla="*/ 40 w 41"/>
                  <a:gd name="T3" fmla="*/ 34 h 56"/>
                  <a:gd name="T4" fmla="*/ 33 w 41"/>
                  <a:gd name="T5" fmla="*/ 48 h 56"/>
                  <a:gd name="T6" fmla="*/ 9 w 41"/>
                  <a:gd name="T7" fmla="*/ 48 h 56"/>
                  <a:gd name="T8" fmla="*/ 2 w 41"/>
                  <a:gd name="T9" fmla="*/ 35 h 56"/>
                  <a:gd name="T10" fmla="*/ 2 w 41"/>
                  <a:gd name="T11" fmla="*/ 18 h 56"/>
                  <a:gd name="T12" fmla="*/ 28 w 41"/>
                  <a:gd name="T13" fmla="*/ 8 h 56"/>
                  <a:gd name="T14" fmla="*/ 39 w 41"/>
                  <a:gd name="T15" fmla="*/ 18 h 56"/>
                  <a:gd name="T16" fmla="*/ 40 w 41"/>
                  <a:gd name="T17" fmla="*/ 3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56">
                    <a:moveTo>
                      <a:pt x="40" y="32"/>
                    </a:moveTo>
                    <a:cubicBezTo>
                      <a:pt x="40" y="33"/>
                      <a:pt x="40" y="30"/>
                      <a:pt x="40" y="34"/>
                    </a:cubicBezTo>
                    <a:cubicBezTo>
                      <a:pt x="39" y="37"/>
                      <a:pt x="36" y="44"/>
                      <a:pt x="33" y="48"/>
                    </a:cubicBezTo>
                    <a:cubicBezTo>
                      <a:pt x="27" y="56"/>
                      <a:pt x="16" y="56"/>
                      <a:pt x="9" y="48"/>
                    </a:cubicBezTo>
                    <a:cubicBezTo>
                      <a:pt x="6" y="46"/>
                      <a:pt x="3" y="39"/>
                      <a:pt x="2" y="35"/>
                    </a:cubicBezTo>
                    <a:cubicBezTo>
                      <a:pt x="1" y="29"/>
                      <a:pt x="0" y="23"/>
                      <a:pt x="2" y="18"/>
                    </a:cubicBezTo>
                    <a:cubicBezTo>
                      <a:pt x="5" y="8"/>
                      <a:pt x="18" y="0"/>
                      <a:pt x="28" y="8"/>
                    </a:cubicBezTo>
                    <a:cubicBezTo>
                      <a:pt x="34" y="6"/>
                      <a:pt x="39" y="13"/>
                      <a:pt x="39" y="18"/>
                    </a:cubicBezTo>
                    <a:cubicBezTo>
                      <a:pt x="41" y="23"/>
                      <a:pt x="40" y="27"/>
                      <a:pt x="40" y="32"/>
                    </a:cubicBezTo>
                    <a:close/>
                  </a:path>
                </a:pathLst>
              </a:cu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9" name="Freeform 53"/>
              <p:cNvSpPr>
                <a:spLocks/>
              </p:cNvSpPr>
              <p:nvPr/>
            </p:nvSpPr>
            <p:spPr bwMode="auto">
              <a:xfrm>
                <a:off x="8120063" y="3441701"/>
                <a:ext cx="1104900" cy="1527175"/>
              </a:xfrm>
              <a:custGeom>
                <a:avLst/>
                <a:gdLst>
                  <a:gd name="T0" fmla="*/ 7 w 60"/>
                  <a:gd name="T1" fmla="*/ 0 h 83"/>
                  <a:gd name="T2" fmla="*/ 29 w 60"/>
                  <a:gd name="T3" fmla="*/ 0 h 83"/>
                  <a:gd name="T4" fmla="*/ 29 w 60"/>
                  <a:gd name="T5" fmla="*/ 0 h 83"/>
                  <a:gd name="T6" fmla="*/ 30 w 60"/>
                  <a:gd name="T7" fmla="*/ 0 h 83"/>
                  <a:gd name="T8" fmla="*/ 30 w 60"/>
                  <a:gd name="T9" fmla="*/ 0 h 83"/>
                  <a:gd name="T10" fmla="*/ 31 w 60"/>
                  <a:gd name="T11" fmla="*/ 0 h 83"/>
                  <a:gd name="T12" fmla="*/ 31 w 60"/>
                  <a:gd name="T13" fmla="*/ 0 h 83"/>
                  <a:gd name="T14" fmla="*/ 53 w 60"/>
                  <a:gd name="T15" fmla="*/ 0 h 83"/>
                  <a:gd name="T16" fmla="*/ 59 w 60"/>
                  <a:gd name="T17" fmla="*/ 10 h 83"/>
                  <a:gd name="T18" fmla="*/ 56 w 60"/>
                  <a:gd name="T19" fmla="*/ 42 h 83"/>
                  <a:gd name="T20" fmla="*/ 56 w 60"/>
                  <a:gd name="T21" fmla="*/ 83 h 83"/>
                  <a:gd name="T22" fmla="*/ 4 w 60"/>
                  <a:gd name="T23" fmla="*/ 83 h 83"/>
                  <a:gd name="T24" fmla="*/ 4 w 60"/>
                  <a:gd name="T25" fmla="*/ 42 h 83"/>
                  <a:gd name="T26" fmla="*/ 1 w 60"/>
                  <a:gd name="T27" fmla="*/ 10 h 83"/>
                  <a:gd name="T28" fmla="*/ 7 w 60"/>
                  <a:gd name="T29"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83">
                    <a:moveTo>
                      <a:pt x="7" y="0"/>
                    </a:moveTo>
                    <a:cubicBezTo>
                      <a:pt x="29" y="0"/>
                      <a:pt x="29" y="0"/>
                      <a:pt x="29" y="0"/>
                    </a:cubicBezTo>
                    <a:cubicBezTo>
                      <a:pt x="29" y="0"/>
                      <a:pt x="29" y="0"/>
                      <a:pt x="29" y="0"/>
                    </a:cubicBezTo>
                    <a:cubicBezTo>
                      <a:pt x="30" y="0"/>
                      <a:pt x="30" y="0"/>
                      <a:pt x="30" y="0"/>
                    </a:cubicBezTo>
                    <a:cubicBezTo>
                      <a:pt x="30" y="0"/>
                      <a:pt x="30" y="0"/>
                      <a:pt x="30" y="0"/>
                    </a:cubicBezTo>
                    <a:cubicBezTo>
                      <a:pt x="31" y="0"/>
                      <a:pt x="31" y="0"/>
                      <a:pt x="31" y="0"/>
                    </a:cubicBezTo>
                    <a:cubicBezTo>
                      <a:pt x="31" y="0"/>
                      <a:pt x="31" y="0"/>
                      <a:pt x="31" y="0"/>
                    </a:cubicBezTo>
                    <a:cubicBezTo>
                      <a:pt x="53" y="0"/>
                      <a:pt x="53" y="0"/>
                      <a:pt x="53" y="0"/>
                    </a:cubicBezTo>
                    <a:cubicBezTo>
                      <a:pt x="57" y="0"/>
                      <a:pt x="60" y="4"/>
                      <a:pt x="59" y="10"/>
                    </a:cubicBezTo>
                    <a:cubicBezTo>
                      <a:pt x="58" y="22"/>
                      <a:pt x="56" y="32"/>
                      <a:pt x="56" y="42"/>
                    </a:cubicBezTo>
                    <a:cubicBezTo>
                      <a:pt x="56" y="83"/>
                      <a:pt x="56" y="83"/>
                      <a:pt x="56" y="83"/>
                    </a:cubicBezTo>
                    <a:cubicBezTo>
                      <a:pt x="4" y="83"/>
                      <a:pt x="4" y="83"/>
                      <a:pt x="4" y="83"/>
                    </a:cubicBezTo>
                    <a:cubicBezTo>
                      <a:pt x="4" y="42"/>
                      <a:pt x="4" y="42"/>
                      <a:pt x="4" y="42"/>
                    </a:cubicBezTo>
                    <a:cubicBezTo>
                      <a:pt x="4" y="32"/>
                      <a:pt x="2" y="22"/>
                      <a:pt x="1" y="10"/>
                    </a:cubicBezTo>
                    <a:cubicBezTo>
                      <a:pt x="0" y="4"/>
                      <a:pt x="3" y="0"/>
                      <a:pt x="7" y="0"/>
                    </a:cubicBezTo>
                    <a:close/>
                  </a:path>
                </a:pathLst>
              </a:custGeom>
              <a:solidFill>
                <a:srgbClr val="494F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0" name="Freeform 54"/>
              <p:cNvSpPr>
                <a:spLocks/>
              </p:cNvSpPr>
              <p:nvPr/>
            </p:nvSpPr>
            <p:spPr bwMode="auto">
              <a:xfrm>
                <a:off x="8194675" y="5005388"/>
                <a:ext cx="349250" cy="1490663"/>
              </a:xfrm>
              <a:custGeom>
                <a:avLst/>
                <a:gdLst>
                  <a:gd name="T0" fmla="*/ 10 w 19"/>
                  <a:gd name="T1" fmla="*/ 0 h 81"/>
                  <a:gd name="T2" fmla="*/ 10 w 19"/>
                  <a:gd name="T3" fmla="*/ 0 h 81"/>
                  <a:gd name="T4" fmla="*/ 19 w 19"/>
                  <a:gd name="T5" fmla="*/ 9 h 81"/>
                  <a:gd name="T6" fmla="*/ 19 w 19"/>
                  <a:gd name="T7" fmla="*/ 72 h 81"/>
                  <a:gd name="T8" fmla="*/ 10 w 19"/>
                  <a:gd name="T9" fmla="*/ 81 h 81"/>
                  <a:gd name="T10" fmla="*/ 10 w 19"/>
                  <a:gd name="T11" fmla="*/ 81 h 81"/>
                  <a:gd name="T12" fmla="*/ 0 w 19"/>
                  <a:gd name="T13" fmla="*/ 72 h 81"/>
                  <a:gd name="T14" fmla="*/ 0 w 19"/>
                  <a:gd name="T15" fmla="*/ 9 h 81"/>
                  <a:gd name="T16" fmla="*/ 10 w 19"/>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81">
                    <a:moveTo>
                      <a:pt x="10" y="0"/>
                    </a:moveTo>
                    <a:cubicBezTo>
                      <a:pt x="10" y="0"/>
                      <a:pt x="10" y="0"/>
                      <a:pt x="10" y="0"/>
                    </a:cubicBezTo>
                    <a:cubicBezTo>
                      <a:pt x="15" y="0"/>
                      <a:pt x="19" y="4"/>
                      <a:pt x="19" y="9"/>
                    </a:cubicBezTo>
                    <a:cubicBezTo>
                      <a:pt x="19" y="72"/>
                      <a:pt x="19" y="72"/>
                      <a:pt x="19" y="72"/>
                    </a:cubicBezTo>
                    <a:cubicBezTo>
                      <a:pt x="19" y="77"/>
                      <a:pt x="15" y="81"/>
                      <a:pt x="10" y="81"/>
                    </a:cubicBezTo>
                    <a:cubicBezTo>
                      <a:pt x="10" y="81"/>
                      <a:pt x="10" y="81"/>
                      <a:pt x="10" y="81"/>
                    </a:cubicBezTo>
                    <a:cubicBezTo>
                      <a:pt x="5" y="81"/>
                      <a:pt x="0" y="77"/>
                      <a:pt x="0" y="72"/>
                    </a:cubicBezTo>
                    <a:cubicBezTo>
                      <a:pt x="0" y="9"/>
                      <a:pt x="0" y="9"/>
                      <a:pt x="0" y="9"/>
                    </a:cubicBezTo>
                    <a:cubicBezTo>
                      <a:pt x="0" y="4"/>
                      <a:pt x="5" y="0"/>
                      <a:pt x="10" y="0"/>
                    </a:cubicBezTo>
                    <a:close/>
                  </a:path>
                </a:pathLst>
              </a:custGeom>
              <a:solidFill>
                <a:srgbClr val="3B40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1" name="Freeform 55"/>
              <p:cNvSpPr>
                <a:spLocks/>
              </p:cNvSpPr>
              <p:nvPr/>
            </p:nvSpPr>
            <p:spPr bwMode="auto">
              <a:xfrm>
                <a:off x="8175625" y="3441701"/>
                <a:ext cx="496887" cy="1527175"/>
              </a:xfrm>
              <a:custGeom>
                <a:avLst/>
                <a:gdLst>
                  <a:gd name="T0" fmla="*/ 4 w 27"/>
                  <a:gd name="T1" fmla="*/ 0 h 83"/>
                  <a:gd name="T2" fmla="*/ 26 w 27"/>
                  <a:gd name="T3" fmla="*/ 0 h 83"/>
                  <a:gd name="T4" fmla="*/ 26 w 27"/>
                  <a:gd name="T5" fmla="*/ 0 h 83"/>
                  <a:gd name="T6" fmla="*/ 27 w 27"/>
                  <a:gd name="T7" fmla="*/ 0 h 83"/>
                  <a:gd name="T8" fmla="*/ 27 w 27"/>
                  <a:gd name="T9" fmla="*/ 0 h 83"/>
                  <a:gd name="T10" fmla="*/ 27 w 27"/>
                  <a:gd name="T11" fmla="*/ 83 h 83"/>
                  <a:gd name="T12" fmla="*/ 1 w 27"/>
                  <a:gd name="T13" fmla="*/ 83 h 83"/>
                  <a:gd name="T14" fmla="*/ 0 w 27"/>
                  <a:gd name="T15" fmla="*/ 10 h 83"/>
                  <a:gd name="T16" fmla="*/ 4 w 27"/>
                  <a:gd name="T17"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83">
                    <a:moveTo>
                      <a:pt x="4" y="0"/>
                    </a:moveTo>
                    <a:cubicBezTo>
                      <a:pt x="26" y="0"/>
                      <a:pt x="26" y="0"/>
                      <a:pt x="26" y="0"/>
                    </a:cubicBezTo>
                    <a:cubicBezTo>
                      <a:pt x="26" y="0"/>
                      <a:pt x="26" y="0"/>
                      <a:pt x="26" y="0"/>
                    </a:cubicBezTo>
                    <a:cubicBezTo>
                      <a:pt x="27" y="0"/>
                      <a:pt x="27" y="0"/>
                      <a:pt x="27" y="0"/>
                    </a:cubicBezTo>
                    <a:cubicBezTo>
                      <a:pt x="27" y="0"/>
                      <a:pt x="27" y="0"/>
                      <a:pt x="27" y="0"/>
                    </a:cubicBezTo>
                    <a:cubicBezTo>
                      <a:pt x="27" y="83"/>
                      <a:pt x="27" y="83"/>
                      <a:pt x="27" y="83"/>
                    </a:cubicBezTo>
                    <a:cubicBezTo>
                      <a:pt x="1" y="83"/>
                      <a:pt x="1" y="83"/>
                      <a:pt x="1" y="83"/>
                    </a:cubicBezTo>
                    <a:cubicBezTo>
                      <a:pt x="0" y="10"/>
                      <a:pt x="0" y="10"/>
                      <a:pt x="0" y="10"/>
                    </a:cubicBezTo>
                    <a:cubicBezTo>
                      <a:pt x="0" y="4"/>
                      <a:pt x="0" y="0"/>
                      <a:pt x="4" y="0"/>
                    </a:cubicBezTo>
                    <a:close/>
                  </a:path>
                </a:pathLst>
              </a:custGeom>
              <a:solidFill>
                <a:srgbClr val="5362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2" name="Freeform 56"/>
              <p:cNvSpPr>
                <a:spLocks/>
              </p:cNvSpPr>
              <p:nvPr/>
            </p:nvSpPr>
            <p:spPr bwMode="auto">
              <a:xfrm>
                <a:off x="8359775" y="3386138"/>
                <a:ext cx="625475" cy="147638"/>
              </a:xfrm>
              <a:custGeom>
                <a:avLst/>
                <a:gdLst>
                  <a:gd name="T0" fmla="*/ 5 w 34"/>
                  <a:gd name="T1" fmla="*/ 0 h 8"/>
                  <a:gd name="T2" fmla="*/ 0 w 34"/>
                  <a:gd name="T3" fmla="*/ 3 h 8"/>
                  <a:gd name="T4" fmla="*/ 34 w 34"/>
                  <a:gd name="T5" fmla="*/ 3 h 8"/>
                  <a:gd name="T6" fmla="*/ 29 w 34"/>
                  <a:gd name="T7" fmla="*/ 0 h 8"/>
                  <a:gd name="T8" fmla="*/ 5 w 34"/>
                  <a:gd name="T9" fmla="*/ 0 h 8"/>
                </a:gdLst>
                <a:ahLst/>
                <a:cxnLst>
                  <a:cxn ang="0">
                    <a:pos x="T0" y="T1"/>
                  </a:cxn>
                  <a:cxn ang="0">
                    <a:pos x="T2" y="T3"/>
                  </a:cxn>
                  <a:cxn ang="0">
                    <a:pos x="T4" y="T5"/>
                  </a:cxn>
                  <a:cxn ang="0">
                    <a:pos x="T6" y="T7"/>
                  </a:cxn>
                  <a:cxn ang="0">
                    <a:pos x="T8" y="T9"/>
                  </a:cxn>
                </a:cxnLst>
                <a:rect l="0" t="0" r="r" b="b"/>
                <a:pathLst>
                  <a:path w="34" h="8">
                    <a:moveTo>
                      <a:pt x="5" y="0"/>
                    </a:moveTo>
                    <a:cubicBezTo>
                      <a:pt x="0" y="3"/>
                      <a:pt x="0" y="3"/>
                      <a:pt x="0" y="3"/>
                    </a:cubicBezTo>
                    <a:cubicBezTo>
                      <a:pt x="8" y="8"/>
                      <a:pt x="28" y="7"/>
                      <a:pt x="34" y="3"/>
                    </a:cubicBezTo>
                    <a:cubicBezTo>
                      <a:pt x="29" y="0"/>
                      <a:pt x="29" y="0"/>
                      <a:pt x="29" y="0"/>
                    </a:cubicBezTo>
                    <a:cubicBezTo>
                      <a:pt x="21" y="2"/>
                      <a:pt x="12" y="2"/>
                      <a:pt x="5" y="0"/>
                    </a:cubicBezTo>
                    <a:close/>
                  </a:path>
                </a:pathLst>
              </a:custGeom>
              <a:solidFill>
                <a:srgbClr val="C9E7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3" name="Freeform 57"/>
              <p:cNvSpPr>
                <a:spLocks/>
              </p:cNvSpPr>
              <p:nvPr/>
            </p:nvSpPr>
            <p:spPr bwMode="auto">
              <a:xfrm>
                <a:off x="8359775" y="3386138"/>
                <a:ext cx="312737" cy="111125"/>
              </a:xfrm>
              <a:custGeom>
                <a:avLst/>
                <a:gdLst>
                  <a:gd name="T0" fmla="*/ 5 w 17"/>
                  <a:gd name="T1" fmla="*/ 0 h 6"/>
                  <a:gd name="T2" fmla="*/ 0 w 17"/>
                  <a:gd name="T3" fmla="*/ 3 h 6"/>
                  <a:gd name="T4" fmla="*/ 17 w 17"/>
                  <a:gd name="T5" fmla="*/ 6 h 6"/>
                  <a:gd name="T6" fmla="*/ 17 w 17"/>
                  <a:gd name="T7" fmla="*/ 1 h 6"/>
                  <a:gd name="T8" fmla="*/ 5 w 17"/>
                  <a:gd name="T9" fmla="*/ 0 h 6"/>
                </a:gdLst>
                <a:ahLst/>
                <a:cxnLst>
                  <a:cxn ang="0">
                    <a:pos x="T0" y="T1"/>
                  </a:cxn>
                  <a:cxn ang="0">
                    <a:pos x="T2" y="T3"/>
                  </a:cxn>
                  <a:cxn ang="0">
                    <a:pos x="T4" y="T5"/>
                  </a:cxn>
                  <a:cxn ang="0">
                    <a:pos x="T6" y="T7"/>
                  </a:cxn>
                  <a:cxn ang="0">
                    <a:pos x="T8" y="T9"/>
                  </a:cxn>
                </a:cxnLst>
                <a:rect l="0" t="0" r="r" b="b"/>
                <a:pathLst>
                  <a:path w="17" h="6">
                    <a:moveTo>
                      <a:pt x="5" y="0"/>
                    </a:moveTo>
                    <a:cubicBezTo>
                      <a:pt x="0" y="3"/>
                      <a:pt x="0" y="3"/>
                      <a:pt x="0" y="3"/>
                    </a:cubicBezTo>
                    <a:cubicBezTo>
                      <a:pt x="4" y="5"/>
                      <a:pt x="10" y="6"/>
                      <a:pt x="17" y="6"/>
                    </a:cubicBezTo>
                    <a:cubicBezTo>
                      <a:pt x="17" y="1"/>
                      <a:pt x="17" y="1"/>
                      <a:pt x="17" y="1"/>
                    </a:cubicBezTo>
                    <a:cubicBezTo>
                      <a:pt x="12" y="1"/>
                      <a:pt x="8" y="1"/>
                      <a:pt x="5" y="0"/>
                    </a:cubicBezTo>
                    <a:close/>
                  </a:path>
                </a:pathLst>
              </a:custGeom>
              <a:solidFill>
                <a:srgbClr val="EBF7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4" name="Freeform 58"/>
              <p:cNvSpPr>
                <a:spLocks/>
              </p:cNvSpPr>
              <p:nvPr/>
            </p:nvSpPr>
            <p:spPr bwMode="auto">
              <a:xfrm>
                <a:off x="8323263" y="3405188"/>
                <a:ext cx="698500" cy="146050"/>
              </a:xfrm>
              <a:custGeom>
                <a:avLst/>
                <a:gdLst>
                  <a:gd name="T0" fmla="*/ 4 w 38"/>
                  <a:gd name="T1" fmla="*/ 0 h 8"/>
                  <a:gd name="T2" fmla="*/ 33 w 38"/>
                  <a:gd name="T3" fmla="*/ 0 h 8"/>
                  <a:gd name="T4" fmla="*/ 38 w 38"/>
                  <a:gd name="T5" fmla="*/ 2 h 8"/>
                  <a:gd name="T6" fmla="*/ 0 w 38"/>
                  <a:gd name="T7" fmla="*/ 2 h 8"/>
                  <a:gd name="T8" fmla="*/ 4 w 38"/>
                  <a:gd name="T9" fmla="*/ 0 h 8"/>
                </a:gdLst>
                <a:ahLst/>
                <a:cxnLst>
                  <a:cxn ang="0">
                    <a:pos x="T0" y="T1"/>
                  </a:cxn>
                  <a:cxn ang="0">
                    <a:pos x="T2" y="T3"/>
                  </a:cxn>
                  <a:cxn ang="0">
                    <a:pos x="T4" y="T5"/>
                  </a:cxn>
                  <a:cxn ang="0">
                    <a:pos x="T6" y="T7"/>
                  </a:cxn>
                  <a:cxn ang="0">
                    <a:pos x="T8" y="T9"/>
                  </a:cxn>
                </a:cxnLst>
                <a:rect l="0" t="0" r="r" b="b"/>
                <a:pathLst>
                  <a:path w="38" h="8">
                    <a:moveTo>
                      <a:pt x="4" y="0"/>
                    </a:moveTo>
                    <a:cubicBezTo>
                      <a:pt x="14" y="3"/>
                      <a:pt x="25" y="3"/>
                      <a:pt x="33" y="0"/>
                    </a:cubicBezTo>
                    <a:cubicBezTo>
                      <a:pt x="38" y="2"/>
                      <a:pt x="38" y="2"/>
                      <a:pt x="38" y="2"/>
                    </a:cubicBezTo>
                    <a:cubicBezTo>
                      <a:pt x="27" y="8"/>
                      <a:pt x="11" y="8"/>
                      <a:pt x="0" y="2"/>
                    </a:cubicBezTo>
                    <a:lnTo>
                      <a:pt x="4" y="0"/>
                    </a:lnTo>
                    <a:close/>
                  </a:path>
                </a:pathLst>
              </a:custGeom>
              <a:solidFill>
                <a:srgbClr val="3849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5" name="Freeform 59"/>
              <p:cNvSpPr>
                <a:spLocks/>
              </p:cNvSpPr>
              <p:nvPr/>
            </p:nvSpPr>
            <p:spPr bwMode="auto">
              <a:xfrm>
                <a:off x="7974013" y="5114926"/>
                <a:ext cx="1379537" cy="295275"/>
              </a:xfrm>
              <a:custGeom>
                <a:avLst/>
                <a:gdLst>
                  <a:gd name="T0" fmla="*/ 8 w 75"/>
                  <a:gd name="T1" fmla="*/ 0 h 16"/>
                  <a:gd name="T2" fmla="*/ 67 w 75"/>
                  <a:gd name="T3" fmla="*/ 0 h 16"/>
                  <a:gd name="T4" fmla="*/ 75 w 75"/>
                  <a:gd name="T5" fmla="*/ 5 h 16"/>
                  <a:gd name="T6" fmla="*/ 75 w 75"/>
                  <a:gd name="T7" fmla="*/ 11 h 16"/>
                  <a:gd name="T8" fmla="*/ 67 w 75"/>
                  <a:gd name="T9" fmla="*/ 16 h 16"/>
                  <a:gd name="T10" fmla="*/ 8 w 75"/>
                  <a:gd name="T11" fmla="*/ 16 h 16"/>
                  <a:gd name="T12" fmla="*/ 0 w 75"/>
                  <a:gd name="T13" fmla="*/ 11 h 16"/>
                  <a:gd name="T14" fmla="*/ 0 w 75"/>
                  <a:gd name="T15" fmla="*/ 5 h 16"/>
                  <a:gd name="T16" fmla="*/ 8 w 75"/>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16">
                    <a:moveTo>
                      <a:pt x="8" y="0"/>
                    </a:moveTo>
                    <a:cubicBezTo>
                      <a:pt x="67" y="0"/>
                      <a:pt x="67" y="0"/>
                      <a:pt x="67" y="0"/>
                    </a:cubicBezTo>
                    <a:cubicBezTo>
                      <a:pt x="72" y="0"/>
                      <a:pt x="75" y="2"/>
                      <a:pt x="75" y="5"/>
                    </a:cubicBezTo>
                    <a:cubicBezTo>
                      <a:pt x="75" y="11"/>
                      <a:pt x="75" y="11"/>
                      <a:pt x="75" y="11"/>
                    </a:cubicBezTo>
                    <a:cubicBezTo>
                      <a:pt x="75" y="14"/>
                      <a:pt x="72" y="16"/>
                      <a:pt x="67" y="16"/>
                    </a:cubicBezTo>
                    <a:cubicBezTo>
                      <a:pt x="8" y="16"/>
                      <a:pt x="8" y="16"/>
                      <a:pt x="8" y="16"/>
                    </a:cubicBezTo>
                    <a:cubicBezTo>
                      <a:pt x="4" y="16"/>
                      <a:pt x="0" y="14"/>
                      <a:pt x="0" y="11"/>
                    </a:cubicBezTo>
                    <a:cubicBezTo>
                      <a:pt x="0" y="5"/>
                      <a:pt x="0" y="5"/>
                      <a:pt x="0" y="5"/>
                    </a:cubicBezTo>
                    <a:cubicBezTo>
                      <a:pt x="0" y="2"/>
                      <a:pt x="4" y="0"/>
                      <a:pt x="8" y="0"/>
                    </a:cubicBezTo>
                    <a:close/>
                  </a:path>
                </a:pathLst>
              </a:custGeom>
              <a:solidFill>
                <a:srgbClr val="EEA92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6" name="Freeform 60"/>
              <p:cNvSpPr>
                <a:spLocks/>
              </p:cNvSpPr>
              <p:nvPr/>
            </p:nvSpPr>
            <p:spPr bwMode="auto">
              <a:xfrm>
                <a:off x="7974013" y="5114926"/>
                <a:ext cx="698500" cy="295275"/>
              </a:xfrm>
              <a:custGeom>
                <a:avLst/>
                <a:gdLst>
                  <a:gd name="T0" fmla="*/ 8 w 38"/>
                  <a:gd name="T1" fmla="*/ 0 h 16"/>
                  <a:gd name="T2" fmla="*/ 38 w 38"/>
                  <a:gd name="T3" fmla="*/ 0 h 16"/>
                  <a:gd name="T4" fmla="*/ 38 w 38"/>
                  <a:gd name="T5" fmla="*/ 16 h 16"/>
                  <a:gd name="T6" fmla="*/ 8 w 38"/>
                  <a:gd name="T7" fmla="*/ 16 h 16"/>
                  <a:gd name="T8" fmla="*/ 0 w 38"/>
                  <a:gd name="T9" fmla="*/ 11 h 16"/>
                  <a:gd name="T10" fmla="*/ 0 w 38"/>
                  <a:gd name="T11" fmla="*/ 5 h 16"/>
                  <a:gd name="T12" fmla="*/ 8 w 38"/>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38" h="16">
                    <a:moveTo>
                      <a:pt x="8" y="0"/>
                    </a:moveTo>
                    <a:cubicBezTo>
                      <a:pt x="38" y="0"/>
                      <a:pt x="38" y="0"/>
                      <a:pt x="38" y="0"/>
                    </a:cubicBezTo>
                    <a:cubicBezTo>
                      <a:pt x="38" y="16"/>
                      <a:pt x="38" y="16"/>
                      <a:pt x="38" y="16"/>
                    </a:cubicBezTo>
                    <a:cubicBezTo>
                      <a:pt x="8" y="16"/>
                      <a:pt x="8" y="16"/>
                      <a:pt x="8" y="16"/>
                    </a:cubicBezTo>
                    <a:cubicBezTo>
                      <a:pt x="4" y="16"/>
                      <a:pt x="0" y="14"/>
                      <a:pt x="0" y="11"/>
                    </a:cubicBezTo>
                    <a:cubicBezTo>
                      <a:pt x="0" y="5"/>
                      <a:pt x="0" y="5"/>
                      <a:pt x="0" y="5"/>
                    </a:cubicBezTo>
                    <a:cubicBezTo>
                      <a:pt x="0" y="2"/>
                      <a:pt x="4" y="0"/>
                      <a:pt x="8"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7" name="Freeform 61"/>
              <p:cNvSpPr>
                <a:spLocks/>
              </p:cNvSpPr>
              <p:nvPr/>
            </p:nvSpPr>
            <p:spPr bwMode="auto">
              <a:xfrm>
                <a:off x="8027988" y="4159251"/>
                <a:ext cx="1289050" cy="312738"/>
              </a:xfrm>
              <a:custGeom>
                <a:avLst/>
                <a:gdLst>
                  <a:gd name="T0" fmla="*/ 7 w 70"/>
                  <a:gd name="T1" fmla="*/ 0 h 17"/>
                  <a:gd name="T2" fmla="*/ 63 w 70"/>
                  <a:gd name="T3" fmla="*/ 0 h 17"/>
                  <a:gd name="T4" fmla="*/ 70 w 70"/>
                  <a:gd name="T5" fmla="*/ 6 h 17"/>
                  <a:gd name="T6" fmla="*/ 70 w 70"/>
                  <a:gd name="T7" fmla="*/ 11 h 17"/>
                  <a:gd name="T8" fmla="*/ 63 w 70"/>
                  <a:gd name="T9" fmla="*/ 17 h 17"/>
                  <a:gd name="T10" fmla="*/ 7 w 70"/>
                  <a:gd name="T11" fmla="*/ 17 h 17"/>
                  <a:gd name="T12" fmla="*/ 0 w 70"/>
                  <a:gd name="T13" fmla="*/ 11 h 17"/>
                  <a:gd name="T14" fmla="*/ 0 w 70"/>
                  <a:gd name="T15" fmla="*/ 6 h 17"/>
                  <a:gd name="T16" fmla="*/ 7 w 70"/>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17">
                    <a:moveTo>
                      <a:pt x="7" y="0"/>
                    </a:moveTo>
                    <a:cubicBezTo>
                      <a:pt x="63" y="0"/>
                      <a:pt x="63" y="0"/>
                      <a:pt x="63" y="0"/>
                    </a:cubicBezTo>
                    <a:cubicBezTo>
                      <a:pt x="66" y="0"/>
                      <a:pt x="70" y="2"/>
                      <a:pt x="70" y="6"/>
                    </a:cubicBezTo>
                    <a:cubicBezTo>
                      <a:pt x="70" y="11"/>
                      <a:pt x="70" y="11"/>
                      <a:pt x="70" y="11"/>
                    </a:cubicBezTo>
                    <a:cubicBezTo>
                      <a:pt x="70" y="14"/>
                      <a:pt x="66" y="17"/>
                      <a:pt x="63" y="17"/>
                    </a:cubicBezTo>
                    <a:cubicBezTo>
                      <a:pt x="7" y="17"/>
                      <a:pt x="7" y="17"/>
                      <a:pt x="7" y="17"/>
                    </a:cubicBezTo>
                    <a:cubicBezTo>
                      <a:pt x="4" y="17"/>
                      <a:pt x="0" y="14"/>
                      <a:pt x="0" y="11"/>
                    </a:cubicBezTo>
                    <a:cubicBezTo>
                      <a:pt x="0" y="6"/>
                      <a:pt x="0" y="6"/>
                      <a:pt x="0" y="6"/>
                    </a:cubicBezTo>
                    <a:cubicBezTo>
                      <a:pt x="0" y="2"/>
                      <a:pt x="4" y="0"/>
                      <a:pt x="7" y="0"/>
                    </a:cubicBezTo>
                    <a:close/>
                  </a:path>
                </a:pathLst>
              </a:custGeom>
              <a:solidFill>
                <a:srgbClr val="EEA92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8" name="Freeform 62"/>
              <p:cNvSpPr>
                <a:spLocks/>
              </p:cNvSpPr>
              <p:nvPr/>
            </p:nvSpPr>
            <p:spPr bwMode="auto">
              <a:xfrm>
                <a:off x="8027988" y="4471988"/>
                <a:ext cx="1289050" cy="293688"/>
              </a:xfrm>
              <a:custGeom>
                <a:avLst/>
                <a:gdLst>
                  <a:gd name="T0" fmla="*/ 7 w 70"/>
                  <a:gd name="T1" fmla="*/ 0 h 16"/>
                  <a:gd name="T2" fmla="*/ 63 w 70"/>
                  <a:gd name="T3" fmla="*/ 0 h 16"/>
                  <a:gd name="T4" fmla="*/ 70 w 70"/>
                  <a:gd name="T5" fmla="*/ 6 h 16"/>
                  <a:gd name="T6" fmla="*/ 70 w 70"/>
                  <a:gd name="T7" fmla="*/ 10 h 16"/>
                  <a:gd name="T8" fmla="*/ 63 w 70"/>
                  <a:gd name="T9" fmla="*/ 16 h 16"/>
                  <a:gd name="T10" fmla="*/ 7 w 70"/>
                  <a:gd name="T11" fmla="*/ 16 h 16"/>
                  <a:gd name="T12" fmla="*/ 0 w 70"/>
                  <a:gd name="T13" fmla="*/ 10 h 16"/>
                  <a:gd name="T14" fmla="*/ 0 w 70"/>
                  <a:gd name="T15" fmla="*/ 6 h 16"/>
                  <a:gd name="T16" fmla="*/ 7 w 70"/>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16">
                    <a:moveTo>
                      <a:pt x="7" y="0"/>
                    </a:moveTo>
                    <a:cubicBezTo>
                      <a:pt x="63" y="0"/>
                      <a:pt x="63" y="0"/>
                      <a:pt x="63" y="0"/>
                    </a:cubicBezTo>
                    <a:cubicBezTo>
                      <a:pt x="66" y="0"/>
                      <a:pt x="70" y="3"/>
                      <a:pt x="70" y="6"/>
                    </a:cubicBezTo>
                    <a:cubicBezTo>
                      <a:pt x="70" y="10"/>
                      <a:pt x="70" y="10"/>
                      <a:pt x="70" y="10"/>
                    </a:cubicBezTo>
                    <a:cubicBezTo>
                      <a:pt x="70" y="13"/>
                      <a:pt x="66" y="16"/>
                      <a:pt x="63" y="16"/>
                    </a:cubicBezTo>
                    <a:cubicBezTo>
                      <a:pt x="7" y="16"/>
                      <a:pt x="7" y="16"/>
                      <a:pt x="7" y="16"/>
                    </a:cubicBezTo>
                    <a:cubicBezTo>
                      <a:pt x="4" y="16"/>
                      <a:pt x="0" y="13"/>
                      <a:pt x="0" y="10"/>
                    </a:cubicBezTo>
                    <a:cubicBezTo>
                      <a:pt x="0" y="6"/>
                      <a:pt x="0" y="6"/>
                      <a:pt x="0" y="6"/>
                    </a:cubicBezTo>
                    <a:cubicBezTo>
                      <a:pt x="0" y="3"/>
                      <a:pt x="4" y="0"/>
                      <a:pt x="7" y="0"/>
                    </a:cubicBezTo>
                    <a:close/>
                  </a:path>
                </a:pathLst>
              </a:custGeom>
              <a:solidFill>
                <a:srgbClr val="EEA92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9" name="Freeform 63"/>
              <p:cNvSpPr>
                <a:spLocks/>
              </p:cNvSpPr>
              <p:nvPr/>
            </p:nvSpPr>
            <p:spPr bwMode="auto">
              <a:xfrm>
                <a:off x="8027988" y="4159251"/>
                <a:ext cx="644525" cy="312738"/>
              </a:xfrm>
              <a:custGeom>
                <a:avLst/>
                <a:gdLst>
                  <a:gd name="T0" fmla="*/ 7 w 35"/>
                  <a:gd name="T1" fmla="*/ 0 h 17"/>
                  <a:gd name="T2" fmla="*/ 35 w 35"/>
                  <a:gd name="T3" fmla="*/ 0 h 17"/>
                  <a:gd name="T4" fmla="*/ 35 w 35"/>
                  <a:gd name="T5" fmla="*/ 17 h 17"/>
                  <a:gd name="T6" fmla="*/ 7 w 35"/>
                  <a:gd name="T7" fmla="*/ 17 h 17"/>
                  <a:gd name="T8" fmla="*/ 0 w 35"/>
                  <a:gd name="T9" fmla="*/ 11 h 17"/>
                  <a:gd name="T10" fmla="*/ 0 w 35"/>
                  <a:gd name="T11" fmla="*/ 6 h 17"/>
                  <a:gd name="T12" fmla="*/ 7 w 3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35" h="17">
                    <a:moveTo>
                      <a:pt x="7" y="0"/>
                    </a:moveTo>
                    <a:cubicBezTo>
                      <a:pt x="35" y="0"/>
                      <a:pt x="35" y="0"/>
                      <a:pt x="35" y="0"/>
                    </a:cubicBezTo>
                    <a:cubicBezTo>
                      <a:pt x="35" y="17"/>
                      <a:pt x="35" y="17"/>
                      <a:pt x="35" y="17"/>
                    </a:cubicBezTo>
                    <a:cubicBezTo>
                      <a:pt x="7" y="17"/>
                      <a:pt x="7" y="17"/>
                      <a:pt x="7" y="17"/>
                    </a:cubicBezTo>
                    <a:cubicBezTo>
                      <a:pt x="4" y="17"/>
                      <a:pt x="0" y="14"/>
                      <a:pt x="0" y="11"/>
                    </a:cubicBezTo>
                    <a:cubicBezTo>
                      <a:pt x="0" y="6"/>
                      <a:pt x="0" y="6"/>
                      <a:pt x="0" y="6"/>
                    </a:cubicBezTo>
                    <a:cubicBezTo>
                      <a:pt x="0" y="2"/>
                      <a:pt x="4" y="0"/>
                      <a:pt x="7"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0" name="Freeform 64"/>
              <p:cNvSpPr>
                <a:spLocks/>
              </p:cNvSpPr>
              <p:nvPr/>
            </p:nvSpPr>
            <p:spPr bwMode="auto">
              <a:xfrm>
                <a:off x="8027988" y="4471988"/>
                <a:ext cx="644525" cy="293688"/>
              </a:xfrm>
              <a:custGeom>
                <a:avLst/>
                <a:gdLst>
                  <a:gd name="T0" fmla="*/ 7 w 35"/>
                  <a:gd name="T1" fmla="*/ 0 h 16"/>
                  <a:gd name="T2" fmla="*/ 35 w 35"/>
                  <a:gd name="T3" fmla="*/ 0 h 16"/>
                  <a:gd name="T4" fmla="*/ 35 w 35"/>
                  <a:gd name="T5" fmla="*/ 16 h 16"/>
                  <a:gd name="T6" fmla="*/ 7 w 35"/>
                  <a:gd name="T7" fmla="*/ 16 h 16"/>
                  <a:gd name="T8" fmla="*/ 0 w 35"/>
                  <a:gd name="T9" fmla="*/ 10 h 16"/>
                  <a:gd name="T10" fmla="*/ 0 w 35"/>
                  <a:gd name="T11" fmla="*/ 6 h 16"/>
                  <a:gd name="T12" fmla="*/ 7 w 35"/>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35" h="16">
                    <a:moveTo>
                      <a:pt x="7" y="0"/>
                    </a:moveTo>
                    <a:cubicBezTo>
                      <a:pt x="35" y="0"/>
                      <a:pt x="35" y="0"/>
                      <a:pt x="35" y="0"/>
                    </a:cubicBezTo>
                    <a:cubicBezTo>
                      <a:pt x="35" y="16"/>
                      <a:pt x="35" y="16"/>
                      <a:pt x="35" y="16"/>
                    </a:cubicBezTo>
                    <a:cubicBezTo>
                      <a:pt x="7" y="16"/>
                      <a:pt x="7" y="16"/>
                      <a:pt x="7" y="16"/>
                    </a:cubicBezTo>
                    <a:cubicBezTo>
                      <a:pt x="4" y="16"/>
                      <a:pt x="0" y="13"/>
                      <a:pt x="0" y="10"/>
                    </a:cubicBezTo>
                    <a:cubicBezTo>
                      <a:pt x="0" y="6"/>
                      <a:pt x="0" y="6"/>
                      <a:pt x="0" y="6"/>
                    </a:cubicBezTo>
                    <a:cubicBezTo>
                      <a:pt x="0" y="3"/>
                      <a:pt x="4" y="0"/>
                      <a:pt x="7"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1" name="Freeform 65"/>
              <p:cNvSpPr>
                <a:spLocks/>
              </p:cNvSpPr>
              <p:nvPr/>
            </p:nvSpPr>
            <p:spPr bwMode="auto">
              <a:xfrm>
                <a:off x="8047038" y="4397376"/>
                <a:ext cx="1250950" cy="74613"/>
              </a:xfrm>
              <a:custGeom>
                <a:avLst/>
                <a:gdLst>
                  <a:gd name="T0" fmla="*/ 68 w 68"/>
                  <a:gd name="T1" fmla="*/ 0 h 4"/>
                  <a:gd name="T2" fmla="*/ 62 w 68"/>
                  <a:gd name="T3" fmla="*/ 4 h 4"/>
                  <a:gd name="T4" fmla="*/ 6 w 68"/>
                  <a:gd name="T5" fmla="*/ 4 h 4"/>
                  <a:gd name="T6" fmla="*/ 0 w 68"/>
                  <a:gd name="T7" fmla="*/ 0 h 4"/>
                  <a:gd name="T8" fmla="*/ 68 w 68"/>
                  <a:gd name="T9" fmla="*/ 0 h 4"/>
                </a:gdLst>
                <a:ahLst/>
                <a:cxnLst>
                  <a:cxn ang="0">
                    <a:pos x="T0" y="T1"/>
                  </a:cxn>
                  <a:cxn ang="0">
                    <a:pos x="T2" y="T3"/>
                  </a:cxn>
                  <a:cxn ang="0">
                    <a:pos x="T4" y="T5"/>
                  </a:cxn>
                  <a:cxn ang="0">
                    <a:pos x="T6" y="T7"/>
                  </a:cxn>
                  <a:cxn ang="0">
                    <a:pos x="T8" y="T9"/>
                  </a:cxn>
                </a:cxnLst>
                <a:rect l="0" t="0" r="r" b="b"/>
                <a:pathLst>
                  <a:path w="68" h="4">
                    <a:moveTo>
                      <a:pt x="68" y="0"/>
                    </a:moveTo>
                    <a:cubicBezTo>
                      <a:pt x="67" y="2"/>
                      <a:pt x="64" y="4"/>
                      <a:pt x="62" y="4"/>
                    </a:cubicBezTo>
                    <a:cubicBezTo>
                      <a:pt x="6" y="4"/>
                      <a:pt x="6" y="4"/>
                      <a:pt x="6" y="4"/>
                    </a:cubicBezTo>
                    <a:cubicBezTo>
                      <a:pt x="3" y="4"/>
                      <a:pt x="1" y="2"/>
                      <a:pt x="0" y="0"/>
                    </a:cubicBezTo>
                    <a:lnTo>
                      <a:pt x="68"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2" name="Rectangle 66"/>
              <p:cNvSpPr>
                <a:spLocks noChangeArrowheads="1"/>
              </p:cNvSpPr>
              <p:nvPr/>
            </p:nvSpPr>
            <p:spPr bwMode="auto">
              <a:xfrm>
                <a:off x="8580438" y="4748213"/>
                <a:ext cx="165100" cy="36671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3" name="Rectangle 67"/>
              <p:cNvSpPr>
                <a:spLocks noChangeArrowheads="1"/>
              </p:cNvSpPr>
              <p:nvPr/>
            </p:nvSpPr>
            <p:spPr bwMode="auto">
              <a:xfrm>
                <a:off x="8580438" y="4748213"/>
                <a:ext cx="92075" cy="366713"/>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4" name="Freeform 68"/>
              <p:cNvSpPr>
                <a:spLocks/>
              </p:cNvSpPr>
              <p:nvPr/>
            </p:nvSpPr>
            <p:spPr bwMode="auto">
              <a:xfrm>
                <a:off x="8047038" y="4692651"/>
                <a:ext cx="1250950" cy="73025"/>
              </a:xfrm>
              <a:custGeom>
                <a:avLst/>
                <a:gdLst>
                  <a:gd name="T0" fmla="*/ 68 w 68"/>
                  <a:gd name="T1" fmla="*/ 0 h 4"/>
                  <a:gd name="T2" fmla="*/ 62 w 68"/>
                  <a:gd name="T3" fmla="*/ 4 h 4"/>
                  <a:gd name="T4" fmla="*/ 6 w 68"/>
                  <a:gd name="T5" fmla="*/ 4 h 4"/>
                  <a:gd name="T6" fmla="*/ 0 w 68"/>
                  <a:gd name="T7" fmla="*/ 0 h 4"/>
                  <a:gd name="T8" fmla="*/ 68 w 68"/>
                  <a:gd name="T9" fmla="*/ 0 h 4"/>
                </a:gdLst>
                <a:ahLst/>
                <a:cxnLst>
                  <a:cxn ang="0">
                    <a:pos x="T0" y="T1"/>
                  </a:cxn>
                  <a:cxn ang="0">
                    <a:pos x="T2" y="T3"/>
                  </a:cxn>
                  <a:cxn ang="0">
                    <a:pos x="T4" y="T5"/>
                  </a:cxn>
                  <a:cxn ang="0">
                    <a:pos x="T6" y="T7"/>
                  </a:cxn>
                  <a:cxn ang="0">
                    <a:pos x="T8" y="T9"/>
                  </a:cxn>
                </a:cxnLst>
                <a:rect l="0" t="0" r="r" b="b"/>
                <a:pathLst>
                  <a:path w="68" h="4">
                    <a:moveTo>
                      <a:pt x="68" y="0"/>
                    </a:moveTo>
                    <a:cubicBezTo>
                      <a:pt x="67" y="2"/>
                      <a:pt x="65" y="4"/>
                      <a:pt x="62" y="4"/>
                    </a:cubicBezTo>
                    <a:cubicBezTo>
                      <a:pt x="6" y="4"/>
                      <a:pt x="6" y="4"/>
                      <a:pt x="6" y="4"/>
                    </a:cubicBezTo>
                    <a:cubicBezTo>
                      <a:pt x="3" y="4"/>
                      <a:pt x="1" y="2"/>
                      <a:pt x="0" y="0"/>
                    </a:cubicBezTo>
                    <a:lnTo>
                      <a:pt x="68"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5" name="Rectangle 69"/>
              <p:cNvSpPr>
                <a:spLocks noChangeArrowheads="1"/>
              </p:cNvSpPr>
              <p:nvPr/>
            </p:nvSpPr>
            <p:spPr bwMode="auto">
              <a:xfrm>
                <a:off x="8580438" y="5410201"/>
                <a:ext cx="165100" cy="77311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6" name="Rectangle 70"/>
              <p:cNvSpPr>
                <a:spLocks noChangeArrowheads="1"/>
              </p:cNvSpPr>
              <p:nvPr/>
            </p:nvSpPr>
            <p:spPr bwMode="auto">
              <a:xfrm>
                <a:off x="8580438" y="5410201"/>
                <a:ext cx="92075" cy="773113"/>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7" name="Freeform 71"/>
              <p:cNvSpPr>
                <a:spLocks/>
              </p:cNvSpPr>
              <p:nvPr/>
            </p:nvSpPr>
            <p:spPr bwMode="auto">
              <a:xfrm>
                <a:off x="7974013" y="5318126"/>
                <a:ext cx="1379537" cy="92075"/>
              </a:xfrm>
              <a:custGeom>
                <a:avLst/>
                <a:gdLst>
                  <a:gd name="T0" fmla="*/ 75 w 75"/>
                  <a:gd name="T1" fmla="*/ 0 h 5"/>
                  <a:gd name="T2" fmla="*/ 67 w 75"/>
                  <a:gd name="T3" fmla="*/ 5 h 5"/>
                  <a:gd name="T4" fmla="*/ 8 w 75"/>
                  <a:gd name="T5" fmla="*/ 5 h 5"/>
                  <a:gd name="T6" fmla="*/ 0 w 75"/>
                  <a:gd name="T7" fmla="*/ 0 h 5"/>
                  <a:gd name="T8" fmla="*/ 75 w 75"/>
                  <a:gd name="T9" fmla="*/ 0 h 5"/>
                </a:gdLst>
                <a:ahLst/>
                <a:cxnLst>
                  <a:cxn ang="0">
                    <a:pos x="T0" y="T1"/>
                  </a:cxn>
                  <a:cxn ang="0">
                    <a:pos x="T2" y="T3"/>
                  </a:cxn>
                  <a:cxn ang="0">
                    <a:pos x="T4" y="T5"/>
                  </a:cxn>
                  <a:cxn ang="0">
                    <a:pos x="T6" y="T7"/>
                  </a:cxn>
                  <a:cxn ang="0">
                    <a:pos x="T8" y="T9"/>
                  </a:cxn>
                </a:cxnLst>
                <a:rect l="0" t="0" r="r" b="b"/>
                <a:pathLst>
                  <a:path w="75" h="5">
                    <a:moveTo>
                      <a:pt x="75" y="0"/>
                    </a:moveTo>
                    <a:cubicBezTo>
                      <a:pt x="75" y="3"/>
                      <a:pt x="71" y="5"/>
                      <a:pt x="67" y="5"/>
                    </a:cubicBezTo>
                    <a:cubicBezTo>
                      <a:pt x="8" y="5"/>
                      <a:pt x="8" y="5"/>
                      <a:pt x="8" y="5"/>
                    </a:cubicBezTo>
                    <a:cubicBezTo>
                      <a:pt x="4" y="5"/>
                      <a:pt x="1" y="3"/>
                      <a:pt x="0" y="0"/>
                    </a:cubicBezTo>
                    <a:lnTo>
                      <a:pt x="75"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8" name="Rectangle 72"/>
              <p:cNvSpPr>
                <a:spLocks noChangeArrowheads="1"/>
              </p:cNvSpPr>
              <p:nvPr/>
            </p:nvSpPr>
            <p:spPr bwMode="auto">
              <a:xfrm>
                <a:off x="8286750" y="6164263"/>
                <a:ext cx="754062" cy="73025"/>
              </a:xfrm>
              <a:prstGeom prst="rect">
                <a:avLst/>
              </a:prstGeom>
              <a:solidFill>
                <a:srgbClr val="B7B7B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9" name="Rectangle 73"/>
              <p:cNvSpPr>
                <a:spLocks noChangeArrowheads="1"/>
              </p:cNvSpPr>
              <p:nvPr/>
            </p:nvSpPr>
            <p:spPr bwMode="auto">
              <a:xfrm>
                <a:off x="8286750" y="6219826"/>
                <a:ext cx="754062" cy="17463"/>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0" name="Rectangle 74"/>
              <p:cNvSpPr>
                <a:spLocks noChangeArrowheads="1"/>
              </p:cNvSpPr>
              <p:nvPr/>
            </p:nvSpPr>
            <p:spPr bwMode="auto">
              <a:xfrm>
                <a:off x="8304213" y="6237288"/>
                <a:ext cx="36512" cy="147638"/>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1" name="Rectangle 75"/>
              <p:cNvSpPr>
                <a:spLocks noChangeArrowheads="1"/>
              </p:cNvSpPr>
              <p:nvPr/>
            </p:nvSpPr>
            <p:spPr bwMode="auto">
              <a:xfrm>
                <a:off x="8304213" y="6237288"/>
                <a:ext cx="36512" cy="36513"/>
              </a:xfrm>
              <a:prstGeom prst="rect">
                <a:avLst/>
              </a:prstGeom>
              <a:solidFill>
                <a:srgbClr val="707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2" name="Oval 76"/>
              <p:cNvSpPr>
                <a:spLocks noChangeArrowheads="1"/>
              </p:cNvSpPr>
              <p:nvPr/>
            </p:nvSpPr>
            <p:spPr bwMode="auto">
              <a:xfrm>
                <a:off x="8212138" y="6348413"/>
                <a:ext cx="203200" cy="184150"/>
              </a:xfrm>
              <a:prstGeom prst="ellipse">
                <a:avLst/>
              </a:pr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3" name="Oval 77"/>
              <p:cNvSpPr>
                <a:spLocks noChangeArrowheads="1"/>
              </p:cNvSpPr>
              <p:nvPr/>
            </p:nvSpPr>
            <p:spPr bwMode="auto">
              <a:xfrm>
                <a:off x="8267700" y="6384926"/>
                <a:ext cx="111125" cy="111125"/>
              </a:xfrm>
              <a:prstGeom prst="ellipse">
                <a:avLst/>
              </a:prstGeom>
              <a:solidFill>
                <a:srgbClr val="8D91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4" name="Rectangle 78"/>
              <p:cNvSpPr>
                <a:spLocks noChangeArrowheads="1"/>
              </p:cNvSpPr>
              <p:nvPr/>
            </p:nvSpPr>
            <p:spPr bwMode="auto">
              <a:xfrm>
                <a:off x="8985250" y="6237288"/>
                <a:ext cx="36512" cy="147638"/>
              </a:xfrm>
              <a:prstGeom prst="rect">
                <a:avLst/>
              </a:prstGeom>
              <a:solidFill>
                <a:srgbClr val="8D91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5" name="Rectangle 79"/>
              <p:cNvSpPr>
                <a:spLocks noChangeArrowheads="1"/>
              </p:cNvSpPr>
              <p:nvPr/>
            </p:nvSpPr>
            <p:spPr bwMode="auto">
              <a:xfrm>
                <a:off x="8985250" y="6237288"/>
                <a:ext cx="36512" cy="36513"/>
              </a:xfrm>
              <a:prstGeom prst="rect">
                <a:avLst/>
              </a:prstGeom>
              <a:solidFill>
                <a:srgbClr val="70767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6" name="Oval 80"/>
              <p:cNvSpPr>
                <a:spLocks noChangeArrowheads="1"/>
              </p:cNvSpPr>
              <p:nvPr/>
            </p:nvSpPr>
            <p:spPr bwMode="auto">
              <a:xfrm>
                <a:off x="8893175" y="6348413"/>
                <a:ext cx="203200" cy="184150"/>
              </a:xfrm>
              <a:prstGeom prst="ellipse">
                <a:avLst/>
              </a:pr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7" name="Oval 81"/>
              <p:cNvSpPr>
                <a:spLocks noChangeArrowheads="1"/>
              </p:cNvSpPr>
              <p:nvPr/>
            </p:nvSpPr>
            <p:spPr bwMode="auto">
              <a:xfrm>
                <a:off x="8948738" y="6384926"/>
                <a:ext cx="111125" cy="111125"/>
              </a:xfrm>
              <a:prstGeom prst="ellipse">
                <a:avLst/>
              </a:prstGeom>
              <a:solidFill>
                <a:srgbClr val="8D91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8" name="Freeform 82"/>
              <p:cNvSpPr>
                <a:spLocks/>
              </p:cNvSpPr>
              <p:nvPr/>
            </p:nvSpPr>
            <p:spPr bwMode="auto">
              <a:xfrm>
                <a:off x="7531100" y="3441701"/>
                <a:ext cx="865187" cy="735013"/>
              </a:xfrm>
              <a:custGeom>
                <a:avLst/>
                <a:gdLst>
                  <a:gd name="T0" fmla="*/ 11 w 47"/>
                  <a:gd name="T1" fmla="*/ 40 h 40"/>
                  <a:gd name="T2" fmla="*/ 27 w 47"/>
                  <a:gd name="T3" fmla="*/ 28 h 40"/>
                  <a:gd name="T4" fmla="*/ 43 w 47"/>
                  <a:gd name="T5" fmla="*/ 12 h 40"/>
                  <a:gd name="T6" fmla="*/ 33 w 47"/>
                  <a:gd name="T7" fmla="*/ 0 h 40"/>
                  <a:gd name="T8" fmla="*/ 33 w 47"/>
                  <a:gd name="T9" fmla="*/ 0 h 40"/>
                  <a:gd name="T10" fmla="*/ 10 w 47"/>
                  <a:gd name="T11" fmla="*/ 20 h 40"/>
                  <a:gd name="T12" fmla="*/ 11 w 4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11" y="40"/>
                    </a:moveTo>
                    <a:cubicBezTo>
                      <a:pt x="19" y="40"/>
                      <a:pt x="23" y="32"/>
                      <a:pt x="27" y="28"/>
                    </a:cubicBezTo>
                    <a:cubicBezTo>
                      <a:pt x="43" y="12"/>
                      <a:pt x="43" y="12"/>
                      <a:pt x="43" y="12"/>
                    </a:cubicBezTo>
                    <a:cubicBezTo>
                      <a:pt x="47" y="8"/>
                      <a:pt x="39" y="1"/>
                      <a:pt x="33" y="0"/>
                    </a:cubicBezTo>
                    <a:cubicBezTo>
                      <a:pt x="33" y="0"/>
                      <a:pt x="33" y="0"/>
                      <a:pt x="33" y="0"/>
                    </a:cubicBezTo>
                    <a:cubicBezTo>
                      <a:pt x="30" y="0"/>
                      <a:pt x="19" y="11"/>
                      <a:pt x="10" y="20"/>
                    </a:cubicBezTo>
                    <a:cubicBezTo>
                      <a:pt x="0" y="30"/>
                      <a:pt x="1" y="40"/>
                      <a:pt x="11" y="40"/>
                    </a:cubicBezTo>
                    <a:close/>
                  </a:path>
                </a:pathLst>
              </a:custGeom>
              <a:solidFill>
                <a:srgbClr val="5362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9" name="Freeform 83"/>
              <p:cNvSpPr>
                <a:spLocks/>
              </p:cNvSpPr>
              <p:nvPr/>
            </p:nvSpPr>
            <p:spPr bwMode="auto">
              <a:xfrm>
                <a:off x="7954963" y="3735388"/>
                <a:ext cx="1435100" cy="460375"/>
              </a:xfrm>
              <a:custGeom>
                <a:avLst/>
                <a:gdLst>
                  <a:gd name="T0" fmla="*/ 8 w 78"/>
                  <a:gd name="T1" fmla="*/ 0 h 25"/>
                  <a:gd name="T2" fmla="*/ 70 w 78"/>
                  <a:gd name="T3" fmla="*/ 0 h 25"/>
                  <a:gd name="T4" fmla="*/ 78 w 78"/>
                  <a:gd name="T5" fmla="*/ 9 h 25"/>
                  <a:gd name="T6" fmla="*/ 78 w 78"/>
                  <a:gd name="T7" fmla="*/ 16 h 25"/>
                  <a:gd name="T8" fmla="*/ 70 w 78"/>
                  <a:gd name="T9" fmla="*/ 25 h 25"/>
                  <a:gd name="T10" fmla="*/ 8 w 78"/>
                  <a:gd name="T11" fmla="*/ 25 h 25"/>
                  <a:gd name="T12" fmla="*/ 0 w 78"/>
                  <a:gd name="T13" fmla="*/ 16 h 25"/>
                  <a:gd name="T14" fmla="*/ 0 w 78"/>
                  <a:gd name="T15" fmla="*/ 9 h 25"/>
                  <a:gd name="T16" fmla="*/ 8 w 78"/>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25">
                    <a:moveTo>
                      <a:pt x="8" y="0"/>
                    </a:moveTo>
                    <a:cubicBezTo>
                      <a:pt x="70" y="0"/>
                      <a:pt x="70" y="0"/>
                      <a:pt x="70" y="0"/>
                    </a:cubicBezTo>
                    <a:cubicBezTo>
                      <a:pt x="74" y="0"/>
                      <a:pt x="78" y="4"/>
                      <a:pt x="78" y="9"/>
                    </a:cubicBezTo>
                    <a:cubicBezTo>
                      <a:pt x="78" y="16"/>
                      <a:pt x="78" y="16"/>
                      <a:pt x="78" y="16"/>
                    </a:cubicBezTo>
                    <a:cubicBezTo>
                      <a:pt x="78" y="21"/>
                      <a:pt x="74" y="25"/>
                      <a:pt x="70" y="25"/>
                    </a:cubicBezTo>
                    <a:cubicBezTo>
                      <a:pt x="8" y="25"/>
                      <a:pt x="8" y="25"/>
                      <a:pt x="8" y="25"/>
                    </a:cubicBezTo>
                    <a:cubicBezTo>
                      <a:pt x="4" y="25"/>
                      <a:pt x="0" y="21"/>
                      <a:pt x="0" y="16"/>
                    </a:cubicBezTo>
                    <a:cubicBezTo>
                      <a:pt x="0" y="9"/>
                      <a:pt x="0" y="9"/>
                      <a:pt x="0" y="9"/>
                    </a:cubicBezTo>
                    <a:cubicBezTo>
                      <a:pt x="0" y="4"/>
                      <a:pt x="4" y="0"/>
                      <a:pt x="8" y="0"/>
                    </a:cubicBezTo>
                    <a:close/>
                  </a:path>
                </a:pathLst>
              </a:custGeom>
              <a:solidFill>
                <a:srgbClr val="EEA92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0" name="Freeform 84"/>
              <p:cNvSpPr>
                <a:spLocks/>
              </p:cNvSpPr>
              <p:nvPr/>
            </p:nvSpPr>
            <p:spPr bwMode="auto">
              <a:xfrm>
                <a:off x="7954963" y="3735388"/>
                <a:ext cx="698500" cy="460375"/>
              </a:xfrm>
              <a:custGeom>
                <a:avLst/>
                <a:gdLst>
                  <a:gd name="T0" fmla="*/ 8 w 38"/>
                  <a:gd name="T1" fmla="*/ 0 h 25"/>
                  <a:gd name="T2" fmla="*/ 38 w 38"/>
                  <a:gd name="T3" fmla="*/ 0 h 25"/>
                  <a:gd name="T4" fmla="*/ 38 w 38"/>
                  <a:gd name="T5" fmla="*/ 25 h 25"/>
                  <a:gd name="T6" fmla="*/ 8 w 38"/>
                  <a:gd name="T7" fmla="*/ 25 h 25"/>
                  <a:gd name="T8" fmla="*/ 0 w 38"/>
                  <a:gd name="T9" fmla="*/ 16 h 25"/>
                  <a:gd name="T10" fmla="*/ 0 w 38"/>
                  <a:gd name="T11" fmla="*/ 9 h 25"/>
                  <a:gd name="T12" fmla="*/ 8 w 3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38" h="25">
                    <a:moveTo>
                      <a:pt x="8" y="0"/>
                    </a:moveTo>
                    <a:cubicBezTo>
                      <a:pt x="38" y="0"/>
                      <a:pt x="38" y="0"/>
                      <a:pt x="38" y="0"/>
                    </a:cubicBezTo>
                    <a:cubicBezTo>
                      <a:pt x="38" y="25"/>
                      <a:pt x="38" y="25"/>
                      <a:pt x="38" y="25"/>
                    </a:cubicBezTo>
                    <a:cubicBezTo>
                      <a:pt x="8" y="25"/>
                      <a:pt x="8" y="25"/>
                      <a:pt x="8" y="25"/>
                    </a:cubicBezTo>
                    <a:cubicBezTo>
                      <a:pt x="4" y="25"/>
                      <a:pt x="0" y="21"/>
                      <a:pt x="0" y="16"/>
                    </a:cubicBezTo>
                    <a:cubicBezTo>
                      <a:pt x="0" y="9"/>
                      <a:pt x="0" y="9"/>
                      <a:pt x="0" y="9"/>
                    </a:cubicBezTo>
                    <a:cubicBezTo>
                      <a:pt x="0" y="4"/>
                      <a:pt x="4" y="0"/>
                      <a:pt x="8" y="0"/>
                    </a:cubicBezTo>
                    <a:close/>
                  </a:path>
                </a:pathLst>
              </a:custGeom>
              <a:solidFill>
                <a:srgbClr val="EEA9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1" name="Freeform 85"/>
              <p:cNvSpPr>
                <a:spLocks/>
              </p:cNvSpPr>
              <p:nvPr/>
            </p:nvSpPr>
            <p:spPr bwMode="auto">
              <a:xfrm>
                <a:off x="7974013" y="4103688"/>
                <a:ext cx="1398587" cy="92075"/>
              </a:xfrm>
              <a:custGeom>
                <a:avLst/>
                <a:gdLst>
                  <a:gd name="T0" fmla="*/ 76 w 76"/>
                  <a:gd name="T1" fmla="*/ 0 h 5"/>
                  <a:gd name="T2" fmla="*/ 69 w 76"/>
                  <a:gd name="T3" fmla="*/ 5 h 5"/>
                  <a:gd name="T4" fmla="*/ 7 w 76"/>
                  <a:gd name="T5" fmla="*/ 5 h 5"/>
                  <a:gd name="T6" fmla="*/ 0 w 76"/>
                  <a:gd name="T7" fmla="*/ 0 h 5"/>
                  <a:gd name="T8" fmla="*/ 76 w 76"/>
                  <a:gd name="T9" fmla="*/ 0 h 5"/>
                </a:gdLst>
                <a:ahLst/>
                <a:cxnLst>
                  <a:cxn ang="0">
                    <a:pos x="T0" y="T1"/>
                  </a:cxn>
                  <a:cxn ang="0">
                    <a:pos x="T2" y="T3"/>
                  </a:cxn>
                  <a:cxn ang="0">
                    <a:pos x="T4" y="T5"/>
                  </a:cxn>
                  <a:cxn ang="0">
                    <a:pos x="T6" y="T7"/>
                  </a:cxn>
                  <a:cxn ang="0">
                    <a:pos x="T8" y="T9"/>
                  </a:cxn>
                </a:cxnLst>
                <a:rect l="0" t="0" r="r" b="b"/>
                <a:pathLst>
                  <a:path w="76" h="5">
                    <a:moveTo>
                      <a:pt x="76" y="0"/>
                    </a:moveTo>
                    <a:cubicBezTo>
                      <a:pt x="75" y="3"/>
                      <a:pt x="72" y="5"/>
                      <a:pt x="69" y="5"/>
                    </a:cubicBezTo>
                    <a:cubicBezTo>
                      <a:pt x="7" y="5"/>
                      <a:pt x="7" y="5"/>
                      <a:pt x="7" y="5"/>
                    </a:cubicBezTo>
                    <a:cubicBezTo>
                      <a:pt x="4" y="5"/>
                      <a:pt x="1" y="3"/>
                      <a:pt x="0" y="0"/>
                    </a:cubicBezTo>
                    <a:lnTo>
                      <a:pt x="76" y="0"/>
                    </a:lnTo>
                    <a:close/>
                  </a:path>
                </a:pathLst>
              </a:custGeom>
              <a:solidFill>
                <a:srgbClr val="C97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sp>
        <p:nvSpPr>
          <p:cNvPr id="116" name="TextBox 115"/>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11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bg1"/>
                    </a:gs>
                    <a:gs pos="30000">
                      <a:schemeClr val="bg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115" name="Picture 114"/>
          <p:cNvPicPr>
            <a:picLocks noChangeAspect="1"/>
          </p:cNvPicPr>
          <p:nvPr userDrawn="1"/>
        </p:nvPicPr>
        <p:blipFill>
          <a:blip r:embed="rId2"/>
          <a:stretch>
            <a:fillRect/>
          </a:stretch>
        </p:blipFill>
        <p:spPr>
          <a:xfrm>
            <a:off x="436564" y="6148991"/>
            <a:ext cx="1161288" cy="368611"/>
          </a:xfrm>
          <a:prstGeom prst="rect">
            <a:avLst/>
          </a:prstGeom>
        </p:spPr>
      </p:pic>
    </p:spTree>
    <p:extLst>
      <p:ext uri="{BB962C8B-B14F-4D97-AF65-F5344CB8AC3E}">
        <p14:creationId xmlns:p14="http://schemas.microsoft.com/office/powerpoint/2010/main" val="166554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extBox 2"/>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5" name="Footer Placeholder 4"/>
          <p:cNvSpPr>
            <a:spLocks noGrp="1"/>
          </p:cNvSpPr>
          <p:nvPr>
            <p:ph type="ftr" sz="quarter" idx="11"/>
          </p:nvPr>
        </p:nvSpPr>
        <p:spPr/>
        <p:txBody>
          <a:bodyPr/>
          <a:lstStyle/>
          <a:p>
            <a:pPr>
              <a:defRPr/>
            </a:pPr>
            <a:r>
              <a:rPr lang="en-US" sz="1400" dirty="0" smtClean="0">
                <a:gradFill>
                  <a:gsLst>
                    <a:gs pos="8367">
                      <a:srgbClr val="000000"/>
                    </a:gs>
                    <a:gs pos="31000">
                      <a:srgbClr val="000000"/>
                    </a:gs>
                  </a:gsLst>
                  <a:lin ang="5400000" scaled="0"/>
                </a:gradFill>
              </a:rPr>
              <a:t>&lt;</a:t>
            </a:r>
            <a:r>
              <a:rPr lang="en-US" sz="1400" dirty="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dirty="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8" name="Picture 7"/>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35863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Footer Placeholder 2"/>
          <p:cNvSpPr>
            <a:spLocks noGrp="1"/>
          </p:cNvSpPr>
          <p:nvPr>
            <p:ph type="ftr" sz="quarter" idx="16"/>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8" name="Picture 7"/>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61360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gradFill>
                  <a:gsLst>
                    <a:gs pos="1250">
                      <a:schemeClr val="tx2"/>
                    </a:gs>
                    <a:gs pos="99000">
                      <a:schemeClr val="tx2"/>
                    </a:gs>
                  </a:gsLst>
                  <a:lin ang="5400000" scaled="0"/>
                </a:gra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2" name="Footer Placeholder 1"/>
          <p:cNvSpPr>
            <a:spLocks noGrp="1"/>
          </p:cNvSpPr>
          <p:nvPr>
            <p:ph type="ftr" sz="quarter" idx="11"/>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86123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2" name="Footer Placeholder 1"/>
          <p:cNvSpPr>
            <a:spLocks noGrp="1"/>
          </p:cNvSpPr>
          <p:nvPr>
            <p:ph type="ftr" sz="quarter" idx="11"/>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10" name="Picture 9"/>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58870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63640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30333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411319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9" name="Picture 8"/>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74964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7" name="Picture 6"/>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52281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mo slide Light Orang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5389">
                      <a:srgbClr val="262626"/>
                    </a:gs>
                    <a:gs pos="48000">
                      <a:srgbClr val="262626"/>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rgbClr val="262626"/>
                    </a:gs>
                    <a:gs pos="26000">
                      <a:srgbClr val="262626"/>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7" name="Picture 6"/>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883792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emo slide Re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410084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mo slide Green">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9549745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mo slide Medium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0244651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slide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7835475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Demo slide Blu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0647936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smtClean="0"/>
              <a:t>Video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6" name="Picture 5"/>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4816196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Yellow Half and Half Layout">
    <p:spTree>
      <p:nvGrpSpPr>
        <p:cNvPr id="1" name=""/>
        <p:cNvGrpSpPr/>
        <p:nvPr/>
      </p:nvGrpSpPr>
      <p:grpSpPr>
        <a:xfrm>
          <a:off x="0" y="0"/>
          <a:ext cx="0" cy="0"/>
          <a:chOff x="0" y="0"/>
          <a:chExt cx="0" cy="0"/>
        </a:xfrm>
      </p:grpSpPr>
      <p:sp>
        <p:nvSpPr>
          <p:cNvPr id="3" name="Rectangle 2"/>
          <p:cNvSpPr/>
          <p:nvPr userDrawn="1"/>
        </p:nvSpPr>
        <p:spPr bwMode="auto">
          <a:xfrm>
            <a:off x="0" y="0"/>
            <a:ext cx="6244936" cy="6994525"/>
          </a:xfrm>
          <a:prstGeom prst="rect">
            <a:avLst/>
          </a:prstGeom>
          <a:solidFill>
            <a:schemeClr val="accent3"/>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 name="Text Placeholder 6"/>
          <p:cNvSpPr>
            <a:spLocks noGrp="1"/>
          </p:cNvSpPr>
          <p:nvPr>
            <p:ph type="body" sz="quarter" idx="10"/>
          </p:nvPr>
        </p:nvSpPr>
        <p:spPr>
          <a:xfrm>
            <a:off x="246063" y="2241533"/>
            <a:ext cx="5514975"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9"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0" name="TextBox 9"/>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2"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11" name="Picture 10"/>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875994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rang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1" y="0"/>
            <a:ext cx="6245352" cy="699452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FFFFFF">
                  <a:tint val="75000"/>
                </a:srgbClr>
              </a:solidFill>
            </a:endParaRPr>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42779184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5"/>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FFFFFF">
                  <a:tint val="75000"/>
                </a:srgbClr>
              </a:solidFill>
            </a:endParaRPr>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7834497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 Blu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FFFFFF">
                  <a:tint val="75000"/>
                </a:srgbClr>
              </a:solidFill>
            </a:endParaRPr>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284988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urpl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FFFFFF">
                  <a:tint val="75000"/>
                </a:srgbClr>
              </a:solidFill>
            </a:endParaRPr>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0268602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een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dirty="0" smtClean="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lang="en-US" dirty="0" smtClean="0"/>
              <a:t>Second level</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lang="en-US" dirty="0" smtClean="0"/>
          </a:p>
        </p:txBody>
      </p:sp>
      <p:sp>
        <p:nvSpPr>
          <p:cNvPr id="2" name="Footer Placeholder 1"/>
          <p:cNvSpPr>
            <a:spLocks noGrp="1"/>
          </p:cNvSpPr>
          <p:nvPr>
            <p:ph type="ftr" sz="quarter" idx="12"/>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FFFFFF">
                  <a:tint val="75000"/>
                </a:srgbClr>
              </a:solidFill>
            </a:endParaRPr>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1"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10" name="Picture 9"/>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5953364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1">
    <p:bg>
      <p:bgPr>
        <a:solidFill>
          <a:schemeClr val="accent3"/>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9163">
                      <a:schemeClr val="tx1"/>
                    </a:gs>
                    <a:gs pos="95397">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7490">
                      <a:schemeClr val="accent3">
                        <a:lumMod val="75000"/>
                      </a:schemeClr>
                    </a:gs>
                    <a:gs pos="88285">
                      <a:schemeClr val="accent3">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grpSp>
        <p:nvGrpSpPr>
          <p:cNvPr id="7" name="Group 6"/>
          <p:cNvGrpSpPr/>
          <p:nvPr userDrawn="1"/>
        </p:nvGrpSpPr>
        <p:grpSpPr>
          <a:xfrm>
            <a:off x="7657993" y="3089395"/>
            <a:ext cx="4511783" cy="3608268"/>
            <a:chOff x="6527800" y="2483620"/>
            <a:chExt cx="5473700" cy="4377555"/>
          </a:xfrm>
        </p:grpSpPr>
        <p:grpSp>
          <p:nvGrpSpPr>
            <p:cNvPr id="8" name="Group 7"/>
            <p:cNvGrpSpPr/>
            <p:nvPr/>
          </p:nvGrpSpPr>
          <p:grpSpPr>
            <a:xfrm flipH="1">
              <a:off x="8613773" y="2483620"/>
              <a:ext cx="1958976" cy="4377555"/>
              <a:chOff x="8956675" y="449263"/>
              <a:chExt cx="2063751" cy="4611687"/>
            </a:xfrm>
          </p:grpSpPr>
          <p:sp>
            <p:nvSpPr>
              <p:cNvPr id="48" name="Freeform 36"/>
              <p:cNvSpPr>
                <a:spLocks/>
              </p:cNvSpPr>
              <p:nvPr/>
            </p:nvSpPr>
            <p:spPr bwMode="auto">
              <a:xfrm>
                <a:off x="9283700" y="3189288"/>
                <a:ext cx="895350" cy="1662112"/>
              </a:xfrm>
              <a:custGeom>
                <a:avLst/>
                <a:gdLst>
                  <a:gd name="T0" fmla="*/ 0 w 564"/>
                  <a:gd name="T1" fmla="*/ 0 h 1047"/>
                  <a:gd name="T2" fmla="*/ 0 w 564"/>
                  <a:gd name="T3" fmla="*/ 0 h 1047"/>
                  <a:gd name="T4" fmla="*/ 146 w 564"/>
                  <a:gd name="T5" fmla="*/ 0 h 1047"/>
                  <a:gd name="T6" fmla="*/ 418 w 564"/>
                  <a:gd name="T7" fmla="*/ 0 h 1047"/>
                  <a:gd name="T8" fmla="*/ 564 w 564"/>
                  <a:gd name="T9" fmla="*/ 0 h 1047"/>
                  <a:gd name="T10" fmla="*/ 564 w 564"/>
                  <a:gd name="T11" fmla="*/ 158 h 1047"/>
                  <a:gd name="T12" fmla="*/ 564 w 564"/>
                  <a:gd name="T13" fmla="*/ 1047 h 1047"/>
                  <a:gd name="T14" fmla="*/ 418 w 564"/>
                  <a:gd name="T15" fmla="*/ 1047 h 1047"/>
                  <a:gd name="T16" fmla="*/ 418 w 564"/>
                  <a:gd name="T17" fmla="*/ 158 h 1047"/>
                  <a:gd name="T18" fmla="*/ 146 w 564"/>
                  <a:gd name="T19" fmla="*/ 158 h 1047"/>
                  <a:gd name="T20" fmla="*/ 146 w 564"/>
                  <a:gd name="T21" fmla="*/ 1047 h 1047"/>
                  <a:gd name="T22" fmla="*/ 0 w 564"/>
                  <a:gd name="T23" fmla="*/ 1047 h 1047"/>
                  <a:gd name="T24" fmla="*/ 0 w 564"/>
                  <a:gd name="T25" fmla="*/ 158 h 1047"/>
                  <a:gd name="T26" fmla="*/ 0 w 564"/>
                  <a:gd name="T27" fmla="*/ 158 h 1047"/>
                  <a:gd name="T28" fmla="*/ 0 w 564"/>
                  <a:gd name="T29" fmla="*/ 0 h 1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4" h="1047">
                    <a:moveTo>
                      <a:pt x="0" y="0"/>
                    </a:moveTo>
                    <a:lnTo>
                      <a:pt x="0" y="0"/>
                    </a:lnTo>
                    <a:lnTo>
                      <a:pt x="146" y="0"/>
                    </a:lnTo>
                    <a:lnTo>
                      <a:pt x="418" y="0"/>
                    </a:lnTo>
                    <a:lnTo>
                      <a:pt x="564" y="0"/>
                    </a:lnTo>
                    <a:lnTo>
                      <a:pt x="564" y="158"/>
                    </a:lnTo>
                    <a:lnTo>
                      <a:pt x="564" y="1047"/>
                    </a:lnTo>
                    <a:lnTo>
                      <a:pt x="418" y="1047"/>
                    </a:lnTo>
                    <a:lnTo>
                      <a:pt x="418" y="158"/>
                    </a:lnTo>
                    <a:lnTo>
                      <a:pt x="146" y="158"/>
                    </a:lnTo>
                    <a:lnTo>
                      <a:pt x="146" y="1047"/>
                    </a:lnTo>
                    <a:lnTo>
                      <a:pt x="0" y="1047"/>
                    </a:lnTo>
                    <a:lnTo>
                      <a:pt x="0" y="158"/>
                    </a:lnTo>
                    <a:lnTo>
                      <a:pt x="0" y="158"/>
                    </a:lnTo>
                    <a:lnTo>
                      <a:pt x="0" y="0"/>
                    </a:lnTo>
                    <a:close/>
                  </a:path>
                </a:pathLst>
              </a:custGeom>
              <a:solidFill>
                <a:srgbClr val="BB25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9" name="Freeform 37"/>
              <p:cNvSpPr>
                <a:spLocks/>
              </p:cNvSpPr>
              <p:nvPr/>
            </p:nvSpPr>
            <p:spPr bwMode="auto">
              <a:xfrm>
                <a:off x="9283700"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0" name="Freeform 38"/>
              <p:cNvSpPr>
                <a:spLocks/>
              </p:cNvSpPr>
              <p:nvPr/>
            </p:nvSpPr>
            <p:spPr bwMode="auto">
              <a:xfrm>
                <a:off x="8956675" y="1819275"/>
                <a:ext cx="1558925" cy="1370012"/>
              </a:xfrm>
              <a:custGeom>
                <a:avLst/>
                <a:gdLst>
                  <a:gd name="T0" fmla="*/ 31 w 148"/>
                  <a:gd name="T1" fmla="*/ 0 h 131"/>
                  <a:gd name="T2" fmla="*/ 116 w 148"/>
                  <a:gd name="T3" fmla="*/ 0 h 131"/>
                  <a:gd name="T4" fmla="*/ 148 w 148"/>
                  <a:gd name="T5" fmla="*/ 27 h 131"/>
                  <a:gd name="T6" fmla="*/ 148 w 148"/>
                  <a:gd name="T7" fmla="*/ 49 h 131"/>
                  <a:gd name="T8" fmla="*/ 116 w 148"/>
                  <a:gd name="T9" fmla="*/ 49 h 131"/>
                  <a:gd name="T10" fmla="*/ 116 w 148"/>
                  <a:gd name="T11" fmla="*/ 131 h 131"/>
                  <a:gd name="T12" fmla="*/ 31 w 148"/>
                  <a:gd name="T13" fmla="*/ 131 h 131"/>
                  <a:gd name="T14" fmla="*/ 31 w 148"/>
                  <a:gd name="T15" fmla="*/ 49 h 131"/>
                  <a:gd name="T16" fmla="*/ 0 w 148"/>
                  <a:gd name="T17" fmla="*/ 49 h 131"/>
                  <a:gd name="T18" fmla="*/ 0 w 148"/>
                  <a:gd name="T19" fmla="*/ 27 h 131"/>
                  <a:gd name="T20" fmla="*/ 31 w 148"/>
                  <a:gd name="T21"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8" h="131">
                    <a:moveTo>
                      <a:pt x="31" y="0"/>
                    </a:moveTo>
                    <a:cubicBezTo>
                      <a:pt x="116" y="0"/>
                      <a:pt x="116" y="0"/>
                      <a:pt x="116" y="0"/>
                    </a:cubicBezTo>
                    <a:cubicBezTo>
                      <a:pt x="134" y="0"/>
                      <a:pt x="148" y="12"/>
                      <a:pt x="148" y="27"/>
                    </a:cubicBezTo>
                    <a:cubicBezTo>
                      <a:pt x="148" y="49"/>
                      <a:pt x="148" y="49"/>
                      <a:pt x="148" y="49"/>
                    </a:cubicBezTo>
                    <a:cubicBezTo>
                      <a:pt x="116" y="49"/>
                      <a:pt x="116" y="49"/>
                      <a:pt x="116" y="49"/>
                    </a:cubicBezTo>
                    <a:cubicBezTo>
                      <a:pt x="116" y="131"/>
                      <a:pt x="116" y="131"/>
                      <a:pt x="116" y="131"/>
                    </a:cubicBezTo>
                    <a:cubicBezTo>
                      <a:pt x="31" y="131"/>
                      <a:pt x="31" y="131"/>
                      <a:pt x="31" y="131"/>
                    </a:cubicBezTo>
                    <a:cubicBezTo>
                      <a:pt x="31" y="49"/>
                      <a:pt x="31" y="49"/>
                      <a:pt x="31" y="49"/>
                    </a:cubicBezTo>
                    <a:cubicBezTo>
                      <a:pt x="0" y="49"/>
                      <a:pt x="0" y="49"/>
                      <a:pt x="0" y="49"/>
                    </a:cubicBezTo>
                    <a:cubicBezTo>
                      <a:pt x="0" y="27"/>
                      <a:pt x="0" y="27"/>
                      <a:pt x="0" y="27"/>
                    </a:cubicBezTo>
                    <a:cubicBezTo>
                      <a:pt x="0" y="12"/>
                      <a:pt x="14" y="0"/>
                      <a:pt x="3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1" name="Freeform 39"/>
              <p:cNvSpPr>
                <a:spLocks/>
              </p:cNvSpPr>
              <p:nvPr/>
            </p:nvSpPr>
            <p:spPr bwMode="auto">
              <a:xfrm>
                <a:off x="10231438" y="2332038"/>
                <a:ext cx="547688" cy="709612"/>
              </a:xfrm>
              <a:custGeom>
                <a:avLst/>
                <a:gdLst>
                  <a:gd name="T0" fmla="*/ 19 w 52"/>
                  <a:gd name="T1" fmla="*/ 68 h 68"/>
                  <a:gd name="T2" fmla="*/ 52 w 52"/>
                  <a:gd name="T3" fmla="*/ 68 h 68"/>
                  <a:gd name="T4" fmla="*/ 52 w 52"/>
                  <a:gd name="T5" fmla="*/ 48 h 68"/>
                  <a:gd name="T6" fmla="*/ 22 w 52"/>
                  <a:gd name="T7" fmla="*/ 48 h 68"/>
                  <a:gd name="T8" fmla="*/ 22 w 52"/>
                  <a:gd name="T9" fmla="*/ 0 h 68"/>
                  <a:gd name="T10" fmla="*/ 0 w 52"/>
                  <a:gd name="T11" fmla="*/ 0 h 68"/>
                  <a:gd name="T12" fmla="*/ 0 w 52"/>
                  <a:gd name="T13" fmla="*/ 51 h 68"/>
                  <a:gd name="T14" fmla="*/ 19 w 52"/>
                  <a:gd name="T15" fmla="*/ 68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68">
                    <a:moveTo>
                      <a:pt x="19" y="68"/>
                    </a:moveTo>
                    <a:cubicBezTo>
                      <a:pt x="52" y="68"/>
                      <a:pt x="52" y="68"/>
                      <a:pt x="52" y="68"/>
                    </a:cubicBezTo>
                    <a:cubicBezTo>
                      <a:pt x="52" y="48"/>
                      <a:pt x="52" y="48"/>
                      <a:pt x="52" y="48"/>
                    </a:cubicBezTo>
                    <a:cubicBezTo>
                      <a:pt x="22" y="48"/>
                      <a:pt x="22" y="48"/>
                      <a:pt x="22" y="48"/>
                    </a:cubicBezTo>
                    <a:cubicBezTo>
                      <a:pt x="22" y="0"/>
                      <a:pt x="22" y="0"/>
                      <a:pt x="22" y="0"/>
                    </a:cubicBezTo>
                    <a:cubicBezTo>
                      <a:pt x="0" y="0"/>
                      <a:pt x="0" y="0"/>
                      <a:pt x="0" y="0"/>
                    </a:cubicBezTo>
                    <a:cubicBezTo>
                      <a:pt x="0" y="51"/>
                      <a:pt x="0" y="51"/>
                      <a:pt x="0" y="51"/>
                    </a:cubicBezTo>
                    <a:cubicBezTo>
                      <a:pt x="0" y="60"/>
                      <a:pt x="8" y="68"/>
                      <a:pt x="19" y="68"/>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2" name="Rectangle 40"/>
              <p:cNvSpPr>
                <a:spLocks noChangeArrowheads="1"/>
              </p:cNvSpPr>
              <p:nvPr/>
            </p:nvSpPr>
            <p:spPr bwMode="auto">
              <a:xfrm>
                <a:off x="8999538" y="2332038"/>
                <a:ext cx="241300" cy="1222375"/>
              </a:xfrm>
              <a:prstGeom prst="rect">
                <a:avLst/>
              </a:prstGeom>
              <a:solidFill>
                <a:srgbClr val="6E583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3" name="Freeform 41"/>
              <p:cNvSpPr>
                <a:spLocks/>
              </p:cNvSpPr>
              <p:nvPr/>
            </p:nvSpPr>
            <p:spPr bwMode="auto">
              <a:xfrm>
                <a:off x="8999538" y="3355975"/>
                <a:ext cx="241300" cy="407987"/>
              </a:xfrm>
              <a:custGeom>
                <a:avLst/>
                <a:gdLst>
                  <a:gd name="T0" fmla="*/ 23 w 23"/>
                  <a:gd name="T1" fmla="*/ 0 h 39"/>
                  <a:gd name="T2" fmla="*/ 23 w 23"/>
                  <a:gd name="T3" fmla="*/ 39 h 39"/>
                  <a:gd name="T4" fmla="*/ 0 w 23"/>
                  <a:gd name="T5" fmla="*/ 19 h 39"/>
                  <a:gd name="T6" fmla="*/ 23 w 23"/>
                  <a:gd name="T7" fmla="*/ 0 h 39"/>
                </a:gdLst>
                <a:ahLst/>
                <a:cxnLst>
                  <a:cxn ang="0">
                    <a:pos x="T0" y="T1"/>
                  </a:cxn>
                  <a:cxn ang="0">
                    <a:pos x="T2" y="T3"/>
                  </a:cxn>
                  <a:cxn ang="0">
                    <a:pos x="T4" y="T5"/>
                  </a:cxn>
                  <a:cxn ang="0">
                    <a:pos x="T6" y="T7"/>
                  </a:cxn>
                </a:cxnLst>
                <a:rect l="0" t="0" r="r" b="b"/>
                <a:pathLst>
                  <a:path w="23" h="39">
                    <a:moveTo>
                      <a:pt x="23" y="0"/>
                    </a:moveTo>
                    <a:cubicBezTo>
                      <a:pt x="23" y="39"/>
                      <a:pt x="23" y="39"/>
                      <a:pt x="23" y="39"/>
                    </a:cubicBezTo>
                    <a:cubicBezTo>
                      <a:pt x="10" y="39"/>
                      <a:pt x="0" y="30"/>
                      <a:pt x="0" y="19"/>
                    </a:cubicBezTo>
                    <a:cubicBezTo>
                      <a:pt x="0" y="8"/>
                      <a:pt x="10" y="0"/>
                      <a:pt x="23"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4" name="Freeform 42"/>
              <p:cNvSpPr>
                <a:spLocks/>
              </p:cNvSpPr>
              <p:nvPr/>
            </p:nvSpPr>
            <p:spPr bwMode="auto">
              <a:xfrm>
                <a:off x="10536238" y="2833688"/>
                <a:ext cx="484188" cy="207962"/>
              </a:xfrm>
              <a:custGeom>
                <a:avLst/>
                <a:gdLst>
                  <a:gd name="T0" fmla="*/ 0 w 46"/>
                  <a:gd name="T1" fmla="*/ 0 h 20"/>
                  <a:gd name="T2" fmla="*/ 46 w 46"/>
                  <a:gd name="T3" fmla="*/ 0 h 20"/>
                  <a:gd name="T4" fmla="*/ 23 w 46"/>
                  <a:gd name="T5" fmla="*/ 20 h 20"/>
                  <a:gd name="T6" fmla="*/ 0 w 46"/>
                  <a:gd name="T7" fmla="*/ 0 h 20"/>
                </a:gdLst>
                <a:ahLst/>
                <a:cxnLst>
                  <a:cxn ang="0">
                    <a:pos x="T0" y="T1"/>
                  </a:cxn>
                  <a:cxn ang="0">
                    <a:pos x="T2" y="T3"/>
                  </a:cxn>
                  <a:cxn ang="0">
                    <a:pos x="T4" y="T5"/>
                  </a:cxn>
                  <a:cxn ang="0">
                    <a:pos x="T6" y="T7"/>
                  </a:cxn>
                </a:cxnLst>
                <a:rect l="0" t="0" r="r" b="b"/>
                <a:pathLst>
                  <a:path w="46" h="20">
                    <a:moveTo>
                      <a:pt x="0" y="0"/>
                    </a:moveTo>
                    <a:cubicBezTo>
                      <a:pt x="46" y="0"/>
                      <a:pt x="46" y="0"/>
                      <a:pt x="46" y="0"/>
                    </a:cubicBezTo>
                    <a:cubicBezTo>
                      <a:pt x="46" y="11"/>
                      <a:pt x="36" y="20"/>
                      <a:pt x="23" y="20"/>
                    </a:cubicBezTo>
                    <a:cubicBezTo>
                      <a:pt x="10" y="20"/>
                      <a:pt x="0" y="11"/>
                      <a:pt x="0" y="0"/>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5" name="Rectangle 44"/>
              <p:cNvSpPr>
                <a:spLocks noChangeArrowheads="1"/>
              </p:cNvSpPr>
              <p:nvPr/>
            </p:nvSpPr>
            <p:spPr bwMode="auto">
              <a:xfrm>
                <a:off x="8999538" y="2332038"/>
                <a:ext cx="241300"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6" name="Rectangle 45"/>
              <p:cNvSpPr>
                <a:spLocks noChangeArrowheads="1"/>
              </p:cNvSpPr>
              <p:nvPr/>
            </p:nvSpPr>
            <p:spPr bwMode="auto">
              <a:xfrm>
                <a:off x="10231438" y="2332038"/>
                <a:ext cx="231775" cy="61912"/>
              </a:xfrm>
              <a:prstGeom prst="rect">
                <a:avLst/>
              </a:prstGeom>
              <a:solidFill>
                <a:srgbClr val="4B39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7" name="Freeform 46"/>
              <p:cNvSpPr>
                <a:spLocks/>
              </p:cNvSpPr>
              <p:nvPr/>
            </p:nvSpPr>
            <p:spPr bwMode="auto">
              <a:xfrm>
                <a:off x="9947275" y="4819650"/>
                <a:ext cx="536575" cy="241300"/>
              </a:xfrm>
              <a:custGeom>
                <a:avLst/>
                <a:gdLst>
                  <a:gd name="T0" fmla="*/ 22 w 51"/>
                  <a:gd name="T1" fmla="*/ 0 h 23"/>
                  <a:gd name="T2" fmla="*/ 51 w 51"/>
                  <a:gd name="T3" fmla="*/ 23 h 23"/>
                  <a:gd name="T4" fmla="*/ 22 w 51"/>
                  <a:gd name="T5" fmla="*/ 23 h 23"/>
                  <a:gd name="T6" fmla="*/ 0 w 51"/>
                  <a:gd name="T7" fmla="*/ 23 h 23"/>
                  <a:gd name="T8" fmla="*/ 0 w 51"/>
                  <a:gd name="T9" fmla="*/ 0 h 23"/>
                  <a:gd name="T10" fmla="*/ 22 w 51"/>
                  <a:gd name="T11" fmla="*/ 0 h 23"/>
                </a:gdLst>
                <a:ahLst/>
                <a:cxnLst>
                  <a:cxn ang="0">
                    <a:pos x="T0" y="T1"/>
                  </a:cxn>
                  <a:cxn ang="0">
                    <a:pos x="T2" y="T3"/>
                  </a:cxn>
                  <a:cxn ang="0">
                    <a:pos x="T4" y="T5"/>
                  </a:cxn>
                  <a:cxn ang="0">
                    <a:pos x="T6" y="T7"/>
                  </a:cxn>
                  <a:cxn ang="0">
                    <a:pos x="T8" y="T9"/>
                  </a:cxn>
                  <a:cxn ang="0">
                    <a:pos x="T10" y="T11"/>
                  </a:cxn>
                </a:cxnLst>
                <a:rect l="0" t="0" r="r" b="b"/>
                <a:pathLst>
                  <a:path w="51" h="23">
                    <a:moveTo>
                      <a:pt x="22" y="0"/>
                    </a:moveTo>
                    <a:cubicBezTo>
                      <a:pt x="37" y="0"/>
                      <a:pt x="50" y="10"/>
                      <a:pt x="51" y="23"/>
                    </a:cubicBezTo>
                    <a:cubicBezTo>
                      <a:pt x="22" y="23"/>
                      <a:pt x="22" y="23"/>
                      <a:pt x="22" y="23"/>
                    </a:cubicBezTo>
                    <a:cubicBezTo>
                      <a:pt x="0" y="23"/>
                      <a:pt x="0" y="23"/>
                      <a:pt x="0" y="23"/>
                    </a:cubicBezTo>
                    <a:cubicBezTo>
                      <a:pt x="0" y="0"/>
                      <a:pt x="0" y="0"/>
                      <a:pt x="0" y="0"/>
                    </a:cubicBezTo>
                    <a:lnTo>
                      <a:pt x="22" y="0"/>
                    </a:lnTo>
                    <a:close/>
                  </a:path>
                </a:pathLst>
              </a:custGeom>
              <a:solidFill>
                <a:srgbClr val="5741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8" name="Freeform 47"/>
              <p:cNvSpPr>
                <a:spLocks/>
              </p:cNvSpPr>
              <p:nvPr/>
            </p:nvSpPr>
            <p:spPr bwMode="auto">
              <a:xfrm>
                <a:off x="9483725" y="1609725"/>
                <a:ext cx="515938" cy="366712"/>
              </a:xfrm>
              <a:custGeom>
                <a:avLst/>
                <a:gdLst>
                  <a:gd name="T0" fmla="*/ 0 w 49"/>
                  <a:gd name="T1" fmla="*/ 27 h 35"/>
                  <a:gd name="T2" fmla="*/ 26 w 49"/>
                  <a:gd name="T3" fmla="*/ 35 h 35"/>
                  <a:gd name="T4" fmla="*/ 49 w 49"/>
                  <a:gd name="T5" fmla="*/ 27 h 35"/>
                  <a:gd name="T6" fmla="*/ 49 w 49"/>
                  <a:gd name="T7" fmla="*/ 0 h 35"/>
                  <a:gd name="T8" fmla="*/ 0 w 49"/>
                  <a:gd name="T9" fmla="*/ 0 h 35"/>
                  <a:gd name="T10" fmla="*/ 0 w 49"/>
                  <a:gd name="T11" fmla="*/ 27 h 35"/>
                </a:gdLst>
                <a:ahLst/>
                <a:cxnLst>
                  <a:cxn ang="0">
                    <a:pos x="T0" y="T1"/>
                  </a:cxn>
                  <a:cxn ang="0">
                    <a:pos x="T2" y="T3"/>
                  </a:cxn>
                  <a:cxn ang="0">
                    <a:pos x="T4" y="T5"/>
                  </a:cxn>
                  <a:cxn ang="0">
                    <a:pos x="T6" y="T7"/>
                  </a:cxn>
                  <a:cxn ang="0">
                    <a:pos x="T8" y="T9"/>
                  </a:cxn>
                  <a:cxn ang="0">
                    <a:pos x="T10" y="T11"/>
                  </a:cxn>
                </a:cxnLst>
                <a:rect l="0" t="0" r="r" b="b"/>
                <a:pathLst>
                  <a:path w="49" h="35">
                    <a:moveTo>
                      <a:pt x="0" y="27"/>
                    </a:moveTo>
                    <a:cubicBezTo>
                      <a:pt x="0" y="33"/>
                      <a:pt x="26" y="35"/>
                      <a:pt x="26" y="35"/>
                    </a:cubicBezTo>
                    <a:cubicBezTo>
                      <a:pt x="26" y="35"/>
                      <a:pt x="49" y="32"/>
                      <a:pt x="49" y="27"/>
                    </a:cubicBezTo>
                    <a:cubicBezTo>
                      <a:pt x="49" y="22"/>
                      <a:pt x="49" y="0"/>
                      <a:pt x="49" y="0"/>
                    </a:cubicBezTo>
                    <a:cubicBezTo>
                      <a:pt x="0" y="0"/>
                      <a:pt x="0" y="0"/>
                      <a:pt x="0" y="0"/>
                    </a:cubicBezTo>
                    <a:cubicBezTo>
                      <a:pt x="0" y="0"/>
                      <a:pt x="0" y="22"/>
                      <a:pt x="0" y="27"/>
                    </a:cubicBezTo>
                    <a:close/>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9" name="Freeform 48"/>
              <p:cNvSpPr>
                <a:spLocks/>
              </p:cNvSpPr>
              <p:nvPr/>
            </p:nvSpPr>
            <p:spPr bwMode="auto">
              <a:xfrm>
                <a:off x="9483725" y="1609725"/>
                <a:ext cx="515938" cy="188912"/>
              </a:xfrm>
              <a:custGeom>
                <a:avLst/>
                <a:gdLst>
                  <a:gd name="T0" fmla="*/ 0 w 49"/>
                  <a:gd name="T1" fmla="*/ 14 h 18"/>
                  <a:gd name="T2" fmla="*/ 26 w 49"/>
                  <a:gd name="T3" fmla="*/ 18 h 18"/>
                  <a:gd name="T4" fmla="*/ 49 w 49"/>
                  <a:gd name="T5" fmla="*/ 14 h 18"/>
                  <a:gd name="T6" fmla="*/ 49 w 49"/>
                  <a:gd name="T7" fmla="*/ 0 h 18"/>
                  <a:gd name="T8" fmla="*/ 0 w 49"/>
                  <a:gd name="T9" fmla="*/ 0 h 18"/>
                  <a:gd name="T10" fmla="*/ 0 w 49"/>
                  <a:gd name="T11" fmla="*/ 14 h 18"/>
                </a:gdLst>
                <a:ahLst/>
                <a:cxnLst>
                  <a:cxn ang="0">
                    <a:pos x="T0" y="T1"/>
                  </a:cxn>
                  <a:cxn ang="0">
                    <a:pos x="T2" y="T3"/>
                  </a:cxn>
                  <a:cxn ang="0">
                    <a:pos x="T4" y="T5"/>
                  </a:cxn>
                  <a:cxn ang="0">
                    <a:pos x="T6" y="T7"/>
                  </a:cxn>
                  <a:cxn ang="0">
                    <a:pos x="T8" y="T9"/>
                  </a:cxn>
                  <a:cxn ang="0">
                    <a:pos x="T10" y="T11"/>
                  </a:cxn>
                </a:cxnLst>
                <a:rect l="0" t="0" r="r" b="b"/>
                <a:pathLst>
                  <a:path w="49" h="18">
                    <a:moveTo>
                      <a:pt x="0" y="14"/>
                    </a:moveTo>
                    <a:cubicBezTo>
                      <a:pt x="0" y="16"/>
                      <a:pt x="26" y="18"/>
                      <a:pt x="26" y="18"/>
                    </a:cubicBezTo>
                    <a:cubicBezTo>
                      <a:pt x="26" y="18"/>
                      <a:pt x="49" y="16"/>
                      <a:pt x="49" y="14"/>
                    </a:cubicBezTo>
                    <a:cubicBezTo>
                      <a:pt x="49" y="11"/>
                      <a:pt x="49" y="0"/>
                      <a:pt x="49" y="0"/>
                    </a:cubicBezTo>
                    <a:cubicBezTo>
                      <a:pt x="0" y="0"/>
                      <a:pt x="0" y="0"/>
                      <a:pt x="0" y="0"/>
                    </a:cubicBezTo>
                    <a:cubicBezTo>
                      <a:pt x="0" y="0"/>
                      <a:pt x="0" y="11"/>
                      <a:pt x="0" y="14"/>
                    </a:cubicBezTo>
                    <a:close/>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0" name="Freeform 49"/>
              <p:cNvSpPr>
                <a:spLocks/>
              </p:cNvSpPr>
              <p:nvPr/>
            </p:nvSpPr>
            <p:spPr bwMode="auto">
              <a:xfrm>
                <a:off x="9315450" y="554038"/>
                <a:ext cx="831850" cy="1139825"/>
              </a:xfrm>
              <a:custGeom>
                <a:avLst/>
                <a:gdLst>
                  <a:gd name="T0" fmla="*/ 77 w 79"/>
                  <a:gd name="T1" fmla="*/ 27 h 109"/>
                  <a:gd name="T2" fmla="*/ 62 w 79"/>
                  <a:gd name="T3" fmla="*/ 0 h 109"/>
                  <a:gd name="T4" fmla="*/ 20 w 79"/>
                  <a:gd name="T5" fmla="*/ 0 h 109"/>
                  <a:gd name="T6" fmla="*/ 7 w 79"/>
                  <a:gd name="T7" fmla="*/ 25 h 109"/>
                  <a:gd name="T8" fmla="*/ 7 w 79"/>
                  <a:gd name="T9" fmla="*/ 39 h 109"/>
                  <a:gd name="T10" fmla="*/ 0 w 79"/>
                  <a:gd name="T11" fmla="*/ 41 h 109"/>
                  <a:gd name="T12" fmla="*/ 0 w 79"/>
                  <a:gd name="T13" fmla="*/ 43 h 109"/>
                  <a:gd name="T14" fmla="*/ 0 w 79"/>
                  <a:gd name="T15" fmla="*/ 55 h 109"/>
                  <a:gd name="T16" fmla="*/ 1 w 79"/>
                  <a:gd name="T17" fmla="*/ 62 h 109"/>
                  <a:gd name="T18" fmla="*/ 1 w 79"/>
                  <a:gd name="T19" fmla="*/ 90 h 109"/>
                  <a:gd name="T20" fmla="*/ 45 w 79"/>
                  <a:gd name="T21" fmla="*/ 109 h 109"/>
                  <a:gd name="T22" fmla="*/ 79 w 79"/>
                  <a:gd name="T23" fmla="*/ 90 h 109"/>
                  <a:gd name="T24" fmla="*/ 79 w 79"/>
                  <a:gd name="T25" fmla="*/ 74 h 109"/>
                  <a:gd name="T26" fmla="*/ 77 w 79"/>
                  <a:gd name="T27" fmla="*/ 2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 h="109">
                    <a:moveTo>
                      <a:pt x="77" y="27"/>
                    </a:moveTo>
                    <a:cubicBezTo>
                      <a:pt x="77" y="24"/>
                      <a:pt x="71" y="0"/>
                      <a:pt x="62" y="0"/>
                    </a:cubicBezTo>
                    <a:cubicBezTo>
                      <a:pt x="20" y="0"/>
                      <a:pt x="20" y="0"/>
                      <a:pt x="20" y="0"/>
                    </a:cubicBezTo>
                    <a:cubicBezTo>
                      <a:pt x="12" y="0"/>
                      <a:pt x="7" y="17"/>
                      <a:pt x="7" y="25"/>
                    </a:cubicBezTo>
                    <a:cubicBezTo>
                      <a:pt x="7" y="39"/>
                      <a:pt x="7" y="39"/>
                      <a:pt x="7" y="39"/>
                    </a:cubicBezTo>
                    <a:cubicBezTo>
                      <a:pt x="0" y="41"/>
                      <a:pt x="0" y="41"/>
                      <a:pt x="0" y="41"/>
                    </a:cubicBezTo>
                    <a:cubicBezTo>
                      <a:pt x="0" y="42"/>
                      <a:pt x="0" y="43"/>
                      <a:pt x="0" y="43"/>
                    </a:cubicBezTo>
                    <a:cubicBezTo>
                      <a:pt x="0" y="47"/>
                      <a:pt x="0" y="51"/>
                      <a:pt x="0" y="55"/>
                    </a:cubicBezTo>
                    <a:cubicBezTo>
                      <a:pt x="0" y="57"/>
                      <a:pt x="0" y="60"/>
                      <a:pt x="1" y="62"/>
                    </a:cubicBezTo>
                    <a:cubicBezTo>
                      <a:pt x="1" y="61"/>
                      <a:pt x="1" y="90"/>
                      <a:pt x="1" y="90"/>
                    </a:cubicBezTo>
                    <a:cubicBezTo>
                      <a:pt x="6" y="109"/>
                      <a:pt x="32" y="109"/>
                      <a:pt x="45" y="109"/>
                    </a:cubicBezTo>
                    <a:cubicBezTo>
                      <a:pt x="58" y="109"/>
                      <a:pt x="76" y="103"/>
                      <a:pt x="79" y="90"/>
                    </a:cubicBezTo>
                    <a:cubicBezTo>
                      <a:pt x="79" y="74"/>
                      <a:pt x="79" y="74"/>
                      <a:pt x="79" y="74"/>
                    </a:cubicBezTo>
                    <a:cubicBezTo>
                      <a:pt x="79" y="74"/>
                      <a:pt x="79" y="34"/>
                      <a:pt x="77" y="27"/>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1" name="Freeform 50"/>
              <p:cNvSpPr>
                <a:spLocks/>
              </p:cNvSpPr>
              <p:nvPr/>
            </p:nvSpPr>
            <p:spPr bwMode="auto">
              <a:xfrm>
                <a:off x="9663113" y="1411288"/>
                <a:ext cx="157163" cy="41275"/>
              </a:xfrm>
              <a:custGeom>
                <a:avLst/>
                <a:gdLst>
                  <a:gd name="T0" fmla="*/ 15 w 15"/>
                  <a:gd name="T1" fmla="*/ 0 h 4"/>
                  <a:gd name="T2" fmla="*/ 8 w 15"/>
                  <a:gd name="T3" fmla="*/ 4 h 4"/>
                  <a:gd name="T4" fmla="*/ 0 w 15"/>
                  <a:gd name="T5" fmla="*/ 0 h 4"/>
                  <a:gd name="T6" fmla="*/ 15 w 15"/>
                  <a:gd name="T7" fmla="*/ 0 h 4"/>
                </a:gdLst>
                <a:ahLst/>
                <a:cxnLst>
                  <a:cxn ang="0">
                    <a:pos x="T0" y="T1"/>
                  </a:cxn>
                  <a:cxn ang="0">
                    <a:pos x="T2" y="T3"/>
                  </a:cxn>
                  <a:cxn ang="0">
                    <a:pos x="T4" y="T5"/>
                  </a:cxn>
                  <a:cxn ang="0">
                    <a:pos x="T6" y="T7"/>
                  </a:cxn>
                </a:cxnLst>
                <a:rect l="0" t="0" r="r" b="b"/>
                <a:pathLst>
                  <a:path w="15" h="4">
                    <a:moveTo>
                      <a:pt x="15" y="0"/>
                    </a:moveTo>
                    <a:cubicBezTo>
                      <a:pt x="15" y="2"/>
                      <a:pt x="12" y="4"/>
                      <a:pt x="8" y="4"/>
                    </a:cubicBezTo>
                    <a:cubicBezTo>
                      <a:pt x="3" y="4"/>
                      <a:pt x="0" y="2"/>
                      <a:pt x="0" y="0"/>
                    </a:cubicBez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2" name="Freeform 51"/>
              <p:cNvSpPr>
                <a:spLocks/>
              </p:cNvSpPr>
              <p:nvPr/>
            </p:nvSpPr>
            <p:spPr bwMode="auto">
              <a:xfrm>
                <a:off x="9324975" y="1192213"/>
                <a:ext cx="74613" cy="125412"/>
              </a:xfrm>
              <a:custGeom>
                <a:avLst/>
                <a:gdLst>
                  <a:gd name="T0" fmla="*/ 7 w 7"/>
                  <a:gd name="T1" fmla="*/ 0 h 12"/>
                  <a:gd name="T2" fmla="*/ 4 w 7"/>
                  <a:gd name="T3" fmla="*/ 4 h 12"/>
                  <a:gd name="T4" fmla="*/ 0 w 7"/>
                  <a:gd name="T5" fmla="*/ 8 h 12"/>
                  <a:gd name="T6" fmla="*/ 0 w 7"/>
                  <a:gd name="T7" fmla="*/ 12 h 12"/>
                  <a:gd name="T8" fmla="*/ 0 w 7"/>
                  <a:gd name="T9" fmla="*/ 12 h 12"/>
                  <a:gd name="T10" fmla="*/ 3 w 7"/>
                  <a:gd name="T11" fmla="*/ 11 h 12"/>
                  <a:gd name="T12" fmla="*/ 3 w 7"/>
                  <a:gd name="T13" fmla="*/ 11 h 12"/>
                  <a:gd name="T14" fmla="*/ 4 w 7"/>
                  <a:gd name="T15" fmla="*/ 10 h 12"/>
                  <a:gd name="T16" fmla="*/ 7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7" y="0"/>
                    </a:moveTo>
                    <a:cubicBezTo>
                      <a:pt x="4" y="4"/>
                      <a:pt x="4" y="4"/>
                      <a:pt x="4" y="4"/>
                    </a:cubicBezTo>
                    <a:cubicBezTo>
                      <a:pt x="3" y="6"/>
                      <a:pt x="2" y="7"/>
                      <a:pt x="0" y="8"/>
                    </a:cubicBezTo>
                    <a:cubicBezTo>
                      <a:pt x="0" y="12"/>
                      <a:pt x="0" y="12"/>
                      <a:pt x="0" y="12"/>
                    </a:cubicBezTo>
                    <a:cubicBezTo>
                      <a:pt x="0" y="12"/>
                      <a:pt x="0" y="12"/>
                      <a:pt x="0" y="12"/>
                    </a:cubicBezTo>
                    <a:cubicBezTo>
                      <a:pt x="1" y="12"/>
                      <a:pt x="2" y="12"/>
                      <a:pt x="3" y="11"/>
                    </a:cubicBezTo>
                    <a:cubicBezTo>
                      <a:pt x="3" y="11"/>
                      <a:pt x="3" y="11"/>
                      <a:pt x="3" y="11"/>
                    </a:cubicBezTo>
                    <a:cubicBezTo>
                      <a:pt x="4" y="11"/>
                      <a:pt x="4" y="10"/>
                      <a:pt x="4" y="10"/>
                    </a:cubicBezTo>
                    <a:cubicBezTo>
                      <a:pt x="7" y="5"/>
                      <a:pt x="7" y="0"/>
                      <a:pt x="7"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3" name="Freeform 52"/>
              <p:cNvSpPr>
                <a:spLocks/>
              </p:cNvSpPr>
              <p:nvPr/>
            </p:nvSpPr>
            <p:spPr bwMode="auto">
              <a:xfrm>
                <a:off x="9263063" y="449263"/>
                <a:ext cx="936625" cy="679450"/>
              </a:xfrm>
              <a:custGeom>
                <a:avLst/>
                <a:gdLst>
                  <a:gd name="T0" fmla="*/ 88 w 89"/>
                  <a:gd name="T1" fmla="*/ 29 h 65"/>
                  <a:gd name="T2" fmla="*/ 46 w 89"/>
                  <a:gd name="T3" fmla="*/ 0 h 65"/>
                  <a:gd name="T4" fmla="*/ 46 w 89"/>
                  <a:gd name="T5" fmla="*/ 0 h 65"/>
                  <a:gd name="T6" fmla="*/ 46 w 89"/>
                  <a:gd name="T7" fmla="*/ 0 h 65"/>
                  <a:gd name="T8" fmla="*/ 45 w 89"/>
                  <a:gd name="T9" fmla="*/ 0 h 65"/>
                  <a:gd name="T10" fmla="*/ 44 w 89"/>
                  <a:gd name="T11" fmla="*/ 0 h 65"/>
                  <a:gd name="T12" fmla="*/ 43 w 89"/>
                  <a:gd name="T13" fmla="*/ 0 h 65"/>
                  <a:gd name="T14" fmla="*/ 43 w 89"/>
                  <a:gd name="T15" fmla="*/ 0 h 65"/>
                  <a:gd name="T16" fmla="*/ 2 w 89"/>
                  <a:gd name="T17" fmla="*/ 29 h 65"/>
                  <a:gd name="T18" fmla="*/ 2 w 89"/>
                  <a:gd name="T19" fmla="*/ 52 h 65"/>
                  <a:gd name="T20" fmla="*/ 5 w 89"/>
                  <a:gd name="T21" fmla="*/ 54 h 65"/>
                  <a:gd name="T22" fmla="*/ 5 w 89"/>
                  <a:gd name="T23" fmla="*/ 54 h 65"/>
                  <a:gd name="T24" fmla="*/ 11 w 89"/>
                  <a:gd name="T25" fmla="*/ 65 h 65"/>
                  <a:gd name="T26" fmla="*/ 12 w 89"/>
                  <a:gd name="T27" fmla="*/ 34 h 65"/>
                  <a:gd name="T28" fmla="*/ 45 w 89"/>
                  <a:gd name="T29" fmla="*/ 16 h 65"/>
                  <a:gd name="T30" fmla="*/ 78 w 89"/>
                  <a:gd name="T31" fmla="*/ 34 h 65"/>
                  <a:gd name="T32" fmla="*/ 79 w 89"/>
                  <a:gd name="T33" fmla="*/ 65 h 65"/>
                  <a:gd name="T34" fmla="*/ 84 w 89"/>
                  <a:gd name="T35" fmla="*/ 54 h 65"/>
                  <a:gd name="T36" fmla="*/ 84 w 89"/>
                  <a:gd name="T37" fmla="*/ 54 h 65"/>
                  <a:gd name="T38" fmla="*/ 88 w 89"/>
                  <a:gd name="T39" fmla="*/ 52 h 65"/>
                  <a:gd name="T40" fmla="*/ 88 w 89"/>
                  <a:gd name="T41" fmla="*/ 2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9" h="65">
                    <a:moveTo>
                      <a:pt x="88" y="29"/>
                    </a:moveTo>
                    <a:cubicBezTo>
                      <a:pt x="86" y="11"/>
                      <a:pt x="71" y="1"/>
                      <a:pt x="46" y="0"/>
                    </a:cubicBezTo>
                    <a:cubicBezTo>
                      <a:pt x="46" y="0"/>
                      <a:pt x="46" y="0"/>
                      <a:pt x="46" y="0"/>
                    </a:cubicBezTo>
                    <a:cubicBezTo>
                      <a:pt x="46" y="0"/>
                      <a:pt x="46" y="0"/>
                      <a:pt x="46" y="0"/>
                    </a:cubicBezTo>
                    <a:cubicBezTo>
                      <a:pt x="45" y="0"/>
                      <a:pt x="45" y="0"/>
                      <a:pt x="45" y="0"/>
                    </a:cubicBezTo>
                    <a:cubicBezTo>
                      <a:pt x="44" y="0"/>
                      <a:pt x="44" y="0"/>
                      <a:pt x="44" y="0"/>
                    </a:cubicBezTo>
                    <a:cubicBezTo>
                      <a:pt x="43" y="0"/>
                      <a:pt x="43" y="0"/>
                      <a:pt x="43" y="0"/>
                    </a:cubicBezTo>
                    <a:cubicBezTo>
                      <a:pt x="43" y="0"/>
                      <a:pt x="43" y="0"/>
                      <a:pt x="43" y="0"/>
                    </a:cubicBezTo>
                    <a:cubicBezTo>
                      <a:pt x="19" y="1"/>
                      <a:pt x="4" y="11"/>
                      <a:pt x="2" y="29"/>
                    </a:cubicBezTo>
                    <a:cubicBezTo>
                      <a:pt x="1" y="33"/>
                      <a:pt x="0" y="52"/>
                      <a:pt x="2" y="52"/>
                    </a:cubicBezTo>
                    <a:cubicBezTo>
                      <a:pt x="3" y="53"/>
                      <a:pt x="5" y="54"/>
                      <a:pt x="5" y="54"/>
                    </a:cubicBezTo>
                    <a:cubicBezTo>
                      <a:pt x="5" y="54"/>
                      <a:pt x="5" y="54"/>
                      <a:pt x="5" y="54"/>
                    </a:cubicBezTo>
                    <a:cubicBezTo>
                      <a:pt x="9" y="56"/>
                      <a:pt x="11" y="60"/>
                      <a:pt x="11" y="65"/>
                    </a:cubicBezTo>
                    <a:cubicBezTo>
                      <a:pt x="11" y="65"/>
                      <a:pt x="12" y="51"/>
                      <a:pt x="12" y="34"/>
                    </a:cubicBezTo>
                    <a:cubicBezTo>
                      <a:pt x="12" y="24"/>
                      <a:pt x="25" y="16"/>
                      <a:pt x="45" y="16"/>
                    </a:cubicBezTo>
                    <a:cubicBezTo>
                      <a:pt x="65" y="16"/>
                      <a:pt x="78" y="24"/>
                      <a:pt x="78" y="34"/>
                    </a:cubicBezTo>
                    <a:cubicBezTo>
                      <a:pt x="78" y="51"/>
                      <a:pt x="79" y="65"/>
                      <a:pt x="79" y="65"/>
                    </a:cubicBezTo>
                    <a:cubicBezTo>
                      <a:pt x="79" y="60"/>
                      <a:pt x="81" y="56"/>
                      <a:pt x="84" y="54"/>
                    </a:cubicBezTo>
                    <a:cubicBezTo>
                      <a:pt x="84" y="54"/>
                      <a:pt x="84" y="54"/>
                      <a:pt x="84" y="54"/>
                    </a:cubicBezTo>
                    <a:cubicBezTo>
                      <a:pt x="84" y="54"/>
                      <a:pt x="87" y="53"/>
                      <a:pt x="88" y="52"/>
                    </a:cubicBezTo>
                    <a:cubicBezTo>
                      <a:pt x="89" y="52"/>
                      <a:pt x="89" y="33"/>
                      <a:pt x="88" y="29"/>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4" name="Freeform 53"/>
              <p:cNvSpPr>
                <a:spLocks/>
              </p:cNvSpPr>
              <p:nvPr/>
            </p:nvSpPr>
            <p:spPr bwMode="auto">
              <a:xfrm>
                <a:off x="10072688" y="1192213"/>
                <a:ext cx="74613" cy="125412"/>
              </a:xfrm>
              <a:custGeom>
                <a:avLst/>
                <a:gdLst>
                  <a:gd name="T0" fmla="*/ 0 w 7"/>
                  <a:gd name="T1" fmla="*/ 0 h 12"/>
                  <a:gd name="T2" fmla="*/ 2 w 7"/>
                  <a:gd name="T3" fmla="*/ 4 h 12"/>
                  <a:gd name="T4" fmla="*/ 7 w 7"/>
                  <a:gd name="T5" fmla="*/ 8 h 12"/>
                  <a:gd name="T6" fmla="*/ 7 w 7"/>
                  <a:gd name="T7" fmla="*/ 12 h 12"/>
                  <a:gd name="T8" fmla="*/ 6 w 7"/>
                  <a:gd name="T9" fmla="*/ 12 h 12"/>
                  <a:gd name="T10" fmla="*/ 4 w 7"/>
                  <a:gd name="T11" fmla="*/ 11 h 12"/>
                  <a:gd name="T12" fmla="*/ 4 w 7"/>
                  <a:gd name="T13" fmla="*/ 11 h 12"/>
                  <a:gd name="T14" fmla="*/ 2 w 7"/>
                  <a:gd name="T15" fmla="*/ 10 h 12"/>
                  <a:gd name="T16" fmla="*/ 0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0"/>
                    </a:moveTo>
                    <a:cubicBezTo>
                      <a:pt x="2" y="4"/>
                      <a:pt x="2" y="4"/>
                      <a:pt x="2" y="4"/>
                    </a:cubicBezTo>
                    <a:cubicBezTo>
                      <a:pt x="4" y="6"/>
                      <a:pt x="5" y="7"/>
                      <a:pt x="7" y="8"/>
                    </a:cubicBezTo>
                    <a:cubicBezTo>
                      <a:pt x="7" y="12"/>
                      <a:pt x="7" y="12"/>
                      <a:pt x="7" y="12"/>
                    </a:cubicBezTo>
                    <a:cubicBezTo>
                      <a:pt x="6" y="12"/>
                      <a:pt x="6" y="12"/>
                      <a:pt x="6" y="12"/>
                    </a:cubicBezTo>
                    <a:cubicBezTo>
                      <a:pt x="6" y="12"/>
                      <a:pt x="5" y="12"/>
                      <a:pt x="4" y="11"/>
                    </a:cubicBezTo>
                    <a:cubicBezTo>
                      <a:pt x="4" y="11"/>
                      <a:pt x="4" y="11"/>
                      <a:pt x="4" y="11"/>
                    </a:cubicBezTo>
                    <a:cubicBezTo>
                      <a:pt x="3" y="11"/>
                      <a:pt x="3" y="10"/>
                      <a:pt x="2" y="10"/>
                    </a:cubicBezTo>
                    <a:cubicBezTo>
                      <a:pt x="0" y="5"/>
                      <a:pt x="0" y="0"/>
                      <a:pt x="0" y="0"/>
                    </a:cubicBezTo>
                  </a:path>
                </a:pathLst>
              </a:custGeom>
              <a:solidFill>
                <a:srgbClr val="4B3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5" name="Freeform 54"/>
              <p:cNvSpPr>
                <a:spLocks/>
              </p:cNvSpPr>
              <p:nvPr/>
            </p:nvSpPr>
            <p:spPr bwMode="auto">
              <a:xfrm>
                <a:off x="9220200" y="962025"/>
                <a:ext cx="188913" cy="323850"/>
              </a:xfrm>
              <a:custGeom>
                <a:avLst/>
                <a:gdLst>
                  <a:gd name="T0" fmla="*/ 16 w 18"/>
                  <a:gd name="T1" fmla="*/ 14 h 31"/>
                  <a:gd name="T2" fmla="*/ 12 w 18"/>
                  <a:gd name="T3" fmla="*/ 30 h 31"/>
                  <a:gd name="T4" fmla="*/ 2 w 18"/>
                  <a:gd name="T5" fmla="*/ 17 h 31"/>
                  <a:gd name="T6" fmla="*/ 5 w 18"/>
                  <a:gd name="T7" fmla="*/ 1 h 31"/>
                  <a:gd name="T8" fmla="*/ 16 w 18"/>
                  <a:gd name="T9" fmla="*/ 14 h 31"/>
                </a:gdLst>
                <a:ahLst/>
                <a:cxnLst>
                  <a:cxn ang="0">
                    <a:pos x="T0" y="T1"/>
                  </a:cxn>
                  <a:cxn ang="0">
                    <a:pos x="T2" y="T3"/>
                  </a:cxn>
                  <a:cxn ang="0">
                    <a:pos x="T4" y="T5"/>
                  </a:cxn>
                  <a:cxn ang="0">
                    <a:pos x="T6" y="T7"/>
                  </a:cxn>
                  <a:cxn ang="0">
                    <a:pos x="T8" y="T9"/>
                  </a:cxn>
                </a:cxnLst>
                <a:rect l="0" t="0" r="r" b="b"/>
                <a:pathLst>
                  <a:path w="18" h="31">
                    <a:moveTo>
                      <a:pt x="16" y="14"/>
                    </a:moveTo>
                    <a:cubicBezTo>
                      <a:pt x="18" y="22"/>
                      <a:pt x="16" y="29"/>
                      <a:pt x="12" y="30"/>
                    </a:cubicBezTo>
                    <a:cubicBezTo>
                      <a:pt x="8" y="31"/>
                      <a:pt x="4" y="25"/>
                      <a:pt x="2" y="17"/>
                    </a:cubicBezTo>
                    <a:cubicBezTo>
                      <a:pt x="0" y="10"/>
                      <a:pt x="1" y="2"/>
                      <a:pt x="5" y="1"/>
                    </a:cubicBezTo>
                    <a:cubicBezTo>
                      <a:pt x="9" y="0"/>
                      <a:pt x="14" y="6"/>
                      <a:pt x="16"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6" name="Freeform 55"/>
              <p:cNvSpPr>
                <a:spLocks/>
              </p:cNvSpPr>
              <p:nvPr/>
            </p:nvSpPr>
            <p:spPr bwMode="auto">
              <a:xfrm>
                <a:off x="10063163" y="962025"/>
                <a:ext cx="188913" cy="323850"/>
              </a:xfrm>
              <a:custGeom>
                <a:avLst/>
                <a:gdLst>
                  <a:gd name="T0" fmla="*/ 2 w 18"/>
                  <a:gd name="T1" fmla="*/ 14 h 31"/>
                  <a:gd name="T2" fmla="*/ 5 w 18"/>
                  <a:gd name="T3" fmla="*/ 30 h 31"/>
                  <a:gd name="T4" fmla="*/ 16 w 18"/>
                  <a:gd name="T5" fmla="*/ 17 h 31"/>
                  <a:gd name="T6" fmla="*/ 12 w 18"/>
                  <a:gd name="T7" fmla="*/ 1 h 31"/>
                  <a:gd name="T8" fmla="*/ 2 w 18"/>
                  <a:gd name="T9" fmla="*/ 14 h 31"/>
                </a:gdLst>
                <a:ahLst/>
                <a:cxnLst>
                  <a:cxn ang="0">
                    <a:pos x="T0" y="T1"/>
                  </a:cxn>
                  <a:cxn ang="0">
                    <a:pos x="T2" y="T3"/>
                  </a:cxn>
                  <a:cxn ang="0">
                    <a:pos x="T4" y="T5"/>
                  </a:cxn>
                  <a:cxn ang="0">
                    <a:pos x="T6" y="T7"/>
                  </a:cxn>
                  <a:cxn ang="0">
                    <a:pos x="T8" y="T9"/>
                  </a:cxn>
                </a:cxnLst>
                <a:rect l="0" t="0" r="r" b="b"/>
                <a:pathLst>
                  <a:path w="18" h="31">
                    <a:moveTo>
                      <a:pt x="2" y="14"/>
                    </a:moveTo>
                    <a:cubicBezTo>
                      <a:pt x="0" y="22"/>
                      <a:pt x="1" y="29"/>
                      <a:pt x="5" y="30"/>
                    </a:cubicBezTo>
                    <a:cubicBezTo>
                      <a:pt x="9" y="31"/>
                      <a:pt x="14" y="25"/>
                      <a:pt x="16" y="17"/>
                    </a:cubicBezTo>
                    <a:cubicBezTo>
                      <a:pt x="18" y="10"/>
                      <a:pt x="16" y="2"/>
                      <a:pt x="12" y="1"/>
                    </a:cubicBezTo>
                    <a:cubicBezTo>
                      <a:pt x="9" y="0"/>
                      <a:pt x="4" y="6"/>
                      <a:pt x="2" y="14"/>
                    </a:cubicBezTo>
                  </a:path>
                </a:pathLst>
              </a:custGeom>
              <a:solidFill>
                <a:srgbClr val="6E58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7" name="Rectangle 56"/>
              <p:cNvSpPr>
                <a:spLocks noChangeArrowheads="1"/>
              </p:cNvSpPr>
              <p:nvPr/>
            </p:nvSpPr>
            <p:spPr bwMode="auto">
              <a:xfrm>
                <a:off x="9388475" y="919163"/>
                <a:ext cx="1588" cy="42862"/>
              </a:xfrm>
              <a:prstGeom prst="rect">
                <a:avLst/>
              </a:prstGeom>
              <a:solidFill>
                <a:srgbClr val="40404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8" name="Freeform 57"/>
              <p:cNvSpPr>
                <a:spLocks/>
              </p:cNvSpPr>
              <p:nvPr/>
            </p:nvSpPr>
            <p:spPr bwMode="auto">
              <a:xfrm>
                <a:off x="9378950" y="857250"/>
                <a:ext cx="704850" cy="428625"/>
              </a:xfrm>
              <a:custGeom>
                <a:avLst/>
                <a:gdLst>
                  <a:gd name="T0" fmla="*/ 34 w 67"/>
                  <a:gd name="T1" fmla="*/ 0 h 41"/>
                  <a:gd name="T2" fmla="*/ 34 w 67"/>
                  <a:gd name="T3" fmla="*/ 0 h 41"/>
                  <a:gd name="T4" fmla="*/ 1 w 67"/>
                  <a:gd name="T5" fmla="*/ 5 h 41"/>
                  <a:gd name="T6" fmla="*/ 1 w 67"/>
                  <a:gd name="T7" fmla="*/ 6 h 41"/>
                  <a:gd name="T8" fmla="*/ 1 w 67"/>
                  <a:gd name="T9" fmla="*/ 10 h 41"/>
                  <a:gd name="T10" fmla="*/ 1 w 67"/>
                  <a:gd name="T11" fmla="*/ 10 h 41"/>
                  <a:gd name="T12" fmla="*/ 0 w 67"/>
                  <a:gd name="T13" fmla="*/ 22 h 41"/>
                  <a:gd name="T14" fmla="*/ 1 w 67"/>
                  <a:gd name="T15" fmla="*/ 24 h 41"/>
                  <a:gd name="T16" fmla="*/ 2 w 67"/>
                  <a:gd name="T17" fmla="*/ 33 h 41"/>
                  <a:gd name="T18" fmla="*/ 2 w 67"/>
                  <a:gd name="T19" fmla="*/ 32 h 41"/>
                  <a:gd name="T20" fmla="*/ 1 w 67"/>
                  <a:gd name="T21" fmla="*/ 36 h 41"/>
                  <a:gd name="T22" fmla="*/ 5 w 67"/>
                  <a:gd name="T23" fmla="*/ 38 h 41"/>
                  <a:gd name="T24" fmla="*/ 24 w 67"/>
                  <a:gd name="T25" fmla="*/ 41 h 41"/>
                  <a:gd name="T26" fmla="*/ 26 w 67"/>
                  <a:gd name="T27" fmla="*/ 41 h 41"/>
                  <a:gd name="T28" fmla="*/ 30 w 67"/>
                  <a:gd name="T29" fmla="*/ 36 h 41"/>
                  <a:gd name="T30" fmla="*/ 32 w 67"/>
                  <a:gd name="T31" fmla="*/ 30 h 41"/>
                  <a:gd name="T32" fmla="*/ 32 w 67"/>
                  <a:gd name="T33" fmla="*/ 30 h 41"/>
                  <a:gd name="T34" fmla="*/ 32 w 67"/>
                  <a:gd name="T35" fmla="*/ 30 h 41"/>
                  <a:gd name="T36" fmla="*/ 34 w 67"/>
                  <a:gd name="T37" fmla="*/ 30 h 41"/>
                  <a:gd name="T38" fmla="*/ 35 w 67"/>
                  <a:gd name="T39" fmla="*/ 30 h 41"/>
                  <a:gd name="T40" fmla="*/ 35 w 67"/>
                  <a:gd name="T41" fmla="*/ 30 h 41"/>
                  <a:gd name="T42" fmla="*/ 35 w 67"/>
                  <a:gd name="T43" fmla="*/ 30 h 41"/>
                  <a:gd name="T44" fmla="*/ 37 w 67"/>
                  <a:gd name="T45" fmla="*/ 36 h 41"/>
                  <a:gd name="T46" fmla="*/ 41 w 67"/>
                  <a:gd name="T47" fmla="*/ 41 h 41"/>
                  <a:gd name="T48" fmla="*/ 43 w 67"/>
                  <a:gd name="T49" fmla="*/ 41 h 41"/>
                  <a:gd name="T50" fmla="*/ 62 w 67"/>
                  <a:gd name="T51" fmla="*/ 38 h 41"/>
                  <a:gd name="T52" fmla="*/ 66 w 67"/>
                  <a:gd name="T53" fmla="*/ 36 h 41"/>
                  <a:gd name="T54" fmla="*/ 66 w 67"/>
                  <a:gd name="T55" fmla="*/ 32 h 41"/>
                  <a:gd name="T56" fmla="*/ 66 w 67"/>
                  <a:gd name="T57" fmla="*/ 33 h 41"/>
                  <a:gd name="T58" fmla="*/ 67 w 67"/>
                  <a:gd name="T59" fmla="*/ 24 h 41"/>
                  <a:gd name="T60" fmla="*/ 67 w 67"/>
                  <a:gd name="T61" fmla="*/ 22 h 41"/>
                  <a:gd name="T62" fmla="*/ 67 w 67"/>
                  <a:gd name="T63" fmla="*/ 5 h 41"/>
                  <a:gd name="T64" fmla="*/ 34 w 67"/>
                  <a:gd name="T6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1">
                    <a:moveTo>
                      <a:pt x="34" y="0"/>
                    </a:moveTo>
                    <a:cubicBezTo>
                      <a:pt x="34" y="0"/>
                      <a:pt x="34" y="0"/>
                      <a:pt x="34" y="0"/>
                    </a:cubicBezTo>
                    <a:cubicBezTo>
                      <a:pt x="29" y="0"/>
                      <a:pt x="11" y="0"/>
                      <a:pt x="1" y="5"/>
                    </a:cubicBezTo>
                    <a:cubicBezTo>
                      <a:pt x="1" y="5"/>
                      <a:pt x="1" y="5"/>
                      <a:pt x="1" y="6"/>
                    </a:cubicBezTo>
                    <a:cubicBezTo>
                      <a:pt x="1" y="10"/>
                      <a:pt x="1" y="10"/>
                      <a:pt x="1" y="10"/>
                    </a:cubicBezTo>
                    <a:cubicBezTo>
                      <a:pt x="1" y="10"/>
                      <a:pt x="1" y="10"/>
                      <a:pt x="1" y="10"/>
                    </a:cubicBezTo>
                    <a:cubicBezTo>
                      <a:pt x="0" y="15"/>
                      <a:pt x="0" y="19"/>
                      <a:pt x="0" y="22"/>
                    </a:cubicBezTo>
                    <a:cubicBezTo>
                      <a:pt x="0" y="23"/>
                      <a:pt x="1" y="23"/>
                      <a:pt x="1" y="24"/>
                    </a:cubicBezTo>
                    <a:cubicBezTo>
                      <a:pt x="2" y="27"/>
                      <a:pt x="2" y="30"/>
                      <a:pt x="2" y="33"/>
                    </a:cubicBezTo>
                    <a:cubicBezTo>
                      <a:pt x="2" y="32"/>
                      <a:pt x="2" y="32"/>
                      <a:pt x="2" y="32"/>
                    </a:cubicBezTo>
                    <a:cubicBezTo>
                      <a:pt x="2" y="32"/>
                      <a:pt x="2" y="34"/>
                      <a:pt x="1" y="36"/>
                    </a:cubicBezTo>
                    <a:cubicBezTo>
                      <a:pt x="2" y="37"/>
                      <a:pt x="3" y="38"/>
                      <a:pt x="5" y="38"/>
                    </a:cubicBezTo>
                    <a:cubicBezTo>
                      <a:pt x="13" y="40"/>
                      <a:pt x="21" y="41"/>
                      <a:pt x="24" y="41"/>
                    </a:cubicBezTo>
                    <a:cubicBezTo>
                      <a:pt x="25" y="41"/>
                      <a:pt x="26" y="41"/>
                      <a:pt x="26" y="41"/>
                    </a:cubicBezTo>
                    <a:cubicBezTo>
                      <a:pt x="29" y="40"/>
                      <a:pt x="30" y="38"/>
                      <a:pt x="30" y="36"/>
                    </a:cubicBezTo>
                    <a:cubicBezTo>
                      <a:pt x="30" y="34"/>
                      <a:pt x="32" y="30"/>
                      <a:pt x="32" y="30"/>
                    </a:cubicBezTo>
                    <a:cubicBezTo>
                      <a:pt x="32" y="30"/>
                      <a:pt x="32" y="30"/>
                      <a:pt x="32" y="30"/>
                    </a:cubicBezTo>
                    <a:cubicBezTo>
                      <a:pt x="32" y="30"/>
                      <a:pt x="32" y="30"/>
                      <a:pt x="32" y="30"/>
                    </a:cubicBezTo>
                    <a:cubicBezTo>
                      <a:pt x="32" y="30"/>
                      <a:pt x="33" y="30"/>
                      <a:pt x="34" y="30"/>
                    </a:cubicBezTo>
                    <a:cubicBezTo>
                      <a:pt x="34" y="30"/>
                      <a:pt x="35" y="30"/>
                      <a:pt x="35" y="30"/>
                    </a:cubicBezTo>
                    <a:cubicBezTo>
                      <a:pt x="35" y="30"/>
                      <a:pt x="35" y="30"/>
                      <a:pt x="35" y="30"/>
                    </a:cubicBezTo>
                    <a:cubicBezTo>
                      <a:pt x="35" y="30"/>
                      <a:pt x="35" y="30"/>
                      <a:pt x="35" y="30"/>
                    </a:cubicBezTo>
                    <a:cubicBezTo>
                      <a:pt x="35" y="30"/>
                      <a:pt x="37" y="34"/>
                      <a:pt x="37" y="36"/>
                    </a:cubicBezTo>
                    <a:cubicBezTo>
                      <a:pt x="37" y="38"/>
                      <a:pt x="38" y="40"/>
                      <a:pt x="41" y="41"/>
                    </a:cubicBezTo>
                    <a:cubicBezTo>
                      <a:pt x="41" y="41"/>
                      <a:pt x="42" y="41"/>
                      <a:pt x="43" y="41"/>
                    </a:cubicBezTo>
                    <a:cubicBezTo>
                      <a:pt x="46" y="41"/>
                      <a:pt x="54" y="40"/>
                      <a:pt x="62" y="38"/>
                    </a:cubicBezTo>
                    <a:cubicBezTo>
                      <a:pt x="64" y="38"/>
                      <a:pt x="65" y="37"/>
                      <a:pt x="66" y="36"/>
                    </a:cubicBezTo>
                    <a:cubicBezTo>
                      <a:pt x="66" y="34"/>
                      <a:pt x="66" y="32"/>
                      <a:pt x="66" y="32"/>
                    </a:cubicBezTo>
                    <a:cubicBezTo>
                      <a:pt x="66" y="33"/>
                      <a:pt x="66" y="33"/>
                      <a:pt x="66" y="33"/>
                    </a:cubicBezTo>
                    <a:cubicBezTo>
                      <a:pt x="66" y="30"/>
                      <a:pt x="66" y="27"/>
                      <a:pt x="67" y="24"/>
                    </a:cubicBezTo>
                    <a:cubicBezTo>
                      <a:pt x="67" y="23"/>
                      <a:pt x="67" y="23"/>
                      <a:pt x="67" y="22"/>
                    </a:cubicBezTo>
                    <a:cubicBezTo>
                      <a:pt x="67" y="18"/>
                      <a:pt x="67" y="12"/>
                      <a:pt x="67" y="5"/>
                    </a:cubicBezTo>
                    <a:cubicBezTo>
                      <a:pt x="57" y="0"/>
                      <a:pt x="38" y="0"/>
                      <a:pt x="34"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69" name="Freeform 58"/>
              <p:cNvSpPr>
                <a:spLocks/>
              </p:cNvSpPr>
              <p:nvPr/>
            </p:nvSpPr>
            <p:spPr bwMode="auto">
              <a:xfrm>
                <a:off x="9388475" y="1192213"/>
                <a:ext cx="11113" cy="41275"/>
              </a:xfrm>
              <a:custGeom>
                <a:avLst/>
                <a:gdLst>
                  <a:gd name="T0" fmla="*/ 1 w 1"/>
                  <a:gd name="T1" fmla="*/ 0 h 4"/>
                  <a:gd name="T2" fmla="*/ 1 w 1"/>
                  <a:gd name="T3" fmla="*/ 1 h 4"/>
                  <a:gd name="T4" fmla="*/ 0 w 1"/>
                  <a:gd name="T5" fmla="*/ 4 h 4"/>
                  <a:gd name="T6" fmla="*/ 0 w 1"/>
                  <a:gd name="T7" fmla="*/ 4 h 4"/>
                  <a:gd name="T8" fmla="*/ 1 w 1"/>
                  <a:gd name="T9" fmla="*/ 0 h 4"/>
                </a:gdLst>
                <a:ahLst/>
                <a:cxnLst>
                  <a:cxn ang="0">
                    <a:pos x="T0" y="T1"/>
                  </a:cxn>
                  <a:cxn ang="0">
                    <a:pos x="T2" y="T3"/>
                  </a:cxn>
                  <a:cxn ang="0">
                    <a:pos x="T4" y="T5"/>
                  </a:cxn>
                  <a:cxn ang="0">
                    <a:pos x="T6" y="T7"/>
                  </a:cxn>
                  <a:cxn ang="0">
                    <a:pos x="T8" y="T9"/>
                  </a:cxn>
                </a:cxnLst>
                <a:rect l="0" t="0" r="r" b="b"/>
                <a:pathLst>
                  <a:path w="1" h="4">
                    <a:moveTo>
                      <a:pt x="1" y="0"/>
                    </a:moveTo>
                    <a:cubicBezTo>
                      <a:pt x="1" y="1"/>
                      <a:pt x="1" y="1"/>
                      <a:pt x="1" y="1"/>
                    </a:cubicBezTo>
                    <a:cubicBezTo>
                      <a:pt x="0" y="2"/>
                      <a:pt x="0" y="3"/>
                      <a:pt x="0" y="4"/>
                    </a:cubicBezTo>
                    <a:cubicBezTo>
                      <a:pt x="0" y="4"/>
                      <a:pt x="0" y="4"/>
                      <a:pt x="0" y="4"/>
                    </a:cubicBezTo>
                    <a:cubicBezTo>
                      <a:pt x="1" y="2"/>
                      <a:pt x="1" y="0"/>
                      <a:pt x="1"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0" name="Freeform 59"/>
              <p:cNvSpPr>
                <a:spLocks noEditPoints="1"/>
              </p:cNvSpPr>
              <p:nvPr/>
            </p:nvSpPr>
            <p:spPr bwMode="auto">
              <a:xfrm>
                <a:off x="9324975" y="909638"/>
                <a:ext cx="811213" cy="177800"/>
              </a:xfrm>
              <a:custGeom>
                <a:avLst/>
                <a:gdLst>
                  <a:gd name="T0" fmla="*/ 72 w 77"/>
                  <a:gd name="T1" fmla="*/ 0 h 17"/>
                  <a:gd name="T2" fmla="*/ 72 w 77"/>
                  <a:gd name="T3" fmla="*/ 17 h 17"/>
                  <a:gd name="T4" fmla="*/ 77 w 77"/>
                  <a:gd name="T5" fmla="*/ 9 h 17"/>
                  <a:gd name="T6" fmla="*/ 77 w 77"/>
                  <a:gd name="T7" fmla="*/ 3 h 17"/>
                  <a:gd name="T8" fmla="*/ 72 w 77"/>
                  <a:gd name="T9" fmla="*/ 0 h 17"/>
                  <a:gd name="T10" fmla="*/ 6 w 77"/>
                  <a:gd name="T11" fmla="*/ 0 h 17"/>
                  <a:gd name="T12" fmla="*/ 0 w 77"/>
                  <a:gd name="T13" fmla="*/ 3 h 17"/>
                  <a:gd name="T14" fmla="*/ 0 w 77"/>
                  <a:gd name="T15" fmla="*/ 8 h 17"/>
                  <a:gd name="T16" fmla="*/ 5 w 77"/>
                  <a:gd name="T17" fmla="*/ 17 h 17"/>
                  <a:gd name="T18" fmla="*/ 6 w 77"/>
                  <a:gd name="T19" fmla="*/ 5 h 17"/>
                  <a:gd name="T20" fmla="*/ 6 w 77"/>
                  <a:gd name="T21" fmla="*/ 1 h 17"/>
                  <a:gd name="T22" fmla="*/ 6 w 7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17">
                    <a:moveTo>
                      <a:pt x="72" y="0"/>
                    </a:moveTo>
                    <a:cubicBezTo>
                      <a:pt x="72" y="7"/>
                      <a:pt x="72" y="13"/>
                      <a:pt x="72" y="17"/>
                    </a:cubicBezTo>
                    <a:cubicBezTo>
                      <a:pt x="73" y="14"/>
                      <a:pt x="75" y="11"/>
                      <a:pt x="77" y="9"/>
                    </a:cubicBezTo>
                    <a:cubicBezTo>
                      <a:pt x="77" y="5"/>
                      <a:pt x="77" y="3"/>
                      <a:pt x="77" y="3"/>
                    </a:cubicBezTo>
                    <a:cubicBezTo>
                      <a:pt x="76" y="2"/>
                      <a:pt x="74" y="1"/>
                      <a:pt x="72" y="0"/>
                    </a:cubicBezTo>
                    <a:moveTo>
                      <a:pt x="6" y="0"/>
                    </a:moveTo>
                    <a:cubicBezTo>
                      <a:pt x="3" y="0"/>
                      <a:pt x="2" y="1"/>
                      <a:pt x="0" y="3"/>
                    </a:cubicBezTo>
                    <a:cubicBezTo>
                      <a:pt x="0" y="3"/>
                      <a:pt x="0" y="5"/>
                      <a:pt x="0" y="8"/>
                    </a:cubicBezTo>
                    <a:cubicBezTo>
                      <a:pt x="2" y="10"/>
                      <a:pt x="4" y="13"/>
                      <a:pt x="5" y="17"/>
                    </a:cubicBezTo>
                    <a:cubicBezTo>
                      <a:pt x="5" y="14"/>
                      <a:pt x="5" y="10"/>
                      <a:pt x="6" y="5"/>
                    </a:cubicBezTo>
                    <a:cubicBezTo>
                      <a:pt x="6" y="4"/>
                      <a:pt x="6" y="2"/>
                      <a:pt x="6" y="1"/>
                    </a:cubicBezTo>
                    <a:cubicBezTo>
                      <a:pt x="6" y="0"/>
                      <a:pt x="6" y="0"/>
                      <a:pt x="6"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1" name="Freeform 60"/>
              <p:cNvSpPr>
                <a:spLocks/>
              </p:cNvSpPr>
              <p:nvPr/>
            </p:nvSpPr>
            <p:spPr bwMode="auto">
              <a:xfrm>
                <a:off x="10072688" y="1192213"/>
                <a:ext cx="11113" cy="41275"/>
              </a:xfrm>
              <a:custGeom>
                <a:avLst/>
                <a:gdLst>
                  <a:gd name="T0" fmla="*/ 0 w 1"/>
                  <a:gd name="T1" fmla="*/ 0 h 4"/>
                  <a:gd name="T2" fmla="*/ 0 w 1"/>
                  <a:gd name="T3" fmla="*/ 4 h 4"/>
                  <a:gd name="T4" fmla="*/ 1 w 1"/>
                  <a:gd name="T5" fmla="*/ 4 h 4"/>
                  <a:gd name="T6" fmla="*/ 0 w 1"/>
                  <a:gd name="T7" fmla="*/ 1 h 4"/>
                  <a:gd name="T8" fmla="*/ 0 w 1"/>
                  <a:gd name="T9" fmla="*/ 0 h 4"/>
                </a:gdLst>
                <a:ahLst/>
                <a:cxnLst>
                  <a:cxn ang="0">
                    <a:pos x="T0" y="T1"/>
                  </a:cxn>
                  <a:cxn ang="0">
                    <a:pos x="T2" y="T3"/>
                  </a:cxn>
                  <a:cxn ang="0">
                    <a:pos x="T4" y="T5"/>
                  </a:cxn>
                  <a:cxn ang="0">
                    <a:pos x="T6" y="T7"/>
                  </a:cxn>
                  <a:cxn ang="0">
                    <a:pos x="T8" y="T9"/>
                  </a:cxn>
                </a:cxnLst>
                <a:rect l="0" t="0" r="r" b="b"/>
                <a:pathLst>
                  <a:path w="1" h="4">
                    <a:moveTo>
                      <a:pt x="0" y="0"/>
                    </a:moveTo>
                    <a:cubicBezTo>
                      <a:pt x="0" y="0"/>
                      <a:pt x="0" y="2"/>
                      <a:pt x="0" y="4"/>
                    </a:cubicBezTo>
                    <a:cubicBezTo>
                      <a:pt x="0" y="4"/>
                      <a:pt x="1" y="4"/>
                      <a:pt x="1" y="4"/>
                    </a:cubicBezTo>
                    <a:cubicBezTo>
                      <a:pt x="0" y="3"/>
                      <a:pt x="0" y="2"/>
                      <a:pt x="0" y="1"/>
                    </a:cubicBezTo>
                    <a:cubicBezTo>
                      <a:pt x="0" y="0"/>
                      <a:pt x="0" y="0"/>
                      <a:pt x="0" y="0"/>
                    </a:cubicBezTo>
                  </a:path>
                </a:pathLst>
              </a:custGeom>
              <a:solidFill>
                <a:srgbClr val="2120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2" name="Freeform 61"/>
              <p:cNvSpPr>
                <a:spLocks/>
              </p:cNvSpPr>
              <p:nvPr/>
            </p:nvSpPr>
            <p:spPr bwMode="auto">
              <a:xfrm>
                <a:off x="9324975" y="992188"/>
                <a:ext cx="74613" cy="241300"/>
              </a:xfrm>
              <a:custGeom>
                <a:avLst/>
                <a:gdLst>
                  <a:gd name="T0" fmla="*/ 0 w 7"/>
                  <a:gd name="T1" fmla="*/ 0 h 23"/>
                  <a:gd name="T2" fmla="*/ 6 w 7"/>
                  <a:gd name="T3" fmla="*/ 23 h 23"/>
                  <a:gd name="T4" fmla="*/ 7 w 7"/>
                  <a:gd name="T5" fmla="*/ 20 h 23"/>
                  <a:gd name="T6" fmla="*/ 6 w 7"/>
                  <a:gd name="T7" fmla="*/ 11 h 23"/>
                  <a:gd name="T8" fmla="*/ 5 w 7"/>
                  <a:gd name="T9" fmla="*/ 9 h 23"/>
                  <a:gd name="T10" fmla="*/ 0 w 7"/>
                  <a:gd name="T11" fmla="*/ 0 h 23"/>
                </a:gdLst>
                <a:ahLst/>
                <a:cxnLst>
                  <a:cxn ang="0">
                    <a:pos x="T0" y="T1"/>
                  </a:cxn>
                  <a:cxn ang="0">
                    <a:pos x="T2" y="T3"/>
                  </a:cxn>
                  <a:cxn ang="0">
                    <a:pos x="T4" y="T5"/>
                  </a:cxn>
                  <a:cxn ang="0">
                    <a:pos x="T6" y="T7"/>
                  </a:cxn>
                  <a:cxn ang="0">
                    <a:pos x="T8" y="T9"/>
                  </a:cxn>
                  <a:cxn ang="0">
                    <a:pos x="T10" y="T11"/>
                  </a:cxn>
                </a:cxnLst>
                <a:rect l="0" t="0" r="r" b="b"/>
                <a:pathLst>
                  <a:path w="7" h="23">
                    <a:moveTo>
                      <a:pt x="0" y="0"/>
                    </a:moveTo>
                    <a:cubicBezTo>
                      <a:pt x="0" y="7"/>
                      <a:pt x="1" y="18"/>
                      <a:pt x="6" y="23"/>
                    </a:cubicBezTo>
                    <a:cubicBezTo>
                      <a:pt x="6" y="22"/>
                      <a:pt x="6" y="21"/>
                      <a:pt x="7" y="20"/>
                    </a:cubicBezTo>
                    <a:cubicBezTo>
                      <a:pt x="7" y="17"/>
                      <a:pt x="7" y="14"/>
                      <a:pt x="6" y="11"/>
                    </a:cubicBezTo>
                    <a:cubicBezTo>
                      <a:pt x="6" y="10"/>
                      <a:pt x="5" y="10"/>
                      <a:pt x="5" y="9"/>
                    </a:cubicBezTo>
                    <a:cubicBezTo>
                      <a:pt x="4" y="5"/>
                      <a:pt x="2" y="2"/>
                      <a:pt x="0"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3" name="Freeform 62"/>
              <p:cNvSpPr>
                <a:spLocks/>
              </p:cNvSpPr>
              <p:nvPr/>
            </p:nvSpPr>
            <p:spPr bwMode="auto">
              <a:xfrm>
                <a:off x="10072688" y="1003300"/>
                <a:ext cx="63500" cy="230187"/>
              </a:xfrm>
              <a:custGeom>
                <a:avLst/>
                <a:gdLst>
                  <a:gd name="T0" fmla="*/ 6 w 6"/>
                  <a:gd name="T1" fmla="*/ 0 h 22"/>
                  <a:gd name="T2" fmla="*/ 1 w 6"/>
                  <a:gd name="T3" fmla="*/ 8 h 22"/>
                  <a:gd name="T4" fmla="*/ 1 w 6"/>
                  <a:gd name="T5" fmla="*/ 10 h 22"/>
                  <a:gd name="T6" fmla="*/ 0 w 6"/>
                  <a:gd name="T7" fmla="*/ 19 h 22"/>
                  <a:gd name="T8" fmla="*/ 1 w 6"/>
                  <a:gd name="T9" fmla="*/ 22 h 22"/>
                  <a:gd name="T10" fmla="*/ 6 w 6"/>
                  <a:gd name="T11" fmla="*/ 0 h 22"/>
                </a:gdLst>
                <a:ahLst/>
                <a:cxnLst>
                  <a:cxn ang="0">
                    <a:pos x="T0" y="T1"/>
                  </a:cxn>
                  <a:cxn ang="0">
                    <a:pos x="T2" y="T3"/>
                  </a:cxn>
                  <a:cxn ang="0">
                    <a:pos x="T4" y="T5"/>
                  </a:cxn>
                  <a:cxn ang="0">
                    <a:pos x="T6" y="T7"/>
                  </a:cxn>
                  <a:cxn ang="0">
                    <a:pos x="T8" y="T9"/>
                  </a:cxn>
                  <a:cxn ang="0">
                    <a:pos x="T10" y="T11"/>
                  </a:cxn>
                </a:cxnLst>
                <a:rect l="0" t="0" r="r" b="b"/>
                <a:pathLst>
                  <a:path w="6" h="22">
                    <a:moveTo>
                      <a:pt x="6" y="0"/>
                    </a:moveTo>
                    <a:cubicBezTo>
                      <a:pt x="4" y="2"/>
                      <a:pt x="2" y="5"/>
                      <a:pt x="1" y="8"/>
                    </a:cubicBezTo>
                    <a:cubicBezTo>
                      <a:pt x="1" y="9"/>
                      <a:pt x="1" y="9"/>
                      <a:pt x="1" y="10"/>
                    </a:cubicBezTo>
                    <a:cubicBezTo>
                      <a:pt x="0" y="13"/>
                      <a:pt x="0" y="16"/>
                      <a:pt x="0" y="19"/>
                    </a:cubicBezTo>
                    <a:cubicBezTo>
                      <a:pt x="0" y="20"/>
                      <a:pt x="0" y="21"/>
                      <a:pt x="1" y="22"/>
                    </a:cubicBezTo>
                    <a:cubicBezTo>
                      <a:pt x="5" y="17"/>
                      <a:pt x="6" y="6"/>
                      <a:pt x="6" y="0"/>
                    </a:cubicBezTo>
                  </a:path>
                </a:pathLst>
              </a:custGeom>
              <a:solidFill>
                <a:srgbClr val="2E2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74" name="Freeform 63"/>
              <p:cNvSpPr>
                <a:spLocks/>
              </p:cNvSpPr>
              <p:nvPr/>
            </p:nvSpPr>
            <p:spPr bwMode="auto">
              <a:xfrm>
                <a:off x="9304338" y="857250"/>
                <a:ext cx="852488" cy="134937"/>
              </a:xfrm>
              <a:custGeom>
                <a:avLst/>
                <a:gdLst>
                  <a:gd name="T0" fmla="*/ 0 w 81"/>
                  <a:gd name="T1" fmla="*/ 13 h 13"/>
                  <a:gd name="T2" fmla="*/ 41 w 81"/>
                  <a:gd name="T3" fmla="*/ 5 h 13"/>
                  <a:gd name="T4" fmla="*/ 81 w 81"/>
                  <a:gd name="T5" fmla="*/ 13 h 13"/>
                  <a:gd name="T6" fmla="*/ 81 w 81"/>
                  <a:gd name="T7" fmla="*/ 8 h 13"/>
                  <a:gd name="T8" fmla="*/ 40 w 81"/>
                  <a:gd name="T9" fmla="*/ 0 h 13"/>
                  <a:gd name="T10" fmla="*/ 0 w 81"/>
                  <a:gd name="T11" fmla="*/ 8 h 13"/>
                  <a:gd name="T12" fmla="*/ 0 w 81"/>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81" h="13">
                    <a:moveTo>
                      <a:pt x="0" y="13"/>
                    </a:moveTo>
                    <a:cubicBezTo>
                      <a:pt x="8" y="5"/>
                      <a:pt x="35" y="5"/>
                      <a:pt x="41" y="5"/>
                    </a:cubicBezTo>
                    <a:cubicBezTo>
                      <a:pt x="47" y="5"/>
                      <a:pt x="73" y="5"/>
                      <a:pt x="81" y="13"/>
                    </a:cubicBezTo>
                    <a:cubicBezTo>
                      <a:pt x="81" y="8"/>
                      <a:pt x="81" y="8"/>
                      <a:pt x="81" y="8"/>
                    </a:cubicBezTo>
                    <a:cubicBezTo>
                      <a:pt x="72" y="1"/>
                      <a:pt x="46" y="0"/>
                      <a:pt x="40" y="0"/>
                    </a:cubicBezTo>
                    <a:cubicBezTo>
                      <a:pt x="34" y="0"/>
                      <a:pt x="8" y="1"/>
                      <a:pt x="0" y="8"/>
                    </a:cubicBezTo>
                    <a:lnTo>
                      <a:pt x="0" y="13"/>
                    </a:lnTo>
                    <a:close/>
                  </a:path>
                </a:pathLst>
              </a:custGeom>
              <a:solidFill>
                <a:srgbClr val="9091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9" name="Group 8"/>
            <p:cNvGrpSpPr/>
            <p:nvPr/>
          </p:nvGrpSpPr>
          <p:grpSpPr>
            <a:xfrm>
              <a:off x="6527800" y="3994753"/>
              <a:ext cx="3240121" cy="2863247"/>
              <a:chOff x="7045326" y="4452083"/>
              <a:chExt cx="2722595" cy="2405917"/>
            </a:xfrm>
          </p:grpSpPr>
          <p:sp>
            <p:nvSpPr>
              <p:cNvPr id="37" name="Rectangle 21"/>
              <p:cNvSpPr>
                <a:spLocks noChangeArrowheads="1"/>
              </p:cNvSpPr>
              <p:nvPr/>
            </p:nvSpPr>
            <p:spPr bwMode="auto">
              <a:xfrm>
                <a:off x="7045326" y="5357845"/>
                <a:ext cx="2124953" cy="148747"/>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8" name="Rectangle 22"/>
              <p:cNvSpPr>
                <a:spLocks noChangeArrowheads="1"/>
              </p:cNvSpPr>
              <p:nvPr/>
            </p:nvSpPr>
            <p:spPr bwMode="auto">
              <a:xfrm>
                <a:off x="8431858" y="5498622"/>
                <a:ext cx="140777" cy="1359378"/>
              </a:xfrm>
              <a:prstGeom prst="rect">
                <a:avLst/>
              </a:prstGeom>
              <a:solidFill>
                <a:srgbClr val="52302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9" name="Freeform 23"/>
              <p:cNvSpPr>
                <a:spLocks/>
              </p:cNvSpPr>
              <p:nvPr/>
            </p:nvSpPr>
            <p:spPr bwMode="auto">
              <a:xfrm>
                <a:off x="7045326" y="5498622"/>
                <a:ext cx="2124953" cy="1359378"/>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0" name="Rectangle 24"/>
              <p:cNvSpPr>
                <a:spLocks noChangeArrowheads="1"/>
              </p:cNvSpPr>
              <p:nvPr/>
            </p:nvSpPr>
            <p:spPr bwMode="auto">
              <a:xfrm>
                <a:off x="8822317" y="5357845"/>
                <a:ext cx="945604" cy="148747"/>
              </a:xfrm>
              <a:prstGeom prst="rect">
                <a:avLst/>
              </a:prstGeom>
              <a:solidFill>
                <a:srgbClr val="6E45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1" name="Freeform 25"/>
              <p:cNvSpPr>
                <a:spLocks/>
              </p:cNvSpPr>
              <p:nvPr/>
            </p:nvSpPr>
            <p:spPr bwMode="auto">
              <a:xfrm>
                <a:off x="8822317" y="5498622"/>
                <a:ext cx="945604" cy="1359378"/>
              </a:xfrm>
              <a:custGeom>
                <a:avLst/>
                <a:gdLst>
                  <a:gd name="T0" fmla="*/ 0 w 356"/>
                  <a:gd name="T1" fmla="*/ 477 h 477"/>
                  <a:gd name="T2" fmla="*/ 50 w 356"/>
                  <a:gd name="T3" fmla="*/ 477 h 477"/>
                  <a:gd name="T4" fmla="*/ 50 w 356"/>
                  <a:gd name="T5" fmla="*/ 50 h 477"/>
                  <a:gd name="T6" fmla="*/ 303 w 356"/>
                  <a:gd name="T7" fmla="*/ 50 h 477"/>
                  <a:gd name="T8" fmla="*/ 303 w 356"/>
                  <a:gd name="T9" fmla="*/ 477 h 477"/>
                  <a:gd name="T10" fmla="*/ 356 w 356"/>
                  <a:gd name="T11" fmla="*/ 477 h 477"/>
                  <a:gd name="T12" fmla="*/ 356 w 356"/>
                  <a:gd name="T13" fmla="*/ 0 h 477"/>
                  <a:gd name="T14" fmla="*/ 0 w 356"/>
                  <a:gd name="T15" fmla="*/ 0 h 477"/>
                  <a:gd name="T16" fmla="*/ 0 w 356"/>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6" h="477">
                    <a:moveTo>
                      <a:pt x="0" y="477"/>
                    </a:moveTo>
                    <a:lnTo>
                      <a:pt x="50" y="477"/>
                    </a:lnTo>
                    <a:lnTo>
                      <a:pt x="50" y="50"/>
                    </a:lnTo>
                    <a:lnTo>
                      <a:pt x="303" y="50"/>
                    </a:lnTo>
                    <a:lnTo>
                      <a:pt x="303" y="477"/>
                    </a:lnTo>
                    <a:lnTo>
                      <a:pt x="356" y="477"/>
                    </a:lnTo>
                    <a:lnTo>
                      <a:pt x="356" y="0"/>
                    </a:lnTo>
                    <a:lnTo>
                      <a:pt x="0" y="0"/>
                    </a:lnTo>
                    <a:lnTo>
                      <a:pt x="0" y="477"/>
                    </a:lnTo>
                    <a:close/>
                  </a:path>
                </a:pathLst>
              </a:custGeom>
              <a:solidFill>
                <a:srgbClr val="52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2" name="Freeform 26"/>
              <p:cNvSpPr>
                <a:spLocks/>
              </p:cNvSpPr>
              <p:nvPr/>
            </p:nvSpPr>
            <p:spPr bwMode="auto">
              <a:xfrm>
                <a:off x="8697477" y="5233003"/>
                <a:ext cx="783576" cy="132810"/>
              </a:xfrm>
              <a:custGeom>
                <a:avLst/>
                <a:gdLst>
                  <a:gd name="T0" fmla="*/ 9 w 106"/>
                  <a:gd name="T1" fmla="*/ 0 h 18"/>
                  <a:gd name="T2" fmla="*/ 61 w 106"/>
                  <a:gd name="T3" fmla="*/ 0 h 18"/>
                  <a:gd name="T4" fmla="*/ 98 w 106"/>
                  <a:gd name="T5" fmla="*/ 7 h 18"/>
                  <a:gd name="T6" fmla="*/ 105 w 106"/>
                  <a:gd name="T7" fmla="*/ 17 h 18"/>
                  <a:gd name="T8" fmla="*/ 69 w 106"/>
                  <a:gd name="T9" fmla="*/ 11 h 18"/>
                  <a:gd name="T10" fmla="*/ 59 w 106"/>
                  <a:gd name="T11" fmla="*/ 17 h 18"/>
                  <a:gd name="T12" fmla="*/ 7 w 106"/>
                  <a:gd name="T13" fmla="*/ 17 h 18"/>
                  <a:gd name="T14" fmla="*/ 0 w 106"/>
                  <a:gd name="T15" fmla="*/ 8 h 18"/>
                  <a:gd name="T16" fmla="*/ 0 w 106"/>
                  <a:gd name="T17" fmla="*/ 8 h 18"/>
                  <a:gd name="T18" fmla="*/ 9 w 106"/>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
                    <a:moveTo>
                      <a:pt x="9" y="0"/>
                    </a:moveTo>
                    <a:cubicBezTo>
                      <a:pt x="18" y="0"/>
                      <a:pt x="61" y="0"/>
                      <a:pt x="61" y="0"/>
                    </a:cubicBezTo>
                    <a:cubicBezTo>
                      <a:pt x="98" y="7"/>
                      <a:pt x="98" y="7"/>
                      <a:pt x="98" y="7"/>
                    </a:cubicBezTo>
                    <a:cubicBezTo>
                      <a:pt x="103" y="8"/>
                      <a:pt x="106" y="12"/>
                      <a:pt x="105" y="17"/>
                    </a:cubicBezTo>
                    <a:cubicBezTo>
                      <a:pt x="69" y="11"/>
                      <a:pt x="69" y="11"/>
                      <a:pt x="69" y="11"/>
                    </a:cubicBezTo>
                    <a:cubicBezTo>
                      <a:pt x="68" y="15"/>
                      <a:pt x="63" y="18"/>
                      <a:pt x="59" y="17"/>
                    </a:cubicBezTo>
                    <a:cubicBezTo>
                      <a:pt x="59" y="17"/>
                      <a:pt x="13" y="17"/>
                      <a:pt x="7" y="17"/>
                    </a:cubicBezTo>
                    <a:cubicBezTo>
                      <a:pt x="3" y="17"/>
                      <a:pt x="0" y="13"/>
                      <a:pt x="0" y="8"/>
                    </a:cubicBezTo>
                    <a:cubicBezTo>
                      <a:pt x="0" y="8"/>
                      <a:pt x="0" y="8"/>
                      <a:pt x="0" y="8"/>
                    </a:cubicBezTo>
                    <a:cubicBezTo>
                      <a:pt x="0" y="8"/>
                      <a:pt x="0"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3" name="Freeform 27"/>
              <p:cNvSpPr>
                <a:spLocks/>
              </p:cNvSpPr>
              <p:nvPr/>
            </p:nvSpPr>
            <p:spPr bwMode="auto">
              <a:xfrm>
                <a:off x="9082624" y="5217066"/>
                <a:ext cx="390459" cy="148747"/>
              </a:xfrm>
              <a:custGeom>
                <a:avLst/>
                <a:gdLst>
                  <a:gd name="T0" fmla="*/ 0 w 53"/>
                  <a:gd name="T1" fmla="*/ 10 h 20"/>
                  <a:gd name="T2" fmla="*/ 10 w 53"/>
                  <a:gd name="T3" fmla="*/ 2 h 20"/>
                  <a:gd name="T4" fmla="*/ 46 w 53"/>
                  <a:gd name="T5" fmla="*/ 9 h 20"/>
                  <a:gd name="T6" fmla="*/ 51 w 53"/>
                  <a:gd name="T7" fmla="*/ 13 h 20"/>
                  <a:gd name="T8" fmla="*/ 53 w 53"/>
                  <a:gd name="T9" fmla="*/ 19 h 20"/>
                  <a:gd name="T10" fmla="*/ 17 w 53"/>
                  <a:gd name="T11" fmla="*/ 13 h 20"/>
                  <a:gd name="T12" fmla="*/ 7 w 53"/>
                  <a:gd name="T13" fmla="*/ 19 h 20"/>
                  <a:gd name="T14" fmla="*/ 0 w 53"/>
                  <a:gd name="T15" fmla="*/ 1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20">
                    <a:moveTo>
                      <a:pt x="0" y="10"/>
                    </a:moveTo>
                    <a:cubicBezTo>
                      <a:pt x="0" y="10"/>
                      <a:pt x="0" y="0"/>
                      <a:pt x="10" y="2"/>
                    </a:cubicBezTo>
                    <a:cubicBezTo>
                      <a:pt x="16" y="3"/>
                      <a:pt x="35" y="7"/>
                      <a:pt x="46" y="9"/>
                    </a:cubicBezTo>
                    <a:cubicBezTo>
                      <a:pt x="48" y="9"/>
                      <a:pt x="50" y="11"/>
                      <a:pt x="51" y="13"/>
                    </a:cubicBezTo>
                    <a:cubicBezTo>
                      <a:pt x="53" y="15"/>
                      <a:pt x="53" y="17"/>
                      <a:pt x="53" y="19"/>
                    </a:cubicBezTo>
                    <a:cubicBezTo>
                      <a:pt x="17" y="13"/>
                      <a:pt x="17" y="13"/>
                      <a:pt x="17" y="13"/>
                    </a:cubicBezTo>
                    <a:cubicBezTo>
                      <a:pt x="16" y="17"/>
                      <a:pt x="11" y="20"/>
                      <a:pt x="7" y="19"/>
                    </a:cubicBezTo>
                    <a:cubicBezTo>
                      <a:pt x="3" y="19"/>
                      <a:pt x="0" y="15"/>
                      <a:pt x="0" y="10"/>
                    </a:cubicBezTo>
                    <a:close/>
                  </a:path>
                </a:pathLst>
              </a:custGeom>
              <a:solidFill>
                <a:srgbClr val="F3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4" name="Oval 28"/>
              <p:cNvSpPr>
                <a:spLocks noChangeArrowheads="1"/>
              </p:cNvSpPr>
              <p:nvPr/>
            </p:nvSpPr>
            <p:spPr bwMode="auto">
              <a:xfrm>
                <a:off x="9103873" y="5254252"/>
                <a:ext cx="82341" cy="87655"/>
              </a:xfrm>
              <a:prstGeom prst="ellipse">
                <a:avLst/>
              </a:pr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5" name="Freeform 29"/>
              <p:cNvSpPr>
                <a:spLocks/>
              </p:cNvSpPr>
              <p:nvPr/>
            </p:nvSpPr>
            <p:spPr bwMode="auto">
              <a:xfrm>
                <a:off x="8801067" y="4452083"/>
                <a:ext cx="244370" cy="913730"/>
              </a:xfrm>
              <a:custGeom>
                <a:avLst/>
                <a:gdLst>
                  <a:gd name="T0" fmla="*/ 12 w 33"/>
                  <a:gd name="T1" fmla="*/ 1 h 124"/>
                  <a:gd name="T2" fmla="*/ 20 w 33"/>
                  <a:gd name="T3" fmla="*/ 11 h 124"/>
                  <a:gd name="T4" fmla="*/ 31 w 33"/>
                  <a:gd name="T5" fmla="*/ 111 h 124"/>
                  <a:gd name="T6" fmla="*/ 24 w 33"/>
                  <a:gd name="T7" fmla="*/ 123 h 124"/>
                  <a:gd name="T8" fmla="*/ 14 w 33"/>
                  <a:gd name="T9" fmla="*/ 123 h 124"/>
                  <a:gd name="T10" fmla="*/ 0 w 33"/>
                  <a:gd name="T11" fmla="*/ 0 h 124"/>
                  <a:gd name="T12" fmla="*/ 12 w 33"/>
                  <a:gd name="T13" fmla="*/ 1 h 124"/>
                </a:gdLst>
                <a:ahLst/>
                <a:cxnLst>
                  <a:cxn ang="0">
                    <a:pos x="T0" y="T1"/>
                  </a:cxn>
                  <a:cxn ang="0">
                    <a:pos x="T2" y="T3"/>
                  </a:cxn>
                  <a:cxn ang="0">
                    <a:pos x="T4" y="T5"/>
                  </a:cxn>
                  <a:cxn ang="0">
                    <a:pos x="T6" y="T7"/>
                  </a:cxn>
                  <a:cxn ang="0">
                    <a:pos x="T8" y="T9"/>
                  </a:cxn>
                  <a:cxn ang="0">
                    <a:pos x="T10" y="T11"/>
                  </a:cxn>
                  <a:cxn ang="0">
                    <a:pos x="T12" y="T13"/>
                  </a:cxn>
                </a:cxnLst>
                <a:rect l="0" t="0" r="r" b="b"/>
                <a:pathLst>
                  <a:path w="33" h="124">
                    <a:moveTo>
                      <a:pt x="12" y="1"/>
                    </a:moveTo>
                    <a:cubicBezTo>
                      <a:pt x="16" y="1"/>
                      <a:pt x="20" y="4"/>
                      <a:pt x="20" y="11"/>
                    </a:cubicBezTo>
                    <a:cubicBezTo>
                      <a:pt x="31" y="111"/>
                      <a:pt x="31" y="111"/>
                      <a:pt x="31" y="111"/>
                    </a:cubicBezTo>
                    <a:cubicBezTo>
                      <a:pt x="33" y="119"/>
                      <a:pt x="29" y="124"/>
                      <a:pt x="24" y="123"/>
                    </a:cubicBezTo>
                    <a:cubicBezTo>
                      <a:pt x="14" y="123"/>
                      <a:pt x="14" y="123"/>
                      <a:pt x="14" y="123"/>
                    </a:cubicBezTo>
                    <a:cubicBezTo>
                      <a:pt x="0" y="0"/>
                      <a:pt x="0" y="0"/>
                      <a:pt x="0" y="0"/>
                    </a:cubicBezTo>
                    <a:lnTo>
                      <a:pt x="12" y="1"/>
                    </a:lnTo>
                    <a:close/>
                  </a:path>
                </a:pathLst>
              </a:custGeom>
              <a:solidFill>
                <a:srgbClr val="F3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6" name="Freeform 30"/>
              <p:cNvSpPr>
                <a:spLocks/>
              </p:cNvSpPr>
              <p:nvPr/>
            </p:nvSpPr>
            <p:spPr bwMode="auto">
              <a:xfrm>
                <a:off x="7820934" y="4452083"/>
                <a:ext cx="1142162" cy="905762"/>
              </a:xfrm>
              <a:custGeom>
                <a:avLst/>
                <a:gdLst>
                  <a:gd name="T0" fmla="*/ 9 w 155"/>
                  <a:gd name="T1" fmla="*/ 0 h 123"/>
                  <a:gd name="T2" fmla="*/ 132 w 155"/>
                  <a:gd name="T3" fmla="*/ 0 h 123"/>
                  <a:gd name="T4" fmla="*/ 142 w 155"/>
                  <a:gd name="T5" fmla="*/ 9 h 123"/>
                  <a:gd name="T6" fmla="*/ 154 w 155"/>
                  <a:gd name="T7" fmla="*/ 112 h 123"/>
                  <a:gd name="T8" fmla="*/ 144 w 155"/>
                  <a:gd name="T9" fmla="*/ 123 h 123"/>
                  <a:gd name="T10" fmla="*/ 21 w 155"/>
                  <a:gd name="T11" fmla="*/ 123 h 123"/>
                  <a:gd name="T12" fmla="*/ 13 w 155"/>
                  <a:gd name="T13" fmla="*/ 116 h 123"/>
                  <a:gd name="T14" fmla="*/ 1 w 155"/>
                  <a:gd name="T15" fmla="*/ 10 h 123"/>
                  <a:gd name="T16" fmla="*/ 9 w 155"/>
                  <a:gd name="T17"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5" h="123">
                    <a:moveTo>
                      <a:pt x="9" y="0"/>
                    </a:moveTo>
                    <a:cubicBezTo>
                      <a:pt x="132" y="0"/>
                      <a:pt x="132" y="0"/>
                      <a:pt x="132" y="0"/>
                    </a:cubicBezTo>
                    <a:cubicBezTo>
                      <a:pt x="137" y="0"/>
                      <a:pt x="142" y="4"/>
                      <a:pt x="142" y="9"/>
                    </a:cubicBezTo>
                    <a:cubicBezTo>
                      <a:pt x="154" y="112"/>
                      <a:pt x="154" y="112"/>
                      <a:pt x="154" y="112"/>
                    </a:cubicBezTo>
                    <a:cubicBezTo>
                      <a:pt x="155" y="118"/>
                      <a:pt x="150" y="123"/>
                      <a:pt x="144" y="123"/>
                    </a:cubicBezTo>
                    <a:cubicBezTo>
                      <a:pt x="21" y="123"/>
                      <a:pt x="21" y="123"/>
                      <a:pt x="21" y="123"/>
                    </a:cubicBezTo>
                    <a:cubicBezTo>
                      <a:pt x="17" y="123"/>
                      <a:pt x="13" y="120"/>
                      <a:pt x="13" y="116"/>
                    </a:cubicBezTo>
                    <a:cubicBezTo>
                      <a:pt x="1" y="10"/>
                      <a:pt x="1" y="10"/>
                      <a:pt x="1" y="10"/>
                    </a:cubicBezTo>
                    <a:cubicBezTo>
                      <a:pt x="0" y="5"/>
                      <a:pt x="4"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7" name="Freeform 31"/>
              <p:cNvSpPr>
                <a:spLocks/>
              </p:cNvSpPr>
              <p:nvPr/>
            </p:nvSpPr>
            <p:spPr bwMode="auto">
              <a:xfrm>
                <a:off x="8174206" y="4871761"/>
                <a:ext cx="435615" cy="74373"/>
              </a:xfrm>
              <a:custGeom>
                <a:avLst/>
                <a:gdLst>
                  <a:gd name="T0" fmla="*/ 59 w 59"/>
                  <a:gd name="T1" fmla="*/ 5 h 10"/>
                  <a:gd name="T2" fmla="*/ 54 w 59"/>
                  <a:gd name="T3" fmla="*/ 10 h 10"/>
                  <a:gd name="T4" fmla="*/ 5 w 59"/>
                  <a:gd name="T5" fmla="*/ 10 h 10"/>
                  <a:gd name="T6" fmla="*/ 0 w 59"/>
                  <a:gd name="T7" fmla="*/ 5 h 10"/>
                  <a:gd name="T8" fmla="*/ 0 w 59"/>
                  <a:gd name="T9" fmla="*/ 5 h 10"/>
                  <a:gd name="T10" fmla="*/ 5 w 59"/>
                  <a:gd name="T11" fmla="*/ 0 h 10"/>
                  <a:gd name="T12" fmla="*/ 54 w 59"/>
                  <a:gd name="T13" fmla="*/ 0 h 10"/>
                  <a:gd name="T14" fmla="*/ 59 w 59"/>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0">
                    <a:moveTo>
                      <a:pt x="59" y="5"/>
                    </a:moveTo>
                    <a:cubicBezTo>
                      <a:pt x="59" y="8"/>
                      <a:pt x="56" y="10"/>
                      <a:pt x="54" y="10"/>
                    </a:cubicBezTo>
                    <a:cubicBezTo>
                      <a:pt x="5" y="10"/>
                      <a:pt x="5" y="10"/>
                      <a:pt x="5" y="10"/>
                    </a:cubicBezTo>
                    <a:cubicBezTo>
                      <a:pt x="3" y="10"/>
                      <a:pt x="0" y="8"/>
                      <a:pt x="0" y="5"/>
                    </a:cubicBezTo>
                    <a:cubicBezTo>
                      <a:pt x="0" y="5"/>
                      <a:pt x="0" y="5"/>
                      <a:pt x="0" y="5"/>
                    </a:cubicBezTo>
                    <a:cubicBezTo>
                      <a:pt x="0" y="2"/>
                      <a:pt x="3" y="0"/>
                      <a:pt x="5" y="0"/>
                    </a:cubicBezTo>
                    <a:cubicBezTo>
                      <a:pt x="54" y="0"/>
                      <a:pt x="54" y="0"/>
                      <a:pt x="54" y="0"/>
                    </a:cubicBezTo>
                    <a:cubicBezTo>
                      <a:pt x="56" y="0"/>
                      <a:pt x="59" y="2"/>
                      <a:pt x="59" y="5"/>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nvGrpSpPr>
            <p:cNvPr id="11" name="Group 10"/>
            <p:cNvGrpSpPr/>
            <p:nvPr/>
          </p:nvGrpSpPr>
          <p:grpSpPr>
            <a:xfrm>
              <a:off x="10091976" y="4361890"/>
              <a:ext cx="1909524" cy="2419674"/>
              <a:chOff x="10091976" y="4967384"/>
              <a:chExt cx="1431688" cy="1814179"/>
            </a:xfrm>
          </p:grpSpPr>
          <p:sp>
            <p:nvSpPr>
              <p:cNvPr id="12" name="Rectangle 32"/>
              <p:cNvSpPr>
                <a:spLocks noChangeArrowheads="1"/>
              </p:cNvSpPr>
              <p:nvPr/>
            </p:nvSpPr>
            <p:spPr bwMode="auto">
              <a:xfrm>
                <a:off x="1106679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 name="Rectangle 33"/>
              <p:cNvSpPr>
                <a:spLocks noChangeArrowheads="1"/>
              </p:cNvSpPr>
              <p:nvPr/>
            </p:nvSpPr>
            <p:spPr bwMode="auto">
              <a:xfrm>
                <a:off x="10431969" y="6595630"/>
                <a:ext cx="37187" cy="124842"/>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 name="Freeform 34"/>
              <p:cNvSpPr>
                <a:spLocks/>
              </p:cNvSpPr>
              <p:nvPr/>
            </p:nvSpPr>
            <p:spPr bwMode="auto">
              <a:xfrm>
                <a:off x="10771961" y="6500007"/>
                <a:ext cx="377179" cy="140779"/>
              </a:xfrm>
              <a:custGeom>
                <a:avLst/>
                <a:gdLst>
                  <a:gd name="T0" fmla="*/ 0 w 142"/>
                  <a:gd name="T1" fmla="*/ 11 h 53"/>
                  <a:gd name="T2" fmla="*/ 3 w 142"/>
                  <a:gd name="T3" fmla="*/ 0 h 53"/>
                  <a:gd name="T4" fmla="*/ 142 w 142"/>
                  <a:gd name="T5" fmla="*/ 28 h 53"/>
                  <a:gd name="T6" fmla="*/ 142 w 142"/>
                  <a:gd name="T7" fmla="*/ 53 h 53"/>
                  <a:gd name="T8" fmla="*/ 0 w 142"/>
                  <a:gd name="T9" fmla="*/ 22 h 53"/>
                  <a:gd name="T10" fmla="*/ 3 w 142"/>
                  <a:gd name="T11" fmla="*/ 22 h 53"/>
                  <a:gd name="T12" fmla="*/ 0 w 142"/>
                  <a:gd name="T13" fmla="*/ 11 h 53"/>
                </a:gdLst>
                <a:ahLst/>
                <a:cxnLst>
                  <a:cxn ang="0">
                    <a:pos x="T0" y="T1"/>
                  </a:cxn>
                  <a:cxn ang="0">
                    <a:pos x="T2" y="T3"/>
                  </a:cxn>
                  <a:cxn ang="0">
                    <a:pos x="T4" y="T5"/>
                  </a:cxn>
                  <a:cxn ang="0">
                    <a:pos x="T6" y="T7"/>
                  </a:cxn>
                  <a:cxn ang="0">
                    <a:pos x="T8" y="T9"/>
                  </a:cxn>
                  <a:cxn ang="0">
                    <a:pos x="T10" y="T11"/>
                  </a:cxn>
                  <a:cxn ang="0">
                    <a:pos x="T12" y="T13"/>
                  </a:cxn>
                </a:cxnLst>
                <a:rect l="0" t="0" r="r" b="b"/>
                <a:pathLst>
                  <a:path w="142" h="53">
                    <a:moveTo>
                      <a:pt x="0" y="11"/>
                    </a:moveTo>
                    <a:lnTo>
                      <a:pt x="3" y="0"/>
                    </a:lnTo>
                    <a:lnTo>
                      <a:pt x="142" y="28"/>
                    </a:lnTo>
                    <a:lnTo>
                      <a:pt x="142" y="53"/>
                    </a:lnTo>
                    <a:lnTo>
                      <a:pt x="0" y="22"/>
                    </a:lnTo>
                    <a:lnTo>
                      <a:pt x="3" y="22"/>
                    </a:lnTo>
                    <a:lnTo>
                      <a:pt x="0" y="11"/>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 name="Freeform 35"/>
              <p:cNvSpPr>
                <a:spLocks/>
              </p:cNvSpPr>
              <p:nvPr/>
            </p:nvSpPr>
            <p:spPr bwMode="auto">
              <a:xfrm>
                <a:off x="10386814" y="6500007"/>
                <a:ext cx="385147" cy="140779"/>
              </a:xfrm>
              <a:custGeom>
                <a:avLst/>
                <a:gdLst>
                  <a:gd name="T0" fmla="*/ 142 w 145"/>
                  <a:gd name="T1" fmla="*/ 0 h 53"/>
                  <a:gd name="T2" fmla="*/ 145 w 145"/>
                  <a:gd name="T3" fmla="*/ 11 h 53"/>
                  <a:gd name="T4" fmla="*/ 142 w 145"/>
                  <a:gd name="T5" fmla="*/ 22 h 53"/>
                  <a:gd name="T6" fmla="*/ 145 w 145"/>
                  <a:gd name="T7" fmla="*/ 22 h 53"/>
                  <a:gd name="T8" fmla="*/ 0 w 145"/>
                  <a:gd name="T9" fmla="*/ 53 h 53"/>
                  <a:gd name="T10" fmla="*/ 0 w 145"/>
                  <a:gd name="T11" fmla="*/ 28 h 53"/>
                  <a:gd name="T12" fmla="*/ 142 w 145"/>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145" h="53">
                    <a:moveTo>
                      <a:pt x="142" y="0"/>
                    </a:moveTo>
                    <a:lnTo>
                      <a:pt x="145" y="11"/>
                    </a:lnTo>
                    <a:lnTo>
                      <a:pt x="142" y="22"/>
                    </a:lnTo>
                    <a:lnTo>
                      <a:pt x="145" y="22"/>
                    </a:lnTo>
                    <a:lnTo>
                      <a:pt x="0" y="53"/>
                    </a:lnTo>
                    <a:lnTo>
                      <a:pt x="0" y="28"/>
                    </a:lnTo>
                    <a:lnTo>
                      <a:pt x="142"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 name="Freeform 36"/>
              <p:cNvSpPr>
                <a:spLocks/>
              </p:cNvSpPr>
              <p:nvPr/>
            </p:nvSpPr>
            <p:spPr bwMode="auto">
              <a:xfrm>
                <a:off x="10763993" y="6529224"/>
                <a:ext cx="15937" cy="29219"/>
              </a:xfrm>
              <a:custGeom>
                <a:avLst/>
                <a:gdLst>
                  <a:gd name="T0" fmla="*/ 3 w 6"/>
                  <a:gd name="T1" fmla="*/ 0 h 11"/>
                  <a:gd name="T2" fmla="*/ 6 w 6"/>
                  <a:gd name="T3" fmla="*/ 11 h 11"/>
                  <a:gd name="T4" fmla="*/ 3 w 6"/>
                  <a:gd name="T5" fmla="*/ 11 h 11"/>
                  <a:gd name="T6" fmla="*/ 0 w 6"/>
                  <a:gd name="T7" fmla="*/ 11 h 11"/>
                  <a:gd name="T8" fmla="*/ 3 w 6"/>
                  <a:gd name="T9" fmla="*/ 0 h 11"/>
                </a:gdLst>
                <a:ahLst/>
                <a:cxnLst>
                  <a:cxn ang="0">
                    <a:pos x="T0" y="T1"/>
                  </a:cxn>
                  <a:cxn ang="0">
                    <a:pos x="T2" y="T3"/>
                  </a:cxn>
                  <a:cxn ang="0">
                    <a:pos x="T4" y="T5"/>
                  </a:cxn>
                  <a:cxn ang="0">
                    <a:pos x="T6" y="T7"/>
                  </a:cxn>
                  <a:cxn ang="0">
                    <a:pos x="T8" y="T9"/>
                  </a:cxn>
                </a:cxnLst>
                <a:rect l="0" t="0" r="r" b="b"/>
                <a:pathLst>
                  <a:path w="6" h="11">
                    <a:moveTo>
                      <a:pt x="3" y="0"/>
                    </a:moveTo>
                    <a:lnTo>
                      <a:pt x="6" y="11"/>
                    </a:lnTo>
                    <a:lnTo>
                      <a:pt x="3" y="11"/>
                    </a:lnTo>
                    <a:lnTo>
                      <a:pt x="0" y="11"/>
                    </a:lnTo>
                    <a:lnTo>
                      <a:pt x="3"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 name="Rectangle 37"/>
              <p:cNvSpPr>
                <a:spLocks noChangeArrowheads="1"/>
              </p:cNvSpPr>
              <p:nvPr/>
            </p:nvSpPr>
            <p:spPr bwMode="auto">
              <a:xfrm>
                <a:off x="10734774" y="6242355"/>
                <a:ext cx="66404" cy="398429"/>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 name="Rectangle 38"/>
              <p:cNvSpPr>
                <a:spLocks noChangeArrowheads="1"/>
              </p:cNvSpPr>
              <p:nvPr/>
            </p:nvSpPr>
            <p:spPr bwMode="auto">
              <a:xfrm>
                <a:off x="10750712" y="6529224"/>
                <a:ext cx="34530" cy="191246"/>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 name="Freeform 39"/>
              <p:cNvSpPr>
                <a:spLocks/>
              </p:cNvSpPr>
              <p:nvPr/>
            </p:nvSpPr>
            <p:spPr bwMode="auto">
              <a:xfrm>
                <a:off x="10277910" y="6160014"/>
                <a:ext cx="672015" cy="98280"/>
              </a:xfrm>
              <a:custGeom>
                <a:avLst/>
                <a:gdLst>
                  <a:gd name="T0" fmla="*/ 0 w 253"/>
                  <a:gd name="T1" fmla="*/ 0 h 37"/>
                  <a:gd name="T2" fmla="*/ 253 w 253"/>
                  <a:gd name="T3" fmla="*/ 0 h 37"/>
                  <a:gd name="T4" fmla="*/ 253 w 253"/>
                  <a:gd name="T5" fmla="*/ 37 h 37"/>
                  <a:gd name="T6" fmla="*/ 39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9" y="37"/>
                    </a:lnTo>
                    <a:lnTo>
                      <a:pt x="0"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 name="Freeform 40"/>
              <p:cNvSpPr>
                <a:spLocks/>
              </p:cNvSpPr>
              <p:nvPr/>
            </p:nvSpPr>
            <p:spPr bwMode="auto">
              <a:xfrm>
                <a:off x="10564778" y="6160014"/>
                <a:ext cx="672015" cy="98280"/>
              </a:xfrm>
              <a:custGeom>
                <a:avLst/>
                <a:gdLst>
                  <a:gd name="T0" fmla="*/ 0 w 253"/>
                  <a:gd name="T1" fmla="*/ 0 h 37"/>
                  <a:gd name="T2" fmla="*/ 253 w 253"/>
                  <a:gd name="T3" fmla="*/ 0 h 37"/>
                  <a:gd name="T4" fmla="*/ 253 w 253"/>
                  <a:gd name="T5" fmla="*/ 37 h 37"/>
                  <a:gd name="T6" fmla="*/ 36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6" y="37"/>
                    </a:lnTo>
                    <a:lnTo>
                      <a:pt x="0"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 name="Oval 41"/>
              <p:cNvSpPr>
                <a:spLocks noChangeArrowheads="1"/>
              </p:cNvSpPr>
              <p:nvPr/>
            </p:nvSpPr>
            <p:spPr bwMode="auto">
              <a:xfrm>
                <a:off x="10713525" y="6662034"/>
                <a:ext cx="116872"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3" name="Oval 42"/>
              <p:cNvSpPr>
                <a:spLocks noChangeArrowheads="1"/>
              </p:cNvSpPr>
              <p:nvPr/>
            </p:nvSpPr>
            <p:spPr bwMode="auto">
              <a:xfrm>
                <a:off x="1039478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4" name="Oval 43"/>
              <p:cNvSpPr>
                <a:spLocks noChangeArrowheads="1"/>
              </p:cNvSpPr>
              <p:nvPr/>
            </p:nvSpPr>
            <p:spPr bwMode="auto">
              <a:xfrm>
                <a:off x="11029612" y="6662034"/>
                <a:ext cx="119528" cy="119529"/>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5" name="Freeform 44"/>
              <p:cNvSpPr>
                <a:spLocks/>
              </p:cNvSpPr>
              <p:nvPr/>
            </p:nvSpPr>
            <p:spPr bwMode="auto">
              <a:xfrm>
                <a:off x="10285879" y="5660650"/>
                <a:ext cx="685297" cy="403741"/>
              </a:xfrm>
              <a:custGeom>
                <a:avLst/>
                <a:gdLst>
                  <a:gd name="T0" fmla="*/ 29 w 93"/>
                  <a:gd name="T1" fmla="*/ 0 h 55"/>
                  <a:gd name="T2" fmla="*/ 93 w 93"/>
                  <a:gd name="T3" fmla="*/ 0 h 55"/>
                  <a:gd name="T4" fmla="*/ 93 w 93"/>
                  <a:gd name="T5" fmla="*/ 6 h 55"/>
                  <a:gd name="T6" fmla="*/ 29 w 93"/>
                  <a:gd name="T7" fmla="*/ 6 h 55"/>
                  <a:gd name="T8" fmla="*/ 7 w 93"/>
                  <a:gd name="T9" fmla="*/ 29 h 55"/>
                  <a:gd name="T10" fmla="*/ 7 w 93"/>
                  <a:gd name="T11" fmla="*/ 55 h 55"/>
                  <a:gd name="T12" fmla="*/ 0 w 93"/>
                  <a:gd name="T13" fmla="*/ 55 h 55"/>
                  <a:gd name="T14" fmla="*/ 0 w 93"/>
                  <a:gd name="T15" fmla="*/ 29 h 55"/>
                  <a:gd name="T16" fmla="*/ 29 w 93"/>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55">
                    <a:moveTo>
                      <a:pt x="29" y="0"/>
                    </a:moveTo>
                    <a:cubicBezTo>
                      <a:pt x="93" y="0"/>
                      <a:pt x="93" y="0"/>
                      <a:pt x="93" y="0"/>
                    </a:cubicBezTo>
                    <a:cubicBezTo>
                      <a:pt x="93" y="6"/>
                      <a:pt x="93" y="6"/>
                      <a:pt x="93" y="6"/>
                    </a:cubicBezTo>
                    <a:cubicBezTo>
                      <a:pt x="29" y="6"/>
                      <a:pt x="29" y="6"/>
                      <a:pt x="29" y="6"/>
                    </a:cubicBezTo>
                    <a:cubicBezTo>
                      <a:pt x="17" y="6"/>
                      <a:pt x="7" y="17"/>
                      <a:pt x="7" y="29"/>
                    </a:cubicBezTo>
                    <a:cubicBezTo>
                      <a:pt x="7" y="55"/>
                      <a:pt x="7" y="55"/>
                      <a:pt x="7" y="55"/>
                    </a:cubicBezTo>
                    <a:cubicBezTo>
                      <a:pt x="0" y="55"/>
                      <a:pt x="0" y="55"/>
                      <a:pt x="0" y="55"/>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6" name="Oval 46"/>
              <p:cNvSpPr>
                <a:spLocks noChangeArrowheads="1"/>
              </p:cNvSpPr>
              <p:nvPr/>
            </p:nvSpPr>
            <p:spPr bwMode="auto">
              <a:xfrm>
                <a:off x="10091976" y="6013923"/>
                <a:ext cx="193901" cy="191246"/>
              </a:xfrm>
              <a:prstGeom prst="ellipse">
                <a:avLst/>
              </a:prstGeom>
              <a:solidFill>
                <a:srgbClr val="444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7" name="Rectangle 47"/>
              <p:cNvSpPr>
                <a:spLocks noChangeArrowheads="1"/>
              </p:cNvSpPr>
              <p:nvPr/>
            </p:nvSpPr>
            <p:spPr bwMode="auto">
              <a:xfrm>
                <a:off x="10187599" y="6013923"/>
                <a:ext cx="377179" cy="191246"/>
              </a:xfrm>
              <a:prstGeom prst="rect">
                <a:avLst/>
              </a:prstGeom>
              <a:solidFill>
                <a:srgbClr val="444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8" name="Rectangle 48"/>
              <p:cNvSpPr>
                <a:spLocks noChangeArrowheads="1"/>
              </p:cNvSpPr>
              <p:nvPr/>
            </p:nvSpPr>
            <p:spPr bwMode="auto">
              <a:xfrm>
                <a:off x="10564778" y="6013923"/>
                <a:ext cx="767638" cy="191246"/>
              </a:xfrm>
              <a:prstGeom prst="rect">
                <a:avLst/>
              </a:prstGeom>
              <a:solidFill>
                <a:srgbClr val="20202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9" name="Oval 49"/>
              <p:cNvSpPr>
                <a:spLocks noChangeArrowheads="1"/>
              </p:cNvSpPr>
              <p:nvPr/>
            </p:nvSpPr>
            <p:spPr bwMode="auto">
              <a:xfrm>
                <a:off x="10477125" y="6013923"/>
                <a:ext cx="18327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0" name="Oval 50"/>
              <p:cNvSpPr>
                <a:spLocks noChangeArrowheads="1"/>
              </p:cNvSpPr>
              <p:nvPr/>
            </p:nvSpPr>
            <p:spPr bwMode="auto">
              <a:xfrm>
                <a:off x="11332418" y="4967384"/>
                <a:ext cx="191246" cy="19124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1" name="Freeform 51"/>
              <p:cNvSpPr>
                <a:spLocks/>
              </p:cNvSpPr>
              <p:nvPr/>
            </p:nvSpPr>
            <p:spPr bwMode="auto">
              <a:xfrm>
                <a:off x="11236795" y="4967384"/>
                <a:ext cx="191246" cy="1237785"/>
              </a:xfrm>
              <a:custGeom>
                <a:avLst/>
                <a:gdLst>
                  <a:gd name="T0" fmla="*/ 72 w 72"/>
                  <a:gd name="T1" fmla="*/ 0 h 466"/>
                  <a:gd name="T2" fmla="*/ 36 w 72"/>
                  <a:gd name="T3" fmla="*/ 466 h 466"/>
                  <a:gd name="T4" fmla="*/ 0 w 72"/>
                  <a:gd name="T5" fmla="*/ 466 h 466"/>
                  <a:gd name="T6" fmla="*/ 36 w 72"/>
                  <a:gd name="T7" fmla="*/ 0 h 466"/>
                  <a:gd name="T8" fmla="*/ 72 w 72"/>
                  <a:gd name="T9" fmla="*/ 0 h 466"/>
                </a:gdLst>
                <a:ahLst/>
                <a:cxnLst>
                  <a:cxn ang="0">
                    <a:pos x="T0" y="T1"/>
                  </a:cxn>
                  <a:cxn ang="0">
                    <a:pos x="T2" y="T3"/>
                  </a:cxn>
                  <a:cxn ang="0">
                    <a:pos x="T4" y="T5"/>
                  </a:cxn>
                  <a:cxn ang="0">
                    <a:pos x="T6" y="T7"/>
                  </a:cxn>
                  <a:cxn ang="0">
                    <a:pos x="T8" y="T9"/>
                  </a:cxn>
                </a:cxnLst>
                <a:rect l="0" t="0" r="r" b="b"/>
                <a:pathLst>
                  <a:path w="72" h="466">
                    <a:moveTo>
                      <a:pt x="72" y="0"/>
                    </a:moveTo>
                    <a:lnTo>
                      <a:pt x="36" y="466"/>
                    </a:lnTo>
                    <a:lnTo>
                      <a:pt x="0" y="466"/>
                    </a:lnTo>
                    <a:lnTo>
                      <a:pt x="36" y="0"/>
                    </a:lnTo>
                    <a:lnTo>
                      <a:pt x="72"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2" name="Oval 52"/>
              <p:cNvSpPr>
                <a:spLocks noChangeArrowheads="1"/>
              </p:cNvSpPr>
              <p:nvPr/>
            </p:nvSpPr>
            <p:spPr bwMode="auto">
              <a:xfrm>
                <a:off x="10742744"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3" name="Oval 53"/>
              <p:cNvSpPr>
                <a:spLocks noChangeArrowheads="1"/>
              </p:cNvSpPr>
              <p:nvPr/>
            </p:nvSpPr>
            <p:spPr bwMode="auto">
              <a:xfrm>
                <a:off x="10424001" y="6691253"/>
                <a:ext cx="61092"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4" name="Oval 54"/>
              <p:cNvSpPr>
                <a:spLocks noChangeArrowheads="1"/>
              </p:cNvSpPr>
              <p:nvPr/>
            </p:nvSpPr>
            <p:spPr bwMode="auto">
              <a:xfrm>
                <a:off x="11058830" y="6691253"/>
                <a:ext cx="58436" cy="58436"/>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5" name="Freeform 83"/>
              <p:cNvSpPr>
                <a:spLocks/>
              </p:cNvSpPr>
              <p:nvPr/>
            </p:nvSpPr>
            <p:spPr bwMode="auto">
              <a:xfrm>
                <a:off x="10431969" y="5262222"/>
                <a:ext cx="509989" cy="0"/>
              </a:xfrm>
              <a:custGeom>
                <a:avLst/>
                <a:gdLst>
                  <a:gd name="T0" fmla="*/ 0 w 192"/>
                  <a:gd name="T1" fmla="*/ 192 w 192"/>
                  <a:gd name="T2" fmla="*/ 0 w 192"/>
                </a:gdLst>
                <a:ahLst/>
                <a:cxnLst>
                  <a:cxn ang="0">
                    <a:pos x="T0" y="0"/>
                  </a:cxn>
                  <a:cxn ang="0">
                    <a:pos x="T1" y="0"/>
                  </a:cxn>
                  <a:cxn ang="0">
                    <a:pos x="T2" y="0"/>
                  </a:cxn>
                </a:cxnLst>
                <a:rect l="0" t="0" r="r" b="b"/>
                <a:pathLst>
                  <a:path w="192">
                    <a:moveTo>
                      <a:pt x="0" y="0"/>
                    </a:moveTo>
                    <a:lnTo>
                      <a:pt x="192" y="0"/>
                    </a:lnTo>
                    <a:lnTo>
                      <a:pt x="0" y="0"/>
                    </a:lnTo>
                    <a:close/>
                  </a:path>
                </a:pathLst>
              </a:custGeom>
              <a:solidFill>
                <a:srgbClr val="D8D8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6" name="Freeform 112"/>
              <p:cNvSpPr>
                <a:spLocks/>
              </p:cNvSpPr>
              <p:nvPr/>
            </p:nvSpPr>
            <p:spPr bwMode="auto">
              <a:xfrm>
                <a:off x="10543529" y="5594245"/>
                <a:ext cx="672015" cy="448897"/>
              </a:xfrm>
              <a:custGeom>
                <a:avLst/>
                <a:gdLst>
                  <a:gd name="T0" fmla="*/ 29 w 91"/>
                  <a:gd name="T1" fmla="*/ 0 h 61"/>
                  <a:gd name="T2" fmla="*/ 91 w 91"/>
                  <a:gd name="T3" fmla="*/ 0 h 61"/>
                  <a:gd name="T4" fmla="*/ 91 w 91"/>
                  <a:gd name="T5" fmla="*/ 7 h 61"/>
                  <a:gd name="T6" fmla="*/ 29 w 91"/>
                  <a:gd name="T7" fmla="*/ 7 h 61"/>
                  <a:gd name="T8" fmla="*/ 7 w 91"/>
                  <a:gd name="T9" fmla="*/ 29 h 61"/>
                  <a:gd name="T10" fmla="*/ 7 w 91"/>
                  <a:gd name="T11" fmla="*/ 61 h 61"/>
                  <a:gd name="T12" fmla="*/ 0 w 91"/>
                  <a:gd name="T13" fmla="*/ 61 h 61"/>
                  <a:gd name="T14" fmla="*/ 0 w 91"/>
                  <a:gd name="T15" fmla="*/ 29 h 61"/>
                  <a:gd name="T16" fmla="*/ 29 w 91"/>
                  <a:gd name="T1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61">
                    <a:moveTo>
                      <a:pt x="29" y="0"/>
                    </a:moveTo>
                    <a:cubicBezTo>
                      <a:pt x="91" y="0"/>
                      <a:pt x="91" y="0"/>
                      <a:pt x="91" y="0"/>
                    </a:cubicBezTo>
                    <a:cubicBezTo>
                      <a:pt x="91" y="7"/>
                      <a:pt x="91" y="7"/>
                      <a:pt x="91" y="7"/>
                    </a:cubicBezTo>
                    <a:cubicBezTo>
                      <a:pt x="29" y="7"/>
                      <a:pt x="29" y="7"/>
                      <a:pt x="29" y="7"/>
                    </a:cubicBezTo>
                    <a:cubicBezTo>
                      <a:pt x="17" y="7"/>
                      <a:pt x="7" y="17"/>
                      <a:pt x="7" y="29"/>
                    </a:cubicBezTo>
                    <a:cubicBezTo>
                      <a:pt x="7" y="61"/>
                      <a:pt x="7" y="61"/>
                      <a:pt x="7" y="61"/>
                    </a:cubicBezTo>
                    <a:cubicBezTo>
                      <a:pt x="0" y="61"/>
                      <a:pt x="0" y="61"/>
                      <a:pt x="0" y="61"/>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sp>
        <p:nvSpPr>
          <p:cNvPr id="79" name="TextBox 7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75"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76" name="Picture 75"/>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7538891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2">
    <p:bg>
      <p:bgPr>
        <a:solidFill>
          <a:schemeClr val="accent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7071">
                      <a:schemeClr val="bg2">
                        <a:lumMod val="75000"/>
                      </a:schemeClr>
                    </a:gs>
                    <a:gs pos="92515">
                      <a:schemeClr val="bg2">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4588987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3">
    <p:bg>
      <p:bgPr>
        <a:solidFill>
          <a:schemeClr val="accent5"/>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4979">
                      <a:schemeClr val="accent5">
                        <a:lumMod val="50000"/>
                      </a:schemeClr>
                    </a:gs>
                    <a:gs pos="77000">
                      <a:schemeClr val="accent5">
                        <a:lumMod val="50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sp>
        <p:nvSpPr>
          <p:cNvPr id="11" name="TextBox 10"/>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8"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7" name="Picture 6"/>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2781030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4">
    <p:bg>
      <p:bgPr>
        <a:solidFill>
          <a:schemeClr val="accent2"/>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9582">
                      <a:schemeClr val="accent2">
                        <a:lumMod val="75000"/>
                      </a:schemeClr>
                    </a:gs>
                    <a:gs pos="84000">
                      <a:schemeClr val="accent2">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pic>
        <p:nvPicPr>
          <p:cNvPr id="6" name="Picture 5"/>
          <p:cNvPicPr>
            <a:picLocks noChangeAspect="1"/>
          </p:cNvPicPr>
          <p:nvPr userDrawn="1"/>
        </p:nvPicPr>
        <p:blipFill>
          <a:blip r:embed="rId2"/>
          <a:stretch>
            <a:fillRect/>
          </a:stretch>
        </p:blipFill>
        <p:spPr>
          <a:xfrm>
            <a:off x="6645047" y="3726250"/>
            <a:ext cx="5334228" cy="2788849"/>
          </a:xfrm>
          <a:prstGeom prst="rect">
            <a:avLst/>
          </a:prstGeom>
        </p:spPr>
      </p:pic>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8" name="Picture 7"/>
          <p:cNvPicPr>
            <a:picLocks noChangeAspect="1"/>
          </p:cNvPicPr>
          <p:nvPr userDrawn="1"/>
        </p:nvPicPr>
        <p:blipFill>
          <a:blip r:embed="rId3">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3957653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5">
    <p:bg>
      <p:bgPr>
        <a:solidFill>
          <a:schemeClr val="accent6"/>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88285">
                      <a:schemeClr val="accent6">
                        <a:lumMod val="75000"/>
                      </a:schemeClr>
                    </a:gs>
                    <a:gs pos="66000">
                      <a:schemeClr val="accent6">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grpSp>
        <p:nvGrpSpPr>
          <p:cNvPr id="6" name="Group 5"/>
          <p:cNvGrpSpPr/>
          <p:nvPr userDrawn="1"/>
        </p:nvGrpSpPr>
        <p:grpSpPr>
          <a:xfrm>
            <a:off x="5937247" y="3062258"/>
            <a:ext cx="6042028" cy="3686645"/>
            <a:chOff x="8092941" y="4424546"/>
            <a:chExt cx="3319523" cy="2025463"/>
          </a:xfrm>
        </p:grpSpPr>
        <p:grpSp>
          <p:nvGrpSpPr>
            <p:cNvPr id="7" name="Group 6"/>
            <p:cNvGrpSpPr/>
            <p:nvPr/>
          </p:nvGrpSpPr>
          <p:grpSpPr>
            <a:xfrm>
              <a:off x="8515202" y="4424546"/>
              <a:ext cx="2897262" cy="2025463"/>
              <a:chOff x="4243570" y="1476299"/>
              <a:chExt cx="3749792" cy="2621469"/>
            </a:xfrm>
          </p:grpSpPr>
          <p:grpSp>
            <p:nvGrpSpPr>
              <p:cNvPr id="9" name="Group 8"/>
              <p:cNvGrpSpPr/>
              <p:nvPr/>
            </p:nvGrpSpPr>
            <p:grpSpPr>
              <a:xfrm>
                <a:off x="6728351" y="3141663"/>
                <a:ext cx="896938" cy="695325"/>
                <a:chOff x="6638926" y="3141663"/>
                <a:chExt cx="896938" cy="695325"/>
              </a:xfrm>
            </p:grpSpPr>
            <p:sp>
              <p:nvSpPr>
                <p:cNvPr id="49" name="Freeform 17"/>
                <p:cNvSpPr>
                  <a:spLocks/>
                </p:cNvSpPr>
                <p:nvPr/>
              </p:nvSpPr>
              <p:spPr bwMode="auto">
                <a:xfrm>
                  <a:off x="7010401" y="3363913"/>
                  <a:ext cx="142875" cy="269875"/>
                </a:xfrm>
                <a:custGeom>
                  <a:avLst/>
                  <a:gdLst>
                    <a:gd name="T0" fmla="*/ 0 w 90"/>
                    <a:gd name="T1" fmla="*/ 170 h 170"/>
                    <a:gd name="T2" fmla="*/ 90 w 90"/>
                    <a:gd name="T3" fmla="*/ 170 h 170"/>
                    <a:gd name="T4" fmla="*/ 80 w 90"/>
                    <a:gd name="T5" fmla="*/ 0 h 170"/>
                    <a:gd name="T6" fmla="*/ 11 w 90"/>
                    <a:gd name="T7" fmla="*/ 0 h 170"/>
                    <a:gd name="T8" fmla="*/ 0 w 90"/>
                    <a:gd name="T9" fmla="*/ 170 h 170"/>
                  </a:gdLst>
                  <a:ahLst/>
                  <a:cxnLst>
                    <a:cxn ang="0">
                      <a:pos x="T0" y="T1"/>
                    </a:cxn>
                    <a:cxn ang="0">
                      <a:pos x="T2" y="T3"/>
                    </a:cxn>
                    <a:cxn ang="0">
                      <a:pos x="T4" y="T5"/>
                    </a:cxn>
                    <a:cxn ang="0">
                      <a:pos x="T6" y="T7"/>
                    </a:cxn>
                    <a:cxn ang="0">
                      <a:pos x="T8" y="T9"/>
                    </a:cxn>
                  </a:cxnLst>
                  <a:rect l="0" t="0" r="r" b="b"/>
                  <a:pathLst>
                    <a:path w="90" h="170">
                      <a:moveTo>
                        <a:pt x="0" y="170"/>
                      </a:moveTo>
                      <a:lnTo>
                        <a:pt x="90" y="170"/>
                      </a:lnTo>
                      <a:lnTo>
                        <a:pt x="80" y="0"/>
                      </a:lnTo>
                      <a:lnTo>
                        <a:pt x="11" y="0"/>
                      </a:lnTo>
                      <a:lnTo>
                        <a:pt x="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0" name="Freeform 18"/>
                <p:cNvSpPr>
                  <a:spLocks/>
                </p:cNvSpPr>
                <p:nvPr/>
              </p:nvSpPr>
              <p:spPr bwMode="auto">
                <a:xfrm>
                  <a:off x="7042151" y="3141663"/>
                  <a:ext cx="77788" cy="269875"/>
                </a:xfrm>
                <a:custGeom>
                  <a:avLst/>
                  <a:gdLst>
                    <a:gd name="T0" fmla="*/ 0 w 49"/>
                    <a:gd name="T1" fmla="*/ 170 h 170"/>
                    <a:gd name="T2" fmla="*/ 49 w 49"/>
                    <a:gd name="T3" fmla="*/ 170 h 170"/>
                    <a:gd name="T4" fmla="*/ 45 w 49"/>
                    <a:gd name="T5" fmla="*/ 0 h 170"/>
                    <a:gd name="T6" fmla="*/ 6 w 49"/>
                    <a:gd name="T7" fmla="*/ 0 h 170"/>
                    <a:gd name="T8" fmla="*/ 0 w 49"/>
                    <a:gd name="T9" fmla="*/ 170 h 170"/>
                  </a:gdLst>
                  <a:ahLst/>
                  <a:cxnLst>
                    <a:cxn ang="0">
                      <a:pos x="T0" y="T1"/>
                    </a:cxn>
                    <a:cxn ang="0">
                      <a:pos x="T2" y="T3"/>
                    </a:cxn>
                    <a:cxn ang="0">
                      <a:pos x="T4" y="T5"/>
                    </a:cxn>
                    <a:cxn ang="0">
                      <a:pos x="T6" y="T7"/>
                    </a:cxn>
                    <a:cxn ang="0">
                      <a:pos x="T8" y="T9"/>
                    </a:cxn>
                  </a:cxnLst>
                  <a:rect l="0" t="0" r="r" b="b"/>
                  <a:pathLst>
                    <a:path w="49" h="170">
                      <a:moveTo>
                        <a:pt x="0" y="170"/>
                      </a:moveTo>
                      <a:lnTo>
                        <a:pt x="49" y="170"/>
                      </a:lnTo>
                      <a:lnTo>
                        <a:pt x="45" y="0"/>
                      </a:lnTo>
                      <a:lnTo>
                        <a:pt x="6" y="0"/>
                      </a:lnTo>
                      <a:lnTo>
                        <a:pt x="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1" name="Oval 19"/>
                <p:cNvSpPr>
                  <a:spLocks noChangeArrowheads="1"/>
                </p:cNvSpPr>
                <p:nvPr/>
              </p:nvSpPr>
              <p:spPr bwMode="auto">
                <a:xfrm>
                  <a:off x="7375526" y="3676650"/>
                  <a:ext cx="160338" cy="1603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2" name="Oval 20"/>
                <p:cNvSpPr>
                  <a:spLocks noChangeArrowheads="1"/>
                </p:cNvSpPr>
                <p:nvPr/>
              </p:nvSpPr>
              <p:spPr bwMode="auto">
                <a:xfrm>
                  <a:off x="6638926" y="3671888"/>
                  <a:ext cx="160338" cy="1587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3" name="Freeform 21"/>
                <p:cNvSpPr>
                  <a:spLocks/>
                </p:cNvSpPr>
                <p:nvPr/>
              </p:nvSpPr>
              <p:spPr bwMode="auto">
                <a:xfrm>
                  <a:off x="6719888" y="3546475"/>
                  <a:ext cx="735013" cy="115888"/>
                </a:xfrm>
                <a:custGeom>
                  <a:avLst/>
                  <a:gdLst>
                    <a:gd name="T0" fmla="*/ 0 w 248"/>
                    <a:gd name="T1" fmla="*/ 39 h 39"/>
                    <a:gd name="T2" fmla="*/ 32 w 248"/>
                    <a:gd name="T3" fmla="*/ 18 h 39"/>
                    <a:gd name="T4" fmla="*/ 124 w 248"/>
                    <a:gd name="T5" fmla="*/ 0 h 39"/>
                    <a:gd name="T6" fmla="*/ 216 w 248"/>
                    <a:gd name="T7" fmla="*/ 18 h 39"/>
                    <a:gd name="T8" fmla="*/ 248 w 248"/>
                    <a:gd name="T9" fmla="*/ 39 h 39"/>
                    <a:gd name="T10" fmla="*/ 0 w 248"/>
                    <a:gd name="T11" fmla="*/ 39 h 39"/>
                  </a:gdLst>
                  <a:ahLst/>
                  <a:cxnLst>
                    <a:cxn ang="0">
                      <a:pos x="T0" y="T1"/>
                    </a:cxn>
                    <a:cxn ang="0">
                      <a:pos x="T2" y="T3"/>
                    </a:cxn>
                    <a:cxn ang="0">
                      <a:pos x="T4" y="T5"/>
                    </a:cxn>
                    <a:cxn ang="0">
                      <a:pos x="T6" y="T7"/>
                    </a:cxn>
                    <a:cxn ang="0">
                      <a:pos x="T8" y="T9"/>
                    </a:cxn>
                    <a:cxn ang="0">
                      <a:pos x="T10" y="T11"/>
                    </a:cxn>
                  </a:cxnLst>
                  <a:rect l="0" t="0" r="r" b="b"/>
                  <a:pathLst>
                    <a:path w="248" h="39">
                      <a:moveTo>
                        <a:pt x="0" y="39"/>
                      </a:moveTo>
                      <a:cubicBezTo>
                        <a:pt x="5" y="27"/>
                        <a:pt x="16" y="22"/>
                        <a:pt x="32" y="18"/>
                      </a:cubicBezTo>
                      <a:cubicBezTo>
                        <a:pt x="124" y="0"/>
                        <a:pt x="124" y="0"/>
                        <a:pt x="124" y="0"/>
                      </a:cubicBezTo>
                      <a:cubicBezTo>
                        <a:pt x="216" y="18"/>
                        <a:pt x="216" y="18"/>
                        <a:pt x="216" y="18"/>
                      </a:cubicBezTo>
                      <a:cubicBezTo>
                        <a:pt x="230" y="21"/>
                        <a:pt x="243" y="27"/>
                        <a:pt x="248" y="39"/>
                      </a:cubicBezTo>
                      <a:lnTo>
                        <a:pt x="0"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4" name="Rectangle 22"/>
                <p:cNvSpPr>
                  <a:spLocks noChangeArrowheads="1"/>
                </p:cNvSpPr>
                <p:nvPr/>
              </p:nvSpPr>
              <p:spPr bwMode="auto">
                <a:xfrm>
                  <a:off x="7375526" y="3662363"/>
                  <a:ext cx="79375" cy="952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5" name="Rectangle 23"/>
                <p:cNvSpPr>
                  <a:spLocks noChangeArrowheads="1"/>
                </p:cNvSpPr>
                <p:nvPr/>
              </p:nvSpPr>
              <p:spPr bwMode="auto">
                <a:xfrm>
                  <a:off x="6719888" y="3662363"/>
                  <a:ext cx="79375" cy="889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6" name="Freeform 24"/>
                <p:cNvSpPr>
                  <a:spLocks/>
                </p:cNvSpPr>
                <p:nvPr/>
              </p:nvSpPr>
              <p:spPr bwMode="auto">
                <a:xfrm>
                  <a:off x="7102476" y="3676650"/>
                  <a:ext cx="38100" cy="160338"/>
                </a:xfrm>
                <a:custGeom>
                  <a:avLst/>
                  <a:gdLst>
                    <a:gd name="T0" fmla="*/ 0 w 13"/>
                    <a:gd name="T1" fmla="*/ 51 h 54"/>
                    <a:gd name="T2" fmla="*/ 3 w 13"/>
                    <a:gd name="T3" fmla="*/ 54 h 54"/>
                    <a:gd name="T4" fmla="*/ 10 w 13"/>
                    <a:gd name="T5" fmla="*/ 54 h 54"/>
                    <a:gd name="T6" fmla="*/ 13 w 13"/>
                    <a:gd name="T7" fmla="*/ 51 h 54"/>
                    <a:gd name="T8" fmla="*/ 13 w 13"/>
                    <a:gd name="T9" fmla="*/ 3 h 54"/>
                    <a:gd name="T10" fmla="*/ 10 w 13"/>
                    <a:gd name="T11" fmla="*/ 0 h 54"/>
                    <a:gd name="T12" fmla="*/ 3 w 13"/>
                    <a:gd name="T13" fmla="*/ 0 h 54"/>
                    <a:gd name="T14" fmla="*/ 0 w 13"/>
                    <a:gd name="T15" fmla="*/ 3 h 54"/>
                    <a:gd name="T16" fmla="*/ 0 w 13"/>
                    <a:gd name="T17"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54">
                      <a:moveTo>
                        <a:pt x="0" y="51"/>
                      </a:moveTo>
                      <a:cubicBezTo>
                        <a:pt x="0" y="52"/>
                        <a:pt x="2" y="54"/>
                        <a:pt x="3" y="54"/>
                      </a:cubicBezTo>
                      <a:cubicBezTo>
                        <a:pt x="10" y="54"/>
                        <a:pt x="10" y="54"/>
                        <a:pt x="10" y="54"/>
                      </a:cubicBezTo>
                      <a:cubicBezTo>
                        <a:pt x="12" y="54"/>
                        <a:pt x="13" y="52"/>
                        <a:pt x="13" y="51"/>
                      </a:cubicBezTo>
                      <a:cubicBezTo>
                        <a:pt x="13" y="3"/>
                        <a:pt x="13" y="3"/>
                        <a:pt x="13" y="3"/>
                      </a:cubicBezTo>
                      <a:cubicBezTo>
                        <a:pt x="13" y="1"/>
                        <a:pt x="12" y="0"/>
                        <a:pt x="10" y="0"/>
                      </a:cubicBezTo>
                      <a:cubicBezTo>
                        <a:pt x="3" y="0"/>
                        <a:pt x="3" y="0"/>
                        <a:pt x="3" y="0"/>
                      </a:cubicBezTo>
                      <a:cubicBezTo>
                        <a:pt x="2" y="0"/>
                        <a:pt x="0" y="1"/>
                        <a:pt x="0" y="3"/>
                      </a:cubicBezTo>
                      <a:lnTo>
                        <a:pt x="0"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7" name="Freeform 25"/>
                <p:cNvSpPr>
                  <a:spLocks/>
                </p:cNvSpPr>
                <p:nvPr/>
              </p:nvSpPr>
              <p:spPr bwMode="auto">
                <a:xfrm>
                  <a:off x="7021513" y="3676650"/>
                  <a:ext cx="39688" cy="160338"/>
                </a:xfrm>
                <a:custGeom>
                  <a:avLst/>
                  <a:gdLst>
                    <a:gd name="T0" fmla="*/ 0 w 13"/>
                    <a:gd name="T1" fmla="*/ 51 h 54"/>
                    <a:gd name="T2" fmla="*/ 3 w 13"/>
                    <a:gd name="T3" fmla="*/ 54 h 54"/>
                    <a:gd name="T4" fmla="*/ 10 w 13"/>
                    <a:gd name="T5" fmla="*/ 54 h 54"/>
                    <a:gd name="T6" fmla="*/ 13 w 13"/>
                    <a:gd name="T7" fmla="*/ 51 h 54"/>
                    <a:gd name="T8" fmla="*/ 13 w 13"/>
                    <a:gd name="T9" fmla="*/ 3 h 54"/>
                    <a:gd name="T10" fmla="*/ 10 w 13"/>
                    <a:gd name="T11" fmla="*/ 0 h 54"/>
                    <a:gd name="T12" fmla="*/ 3 w 13"/>
                    <a:gd name="T13" fmla="*/ 0 h 54"/>
                    <a:gd name="T14" fmla="*/ 0 w 13"/>
                    <a:gd name="T15" fmla="*/ 3 h 54"/>
                    <a:gd name="T16" fmla="*/ 0 w 13"/>
                    <a:gd name="T17"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54">
                      <a:moveTo>
                        <a:pt x="0" y="51"/>
                      </a:moveTo>
                      <a:cubicBezTo>
                        <a:pt x="0" y="52"/>
                        <a:pt x="1" y="54"/>
                        <a:pt x="3" y="54"/>
                      </a:cubicBezTo>
                      <a:cubicBezTo>
                        <a:pt x="10" y="54"/>
                        <a:pt x="10" y="54"/>
                        <a:pt x="10" y="54"/>
                      </a:cubicBezTo>
                      <a:cubicBezTo>
                        <a:pt x="11" y="54"/>
                        <a:pt x="13" y="52"/>
                        <a:pt x="13" y="51"/>
                      </a:cubicBezTo>
                      <a:cubicBezTo>
                        <a:pt x="13" y="3"/>
                        <a:pt x="13" y="3"/>
                        <a:pt x="13" y="3"/>
                      </a:cubicBezTo>
                      <a:cubicBezTo>
                        <a:pt x="13" y="1"/>
                        <a:pt x="11" y="0"/>
                        <a:pt x="10" y="0"/>
                      </a:cubicBezTo>
                      <a:cubicBezTo>
                        <a:pt x="3" y="0"/>
                        <a:pt x="3" y="0"/>
                        <a:pt x="3" y="0"/>
                      </a:cubicBezTo>
                      <a:cubicBezTo>
                        <a:pt x="1" y="0"/>
                        <a:pt x="0" y="1"/>
                        <a:pt x="0" y="3"/>
                      </a:cubicBezTo>
                      <a:lnTo>
                        <a:pt x="0"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58" name="Rectangle 26"/>
                <p:cNvSpPr>
                  <a:spLocks noChangeArrowheads="1"/>
                </p:cNvSpPr>
                <p:nvPr/>
              </p:nvSpPr>
              <p:spPr bwMode="auto">
                <a:xfrm>
                  <a:off x="7040563" y="3562350"/>
                  <a:ext cx="82550" cy="223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grpSp>
          <p:grpSp>
            <p:nvGrpSpPr>
              <p:cNvPr id="11" name="Group 10"/>
              <p:cNvGrpSpPr/>
              <p:nvPr/>
            </p:nvGrpSpPr>
            <p:grpSpPr>
              <a:xfrm rot="1103645">
                <a:off x="6767684" y="1476299"/>
                <a:ext cx="1225678" cy="1846263"/>
                <a:chOff x="6413501" y="1441450"/>
                <a:chExt cx="1225678" cy="1846263"/>
              </a:xfrm>
            </p:grpSpPr>
            <p:sp>
              <p:nvSpPr>
                <p:cNvPr id="25" name="Rectangle 5"/>
                <p:cNvSpPr>
                  <a:spLocks noChangeArrowheads="1"/>
                </p:cNvSpPr>
                <p:nvPr/>
              </p:nvSpPr>
              <p:spPr bwMode="auto">
                <a:xfrm>
                  <a:off x="7286626" y="1944688"/>
                  <a:ext cx="185738" cy="153988"/>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6" name="Freeform 6"/>
                <p:cNvSpPr>
                  <a:spLocks/>
                </p:cNvSpPr>
                <p:nvPr/>
              </p:nvSpPr>
              <p:spPr bwMode="auto">
                <a:xfrm>
                  <a:off x="7286626" y="1985963"/>
                  <a:ext cx="185738" cy="92075"/>
                </a:xfrm>
                <a:custGeom>
                  <a:avLst/>
                  <a:gdLst>
                    <a:gd name="T0" fmla="*/ 0 w 117"/>
                    <a:gd name="T1" fmla="*/ 22 h 58"/>
                    <a:gd name="T2" fmla="*/ 117 w 117"/>
                    <a:gd name="T3" fmla="*/ 0 h 58"/>
                    <a:gd name="T4" fmla="*/ 0 w 117"/>
                    <a:gd name="T5" fmla="*/ 58 h 58"/>
                    <a:gd name="T6" fmla="*/ 0 w 117"/>
                    <a:gd name="T7" fmla="*/ 22 h 58"/>
                  </a:gdLst>
                  <a:ahLst/>
                  <a:cxnLst>
                    <a:cxn ang="0">
                      <a:pos x="T0" y="T1"/>
                    </a:cxn>
                    <a:cxn ang="0">
                      <a:pos x="T2" y="T3"/>
                    </a:cxn>
                    <a:cxn ang="0">
                      <a:pos x="T4" y="T5"/>
                    </a:cxn>
                    <a:cxn ang="0">
                      <a:pos x="T6" y="T7"/>
                    </a:cxn>
                  </a:cxnLst>
                  <a:rect l="0" t="0" r="r" b="b"/>
                  <a:pathLst>
                    <a:path w="117" h="58">
                      <a:moveTo>
                        <a:pt x="0" y="22"/>
                      </a:moveTo>
                      <a:lnTo>
                        <a:pt x="117" y="0"/>
                      </a:lnTo>
                      <a:lnTo>
                        <a:pt x="0" y="58"/>
                      </a:lnTo>
                      <a:lnTo>
                        <a:pt x="0" y="22"/>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7" name="Freeform 7"/>
                <p:cNvSpPr>
                  <a:spLocks/>
                </p:cNvSpPr>
                <p:nvPr/>
              </p:nvSpPr>
              <p:spPr bwMode="auto">
                <a:xfrm>
                  <a:off x="6962776" y="1506538"/>
                  <a:ext cx="601663" cy="552450"/>
                </a:xfrm>
                <a:custGeom>
                  <a:avLst/>
                  <a:gdLst>
                    <a:gd name="T0" fmla="*/ 196 w 203"/>
                    <a:gd name="T1" fmla="*/ 75 h 187"/>
                    <a:gd name="T2" fmla="*/ 100 w 203"/>
                    <a:gd name="T3" fmla="*/ 8 h 187"/>
                    <a:gd name="T4" fmla="*/ 24 w 203"/>
                    <a:gd name="T5" fmla="*/ 21 h 187"/>
                    <a:gd name="T6" fmla="*/ 14 w 203"/>
                    <a:gd name="T7" fmla="*/ 94 h 187"/>
                    <a:gd name="T8" fmla="*/ 0 w 203"/>
                    <a:gd name="T9" fmla="*/ 115 h 187"/>
                    <a:gd name="T10" fmla="*/ 2 w 203"/>
                    <a:gd name="T11" fmla="*/ 131 h 187"/>
                    <a:gd name="T12" fmla="*/ 22 w 203"/>
                    <a:gd name="T13" fmla="*/ 128 h 187"/>
                    <a:gd name="T14" fmla="*/ 32 w 203"/>
                    <a:gd name="T15" fmla="*/ 187 h 187"/>
                    <a:gd name="T16" fmla="*/ 128 w 203"/>
                    <a:gd name="T17" fmla="*/ 170 h 187"/>
                    <a:gd name="T18" fmla="*/ 128 w 203"/>
                    <a:gd name="T19" fmla="*/ 171 h 187"/>
                    <a:gd name="T20" fmla="*/ 129 w 203"/>
                    <a:gd name="T21" fmla="*/ 170 h 187"/>
                    <a:gd name="T22" fmla="*/ 129 w 203"/>
                    <a:gd name="T23" fmla="*/ 170 h 187"/>
                    <a:gd name="T24" fmla="*/ 129 w 203"/>
                    <a:gd name="T25" fmla="*/ 170 h 187"/>
                    <a:gd name="T26" fmla="*/ 196 w 203"/>
                    <a:gd name="T27" fmla="*/ 75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3" h="187">
                      <a:moveTo>
                        <a:pt x="196" y="75"/>
                      </a:moveTo>
                      <a:cubicBezTo>
                        <a:pt x="188" y="30"/>
                        <a:pt x="145" y="0"/>
                        <a:pt x="100" y="8"/>
                      </a:cubicBezTo>
                      <a:cubicBezTo>
                        <a:pt x="24" y="21"/>
                        <a:pt x="24" y="21"/>
                        <a:pt x="24" y="21"/>
                      </a:cubicBezTo>
                      <a:cubicBezTo>
                        <a:pt x="24" y="21"/>
                        <a:pt x="15" y="91"/>
                        <a:pt x="14" y="94"/>
                      </a:cubicBezTo>
                      <a:cubicBezTo>
                        <a:pt x="13" y="103"/>
                        <a:pt x="8" y="110"/>
                        <a:pt x="0" y="115"/>
                      </a:cubicBezTo>
                      <a:cubicBezTo>
                        <a:pt x="2" y="131"/>
                        <a:pt x="2" y="131"/>
                        <a:pt x="2" y="131"/>
                      </a:cubicBezTo>
                      <a:cubicBezTo>
                        <a:pt x="22" y="128"/>
                        <a:pt x="22" y="128"/>
                        <a:pt x="22" y="128"/>
                      </a:cubicBezTo>
                      <a:cubicBezTo>
                        <a:pt x="32" y="187"/>
                        <a:pt x="32" y="187"/>
                        <a:pt x="32" y="187"/>
                      </a:cubicBezTo>
                      <a:cubicBezTo>
                        <a:pt x="128" y="170"/>
                        <a:pt x="128" y="170"/>
                        <a:pt x="128" y="170"/>
                      </a:cubicBezTo>
                      <a:cubicBezTo>
                        <a:pt x="128" y="171"/>
                        <a:pt x="128" y="171"/>
                        <a:pt x="128" y="171"/>
                      </a:cubicBezTo>
                      <a:cubicBezTo>
                        <a:pt x="129" y="171"/>
                        <a:pt x="129" y="170"/>
                        <a:pt x="129" y="170"/>
                      </a:cubicBezTo>
                      <a:cubicBezTo>
                        <a:pt x="129" y="170"/>
                        <a:pt x="129" y="170"/>
                        <a:pt x="129" y="170"/>
                      </a:cubicBezTo>
                      <a:cubicBezTo>
                        <a:pt x="129" y="170"/>
                        <a:pt x="129" y="170"/>
                        <a:pt x="129" y="170"/>
                      </a:cubicBezTo>
                      <a:cubicBezTo>
                        <a:pt x="174" y="162"/>
                        <a:pt x="203" y="120"/>
                        <a:pt x="196" y="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8" name="Freeform 8"/>
                <p:cNvSpPr>
                  <a:spLocks/>
                </p:cNvSpPr>
                <p:nvPr/>
              </p:nvSpPr>
              <p:spPr bwMode="auto">
                <a:xfrm>
                  <a:off x="6997701" y="1441450"/>
                  <a:ext cx="603250" cy="592138"/>
                </a:xfrm>
                <a:custGeom>
                  <a:avLst/>
                  <a:gdLst>
                    <a:gd name="T0" fmla="*/ 121 w 203"/>
                    <a:gd name="T1" fmla="*/ 6 h 200"/>
                    <a:gd name="T2" fmla="*/ 52 w 203"/>
                    <a:gd name="T3" fmla="*/ 18 h 200"/>
                    <a:gd name="T4" fmla="*/ 27 w 203"/>
                    <a:gd name="T5" fmla="*/ 0 h 200"/>
                    <a:gd name="T6" fmla="*/ 31 w 203"/>
                    <a:gd name="T7" fmla="*/ 22 h 200"/>
                    <a:gd name="T8" fmla="*/ 0 w 203"/>
                    <a:gd name="T9" fmla="*/ 1 h 200"/>
                    <a:gd name="T10" fmla="*/ 8 w 203"/>
                    <a:gd name="T11" fmla="*/ 46 h 200"/>
                    <a:gd name="T12" fmla="*/ 57 w 203"/>
                    <a:gd name="T13" fmla="*/ 83 h 200"/>
                    <a:gd name="T14" fmla="*/ 68 w 203"/>
                    <a:gd name="T15" fmla="*/ 150 h 200"/>
                    <a:gd name="T16" fmla="*/ 91 w 203"/>
                    <a:gd name="T17" fmla="*/ 146 h 200"/>
                    <a:gd name="T18" fmla="*/ 86 w 203"/>
                    <a:gd name="T19" fmla="*/ 120 h 200"/>
                    <a:gd name="T20" fmla="*/ 152 w 203"/>
                    <a:gd name="T21" fmla="*/ 186 h 200"/>
                    <a:gd name="T22" fmla="*/ 203 w 203"/>
                    <a:gd name="T23" fmla="*/ 200 h 200"/>
                    <a:gd name="T24" fmla="*/ 174 w 203"/>
                    <a:gd name="T25" fmla="*/ 43 h 200"/>
                    <a:gd name="T26" fmla="*/ 121 w 203"/>
                    <a:gd name="T27" fmla="*/ 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3" h="200">
                      <a:moveTo>
                        <a:pt x="121" y="6"/>
                      </a:moveTo>
                      <a:cubicBezTo>
                        <a:pt x="52" y="18"/>
                        <a:pt x="52" y="18"/>
                        <a:pt x="52" y="18"/>
                      </a:cubicBezTo>
                      <a:cubicBezTo>
                        <a:pt x="27" y="0"/>
                        <a:pt x="27" y="0"/>
                        <a:pt x="27" y="0"/>
                      </a:cubicBezTo>
                      <a:cubicBezTo>
                        <a:pt x="31" y="22"/>
                        <a:pt x="31" y="22"/>
                        <a:pt x="31" y="22"/>
                      </a:cubicBezTo>
                      <a:cubicBezTo>
                        <a:pt x="0" y="1"/>
                        <a:pt x="0" y="1"/>
                        <a:pt x="0" y="1"/>
                      </a:cubicBezTo>
                      <a:cubicBezTo>
                        <a:pt x="8" y="46"/>
                        <a:pt x="8" y="46"/>
                        <a:pt x="8" y="46"/>
                      </a:cubicBezTo>
                      <a:cubicBezTo>
                        <a:pt x="12" y="69"/>
                        <a:pt x="34" y="85"/>
                        <a:pt x="57" y="83"/>
                      </a:cubicBezTo>
                      <a:cubicBezTo>
                        <a:pt x="68" y="150"/>
                        <a:pt x="68" y="150"/>
                        <a:pt x="68" y="150"/>
                      </a:cubicBezTo>
                      <a:cubicBezTo>
                        <a:pt x="91" y="146"/>
                        <a:pt x="91" y="146"/>
                        <a:pt x="91" y="146"/>
                      </a:cubicBezTo>
                      <a:cubicBezTo>
                        <a:pt x="86" y="120"/>
                        <a:pt x="86" y="120"/>
                        <a:pt x="86" y="120"/>
                      </a:cubicBezTo>
                      <a:cubicBezTo>
                        <a:pt x="152" y="186"/>
                        <a:pt x="152" y="186"/>
                        <a:pt x="152" y="186"/>
                      </a:cubicBezTo>
                      <a:cubicBezTo>
                        <a:pt x="203" y="200"/>
                        <a:pt x="203" y="200"/>
                        <a:pt x="203" y="200"/>
                      </a:cubicBezTo>
                      <a:cubicBezTo>
                        <a:pt x="174" y="43"/>
                        <a:pt x="174" y="43"/>
                        <a:pt x="174" y="43"/>
                      </a:cubicBezTo>
                      <a:cubicBezTo>
                        <a:pt x="170" y="18"/>
                        <a:pt x="146" y="2"/>
                        <a:pt x="121"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9" name="Freeform 9"/>
                <p:cNvSpPr>
                  <a:spLocks/>
                </p:cNvSpPr>
                <p:nvPr/>
              </p:nvSpPr>
              <p:spPr bwMode="auto">
                <a:xfrm>
                  <a:off x="7239001" y="1701800"/>
                  <a:ext cx="88900" cy="147638"/>
                </a:xfrm>
                <a:custGeom>
                  <a:avLst/>
                  <a:gdLst>
                    <a:gd name="T0" fmla="*/ 0 w 30"/>
                    <a:gd name="T1" fmla="*/ 2 h 50"/>
                    <a:gd name="T2" fmla="*/ 8 w 30"/>
                    <a:gd name="T3" fmla="*/ 50 h 50"/>
                    <a:gd name="T4" fmla="*/ 28 w 30"/>
                    <a:gd name="T5" fmla="*/ 22 h 50"/>
                    <a:gd name="T6" fmla="*/ 0 w 30"/>
                    <a:gd name="T7" fmla="*/ 2 h 50"/>
                  </a:gdLst>
                  <a:ahLst/>
                  <a:cxnLst>
                    <a:cxn ang="0">
                      <a:pos x="T0" y="T1"/>
                    </a:cxn>
                    <a:cxn ang="0">
                      <a:pos x="T2" y="T3"/>
                    </a:cxn>
                    <a:cxn ang="0">
                      <a:pos x="T4" y="T5"/>
                    </a:cxn>
                    <a:cxn ang="0">
                      <a:pos x="T6" y="T7"/>
                    </a:cxn>
                  </a:cxnLst>
                  <a:rect l="0" t="0" r="r" b="b"/>
                  <a:pathLst>
                    <a:path w="30" h="50">
                      <a:moveTo>
                        <a:pt x="0" y="2"/>
                      </a:moveTo>
                      <a:cubicBezTo>
                        <a:pt x="8" y="50"/>
                        <a:pt x="8" y="50"/>
                        <a:pt x="8" y="50"/>
                      </a:cubicBezTo>
                      <a:cubicBezTo>
                        <a:pt x="21" y="48"/>
                        <a:pt x="30" y="35"/>
                        <a:pt x="28" y="22"/>
                      </a:cubicBezTo>
                      <a:cubicBezTo>
                        <a:pt x="26" y="9"/>
                        <a:pt x="13" y="0"/>
                        <a:pt x="0" y="2"/>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0" name="Oval 10"/>
                <p:cNvSpPr>
                  <a:spLocks noChangeArrowheads="1"/>
                </p:cNvSpPr>
                <p:nvPr/>
              </p:nvSpPr>
              <p:spPr bwMode="auto">
                <a:xfrm>
                  <a:off x="7064376" y="1801813"/>
                  <a:ext cx="34925" cy="365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1" name="Freeform 11"/>
                <p:cNvSpPr>
                  <a:spLocks/>
                </p:cNvSpPr>
                <p:nvPr/>
              </p:nvSpPr>
              <p:spPr bwMode="auto">
                <a:xfrm>
                  <a:off x="7037388" y="1920875"/>
                  <a:ext cx="96838" cy="76200"/>
                </a:xfrm>
                <a:custGeom>
                  <a:avLst/>
                  <a:gdLst>
                    <a:gd name="T0" fmla="*/ 0 w 33"/>
                    <a:gd name="T1" fmla="*/ 6 h 26"/>
                    <a:gd name="T2" fmla="*/ 3 w 33"/>
                    <a:gd name="T3" fmla="*/ 26 h 26"/>
                    <a:gd name="T4" fmla="*/ 33 w 33"/>
                    <a:gd name="T5" fmla="*/ 0 h 26"/>
                    <a:gd name="T6" fmla="*/ 0 w 33"/>
                    <a:gd name="T7" fmla="*/ 6 h 26"/>
                  </a:gdLst>
                  <a:ahLst/>
                  <a:cxnLst>
                    <a:cxn ang="0">
                      <a:pos x="T0" y="T1"/>
                    </a:cxn>
                    <a:cxn ang="0">
                      <a:pos x="T2" y="T3"/>
                    </a:cxn>
                    <a:cxn ang="0">
                      <a:pos x="T4" y="T5"/>
                    </a:cxn>
                    <a:cxn ang="0">
                      <a:pos x="T6" y="T7"/>
                    </a:cxn>
                  </a:cxnLst>
                  <a:rect l="0" t="0" r="r" b="b"/>
                  <a:pathLst>
                    <a:path w="33" h="26">
                      <a:moveTo>
                        <a:pt x="0" y="6"/>
                      </a:moveTo>
                      <a:cubicBezTo>
                        <a:pt x="3" y="26"/>
                        <a:pt x="3" y="26"/>
                        <a:pt x="3" y="26"/>
                      </a:cubicBezTo>
                      <a:cubicBezTo>
                        <a:pt x="18" y="23"/>
                        <a:pt x="29" y="13"/>
                        <a:pt x="33" y="0"/>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2" name="Freeform 12"/>
                <p:cNvSpPr>
                  <a:spLocks/>
                </p:cNvSpPr>
                <p:nvPr/>
              </p:nvSpPr>
              <p:spPr bwMode="auto">
                <a:xfrm>
                  <a:off x="7116763" y="1897063"/>
                  <a:ext cx="41275" cy="44450"/>
                </a:xfrm>
                <a:custGeom>
                  <a:avLst/>
                  <a:gdLst>
                    <a:gd name="T0" fmla="*/ 12 w 14"/>
                    <a:gd name="T1" fmla="*/ 15 h 15"/>
                    <a:gd name="T2" fmla="*/ 11 w 14"/>
                    <a:gd name="T3" fmla="*/ 4 h 15"/>
                    <a:gd name="T4" fmla="*/ 0 w 14"/>
                    <a:gd name="T5" fmla="*/ 2 h 15"/>
                    <a:gd name="T6" fmla="*/ 12 w 14"/>
                    <a:gd name="T7" fmla="*/ 15 h 15"/>
                  </a:gdLst>
                  <a:ahLst/>
                  <a:cxnLst>
                    <a:cxn ang="0">
                      <a:pos x="T0" y="T1"/>
                    </a:cxn>
                    <a:cxn ang="0">
                      <a:pos x="T2" y="T3"/>
                    </a:cxn>
                    <a:cxn ang="0">
                      <a:pos x="T4" y="T5"/>
                    </a:cxn>
                    <a:cxn ang="0">
                      <a:pos x="T6" y="T7"/>
                    </a:cxn>
                  </a:cxnLst>
                  <a:rect l="0" t="0" r="r" b="b"/>
                  <a:pathLst>
                    <a:path w="14" h="15">
                      <a:moveTo>
                        <a:pt x="12" y="15"/>
                      </a:moveTo>
                      <a:cubicBezTo>
                        <a:pt x="14" y="11"/>
                        <a:pt x="14" y="7"/>
                        <a:pt x="11" y="4"/>
                      </a:cubicBezTo>
                      <a:cubicBezTo>
                        <a:pt x="8" y="1"/>
                        <a:pt x="3" y="0"/>
                        <a:pt x="0" y="2"/>
                      </a:cubicBezTo>
                      <a:lnTo>
                        <a:pt x="12" y="15"/>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3" name="Freeform 13"/>
                <p:cNvSpPr>
                  <a:spLocks/>
                </p:cNvSpPr>
                <p:nvPr/>
              </p:nvSpPr>
              <p:spPr bwMode="auto">
                <a:xfrm>
                  <a:off x="6419851" y="2811463"/>
                  <a:ext cx="1052513" cy="250825"/>
                </a:xfrm>
                <a:custGeom>
                  <a:avLst/>
                  <a:gdLst>
                    <a:gd name="T0" fmla="*/ 42 w 355"/>
                    <a:gd name="T1" fmla="*/ 0 h 85"/>
                    <a:gd name="T2" fmla="*/ 0 w 355"/>
                    <a:gd name="T3" fmla="*/ 43 h 85"/>
                    <a:gd name="T4" fmla="*/ 42 w 355"/>
                    <a:gd name="T5" fmla="*/ 85 h 85"/>
                    <a:gd name="T6" fmla="*/ 312 w 355"/>
                    <a:gd name="T7" fmla="*/ 85 h 85"/>
                    <a:gd name="T8" fmla="*/ 355 w 355"/>
                    <a:gd name="T9" fmla="*/ 43 h 85"/>
                    <a:gd name="T10" fmla="*/ 355 w 355"/>
                    <a:gd name="T11" fmla="*/ 0 h 85"/>
                    <a:gd name="T12" fmla="*/ 42 w 355"/>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355" h="85">
                      <a:moveTo>
                        <a:pt x="42" y="0"/>
                      </a:moveTo>
                      <a:cubicBezTo>
                        <a:pt x="19" y="0"/>
                        <a:pt x="0" y="19"/>
                        <a:pt x="0" y="43"/>
                      </a:cubicBezTo>
                      <a:cubicBezTo>
                        <a:pt x="0" y="66"/>
                        <a:pt x="19" y="85"/>
                        <a:pt x="42" y="85"/>
                      </a:cubicBezTo>
                      <a:cubicBezTo>
                        <a:pt x="312" y="85"/>
                        <a:pt x="312" y="85"/>
                        <a:pt x="312" y="85"/>
                      </a:cubicBezTo>
                      <a:cubicBezTo>
                        <a:pt x="336" y="85"/>
                        <a:pt x="355" y="66"/>
                        <a:pt x="355" y="43"/>
                      </a:cubicBezTo>
                      <a:cubicBezTo>
                        <a:pt x="355" y="0"/>
                        <a:pt x="355" y="0"/>
                        <a:pt x="355" y="0"/>
                      </a:cubicBezTo>
                      <a:lnTo>
                        <a:pt x="42" y="0"/>
                      </a:lnTo>
                      <a:close/>
                    </a:path>
                  </a:pathLst>
                </a:custGeom>
                <a:solidFill>
                  <a:schemeClr val="accent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4" name="Freeform 14"/>
                <p:cNvSpPr>
                  <a:spLocks/>
                </p:cNvSpPr>
                <p:nvPr/>
              </p:nvSpPr>
              <p:spPr bwMode="auto">
                <a:xfrm>
                  <a:off x="7154863" y="2078038"/>
                  <a:ext cx="317500" cy="735013"/>
                </a:xfrm>
                <a:custGeom>
                  <a:avLst/>
                  <a:gdLst>
                    <a:gd name="T0" fmla="*/ 75 w 107"/>
                    <a:gd name="T1" fmla="*/ 0 h 249"/>
                    <a:gd name="T2" fmla="*/ 0 w 107"/>
                    <a:gd name="T3" fmla="*/ 124 h 249"/>
                    <a:gd name="T4" fmla="*/ 0 w 107"/>
                    <a:gd name="T5" fmla="*/ 249 h 249"/>
                    <a:gd name="T6" fmla="*/ 107 w 107"/>
                    <a:gd name="T7" fmla="*/ 249 h 249"/>
                    <a:gd name="T8" fmla="*/ 107 w 107"/>
                    <a:gd name="T9" fmla="*/ 0 h 249"/>
                    <a:gd name="T10" fmla="*/ 75 w 107"/>
                    <a:gd name="T11" fmla="*/ 0 h 249"/>
                  </a:gdLst>
                  <a:ahLst/>
                  <a:cxnLst>
                    <a:cxn ang="0">
                      <a:pos x="T0" y="T1"/>
                    </a:cxn>
                    <a:cxn ang="0">
                      <a:pos x="T2" y="T3"/>
                    </a:cxn>
                    <a:cxn ang="0">
                      <a:pos x="T4" y="T5"/>
                    </a:cxn>
                    <a:cxn ang="0">
                      <a:pos x="T6" y="T7"/>
                    </a:cxn>
                    <a:cxn ang="0">
                      <a:pos x="T8" y="T9"/>
                    </a:cxn>
                    <a:cxn ang="0">
                      <a:pos x="T10" y="T11"/>
                    </a:cxn>
                  </a:cxnLst>
                  <a:rect l="0" t="0" r="r" b="b"/>
                  <a:pathLst>
                    <a:path w="107" h="249">
                      <a:moveTo>
                        <a:pt x="75" y="0"/>
                      </a:moveTo>
                      <a:cubicBezTo>
                        <a:pt x="9" y="0"/>
                        <a:pt x="0" y="76"/>
                        <a:pt x="0" y="124"/>
                      </a:cubicBezTo>
                      <a:cubicBezTo>
                        <a:pt x="0" y="249"/>
                        <a:pt x="0" y="249"/>
                        <a:pt x="0" y="249"/>
                      </a:cubicBezTo>
                      <a:cubicBezTo>
                        <a:pt x="107" y="249"/>
                        <a:pt x="107" y="249"/>
                        <a:pt x="107" y="249"/>
                      </a:cubicBezTo>
                      <a:cubicBezTo>
                        <a:pt x="107" y="0"/>
                        <a:pt x="107" y="0"/>
                        <a:pt x="107" y="0"/>
                      </a:cubicBezTo>
                      <a:cubicBezTo>
                        <a:pt x="107" y="0"/>
                        <a:pt x="78" y="0"/>
                        <a:pt x="75" y="0"/>
                      </a:cubicBezTo>
                      <a:close/>
                    </a:path>
                  </a:pathLst>
                </a:custGeom>
                <a:solidFill>
                  <a:srgbClr val="D83B01">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5" name="Freeform 27"/>
                <p:cNvSpPr>
                  <a:spLocks/>
                </p:cNvSpPr>
                <p:nvPr/>
              </p:nvSpPr>
              <p:spPr bwMode="auto">
                <a:xfrm>
                  <a:off x="6846888" y="3092450"/>
                  <a:ext cx="471488" cy="58738"/>
                </a:xfrm>
                <a:custGeom>
                  <a:avLst/>
                  <a:gdLst>
                    <a:gd name="T0" fmla="*/ 0 w 159"/>
                    <a:gd name="T1" fmla="*/ 10 h 20"/>
                    <a:gd name="T2" fmla="*/ 10 w 159"/>
                    <a:gd name="T3" fmla="*/ 20 h 20"/>
                    <a:gd name="T4" fmla="*/ 148 w 159"/>
                    <a:gd name="T5" fmla="*/ 20 h 20"/>
                    <a:gd name="T6" fmla="*/ 159 w 159"/>
                    <a:gd name="T7" fmla="*/ 10 h 20"/>
                    <a:gd name="T8" fmla="*/ 159 w 159"/>
                    <a:gd name="T9" fmla="*/ 10 h 20"/>
                    <a:gd name="T10" fmla="*/ 148 w 159"/>
                    <a:gd name="T11" fmla="*/ 0 h 20"/>
                    <a:gd name="T12" fmla="*/ 10 w 159"/>
                    <a:gd name="T13" fmla="*/ 0 h 20"/>
                    <a:gd name="T14" fmla="*/ 0 w 159"/>
                    <a:gd name="T15" fmla="*/ 1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20">
                      <a:moveTo>
                        <a:pt x="0" y="10"/>
                      </a:moveTo>
                      <a:cubicBezTo>
                        <a:pt x="0" y="16"/>
                        <a:pt x="4" y="20"/>
                        <a:pt x="10" y="20"/>
                      </a:cubicBezTo>
                      <a:cubicBezTo>
                        <a:pt x="148" y="20"/>
                        <a:pt x="148" y="20"/>
                        <a:pt x="148" y="20"/>
                      </a:cubicBezTo>
                      <a:cubicBezTo>
                        <a:pt x="154" y="20"/>
                        <a:pt x="159" y="16"/>
                        <a:pt x="159" y="10"/>
                      </a:cubicBezTo>
                      <a:cubicBezTo>
                        <a:pt x="159" y="10"/>
                        <a:pt x="159" y="10"/>
                        <a:pt x="159" y="10"/>
                      </a:cubicBezTo>
                      <a:cubicBezTo>
                        <a:pt x="159" y="4"/>
                        <a:pt x="154" y="0"/>
                        <a:pt x="148" y="0"/>
                      </a:cubicBezTo>
                      <a:cubicBezTo>
                        <a:pt x="10" y="0"/>
                        <a:pt x="10" y="0"/>
                        <a:pt x="10" y="0"/>
                      </a:cubicBezTo>
                      <a:cubicBezTo>
                        <a:pt x="4" y="0"/>
                        <a:pt x="0" y="4"/>
                        <a:pt x="0" y="1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6" name="Freeform 28"/>
                <p:cNvSpPr>
                  <a:spLocks/>
                </p:cNvSpPr>
                <p:nvPr/>
              </p:nvSpPr>
              <p:spPr bwMode="auto">
                <a:xfrm>
                  <a:off x="6630988" y="3055938"/>
                  <a:ext cx="901700" cy="65088"/>
                </a:xfrm>
                <a:custGeom>
                  <a:avLst/>
                  <a:gdLst>
                    <a:gd name="T0" fmla="*/ 304 w 304"/>
                    <a:gd name="T1" fmla="*/ 0 h 22"/>
                    <a:gd name="T2" fmla="*/ 304 w 304"/>
                    <a:gd name="T3" fmla="*/ 0 h 22"/>
                    <a:gd name="T4" fmla="*/ 282 w 304"/>
                    <a:gd name="T5" fmla="*/ 22 h 22"/>
                    <a:gd name="T6" fmla="*/ 22 w 304"/>
                    <a:gd name="T7" fmla="*/ 22 h 22"/>
                    <a:gd name="T8" fmla="*/ 0 w 304"/>
                    <a:gd name="T9" fmla="*/ 0 h 22"/>
                    <a:gd name="T10" fmla="*/ 0 w 304"/>
                    <a:gd name="T11" fmla="*/ 0 h 22"/>
                    <a:gd name="T12" fmla="*/ 304 w 304"/>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304" h="22">
                      <a:moveTo>
                        <a:pt x="304" y="0"/>
                      </a:moveTo>
                      <a:cubicBezTo>
                        <a:pt x="304" y="0"/>
                        <a:pt x="304" y="0"/>
                        <a:pt x="304" y="0"/>
                      </a:cubicBezTo>
                      <a:cubicBezTo>
                        <a:pt x="304" y="12"/>
                        <a:pt x="294" y="22"/>
                        <a:pt x="282" y="22"/>
                      </a:cubicBezTo>
                      <a:cubicBezTo>
                        <a:pt x="22" y="22"/>
                        <a:pt x="22" y="22"/>
                        <a:pt x="22" y="22"/>
                      </a:cubicBezTo>
                      <a:cubicBezTo>
                        <a:pt x="10" y="22"/>
                        <a:pt x="0" y="12"/>
                        <a:pt x="0" y="0"/>
                      </a:cubicBezTo>
                      <a:cubicBezTo>
                        <a:pt x="0" y="0"/>
                        <a:pt x="0" y="0"/>
                        <a:pt x="0" y="0"/>
                      </a:cubicBezTo>
                      <a:lnTo>
                        <a:pt x="304"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7" name="Freeform 29"/>
                <p:cNvSpPr>
                  <a:spLocks/>
                </p:cNvSpPr>
                <p:nvPr/>
              </p:nvSpPr>
              <p:spPr bwMode="auto">
                <a:xfrm>
                  <a:off x="7470908" y="2048827"/>
                  <a:ext cx="65088" cy="795337"/>
                </a:xfrm>
                <a:custGeom>
                  <a:avLst/>
                  <a:gdLst>
                    <a:gd name="T0" fmla="*/ 0 w 22"/>
                    <a:gd name="T1" fmla="*/ 0 h 269"/>
                    <a:gd name="T2" fmla="*/ 0 w 22"/>
                    <a:gd name="T3" fmla="*/ 0 h 269"/>
                    <a:gd name="T4" fmla="*/ 22 w 22"/>
                    <a:gd name="T5" fmla="*/ 22 h 269"/>
                    <a:gd name="T6" fmla="*/ 22 w 22"/>
                    <a:gd name="T7" fmla="*/ 247 h 269"/>
                    <a:gd name="T8" fmla="*/ 0 w 22"/>
                    <a:gd name="T9" fmla="*/ 269 h 269"/>
                    <a:gd name="T10" fmla="*/ 0 w 22"/>
                    <a:gd name="T11" fmla="*/ 269 h 269"/>
                    <a:gd name="T12" fmla="*/ 0 w 22"/>
                    <a:gd name="T13" fmla="*/ 0 h 269"/>
                  </a:gdLst>
                  <a:ahLst/>
                  <a:cxnLst>
                    <a:cxn ang="0">
                      <a:pos x="T0" y="T1"/>
                    </a:cxn>
                    <a:cxn ang="0">
                      <a:pos x="T2" y="T3"/>
                    </a:cxn>
                    <a:cxn ang="0">
                      <a:pos x="T4" y="T5"/>
                    </a:cxn>
                    <a:cxn ang="0">
                      <a:pos x="T6" y="T7"/>
                    </a:cxn>
                    <a:cxn ang="0">
                      <a:pos x="T8" y="T9"/>
                    </a:cxn>
                    <a:cxn ang="0">
                      <a:pos x="T10" y="T11"/>
                    </a:cxn>
                    <a:cxn ang="0">
                      <a:pos x="T12" y="T13"/>
                    </a:cxn>
                  </a:cxnLst>
                  <a:rect l="0" t="0" r="r" b="b"/>
                  <a:pathLst>
                    <a:path w="22" h="269">
                      <a:moveTo>
                        <a:pt x="0" y="0"/>
                      </a:moveTo>
                      <a:cubicBezTo>
                        <a:pt x="0" y="0"/>
                        <a:pt x="0" y="0"/>
                        <a:pt x="0" y="0"/>
                      </a:cubicBezTo>
                      <a:cubicBezTo>
                        <a:pt x="12" y="0"/>
                        <a:pt x="22" y="9"/>
                        <a:pt x="22" y="22"/>
                      </a:cubicBezTo>
                      <a:cubicBezTo>
                        <a:pt x="22" y="247"/>
                        <a:pt x="22" y="247"/>
                        <a:pt x="22" y="247"/>
                      </a:cubicBezTo>
                      <a:cubicBezTo>
                        <a:pt x="22" y="259"/>
                        <a:pt x="12" y="269"/>
                        <a:pt x="0" y="269"/>
                      </a:cubicBezTo>
                      <a:cubicBezTo>
                        <a:pt x="0" y="269"/>
                        <a:pt x="0" y="269"/>
                        <a:pt x="0" y="269"/>
                      </a:cubicBezTo>
                      <a:lnTo>
                        <a:pt x="0" y="0"/>
                      </a:ln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8" name="Freeform 30"/>
                <p:cNvSpPr>
                  <a:spLocks/>
                </p:cNvSpPr>
                <p:nvPr/>
              </p:nvSpPr>
              <p:spPr bwMode="auto">
                <a:xfrm>
                  <a:off x="7116895" y="2488562"/>
                  <a:ext cx="468313" cy="677864"/>
                </a:xfrm>
                <a:custGeom>
                  <a:avLst/>
                  <a:gdLst>
                    <a:gd name="T0" fmla="*/ 0 w 158"/>
                    <a:gd name="T1" fmla="*/ 229 h 229"/>
                    <a:gd name="T2" fmla="*/ 122 w 158"/>
                    <a:gd name="T3" fmla="*/ 229 h 229"/>
                    <a:gd name="T4" fmla="*/ 158 w 158"/>
                    <a:gd name="T5" fmla="*/ 193 h 229"/>
                    <a:gd name="T6" fmla="*/ 158 w 158"/>
                    <a:gd name="T7" fmla="*/ 0 h 229"/>
                    <a:gd name="T8" fmla="*/ 142 w 158"/>
                    <a:gd name="T9" fmla="*/ 0 h 229"/>
                    <a:gd name="T10" fmla="*/ 142 w 158"/>
                    <a:gd name="T11" fmla="*/ 193 h 229"/>
                    <a:gd name="T12" fmla="*/ 122 w 158"/>
                    <a:gd name="T13" fmla="*/ 213 h 229"/>
                    <a:gd name="T14" fmla="*/ 0 w 158"/>
                    <a:gd name="T15" fmla="*/ 213 h 229"/>
                    <a:gd name="T16" fmla="*/ 0 w 158"/>
                    <a:gd name="T17"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229">
                      <a:moveTo>
                        <a:pt x="0" y="229"/>
                      </a:moveTo>
                      <a:cubicBezTo>
                        <a:pt x="122" y="229"/>
                        <a:pt x="122" y="229"/>
                        <a:pt x="122" y="229"/>
                      </a:cubicBezTo>
                      <a:cubicBezTo>
                        <a:pt x="141" y="229"/>
                        <a:pt x="158" y="213"/>
                        <a:pt x="158" y="193"/>
                      </a:cubicBezTo>
                      <a:cubicBezTo>
                        <a:pt x="158" y="0"/>
                        <a:pt x="158" y="0"/>
                        <a:pt x="158" y="0"/>
                      </a:cubicBezTo>
                      <a:cubicBezTo>
                        <a:pt x="142" y="0"/>
                        <a:pt x="142" y="0"/>
                        <a:pt x="142" y="0"/>
                      </a:cubicBezTo>
                      <a:cubicBezTo>
                        <a:pt x="142" y="193"/>
                        <a:pt x="142" y="193"/>
                        <a:pt x="142" y="193"/>
                      </a:cubicBezTo>
                      <a:cubicBezTo>
                        <a:pt x="142" y="204"/>
                        <a:pt x="133" y="213"/>
                        <a:pt x="122" y="213"/>
                      </a:cubicBezTo>
                      <a:cubicBezTo>
                        <a:pt x="0" y="213"/>
                        <a:pt x="0" y="213"/>
                        <a:pt x="0" y="213"/>
                      </a:cubicBezTo>
                      <a:lnTo>
                        <a:pt x="0" y="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39" name="Freeform 31"/>
                <p:cNvSpPr>
                  <a:spLocks/>
                </p:cNvSpPr>
                <p:nvPr/>
              </p:nvSpPr>
              <p:spPr bwMode="auto">
                <a:xfrm>
                  <a:off x="7181851" y="3182938"/>
                  <a:ext cx="115888" cy="104775"/>
                </a:xfrm>
                <a:custGeom>
                  <a:avLst/>
                  <a:gdLst>
                    <a:gd name="T0" fmla="*/ 39 w 39"/>
                    <a:gd name="T1" fmla="*/ 0 h 35"/>
                    <a:gd name="T2" fmla="*/ 39 w 39"/>
                    <a:gd name="T3" fmla="*/ 19 h 35"/>
                    <a:gd name="T4" fmla="*/ 24 w 39"/>
                    <a:gd name="T5" fmla="*/ 35 h 35"/>
                    <a:gd name="T6" fmla="*/ 16 w 39"/>
                    <a:gd name="T7" fmla="*/ 35 h 35"/>
                    <a:gd name="T8" fmla="*/ 0 w 39"/>
                    <a:gd name="T9" fmla="*/ 19 h 35"/>
                    <a:gd name="T10" fmla="*/ 0 w 39"/>
                    <a:gd name="T11" fmla="*/ 0 h 35"/>
                    <a:gd name="T12" fmla="*/ 39 w 39"/>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39" h="35">
                      <a:moveTo>
                        <a:pt x="39" y="0"/>
                      </a:moveTo>
                      <a:cubicBezTo>
                        <a:pt x="39" y="19"/>
                        <a:pt x="39" y="19"/>
                        <a:pt x="39" y="19"/>
                      </a:cubicBezTo>
                      <a:cubicBezTo>
                        <a:pt x="39" y="28"/>
                        <a:pt x="32" y="35"/>
                        <a:pt x="24" y="35"/>
                      </a:cubicBezTo>
                      <a:cubicBezTo>
                        <a:pt x="16" y="35"/>
                        <a:pt x="16" y="35"/>
                        <a:pt x="16" y="35"/>
                      </a:cubicBezTo>
                      <a:cubicBezTo>
                        <a:pt x="7" y="35"/>
                        <a:pt x="0" y="28"/>
                        <a:pt x="0" y="19"/>
                      </a:cubicBezTo>
                      <a:cubicBezTo>
                        <a:pt x="0" y="0"/>
                        <a:pt x="0" y="0"/>
                        <a:pt x="0" y="0"/>
                      </a:cubicBez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0" name="Freeform 32"/>
                <p:cNvSpPr>
                  <a:spLocks/>
                </p:cNvSpPr>
                <p:nvPr/>
              </p:nvSpPr>
              <p:spPr bwMode="auto">
                <a:xfrm>
                  <a:off x="7539166" y="2429827"/>
                  <a:ext cx="100013" cy="119064"/>
                </a:xfrm>
                <a:custGeom>
                  <a:avLst/>
                  <a:gdLst>
                    <a:gd name="T0" fmla="*/ 0 w 34"/>
                    <a:gd name="T1" fmla="*/ 0 h 40"/>
                    <a:gd name="T2" fmla="*/ 18 w 34"/>
                    <a:gd name="T3" fmla="*/ 0 h 40"/>
                    <a:gd name="T4" fmla="*/ 34 w 34"/>
                    <a:gd name="T5" fmla="*/ 16 h 40"/>
                    <a:gd name="T6" fmla="*/ 34 w 34"/>
                    <a:gd name="T7" fmla="*/ 24 h 40"/>
                    <a:gd name="T8" fmla="*/ 18 w 34"/>
                    <a:gd name="T9" fmla="*/ 40 h 40"/>
                    <a:gd name="T10" fmla="*/ 0 w 34"/>
                    <a:gd name="T11" fmla="*/ 40 h 40"/>
                    <a:gd name="T12" fmla="*/ 0 w 34"/>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34" h="40">
                      <a:moveTo>
                        <a:pt x="0" y="0"/>
                      </a:moveTo>
                      <a:cubicBezTo>
                        <a:pt x="18" y="0"/>
                        <a:pt x="18" y="0"/>
                        <a:pt x="18" y="0"/>
                      </a:cubicBezTo>
                      <a:cubicBezTo>
                        <a:pt x="27" y="0"/>
                        <a:pt x="34" y="7"/>
                        <a:pt x="34" y="16"/>
                      </a:cubicBezTo>
                      <a:cubicBezTo>
                        <a:pt x="34" y="24"/>
                        <a:pt x="34" y="24"/>
                        <a:pt x="34" y="24"/>
                      </a:cubicBezTo>
                      <a:cubicBezTo>
                        <a:pt x="34" y="33"/>
                        <a:pt x="27" y="40"/>
                        <a:pt x="18" y="40"/>
                      </a:cubicBezTo>
                      <a:cubicBezTo>
                        <a:pt x="0" y="40"/>
                        <a:pt x="0" y="40"/>
                        <a:pt x="0" y="40"/>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1" name="Freeform 33"/>
                <p:cNvSpPr>
                  <a:spLocks/>
                </p:cNvSpPr>
                <p:nvPr/>
              </p:nvSpPr>
              <p:spPr bwMode="auto">
                <a:xfrm>
                  <a:off x="6562726" y="2771775"/>
                  <a:ext cx="461963" cy="39688"/>
                </a:xfrm>
                <a:custGeom>
                  <a:avLst/>
                  <a:gdLst>
                    <a:gd name="T0" fmla="*/ 0 w 291"/>
                    <a:gd name="T1" fmla="*/ 0 h 25"/>
                    <a:gd name="T2" fmla="*/ 291 w 291"/>
                    <a:gd name="T3" fmla="*/ 13 h 25"/>
                    <a:gd name="T4" fmla="*/ 291 w 291"/>
                    <a:gd name="T5" fmla="*/ 25 h 25"/>
                    <a:gd name="T6" fmla="*/ 0 w 291"/>
                    <a:gd name="T7" fmla="*/ 25 h 25"/>
                    <a:gd name="T8" fmla="*/ 0 w 291"/>
                    <a:gd name="T9" fmla="*/ 0 h 25"/>
                  </a:gdLst>
                  <a:ahLst/>
                  <a:cxnLst>
                    <a:cxn ang="0">
                      <a:pos x="T0" y="T1"/>
                    </a:cxn>
                    <a:cxn ang="0">
                      <a:pos x="T2" y="T3"/>
                    </a:cxn>
                    <a:cxn ang="0">
                      <a:pos x="T4" y="T5"/>
                    </a:cxn>
                    <a:cxn ang="0">
                      <a:pos x="T6" y="T7"/>
                    </a:cxn>
                    <a:cxn ang="0">
                      <a:pos x="T8" y="T9"/>
                    </a:cxn>
                  </a:cxnLst>
                  <a:rect l="0" t="0" r="r" b="b"/>
                  <a:pathLst>
                    <a:path w="291" h="25">
                      <a:moveTo>
                        <a:pt x="0" y="0"/>
                      </a:moveTo>
                      <a:lnTo>
                        <a:pt x="291" y="13"/>
                      </a:lnTo>
                      <a:lnTo>
                        <a:pt x="291" y="25"/>
                      </a:lnTo>
                      <a:lnTo>
                        <a:pt x="0" y="25"/>
                      </a:lnTo>
                      <a:lnTo>
                        <a:pt x="0" y="0"/>
                      </a:ln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2" name="Freeform 34"/>
                <p:cNvSpPr>
                  <a:spLocks/>
                </p:cNvSpPr>
                <p:nvPr/>
              </p:nvSpPr>
              <p:spPr bwMode="auto">
                <a:xfrm>
                  <a:off x="6413501" y="2336800"/>
                  <a:ext cx="157163" cy="450850"/>
                </a:xfrm>
                <a:custGeom>
                  <a:avLst/>
                  <a:gdLst>
                    <a:gd name="T0" fmla="*/ 75 w 99"/>
                    <a:gd name="T1" fmla="*/ 284 h 284"/>
                    <a:gd name="T2" fmla="*/ 0 w 99"/>
                    <a:gd name="T3" fmla="*/ 2 h 284"/>
                    <a:gd name="T4" fmla="*/ 8 w 99"/>
                    <a:gd name="T5" fmla="*/ 0 h 284"/>
                    <a:gd name="T6" fmla="*/ 99 w 99"/>
                    <a:gd name="T7" fmla="*/ 274 h 284"/>
                    <a:gd name="T8" fmla="*/ 75 w 99"/>
                    <a:gd name="T9" fmla="*/ 284 h 284"/>
                  </a:gdLst>
                  <a:ahLst/>
                  <a:cxnLst>
                    <a:cxn ang="0">
                      <a:pos x="T0" y="T1"/>
                    </a:cxn>
                    <a:cxn ang="0">
                      <a:pos x="T2" y="T3"/>
                    </a:cxn>
                    <a:cxn ang="0">
                      <a:pos x="T4" y="T5"/>
                    </a:cxn>
                    <a:cxn ang="0">
                      <a:pos x="T6" y="T7"/>
                    </a:cxn>
                    <a:cxn ang="0">
                      <a:pos x="T8" y="T9"/>
                    </a:cxn>
                  </a:cxnLst>
                  <a:rect l="0" t="0" r="r" b="b"/>
                  <a:pathLst>
                    <a:path w="99" h="284">
                      <a:moveTo>
                        <a:pt x="75" y="284"/>
                      </a:moveTo>
                      <a:lnTo>
                        <a:pt x="0" y="2"/>
                      </a:lnTo>
                      <a:lnTo>
                        <a:pt x="8" y="0"/>
                      </a:lnTo>
                      <a:lnTo>
                        <a:pt x="99" y="274"/>
                      </a:lnTo>
                      <a:lnTo>
                        <a:pt x="75" y="284"/>
                      </a:ln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3" name="Oval 35"/>
                <p:cNvSpPr>
                  <a:spLocks noChangeArrowheads="1"/>
                </p:cNvSpPr>
                <p:nvPr/>
              </p:nvSpPr>
              <p:spPr bwMode="auto">
                <a:xfrm>
                  <a:off x="6532563" y="2754313"/>
                  <a:ext cx="58738" cy="5715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4" name="Freeform 36"/>
                <p:cNvSpPr>
                  <a:spLocks/>
                </p:cNvSpPr>
                <p:nvPr/>
              </p:nvSpPr>
              <p:spPr bwMode="auto">
                <a:xfrm>
                  <a:off x="7283451" y="2181225"/>
                  <a:ext cx="153988" cy="631825"/>
                </a:xfrm>
                <a:custGeom>
                  <a:avLst/>
                  <a:gdLst>
                    <a:gd name="T0" fmla="*/ 52 w 52"/>
                    <a:gd name="T1" fmla="*/ 188 h 214"/>
                    <a:gd name="T2" fmla="*/ 26 w 52"/>
                    <a:gd name="T3" fmla="*/ 214 h 214"/>
                    <a:gd name="T4" fmla="*/ 26 w 52"/>
                    <a:gd name="T5" fmla="*/ 214 h 214"/>
                    <a:gd name="T6" fmla="*/ 0 w 52"/>
                    <a:gd name="T7" fmla="*/ 188 h 214"/>
                    <a:gd name="T8" fmla="*/ 0 w 52"/>
                    <a:gd name="T9" fmla="*/ 25 h 214"/>
                    <a:gd name="T10" fmla="*/ 26 w 52"/>
                    <a:gd name="T11" fmla="*/ 0 h 214"/>
                    <a:gd name="T12" fmla="*/ 26 w 52"/>
                    <a:gd name="T13" fmla="*/ 0 h 214"/>
                    <a:gd name="T14" fmla="*/ 52 w 52"/>
                    <a:gd name="T15" fmla="*/ 25 h 214"/>
                    <a:gd name="T16" fmla="*/ 52 w 52"/>
                    <a:gd name="T17" fmla="*/ 18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214">
                      <a:moveTo>
                        <a:pt x="52" y="188"/>
                      </a:moveTo>
                      <a:cubicBezTo>
                        <a:pt x="52" y="202"/>
                        <a:pt x="40" y="214"/>
                        <a:pt x="26" y="214"/>
                      </a:cubicBezTo>
                      <a:cubicBezTo>
                        <a:pt x="26" y="214"/>
                        <a:pt x="26" y="214"/>
                        <a:pt x="26" y="214"/>
                      </a:cubicBezTo>
                      <a:cubicBezTo>
                        <a:pt x="12" y="214"/>
                        <a:pt x="0" y="202"/>
                        <a:pt x="0" y="188"/>
                      </a:cubicBezTo>
                      <a:cubicBezTo>
                        <a:pt x="0" y="25"/>
                        <a:pt x="0" y="25"/>
                        <a:pt x="0" y="25"/>
                      </a:cubicBezTo>
                      <a:cubicBezTo>
                        <a:pt x="0" y="11"/>
                        <a:pt x="12" y="0"/>
                        <a:pt x="26" y="0"/>
                      </a:cubicBezTo>
                      <a:cubicBezTo>
                        <a:pt x="26" y="0"/>
                        <a:pt x="26" y="0"/>
                        <a:pt x="26" y="0"/>
                      </a:cubicBezTo>
                      <a:cubicBezTo>
                        <a:pt x="40" y="0"/>
                        <a:pt x="52" y="11"/>
                        <a:pt x="52" y="25"/>
                      </a:cubicBezTo>
                      <a:lnTo>
                        <a:pt x="52" y="188"/>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5" name="Freeform 37"/>
                <p:cNvSpPr>
                  <a:spLocks/>
                </p:cNvSpPr>
                <p:nvPr/>
              </p:nvSpPr>
              <p:spPr bwMode="auto">
                <a:xfrm>
                  <a:off x="6846888" y="2660650"/>
                  <a:ext cx="590550" cy="152400"/>
                </a:xfrm>
                <a:custGeom>
                  <a:avLst/>
                  <a:gdLst>
                    <a:gd name="T0" fmla="*/ 173 w 199"/>
                    <a:gd name="T1" fmla="*/ 0 h 52"/>
                    <a:gd name="T2" fmla="*/ 199 w 199"/>
                    <a:gd name="T3" fmla="*/ 26 h 52"/>
                    <a:gd name="T4" fmla="*/ 199 w 199"/>
                    <a:gd name="T5" fmla="*/ 26 h 52"/>
                    <a:gd name="T6" fmla="*/ 173 w 199"/>
                    <a:gd name="T7" fmla="*/ 52 h 52"/>
                    <a:gd name="T8" fmla="*/ 25 w 199"/>
                    <a:gd name="T9" fmla="*/ 52 h 52"/>
                    <a:gd name="T10" fmla="*/ 0 w 199"/>
                    <a:gd name="T11" fmla="*/ 26 h 52"/>
                    <a:gd name="T12" fmla="*/ 0 w 199"/>
                    <a:gd name="T13" fmla="*/ 26 h 52"/>
                    <a:gd name="T14" fmla="*/ 25 w 199"/>
                    <a:gd name="T15" fmla="*/ 0 h 52"/>
                    <a:gd name="T16" fmla="*/ 173 w 19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 h="52">
                      <a:moveTo>
                        <a:pt x="173" y="0"/>
                      </a:moveTo>
                      <a:cubicBezTo>
                        <a:pt x="187" y="0"/>
                        <a:pt x="199" y="11"/>
                        <a:pt x="199" y="26"/>
                      </a:cubicBezTo>
                      <a:cubicBezTo>
                        <a:pt x="199" y="26"/>
                        <a:pt x="199" y="26"/>
                        <a:pt x="199" y="26"/>
                      </a:cubicBezTo>
                      <a:cubicBezTo>
                        <a:pt x="199" y="40"/>
                        <a:pt x="187" y="52"/>
                        <a:pt x="173" y="52"/>
                      </a:cubicBezTo>
                      <a:cubicBezTo>
                        <a:pt x="25" y="52"/>
                        <a:pt x="25" y="52"/>
                        <a:pt x="25" y="52"/>
                      </a:cubicBezTo>
                      <a:cubicBezTo>
                        <a:pt x="11" y="52"/>
                        <a:pt x="0" y="40"/>
                        <a:pt x="0" y="26"/>
                      </a:cubicBezTo>
                      <a:cubicBezTo>
                        <a:pt x="0" y="26"/>
                        <a:pt x="0" y="26"/>
                        <a:pt x="0" y="26"/>
                      </a:cubicBezTo>
                      <a:cubicBezTo>
                        <a:pt x="0" y="11"/>
                        <a:pt x="11" y="0"/>
                        <a:pt x="25" y="0"/>
                      </a:cubicBezTo>
                      <a:lnTo>
                        <a:pt x="173" y="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6" name="Freeform 38"/>
                <p:cNvSpPr>
                  <a:spLocks/>
                </p:cNvSpPr>
                <p:nvPr/>
              </p:nvSpPr>
              <p:spPr bwMode="auto">
                <a:xfrm>
                  <a:off x="6775451" y="2660650"/>
                  <a:ext cx="306388" cy="152400"/>
                </a:xfrm>
                <a:custGeom>
                  <a:avLst/>
                  <a:gdLst>
                    <a:gd name="T0" fmla="*/ 103 w 103"/>
                    <a:gd name="T1" fmla="*/ 52 h 52"/>
                    <a:gd name="T2" fmla="*/ 0 w 103"/>
                    <a:gd name="T3" fmla="*/ 52 h 52"/>
                    <a:gd name="T4" fmla="*/ 51 w 103"/>
                    <a:gd name="T5" fmla="*/ 0 h 52"/>
                    <a:gd name="T6" fmla="*/ 103 w 103"/>
                    <a:gd name="T7" fmla="*/ 52 h 52"/>
                  </a:gdLst>
                  <a:ahLst/>
                  <a:cxnLst>
                    <a:cxn ang="0">
                      <a:pos x="T0" y="T1"/>
                    </a:cxn>
                    <a:cxn ang="0">
                      <a:pos x="T2" y="T3"/>
                    </a:cxn>
                    <a:cxn ang="0">
                      <a:pos x="T4" y="T5"/>
                    </a:cxn>
                    <a:cxn ang="0">
                      <a:pos x="T6" y="T7"/>
                    </a:cxn>
                  </a:cxnLst>
                  <a:rect l="0" t="0" r="r" b="b"/>
                  <a:pathLst>
                    <a:path w="103" h="52">
                      <a:moveTo>
                        <a:pt x="103" y="52"/>
                      </a:moveTo>
                      <a:cubicBezTo>
                        <a:pt x="0" y="52"/>
                        <a:pt x="0" y="52"/>
                        <a:pt x="0" y="52"/>
                      </a:cubicBezTo>
                      <a:cubicBezTo>
                        <a:pt x="0" y="23"/>
                        <a:pt x="23" y="0"/>
                        <a:pt x="51" y="0"/>
                      </a:cubicBezTo>
                      <a:cubicBezTo>
                        <a:pt x="80" y="0"/>
                        <a:pt x="103" y="23"/>
                        <a:pt x="103" y="52"/>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7" name="Rectangle 39"/>
                <p:cNvSpPr>
                  <a:spLocks noChangeArrowheads="1"/>
                </p:cNvSpPr>
                <p:nvPr/>
              </p:nvSpPr>
              <p:spPr bwMode="auto">
                <a:xfrm>
                  <a:off x="7010401" y="2660650"/>
                  <a:ext cx="71438" cy="152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48" name="Rectangle 40"/>
                <p:cNvSpPr>
                  <a:spLocks noChangeArrowheads="1"/>
                </p:cNvSpPr>
                <p:nvPr/>
              </p:nvSpPr>
              <p:spPr bwMode="auto">
                <a:xfrm>
                  <a:off x="7280276" y="2171700"/>
                  <a:ext cx="192088" cy="298450"/>
                </a:xfrm>
                <a:prstGeom prst="rect">
                  <a:avLst/>
                </a:prstGeom>
                <a:solidFill>
                  <a:srgbClr val="D83B01">
                    <a:lumMod val="7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grpSp>
          <p:grpSp>
            <p:nvGrpSpPr>
              <p:cNvPr id="12" name="Group 11"/>
              <p:cNvGrpSpPr/>
              <p:nvPr/>
            </p:nvGrpSpPr>
            <p:grpSpPr>
              <a:xfrm>
                <a:off x="4243570" y="3315652"/>
                <a:ext cx="2525262" cy="593085"/>
                <a:chOff x="4243570" y="3315652"/>
                <a:chExt cx="2525262" cy="593085"/>
              </a:xfrm>
            </p:grpSpPr>
            <p:sp>
              <p:nvSpPr>
                <p:cNvPr id="22" name="Freeform 21"/>
                <p:cNvSpPr>
                  <a:spLocks/>
                </p:cNvSpPr>
                <p:nvPr/>
              </p:nvSpPr>
              <p:spPr bwMode="auto">
                <a:xfrm>
                  <a:off x="4243570" y="3504565"/>
                  <a:ext cx="512979" cy="404172"/>
                </a:xfrm>
                <a:custGeom>
                  <a:avLst/>
                  <a:gdLst>
                    <a:gd name="connsiteX0" fmla="*/ 373039 w 512979"/>
                    <a:gd name="connsiteY0" fmla="*/ 0 h 404172"/>
                    <a:gd name="connsiteX1" fmla="*/ 482434 w 512979"/>
                    <a:gd name="connsiteY1" fmla="*/ 0 h 404172"/>
                    <a:gd name="connsiteX2" fmla="*/ 499938 w 512979"/>
                    <a:gd name="connsiteY2" fmla="*/ 61406 h 404172"/>
                    <a:gd name="connsiteX3" fmla="*/ 179251 w 512979"/>
                    <a:gd name="connsiteY3" fmla="*/ 404172 h 404172"/>
                    <a:gd name="connsiteX4" fmla="*/ 0 w 512979"/>
                    <a:gd name="connsiteY4" fmla="*/ 404172 h 404172"/>
                    <a:gd name="connsiteX5" fmla="*/ 69947 w 512979"/>
                    <a:gd name="connsiteY5" fmla="*/ 321209 h 404172"/>
                    <a:gd name="connsiteX6" fmla="*/ 311778 w 512979"/>
                    <a:gd name="connsiteY6" fmla="*/ 35089 h 404172"/>
                    <a:gd name="connsiteX7" fmla="*/ 373039 w 512979"/>
                    <a:gd name="connsiteY7" fmla="*/ 0 h 404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979" h="404172">
                      <a:moveTo>
                        <a:pt x="373039" y="0"/>
                      </a:moveTo>
                      <a:cubicBezTo>
                        <a:pt x="482434" y="0"/>
                        <a:pt x="482434" y="0"/>
                        <a:pt x="482434" y="0"/>
                      </a:cubicBezTo>
                      <a:cubicBezTo>
                        <a:pt x="499938" y="0"/>
                        <a:pt x="530568" y="26317"/>
                        <a:pt x="499938" y="61406"/>
                      </a:cubicBezTo>
                      <a:lnTo>
                        <a:pt x="179251" y="404172"/>
                      </a:lnTo>
                      <a:lnTo>
                        <a:pt x="0" y="404172"/>
                      </a:lnTo>
                      <a:lnTo>
                        <a:pt x="69947" y="321209"/>
                      </a:lnTo>
                      <a:cubicBezTo>
                        <a:pt x="204708" y="161534"/>
                        <a:pt x="311778" y="35089"/>
                        <a:pt x="311778" y="35089"/>
                      </a:cubicBezTo>
                      <a:cubicBezTo>
                        <a:pt x="324905" y="13159"/>
                        <a:pt x="355536" y="0"/>
                        <a:pt x="373039" y="0"/>
                      </a:cubicBezTo>
                      <a:close/>
                    </a:path>
                  </a:pathLst>
                </a:custGeom>
                <a:solidFill>
                  <a:srgbClr val="3425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defTabSz="914400">
                    <a:defRPr/>
                  </a:pPr>
                  <a:endParaRPr lang="en-US" kern="0" smtClean="0">
                    <a:solidFill>
                      <a:srgbClr val="505050"/>
                    </a:solidFill>
                  </a:endParaRPr>
                </a:p>
              </p:txBody>
            </p:sp>
            <p:sp>
              <p:nvSpPr>
                <p:cNvPr id="23" name="Freeform 22"/>
                <p:cNvSpPr>
                  <a:spLocks/>
                </p:cNvSpPr>
                <p:nvPr/>
              </p:nvSpPr>
              <p:spPr bwMode="auto">
                <a:xfrm>
                  <a:off x="5692633" y="3504565"/>
                  <a:ext cx="512980" cy="404172"/>
                </a:xfrm>
                <a:custGeom>
                  <a:avLst/>
                  <a:gdLst>
                    <a:gd name="connsiteX0" fmla="*/ 30545 w 512980"/>
                    <a:gd name="connsiteY0" fmla="*/ 0 h 404172"/>
                    <a:gd name="connsiteX1" fmla="*/ 139940 w 512980"/>
                    <a:gd name="connsiteY1" fmla="*/ 0 h 404172"/>
                    <a:gd name="connsiteX2" fmla="*/ 201201 w 512980"/>
                    <a:gd name="connsiteY2" fmla="*/ 35089 h 404172"/>
                    <a:gd name="connsiteX3" fmla="*/ 443033 w 512980"/>
                    <a:gd name="connsiteY3" fmla="*/ 321209 h 404172"/>
                    <a:gd name="connsiteX4" fmla="*/ 512980 w 512980"/>
                    <a:gd name="connsiteY4" fmla="*/ 404172 h 404172"/>
                    <a:gd name="connsiteX5" fmla="*/ 333729 w 512980"/>
                    <a:gd name="connsiteY5" fmla="*/ 404172 h 404172"/>
                    <a:gd name="connsiteX6" fmla="*/ 13042 w 512980"/>
                    <a:gd name="connsiteY6" fmla="*/ 61406 h 404172"/>
                    <a:gd name="connsiteX7" fmla="*/ 30545 w 512980"/>
                    <a:gd name="connsiteY7" fmla="*/ 0 h 404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980" h="404172">
                      <a:moveTo>
                        <a:pt x="30545" y="0"/>
                      </a:moveTo>
                      <a:cubicBezTo>
                        <a:pt x="30545" y="0"/>
                        <a:pt x="30545" y="0"/>
                        <a:pt x="139940" y="0"/>
                      </a:cubicBezTo>
                      <a:cubicBezTo>
                        <a:pt x="157443" y="0"/>
                        <a:pt x="188074" y="13159"/>
                        <a:pt x="201201" y="35089"/>
                      </a:cubicBezTo>
                      <a:cubicBezTo>
                        <a:pt x="201201" y="35089"/>
                        <a:pt x="308272" y="161534"/>
                        <a:pt x="443033" y="321209"/>
                      </a:cubicBezTo>
                      <a:lnTo>
                        <a:pt x="512980" y="404172"/>
                      </a:lnTo>
                      <a:lnTo>
                        <a:pt x="333729" y="404172"/>
                      </a:lnTo>
                      <a:lnTo>
                        <a:pt x="13042" y="61406"/>
                      </a:lnTo>
                      <a:cubicBezTo>
                        <a:pt x="-17589" y="26317"/>
                        <a:pt x="13042" y="0"/>
                        <a:pt x="30545" y="0"/>
                      </a:cubicBezTo>
                      <a:close/>
                    </a:path>
                  </a:pathLst>
                </a:custGeom>
                <a:solidFill>
                  <a:srgbClr val="3425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defTabSz="914400">
                    <a:defRPr/>
                  </a:pPr>
                  <a:endParaRPr lang="en-US" kern="0" smtClean="0">
                    <a:solidFill>
                      <a:srgbClr val="505050"/>
                    </a:solidFill>
                  </a:endParaRPr>
                </a:p>
              </p:txBody>
            </p:sp>
            <p:sp>
              <p:nvSpPr>
                <p:cNvPr id="24" name="Freeform 23"/>
                <p:cNvSpPr>
                  <a:spLocks/>
                </p:cNvSpPr>
                <p:nvPr/>
              </p:nvSpPr>
              <p:spPr bwMode="auto">
                <a:xfrm>
                  <a:off x="4247506" y="3315652"/>
                  <a:ext cx="2521326" cy="276225"/>
                </a:xfrm>
                <a:custGeom>
                  <a:avLst/>
                  <a:gdLst>
                    <a:gd name="connsiteX0" fmla="*/ 0 w 2521326"/>
                    <a:gd name="connsiteY0" fmla="*/ 0 h 276225"/>
                    <a:gd name="connsiteX1" fmla="*/ 177869 w 2521326"/>
                    <a:gd name="connsiteY1" fmla="*/ 0 h 276225"/>
                    <a:gd name="connsiteX2" fmla="*/ 2521326 w 2521326"/>
                    <a:gd name="connsiteY2" fmla="*/ 0 h 276225"/>
                    <a:gd name="connsiteX3" fmla="*/ 2521326 w 2521326"/>
                    <a:gd name="connsiteY3" fmla="*/ 35076 h 276225"/>
                    <a:gd name="connsiteX4" fmla="*/ 968946 w 2521326"/>
                    <a:gd name="connsiteY4" fmla="*/ 276225 h 276225"/>
                    <a:gd name="connsiteX5" fmla="*/ 29318 w 2521326"/>
                    <a:gd name="connsiteY5" fmla="*/ 210457 h 276225"/>
                    <a:gd name="connsiteX6" fmla="*/ 0 w 2521326"/>
                    <a:gd name="connsiteY6" fmla="*/ 204318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1326" h="276225">
                      <a:moveTo>
                        <a:pt x="0" y="0"/>
                      </a:moveTo>
                      <a:lnTo>
                        <a:pt x="177869" y="0"/>
                      </a:lnTo>
                      <a:cubicBezTo>
                        <a:pt x="632027" y="0"/>
                        <a:pt x="1358681" y="0"/>
                        <a:pt x="2521326" y="0"/>
                      </a:cubicBezTo>
                      <a:lnTo>
                        <a:pt x="2521326" y="35076"/>
                      </a:lnTo>
                      <a:cubicBezTo>
                        <a:pt x="2267698" y="179766"/>
                        <a:pt x="1668610" y="276225"/>
                        <a:pt x="968946" y="276225"/>
                      </a:cubicBezTo>
                      <a:cubicBezTo>
                        <a:pt x="621300" y="276225"/>
                        <a:pt x="297705" y="252110"/>
                        <a:pt x="29318" y="210457"/>
                      </a:cubicBezTo>
                      <a:lnTo>
                        <a:pt x="0" y="204318"/>
                      </a:lnTo>
                      <a:close/>
                    </a:path>
                  </a:pathLst>
                </a:custGeom>
                <a:solidFill>
                  <a:srgbClr val="513A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defTabSz="914400">
                    <a:defRPr/>
                  </a:pPr>
                  <a:endParaRPr lang="en-US" kern="0" smtClean="0">
                    <a:solidFill>
                      <a:srgbClr val="505050"/>
                    </a:solidFill>
                  </a:endParaRPr>
                </a:p>
              </p:txBody>
            </p:sp>
          </p:grpSp>
          <p:grpSp>
            <p:nvGrpSpPr>
              <p:cNvPr id="13" name="Group 12"/>
              <p:cNvGrpSpPr/>
              <p:nvPr/>
            </p:nvGrpSpPr>
            <p:grpSpPr>
              <a:xfrm rot="2350315">
                <a:off x="5989331" y="2507581"/>
                <a:ext cx="598331" cy="829441"/>
                <a:chOff x="6006115" y="2691336"/>
                <a:chExt cx="598331" cy="829441"/>
              </a:xfrm>
            </p:grpSpPr>
            <p:sp>
              <p:nvSpPr>
                <p:cNvPr id="20" name="Freeform 19"/>
                <p:cNvSpPr>
                  <a:spLocks/>
                </p:cNvSpPr>
                <p:nvPr/>
              </p:nvSpPr>
              <p:spPr bwMode="auto">
                <a:xfrm rot="1103645">
                  <a:off x="6006115" y="3349327"/>
                  <a:ext cx="388938" cy="171450"/>
                </a:xfrm>
                <a:custGeom>
                  <a:avLst/>
                  <a:gdLst>
                    <a:gd name="T0" fmla="*/ 64 w 131"/>
                    <a:gd name="T1" fmla="*/ 0 h 58"/>
                    <a:gd name="T2" fmla="*/ 0 w 131"/>
                    <a:gd name="T3" fmla="*/ 58 h 58"/>
                    <a:gd name="T4" fmla="*/ 64 w 131"/>
                    <a:gd name="T5" fmla="*/ 58 h 58"/>
                    <a:gd name="T6" fmla="*/ 131 w 131"/>
                    <a:gd name="T7" fmla="*/ 58 h 58"/>
                    <a:gd name="T8" fmla="*/ 131 w 131"/>
                    <a:gd name="T9" fmla="*/ 0 h 58"/>
                    <a:gd name="T10" fmla="*/ 64 w 131"/>
                    <a:gd name="T11" fmla="*/ 0 h 58"/>
                  </a:gdLst>
                  <a:ahLst/>
                  <a:cxnLst>
                    <a:cxn ang="0">
                      <a:pos x="T0" y="T1"/>
                    </a:cxn>
                    <a:cxn ang="0">
                      <a:pos x="T2" y="T3"/>
                    </a:cxn>
                    <a:cxn ang="0">
                      <a:pos x="T4" y="T5"/>
                    </a:cxn>
                    <a:cxn ang="0">
                      <a:pos x="T6" y="T7"/>
                    </a:cxn>
                    <a:cxn ang="0">
                      <a:pos x="T8" y="T9"/>
                    </a:cxn>
                    <a:cxn ang="0">
                      <a:pos x="T10" y="T11"/>
                    </a:cxn>
                  </a:cxnLst>
                  <a:rect l="0" t="0" r="r" b="b"/>
                  <a:pathLst>
                    <a:path w="131" h="58">
                      <a:moveTo>
                        <a:pt x="64" y="0"/>
                      </a:moveTo>
                      <a:cubicBezTo>
                        <a:pt x="31" y="0"/>
                        <a:pt x="3" y="25"/>
                        <a:pt x="0" y="58"/>
                      </a:cubicBezTo>
                      <a:cubicBezTo>
                        <a:pt x="64" y="58"/>
                        <a:pt x="64" y="58"/>
                        <a:pt x="64" y="58"/>
                      </a:cubicBezTo>
                      <a:cubicBezTo>
                        <a:pt x="131" y="58"/>
                        <a:pt x="131" y="58"/>
                        <a:pt x="131" y="58"/>
                      </a:cubicBezTo>
                      <a:cubicBezTo>
                        <a:pt x="131" y="0"/>
                        <a:pt x="131" y="0"/>
                        <a:pt x="131" y="0"/>
                      </a:cubicBezTo>
                      <a:lnTo>
                        <a:pt x="64" y="0"/>
                      </a:lnTo>
                      <a:close/>
                    </a:path>
                  </a:pathLst>
                </a:custGeom>
                <a:solidFill>
                  <a:srgbClr val="BAD80A">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21" name="Rectangle 20"/>
                <p:cNvSpPr>
                  <a:spLocks noChangeArrowheads="1"/>
                </p:cNvSpPr>
                <p:nvPr/>
              </p:nvSpPr>
              <p:spPr bwMode="auto">
                <a:xfrm rot="1103645">
                  <a:off x="6340921" y="2691336"/>
                  <a:ext cx="263525" cy="723900"/>
                </a:xfrm>
                <a:prstGeom prst="rect">
                  <a:avLst/>
                </a:prstGeom>
                <a:solidFill>
                  <a:schemeClr val="accent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grpSp>
          <p:grpSp>
            <p:nvGrpSpPr>
              <p:cNvPr id="15" name="Group 14"/>
              <p:cNvGrpSpPr/>
              <p:nvPr/>
            </p:nvGrpSpPr>
            <p:grpSpPr>
              <a:xfrm rot="19811762">
                <a:off x="6350661" y="2802697"/>
                <a:ext cx="602318" cy="827644"/>
                <a:chOff x="6280309" y="2808848"/>
                <a:chExt cx="602318" cy="827644"/>
              </a:xfrm>
            </p:grpSpPr>
            <p:sp>
              <p:nvSpPr>
                <p:cNvPr id="18" name="Freeform 17"/>
                <p:cNvSpPr>
                  <a:spLocks/>
                </p:cNvSpPr>
                <p:nvPr/>
              </p:nvSpPr>
              <p:spPr bwMode="auto">
                <a:xfrm rot="1103645">
                  <a:off x="6280309" y="3465042"/>
                  <a:ext cx="388938" cy="171450"/>
                </a:xfrm>
                <a:custGeom>
                  <a:avLst/>
                  <a:gdLst>
                    <a:gd name="T0" fmla="*/ 64 w 131"/>
                    <a:gd name="T1" fmla="*/ 0 h 58"/>
                    <a:gd name="T2" fmla="*/ 0 w 131"/>
                    <a:gd name="T3" fmla="*/ 58 h 58"/>
                    <a:gd name="T4" fmla="*/ 64 w 131"/>
                    <a:gd name="T5" fmla="*/ 58 h 58"/>
                    <a:gd name="T6" fmla="*/ 131 w 131"/>
                    <a:gd name="T7" fmla="*/ 58 h 58"/>
                    <a:gd name="T8" fmla="*/ 131 w 131"/>
                    <a:gd name="T9" fmla="*/ 0 h 58"/>
                    <a:gd name="T10" fmla="*/ 64 w 131"/>
                    <a:gd name="T11" fmla="*/ 0 h 58"/>
                  </a:gdLst>
                  <a:ahLst/>
                  <a:cxnLst>
                    <a:cxn ang="0">
                      <a:pos x="T0" y="T1"/>
                    </a:cxn>
                    <a:cxn ang="0">
                      <a:pos x="T2" y="T3"/>
                    </a:cxn>
                    <a:cxn ang="0">
                      <a:pos x="T4" y="T5"/>
                    </a:cxn>
                    <a:cxn ang="0">
                      <a:pos x="T6" y="T7"/>
                    </a:cxn>
                    <a:cxn ang="0">
                      <a:pos x="T8" y="T9"/>
                    </a:cxn>
                    <a:cxn ang="0">
                      <a:pos x="T10" y="T11"/>
                    </a:cxn>
                  </a:cxnLst>
                  <a:rect l="0" t="0" r="r" b="b"/>
                  <a:pathLst>
                    <a:path w="131" h="58">
                      <a:moveTo>
                        <a:pt x="64" y="0"/>
                      </a:moveTo>
                      <a:cubicBezTo>
                        <a:pt x="31" y="0"/>
                        <a:pt x="3" y="25"/>
                        <a:pt x="0" y="58"/>
                      </a:cubicBezTo>
                      <a:cubicBezTo>
                        <a:pt x="64" y="58"/>
                        <a:pt x="64" y="58"/>
                        <a:pt x="64" y="58"/>
                      </a:cubicBezTo>
                      <a:cubicBezTo>
                        <a:pt x="131" y="58"/>
                        <a:pt x="131" y="58"/>
                        <a:pt x="131" y="58"/>
                      </a:cubicBezTo>
                      <a:cubicBezTo>
                        <a:pt x="131" y="0"/>
                        <a:pt x="131" y="0"/>
                        <a:pt x="131" y="0"/>
                      </a:cubicBezTo>
                      <a:lnTo>
                        <a:pt x="64" y="0"/>
                      </a:lnTo>
                      <a:close/>
                    </a:path>
                  </a:pathLst>
                </a:custGeom>
                <a:solidFill>
                  <a:srgbClr val="BAD80A">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sp>
              <p:nvSpPr>
                <p:cNvPr id="19" name="Rectangle 18"/>
                <p:cNvSpPr>
                  <a:spLocks noChangeArrowheads="1"/>
                </p:cNvSpPr>
                <p:nvPr/>
              </p:nvSpPr>
              <p:spPr bwMode="auto">
                <a:xfrm rot="1103645">
                  <a:off x="6619102" y="2808848"/>
                  <a:ext cx="263525" cy="723900"/>
                </a:xfrm>
                <a:prstGeom prst="rect">
                  <a:avLst/>
                </a:prstGeom>
                <a:solidFill>
                  <a:schemeClr val="accent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505050"/>
                    </a:solidFill>
                  </a:endParaRPr>
                </a:p>
              </p:txBody>
            </p:sp>
          </p:grpSp>
          <p:pic>
            <p:nvPicPr>
              <p:cNvPr id="17" name="Picture 1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63048" y="3292708"/>
                <a:ext cx="351684" cy="805060"/>
              </a:xfrm>
              <a:prstGeom prst="rect">
                <a:avLst/>
              </a:prstGeom>
            </p:spPr>
          </p:pic>
        </p:grpSp>
        <p:sp>
          <p:nvSpPr>
            <p:cNvPr id="8" name="Freeform 7"/>
            <p:cNvSpPr>
              <a:spLocks/>
            </p:cNvSpPr>
            <p:nvPr/>
          </p:nvSpPr>
          <p:spPr bwMode="auto">
            <a:xfrm flipH="1">
              <a:off x="8092941" y="5845715"/>
              <a:ext cx="1948093" cy="213424"/>
            </a:xfrm>
            <a:custGeom>
              <a:avLst/>
              <a:gdLst>
                <a:gd name="connsiteX0" fmla="*/ 0 w 2521326"/>
                <a:gd name="connsiteY0" fmla="*/ 0 h 276225"/>
                <a:gd name="connsiteX1" fmla="*/ 177869 w 2521326"/>
                <a:gd name="connsiteY1" fmla="*/ 0 h 276225"/>
                <a:gd name="connsiteX2" fmla="*/ 2521326 w 2521326"/>
                <a:gd name="connsiteY2" fmla="*/ 0 h 276225"/>
                <a:gd name="connsiteX3" fmla="*/ 2521326 w 2521326"/>
                <a:gd name="connsiteY3" fmla="*/ 35076 h 276225"/>
                <a:gd name="connsiteX4" fmla="*/ 968946 w 2521326"/>
                <a:gd name="connsiteY4" fmla="*/ 276225 h 276225"/>
                <a:gd name="connsiteX5" fmla="*/ 29318 w 2521326"/>
                <a:gd name="connsiteY5" fmla="*/ 210457 h 276225"/>
                <a:gd name="connsiteX6" fmla="*/ 0 w 2521326"/>
                <a:gd name="connsiteY6" fmla="*/ 204318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1326" h="276225">
                  <a:moveTo>
                    <a:pt x="0" y="0"/>
                  </a:moveTo>
                  <a:lnTo>
                    <a:pt x="177869" y="0"/>
                  </a:lnTo>
                  <a:cubicBezTo>
                    <a:pt x="632027" y="0"/>
                    <a:pt x="1358681" y="0"/>
                    <a:pt x="2521326" y="0"/>
                  </a:cubicBezTo>
                  <a:lnTo>
                    <a:pt x="2521326" y="35076"/>
                  </a:lnTo>
                  <a:cubicBezTo>
                    <a:pt x="2267698" y="179766"/>
                    <a:pt x="1668610" y="276225"/>
                    <a:pt x="968946" y="276225"/>
                  </a:cubicBezTo>
                  <a:cubicBezTo>
                    <a:pt x="621300" y="276225"/>
                    <a:pt x="297705" y="252110"/>
                    <a:pt x="29318" y="210457"/>
                  </a:cubicBezTo>
                  <a:lnTo>
                    <a:pt x="0" y="204318"/>
                  </a:lnTo>
                  <a:close/>
                </a:path>
              </a:pathLst>
            </a:custGeom>
            <a:solidFill>
              <a:srgbClr val="513A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defTabSz="914400">
                <a:defRPr/>
              </a:pPr>
              <a:endParaRPr lang="en-US" kern="0" smtClean="0">
                <a:solidFill>
                  <a:srgbClr val="505050"/>
                </a:solidFill>
              </a:endParaRPr>
            </a:p>
          </p:txBody>
        </p:sp>
      </p:grpSp>
      <p:sp>
        <p:nvSpPr>
          <p:cNvPr id="63" name="TextBox 62"/>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5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60" name="Picture 59"/>
          <p:cNvPicPr>
            <a:picLocks noChangeAspect="1"/>
          </p:cNvPicPr>
          <p:nvPr userDrawn="1"/>
        </p:nvPicPr>
        <p:blipFill>
          <a:blip r:embed="rId3">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6678853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umbered Section Title Accent Color 6">
    <p:bg>
      <p:bgPr>
        <a:solidFill>
          <a:schemeClr val="accent4"/>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2103438" y="2353883"/>
            <a:ext cx="5938838" cy="738664"/>
          </a:xfrm>
        </p:spPr>
        <p:txBody>
          <a:bodyPr anchor="ctr" anchorCtr="0"/>
          <a:lstStyle>
            <a:lvl1pPr marL="0" indent="0">
              <a:buNone/>
              <a:defRPr>
                <a:gradFill>
                  <a:gsLst>
                    <a:gs pos="97908">
                      <a:schemeClr val="tx1"/>
                    </a:gs>
                    <a:gs pos="89000">
                      <a:schemeClr val="tx1"/>
                    </a:gs>
                  </a:gsLst>
                  <a:lin ang="5400000" scaled="0"/>
                </a:gradFill>
              </a:defRPr>
            </a:lvl1pPr>
          </a:lstStyle>
          <a:p>
            <a:pPr lvl="0"/>
            <a:r>
              <a:rPr lang="en-US" dirty="0" smtClean="0"/>
              <a:t>Section title</a:t>
            </a:r>
            <a:endParaRPr lang="en-US" dirty="0"/>
          </a:p>
        </p:txBody>
      </p:sp>
      <p:sp>
        <p:nvSpPr>
          <p:cNvPr id="14" name="Text Placeholder 13"/>
          <p:cNvSpPr>
            <a:spLocks noGrp="1"/>
          </p:cNvSpPr>
          <p:nvPr>
            <p:ph type="body" sz="quarter" idx="12" hasCustomPrompt="1"/>
          </p:nvPr>
        </p:nvSpPr>
        <p:spPr>
          <a:xfrm>
            <a:off x="242888" y="1211263"/>
            <a:ext cx="1860550" cy="3023905"/>
          </a:xfrm>
        </p:spPr>
        <p:txBody>
          <a:bodyPr/>
          <a:lstStyle>
            <a:lvl1pPr marL="0" indent="0">
              <a:buNone/>
              <a:defRPr sz="20500">
                <a:gradFill>
                  <a:gsLst>
                    <a:gs pos="96234">
                      <a:schemeClr val="accent4">
                        <a:lumMod val="75000"/>
                      </a:schemeClr>
                    </a:gs>
                    <a:gs pos="88285">
                      <a:schemeClr val="accent4">
                        <a:lumMod val="75000"/>
                      </a:schemeClr>
                    </a:gs>
                  </a:gsLst>
                  <a:lin ang="5400000" scaled="0"/>
                </a:gradFill>
                <a:latin typeface="Segoe UI Black" panose="020B0A02040204020203" pitchFamily="34" charset="0"/>
                <a:ea typeface="Segoe UI Black" panose="020B0A02040204020203" pitchFamily="34" charset="0"/>
                <a:cs typeface="Segoe UI Black" panose="020B0A02040204020203" pitchFamily="34" charset="0"/>
              </a:defRPr>
            </a:lvl1pPr>
          </a:lstStyle>
          <a:p>
            <a:pPr lvl="0"/>
            <a:r>
              <a:rPr lang="en-US" dirty="0" smtClean="0"/>
              <a:t>#</a:t>
            </a:r>
            <a:endParaRPr lang="en-US" dirty="0"/>
          </a:p>
        </p:txBody>
      </p:sp>
      <p:grpSp>
        <p:nvGrpSpPr>
          <p:cNvPr id="6" name="Group 5"/>
          <p:cNvGrpSpPr/>
          <p:nvPr userDrawn="1"/>
        </p:nvGrpSpPr>
        <p:grpSpPr>
          <a:xfrm>
            <a:off x="6508747" y="3784600"/>
            <a:ext cx="5470527" cy="2735264"/>
            <a:chOff x="4664075" y="3040063"/>
            <a:chExt cx="7315200" cy="3657601"/>
          </a:xfrm>
        </p:grpSpPr>
        <p:grpSp>
          <p:nvGrpSpPr>
            <p:cNvPr id="7" name="Group 6"/>
            <p:cNvGrpSpPr/>
            <p:nvPr/>
          </p:nvGrpSpPr>
          <p:grpSpPr>
            <a:xfrm>
              <a:off x="7318375" y="3040063"/>
              <a:ext cx="4660900" cy="3657601"/>
              <a:chOff x="7318375" y="3040063"/>
              <a:chExt cx="4660900" cy="3657601"/>
            </a:xfrm>
          </p:grpSpPr>
          <p:sp>
            <p:nvSpPr>
              <p:cNvPr id="13" name="AutoShape 3"/>
              <p:cNvSpPr>
                <a:spLocks noChangeAspect="1" noChangeArrowheads="1" noTextEdit="1"/>
              </p:cNvSpPr>
              <p:nvPr/>
            </p:nvSpPr>
            <p:spPr bwMode="auto">
              <a:xfrm flipH="1">
                <a:off x="10056812" y="3040063"/>
                <a:ext cx="192246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 name="Freeform 5"/>
              <p:cNvSpPr>
                <a:spLocks/>
              </p:cNvSpPr>
              <p:nvPr/>
            </p:nvSpPr>
            <p:spPr bwMode="auto">
              <a:xfrm flipH="1">
                <a:off x="11198224" y="3043238"/>
                <a:ext cx="468313" cy="314325"/>
              </a:xfrm>
              <a:custGeom>
                <a:avLst/>
                <a:gdLst>
                  <a:gd name="T0" fmla="*/ 141 w 141"/>
                  <a:gd name="T1" fmla="*/ 95 h 95"/>
                  <a:gd name="T2" fmla="*/ 141 w 141"/>
                  <a:gd name="T3" fmla="*/ 65 h 95"/>
                  <a:gd name="T4" fmla="*/ 76 w 141"/>
                  <a:gd name="T5" fmla="*/ 0 h 95"/>
                  <a:gd name="T6" fmla="*/ 64 w 141"/>
                  <a:gd name="T7" fmla="*/ 0 h 95"/>
                  <a:gd name="T8" fmla="*/ 0 w 141"/>
                  <a:gd name="T9" fmla="*/ 65 h 95"/>
                  <a:gd name="T10" fmla="*/ 0 w 141"/>
                  <a:gd name="T11" fmla="*/ 95 h 95"/>
                  <a:gd name="T12" fmla="*/ 141 w 141"/>
                  <a:gd name="T13" fmla="*/ 95 h 95"/>
                </a:gdLst>
                <a:ahLst/>
                <a:cxnLst>
                  <a:cxn ang="0">
                    <a:pos x="T0" y="T1"/>
                  </a:cxn>
                  <a:cxn ang="0">
                    <a:pos x="T2" y="T3"/>
                  </a:cxn>
                  <a:cxn ang="0">
                    <a:pos x="T4" y="T5"/>
                  </a:cxn>
                  <a:cxn ang="0">
                    <a:pos x="T6" y="T7"/>
                  </a:cxn>
                  <a:cxn ang="0">
                    <a:pos x="T8" y="T9"/>
                  </a:cxn>
                  <a:cxn ang="0">
                    <a:pos x="T10" y="T11"/>
                  </a:cxn>
                  <a:cxn ang="0">
                    <a:pos x="T12" y="T13"/>
                  </a:cxn>
                </a:cxnLst>
                <a:rect l="0" t="0" r="r" b="b"/>
                <a:pathLst>
                  <a:path w="141" h="95">
                    <a:moveTo>
                      <a:pt x="141" y="95"/>
                    </a:moveTo>
                    <a:cubicBezTo>
                      <a:pt x="141" y="65"/>
                      <a:pt x="141" y="65"/>
                      <a:pt x="141" y="65"/>
                    </a:cubicBezTo>
                    <a:cubicBezTo>
                      <a:pt x="141" y="29"/>
                      <a:pt x="112" y="0"/>
                      <a:pt x="76" y="0"/>
                    </a:cubicBezTo>
                    <a:cubicBezTo>
                      <a:pt x="64" y="0"/>
                      <a:pt x="64" y="0"/>
                      <a:pt x="64" y="0"/>
                    </a:cubicBezTo>
                    <a:cubicBezTo>
                      <a:pt x="29" y="0"/>
                      <a:pt x="0" y="29"/>
                      <a:pt x="0" y="65"/>
                    </a:cubicBezTo>
                    <a:cubicBezTo>
                      <a:pt x="0" y="95"/>
                      <a:pt x="0" y="95"/>
                      <a:pt x="0" y="95"/>
                    </a:cubicBezTo>
                    <a:lnTo>
                      <a:pt x="141"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 name="Freeform 6"/>
              <p:cNvSpPr>
                <a:spLocks/>
              </p:cNvSpPr>
              <p:nvPr/>
            </p:nvSpPr>
            <p:spPr bwMode="auto">
              <a:xfrm flipH="1">
                <a:off x="11149012" y="3427413"/>
                <a:ext cx="571500" cy="119063"/>
              </a:xfrm>
              <a:custGeom>
                <a:avLst/>
                <a:gdLst>
                  <a:gd name="T0" fmla="*/ 0 w 172"/>
                  <a:gd name="T1" fmla="*/ 27 h 36"/>
                  <a:gd name="T2" fmla="*/ 9 w 172"/>
                  <a:gd name="T3" fmla="*/ 36 h 36"/>
                  <a:gd name="T4" fmla="*/ 164 w 172"/>
                  <a:gd name="T5" fmla="*/ 36 h 36"/>
                  <a:gd name="T6" fmla="*/ 172 w 172"/>
                  <a:gd name="T7" fmla="*/ 27 h 36"/>
                  <a:gd name="T8" fmla="*/ 172 w 172"/>
                  <a:gd name="T9" fmla="*/ 8 h 36"/>
                  <a:gd name="T10" fmla="*/ 164 w 172"/>
                  <a:gd name="T11" fmla="*/ 0 h 36"/>
                  <a:gd name="T12" fmla="*/ 9 w 172"/>
                  <a:gd name="T13" fmla="*/ 0 h 36"/>
                  <a:gd name="T14" fmla="*/ 0 w 172"/>
                  <a:gd name="T15" fmla="*/ 8 h 36"/>
                  <a:gd name="T16" fmla="*/ 0 w 172"/>
                  <a:gd name="T1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36">
                    <a:moveTo>
                      <a:pt x="0" y="27"/>
                    </a:moveTo>
                    <a:cubicBezTo>
                      <a:pt x="0" y="32"/>
                      <a:pt x="4" y="36"/>
                      <a:pt x="9" y="36"/>
                    </a:cubicBezTo>
                    <a:cubicBezTo>
                      <a:pt x="164" y="36"/>
                      <a:pt x="164" y="36"/>
                      <a:pt x="164" y="36"/>
                    </a:cubicBezTo>
                    <a:cubicBezTo>
                      <a:pt x="169" y="36"/>
                      <a:pt x="172" y="32"/>
                      <a:pt x="172" y="27"/>
                    </a:cubicBezTo>
                    <a:cubicBezTo>
                      <a:pt x="172" y="8"/>
                      <a:pt x="172" y="8"/>
                      <a:pt x="172" y="8"/>
                    </a:cubicBezTo>
                    <a:cubicBezTo>
                      <a:pt x="172" y="3"/>
                      <a:pt x="169" y="0"/>
                      <a:pt x="164" y="0"/>
                    </a:cubicBezTo>
                    <a:cubicBezTo>
                      <a:pt x="9" y="0"/>
                      <a:pt x="9" y="0"/>
                      <a:pt x="9" y="0"/>
                    </a:cubicBezTo>
                    <a:cubicBezTo>
                      <a:pt x="4" y="0"/>
                      <a:pt x="0" y="3"/>
                      <a:pt x="0" y="8"/>
                    </a:cubicBezTo>
                    <a:lnTo>
                      <a:pt x="0" y="27"/>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 name="Rectangle 7"/>
              <p:cNvSpPr>
                <a:spLocks noChangeArrowheads="1"/>
              </p:cNvSpPr>
              <p:nvPr/>
            </p:nvSpPr>
            <p:spPr bwMode="auto">
              <a:xfrm flipH="1">
                <a:off x="11118850" y="4994276"/>
                <a:ext cx="628650" cy="2063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 name="Rectangle 8"/>
              <p:cNvSpPr>
                <a:spLocks noChangeArrowheads="1"/>
              </p:cNvSpPr>
              <p:nvPr/>
            </p:nvSpPr>
            <p:spPr bwMode="auto">
              <a:xfrm flipH="1">
                <a:off x="11118849" y="4994276"/>
                <a:ext cx="163513" cy="15271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 name="Freeform 9"/>
              <p:cNvSpPr>
                <a:spLocks/>
              </p:cNvSpPr>
              <p:nvPr/>
            </p:nvSpPr>
            <p:spPr bwMode="auto">
              <a:xfrm flipH="1">
                <a:off x="10906124" y="6502401"/>
                <a:ext cx="376238" cy="195263"/>
              </a:xfrm>
              <a:custGeom>
                <a:avLst/>
                <a:gdLst>
                  <a:gd name="T0" fmla="*/ 49 w 113"/>
                  <a:gd name="T1" fmla="*/ 0 h 59"/>
                  <a:gd name="T2" fmla="*/ 113 w 113"/>
                  <a:gd name="T3" fmla="*/ 59 h 59"/>
                  <a:gd name="T4" fmla="*/ 49 w 113"/>
                  <a:gd name="T5" fmla="*/ 59 h 59"/>
                  <a:gd name="T6" fmla="*/ 0 w 113"/>
                  <a:gd name="T7" fmla="*/ 59 h 59"/>
                  <a:gd name="T8" fmla="*/ 0 w 113"/>
                  <a:gd name="T9" fmla="*/ 0 h 59"/>
                  <a:gd name="T10" fmla="*/ 49 w 113"/>
                  <a:gd name="T11" fmla="*/ 0 h 59"/>
                </a:gdLst>
                <a:ahLst/>
                <a:cxnLst>
                  <a:cxn ang="0">
                    <a:pos x="T0" y="T1"/>
                  </a:cxn>
                  <a:cxn ang="0">
                    <a:pos x="T2" y="T3"/>
                  </a:cxn>
                  <a:cxn ang="0">
                    <a:pos x="T4" y="T5"/>
                  </a:cxn>
                  <a:cxn ang="0">
                    <a:pos x="T6" y="T7"/>
                  </a:cxn>
                  <a:cxn ang="0">
                    <a:pos x="T8" y="T9"/>
                  </a:cxn>
                  <a:cxn ang="0">
                    <a:pos x="T10" y="T11"/>
                  </a:cxn>
                </a:cxnLst>
                <a:rect l="0" t="0" r="r" b="b"/>
                <a:pathLst>
                  <a:path w="113" h="59">
                    <a:moveTo>
                      <a:pt x="49" y="0"/>
                    </a:moveTo>
                    <a:cubicBezTo>
                      <a:pt x="83" y="0"/>
                      <a:pt x="110" y="26"/>
                      <a:pt x="113" y="59"/>
                    </a:cubicBezTo>
                    <a:cubicBezTo>
                      <a:pt x="49" y="59"/>
                      <a:pt x="49" y="59"/>
                      <a:pt x="49" y="59"/>
                    </a:cubicBezTo>
                    <a:cubicBezTo>
                      <a:pt x="0" y="59"/>
                      <a:pt x="0" y="59"/>
                      <a:pt x="0" y="59"/>
                    </a:cubicBezTo>
                    <a:cubicBezTo>
                      <a:pt x="0" y="0"/>
                      <a:pt x="0" y="0"/>
                      <a:pt x="0" y="0"/>
                    </a:cubicBezTo>
                    <a:lnTo>
                      <a:pt x="49"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 name="Rectangle 10"/>
              <p:cNvSpPr>
                <a:spLocks noChangeArrowheads="1"/>
              </p:cNvSpPr>
              <p:nvPr/>
            </p:nvSpPr>
            <p:spPr bwMode="auto">
              <a:xfrm flipH="1">
                <a:off x="11583987" y="4994276"/>
                <a:ext cx="163513" cy="1527175"/>
              </a:xfrm>
              <a:prstGeom prst="rect">
                <a:avLst/>
              </a:pr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 name="Freeform 11"/>
              <p:cNvSpPr>
                <a:spLocks/>
              </p:cNvSpPr>
              <p:nvPr/>
            </p:nvSpPr>
            <p:spPr bwMode="auto">
              <a:xfrm flipH="1">
                <a:off x="11371262" y="6502401"/>
                <a:ext cx="376238" cy="195263"/>
              </a:xfrm>
              <a:custGeom>
                <a:avLst/>
                <a:gdLst>
                  <a:gd name="T0" fmla="*/ 49 w 113"/>
                  <a:gd name="T1" fmla="*/ 0 h 59"/>
                  <a:gd name="T2" fmla="*/ 113 w 113"/>
                  <a:gd name="T3" fmla="*/ 59 h 59"/>
                  <a:gd name="T4" fmla="*/ 49 w 113"/>
                  <a:gd name="T5" fmla="*/ 59 h 59"/>
                  <a:gd name="T6" fmla="*/ 0 w 113"/>
                  <a:gd name="T7" fmla="*/ 59 h 59"/>
                  <a:gd name="T8" fmla="*/ 0 w 113"/>
                  <a:gd name="T9" fmla="*/ 0 h 59"/>
                  <a:gd name="T10" fmla="*/ 49 w 113"/>
                  <a:gd name="T11" fmla="*/ 0 h 59"/>
                </a:gdLst>
                <a:ahLst/>
                <a:cxnLst>
                  <a:cxn ang="0">
                    <a:pos x="T0" y="T1"/>
                  </a:cxn>
                  <a:cxn ang="0">
                    <a:pos x="T2" y="T3"/>
                  </a:cxn>
                  <a:cxn ang="0">
                    <a:pos x="T4" y="T5"/>
                  </a:cxn>
                  <a:cxn ang="0">
                    <a:pos x="T6" y="T7"/>
                  </a:cxn>
                  <a:cxn ang="0">
                    <a:pos x="T8" y="T9"/>
                  </a:cxn>
                  <a:cxn ang="0">
                    <a:pos x="T10" y="T11"/>
                  </a:cxn>
                </a:cxnLst>
                <a:rect l="0" t="0" r="r" b="b"/>
                <a:pathLst>
                  <a:path w="113" h="59">
                    <a:moveTo>
                      <a:pt x="49" y="0"/>
                    </a:moveTo>
                    <a:cubicBezTo>
                      <a:pt x="82" y="0"/>
                      <a:pt x="110" y="26"/>
                      <a:pt x="113" y="59"/>
                    </a:cubicBezTo>
                    <a:cubicBezTo>
                      <a:pt x="49" y="59"/>
                      <a:pt x="49" y="59"/>
                      <a:pt x="49" y="59"/>
                    </a:cubicBezTo>
                    <a:cubicBezTo>
                      <a:pt x="0" y="59"/>
                      <a:pt x="0" y="59"/>
                      <a:pt x="0" y="59"/>
                    </a:cubicBezTo>
                    <a:cubicBezTo>
                      <a:pt x="0" y="0"/>
                      <a:pt x="0" y="0"/>
                      <a:pt x="0" y="0"/>
                    </a:cubicBezTo>
                    <a:lnTo>
                      <a:pt x="49" y="0"/>
                    </a:lnTo>
                    <a:close/>
                  </a:path>
                </a:pathLst>
              </a:custGeom>
              <a:solidFill>
                <a:srgbClr val="563F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3" name="Freeform 12"/>
              <p:cNvSpPr>
                <a:spLocks/>
              </p:cNvSpPr>
              <p:nvPr/>
            </p:nvSpPr>
            <p:spPr bwMode="auto">
              <a:xfrm flipH="1">
                <a:off x="10890250" y="3868738"/>
                <a:ext cx="1085850" cy="1125538"/>
              </a:xfrm>
              <a:custGeom>
                <a:avLst/>
                <a:gdLst>
                  <a:gd name="T0" fmla="*/ 69 w 327"/>
                  <a:gd name="T1" fmla="*/ 0 h 340"/>
                  <a:gd name="T2" fmla="*/ 258 w 327"/>
                  <a:gd name="T3" fmla="*/ 0 h 340"/>
                  <a:gd name="T4" fmla="*/ 327 w 327"/>
                  <a:gd name="T5" fmla="*/ 70 h 340"/>
                  <a:gd name="T6" fmla="*/ 327 w 327"/>
                  <a:gd name="T7" fmla="*/ 128 h 340"/>
                  <a:gd name="T8" fmla="*/ 258 w 327"/>
                  <a:gd name="T9" fmla="*/ 128 h 340"/>
                  <a:gd name="T10" fmla="*/ 258 w 327"/>
                  <a:gd name="T11" fmla="*/ 340 h 340"/>
                  <a:gd name="T12" fmla="*/ 69 w 327"/>
                  <a:gd name="T13" fmla="*/ 340 h 340"/>
                  <a:gd name="T14" fmla="*/ 69 w 327"/>
                  <a:gd name="T15" fmla="*/ 128 h 340"/>
                  <a:gd name="T16" fmla="*/ 0 w 327"/>
                  <a:gd name="T17" fmla="*/ 128 h 340"/>
                  <a:gd name="T18" fmla="*/ 0 w 327"/>
                  <a:gd name="T19" fmla="*/ 70 h 340"/>
                  <a:gd name="T20" fmla="*/ 69 w 327"/>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7" h="340">
                    <a:moveTo>
                      <a:pt x="69" y="0"/>
                    </a:moveTo>
                    <a:cubicBezTo>
                      <a:pt x="258" y="0"/>
                      <a:pt x="258" y="0"/>
                      <a:pt x="258" y="0"/>
                    </a:cubicBezTo>
                    <a:cubicBezTo>
                      <a:pt x="296" y="0"/>
                      <a:pt x="327" y="32"/>
                      <a:pt x="327" y="70"/>
                    </a:cubicBezTo>
                    <a:cubicBezTo>
                      <a:pt x="327" y="128"/>
                      <a:pt x="327" y="128"/>
                      <a:pt x="327" y="128"/>
                    </a:cubicBezTo>
                    <a:cubicBezTo>
                      <a:pt x="258" y="128"/>
                      <a:pt x="258" y="128"/>
                      <a:pt x="258" y="128"/>
                    </a:cubicBezTo>
                    <a:cubicBezTo>
                      <a:pt x="258" y="340"/>
                      <a:pt x="258" y="340"/>
                      <a:pt x="258" y="340"/>
                    </a:cubicBezTo>
                    <a:cubicBezTo>
                      <a:pt x="69" y="340"/>
                      <a:pt x="69" y="340"/>
                      <a:pt x="69" y="340"/>
                    </a:cubicBezTo>
                    <a:cubicBezTo>
                      <a:pt x="69" y="128"/>
                      <a:pt x="69" y="128"/>
                      <a:pt x="69" y="128"/>
                    </a:cubicBezTo>
                    <a:cubicBezTo>
                      <a:pt x="0" y="128"/>
                      <a:pt x="0" y="128"/>
                      <a:pt x="0" y="128"/>
                    </a:cubicBezTo>
                    <a:cubicBezTo>
                      <a:pt x="0" y="70"/>
                      <a:pt x="0" y="70"/>
                      <a:pt x="0" y="70"/>
                    </a:cubicBezTo>
                    <a:cubicBezTo>
                      <a:pt x="0" y="32"/>
                      <a:pt x="31" y="0"/>
                      <a:pt x="69"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4" name="Freeform 13"/>
              <p:cNvSpPr>
                <a:spLocks/>
              </p:cNvSpPr>
              <p:nvPr/>
            </p:nvSpPr>
            <p:spPr bwMode="auto">
              <a:xfrm flipH="1">
                <a:off x="10701337" y="4292601"/>
                <a:ext cx="387350" cy="579438"/>
              </a:xfrm>
              <a:custGeom>
                <a:avLst/>
                <a:gdLst>
                  <a:gd name="T0" fmla="*/ 44 w 117"/>
                  <a:gd name="T1" fmla="*/ 175 h 175"/>
                  <a:gd name="T2" fmla="*/ 117 w 117"/>
                  <a:gd name="T3" fmla="*/ 175 h 175"/>
                  <a:gd name="T4" fmla="*/ 117 w 117"/>
                  <a:gd name="T5" fmla="*/ 119 h 175"/>
                  <a:gd name="T6" fmla="*/ 51 w 117"/>
                  <a:gd name="T7" fmla="*/ 119 h 175"/>
                  <a:gd name="T8" fmla="*/ 51 w 117"/>
                  <a:gd name="T9" fmla="*/ 0 h 175"/>
                  <a:gd name="T10" fmla="*/ 0 w 117"/>
                  <a:gd name="T11" fmla="*/ 0 h 175"/>
                  <a:gd name="T12" fmla="*/ 0 w 117"/>
                  <a:gd name="T13" fmla="*/ 131 h 175"/>
                  <a:gd name="T14" fmla="*/ 44 w 117"/>
                  <a:gd name="T15" fmla="*/ 175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75">
                    <a:moveTo>
                      <a:pt x="44" y="175"/>
                    </a:moveTo>
                    <a:cubicBezTo>
                      <a:pt x="117" y="175"/>
                      <a:pt x="117" y="175"/>
                      <a:pt x="117" y="175"/>
                    </a:cubicBezTo>
                    <a:cubicBezTo>
                      <a:pt x="117" y="119"/>
                      <a:pt x="117" y="119"/>
                      <a:pt x="117" y="119"/>
                    </a:cubicBezTo>
                    <a:cubicBezTo>
                      <a:pt x="51" y="119"/>
                      <a:pt x="51" y="119"/>
                      <a:pt x="51" y="119"/>
                    </a:cubicBezTo>
                    <a:cubicBezTo>
                      <a:pt x="51" y="0"/>
                      <a:pt x="51" y="0"/>
                      <a:pt x="51" y="0"/>
                    </a:cubicBezTo>
                    <a:cubicBezTo>
                      <a:pt x="0" y="0"/>
                      <a:pt x="0" y="0"/>
                      <a:pt x="0" y="0"/>
                    </a:cubicBezTo>
                    <a:cubicBezTo>
                      <a:pt x="0" y="131"/>
                      <a:pt x="0" y="131"/>
                      <a:pt x="0" y="131"/>
                    </a:cubicBezTo>
                    <a:cubicBezTo>
                      <a:pt x="0" y="155"/>
                      <a:pt x="20" y="175"/>
                      <a:pt x="44" y="1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5" name="Rectangle 14"/>
              <p:cNvSpPr>
                <a:spLocks noChangeArrowheads="1"/>
              </p:cNvSpPr>
              <p:nvPr/>
            </p:nvSpPr>
            <p:spPr bwMode="auto">
              <a:xfrm flipH="1">
                <a:off x="11776074" y="4292601"/>
                <a:ext cx="169863" cy="1003300"/>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6" name="Freeform 15"/>
              <p:cNvSpPr>
                <a:spLocks/>
              </p:cNvSpPr>
              <p:nvPr/>
            </p:nvSpPr>
            <p:spPr bwMode="auto">
              <a:xfrm flipH="1">
                <a:off x="11776074" y="5124451"/>
                <a:ext cx="169863" cy="338138"/>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7" name="Freeform 16"/>
              <p:cNvSpPr>
                <a:spLocks/>
              </p:cNvSpPr>
              <p:nvPr/>
            </p:nvSpPr>
            <p:spPr bwMode="auto">
              <a:xfrm flipH="1">
                <a:off x="10531474" y="4700588"/>
                <a:ext cx="341313" cy="171450"/>
              </a:xfrm>
              <a:custGeom>
                <a:avLst/>
                <a:gdLst>
                  <a:gd name="T0" fmla="*/ 0 w 103"/>
                  <a:gd name="T1" fmla="*/ 0 h 52"/>
                  <a:gd name="T2" fmla="*/ 103 w 103"/>
                  <a:gd name="T3" fmla="*/ 0 h 52"/>
                  <a:gd name="T4" fmla="*/ 52 w 103"/>
                  <a:gd name="T5" fmla="*/ 52 h 52"/>
                  <a:gd name="T6" fmla="*/ 0 w 103"/>
                  <a:gd name="T7" fmla="*/ 0 h 52"/>
                </a:gdLst>
                <a:ahLst/>
                <a:cxnLst>
                  <a:cxn ang="0">
                    <a:pos x="T0" y="T1"/>
                  </a:cxn>
                  <a:cxn ang="0">
                    <a:pos x="T2" y="T3"/>
                  </a:cxn>
                  <a:cxn ang="0">
                    <a:pos x="T4" y="T5"/>
                  </a:cxn>
                  <a:cxn ang="0">
                    <a:pos x="T6" y="T7"/>
                  </a:cxn>
                </a:cxnLst>
                <a:rect l="0" t="0" r="r" b="b"/>
                <a:pathLst>
                  <a:path w="103" h="52">
                    <a:moveTo>
                      <a:pt x="0" y="0"/>
                    </a:moveTo>
                    <a:cubicBezTo>
                      <a:pt x="103" y="0"/>
                      <a:pt x="103" y="0"/>
                      <a:pt x="103" y="0"/>
                    </a:cubicBezTo>
                    <a:cubicBezTo>
                      <a:pt x="103" y="29"/>
                      <a:pt x="80" y="52"/>
                      <a:pt x="52" y="52"/>
                    </a:cubicBezTo>
                    <a:cubicBezTo>
                      <a:pt x="23" y="52"/>
                      <a:pt x="0" y="29"/>
                      <a:pt x="0"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8" name="Rectangle 17"/>
              <p:cNvSpPr>
                <a:spLocks noChangeArrowheads="1"/>
              </p:cNvSpPr>
              <p:nvPr/>
            </p:nvSpPr>
            <p:spPr bwMode="auto">
              <a:xfrm flipH="1">
                <a:off x="11776074" y="5084763"/>
                <a:ext cx="173038" cy="88900"/>
              </a:xfrm>
              <a:prstGeom prst="rect">
                <a:avLst/>
              </a:prstGeom>
              <a:solidFill>
                <a:srgbClr val="E8112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9" name="Rectangle 18"/>
              <p:cNvSpPr>
                <a:spLocks noChangeArrowheads="1"/>
              </p:cNvSpPr>
              <p:nvPr/>
            </p:nvSpPr>
            <p:spPr bwMode="auto">
              <a:xfrm flipH="1">
                <a:off x="10266362" y="4624388"/>
                <a:ext cx="746125" cy="76200"/>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0" name="Freeform 19"/>
              <p:cNvSpPr>
                <a:spLocks/>
              </p:cNvSpPr>
              <p:nvPr/>
            </p:nvSpPr>
            <p:spPr bwMode="auto">
              <a:xfrm flipH="1">
                <a:off x="10059987" y="4246563"/>
                <a:ext cx="779463" cy="377825"/>
              </a:xfrm>
              <a:custGeom>
                <a:avLst/>
                <a:gdLst>
                  <a:gd name="T0" fmla="*/ 127 w 491"/>
                  <a:gd name="T1" fmla="*/ 0 h 238"/>
                  <a:gd name="T2" fmla="*/ 491 w 491"/>
                  <a:gd name="T3" fmla="*/ 0 h 238"/>
                  <a:gd name="T4" fmla="*/ 361 w 491"/>
                  <a:gd name="T5" fmla="*/ 238 h 238"/>
                  <a:gd name="T6" fmla="*/ 0 w 491"/>
                  <a:gd name="T7" fmla="*/ 238 h 238"/>
                  <a:gd name="T8" fmla="*/ 127 w 491"/>
                  <a:gd name="T9" fmla="*/ 0 h 238"/>
                </a:gdLst>
                <a:ahLst/>
                <a:cxnLst>
                  <a:cxn ang="0">
                    <a:pos x="T0" y="T1"/>
                  </a:cxn>
                  <a:cxn ang="0">
                    <a:pos x="T2" y="T3"/>
                  </a:cxn>
                  <a:cxn ang="0">
                    <a:pos x="T4" y="T5"/>
                  </a:cxn>
                  <a:cxn ang="0">
                    <a:pos x="T6" y="T7"/>
                  </a:cxn>
                  <a:cxn ang="0">
                    <a:pos x="T8" y="T9"/>
                  </a:cxn>
                </a:cxnLst>
                <a:rect l="0" t="0" r="r" b="b"/>
                <a:pathLst>
                  <a:path w="491" h="238">
                    <a:moveTo>
                      <a:pt x="127" y="0"/>
                    </a:moveTo>
                    <a:lnTo>
                      <a:pt x="491" y="0"/>
                    </a:lnTo>
                    <a:lnTo>
                      <a:pt x="361" y="238"/>
                    </a:lnTo>
                    <a:lnTo>
                      <a:pt x="0" y="238"/>
                    </a:lnTo>
                    <a:lnTo>
                      <a:pt x="127" y="0"/>
                    </a:lnTo>
                    <a:close/>
                  </a:path>
                </a:pathLst>
              </a:custGeom>
              <a:solidFill>
                <a:schemeClr val="tx1">
                  <a:lumMod val="50000"/>
                </a:schemeClr>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1" name="Rectangle 20"/>
              <p:cNvSpPr>
                <a:spLocks noChangeArrowheads="1"/>
              </p:cNvSpPr>
              <p:nvPr/>
            </p:nvSpPr>
            <p:spPr bwMode="auto">
              <a:xfrm flipH="1">
                <a:off x="10839449" y="4624388"/>
                <a:ext cx="173038" cy="7620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2" name="Freeform 21"/>
              <p:cNvSpPr>
                <a:spLocks/>
              </p:cNvSpPr>
              <p:nvPr/>
            </p:nvSpPr>
            <p:spPr bwMode="auto">
              <a:xfrm flipH="1">
                <a:off x="11334750" y="3640138"/>
                <a:ext cx="200025" cy="327025"/>
              </a:xfrm>
              <a:custGeom>
                <a:avLst/>
                <a:gdLst>
                  <a:gd name="T0" fmla="*/ 63 w 126"/>
                  <a:gd name="T1" fmla="*/ 206 h 206"/>
                  <a:gd name="T2" fmla="*/ 126 w 126"/>
                  <a:gd name="T3" fmla="*/ 144 h 206"/>
                  <a:gd name="T4" fmla="*/ 126 w 126"/>
                  <a:gd name="T5" fmla="*/ 0 h 206"/>
                  <a:gd name="T6" fmla="*/ 0 w 126"/>
                  <a:gd name="T7" fmla="*/ 0 h 206"/>
                  <a:gd name="T8" fmla="*/ 0 w 126"/>
                  <a:gd name="T9" fmla="*/ 144 h 206"/>
                  <a:gd name="T10" fmla="*/ 63 w 126"/>
                  <a:gd name="T11" fmla="*/ 206 h 206"/>
                </a:gdLst>
                <a:ahLst/>
                <a:cxnLst>
                  <a:cxn ang="0">
                    <a:pos x="T0" y="T1"/>
                  </a:cxn>
                  <a:cxn ang="0">
                    <a:pos x="T2" y="T3"/>
                  </a:cxn>
                  <a:cxn ang="0">
                    <a:pos x="T4" y="T5"/>
                  </a:cxn>
                  <a:cxn ang="0">
                    <a:pos x="T6" y="T7"/>
                  </a:cxn>
                  <a:cxn ang="0">
                    <a:pos x="T8" y="T9"/>
                  </a:cxn>
                  <a:cxn ang="0">
                    <a:pos x="T10" y="T11"/>
                  </a:cxn>
                </a:cxnLst>
                <a:rect l="0" t="0" r="r" b="b"/>
                <a:pathLst>
                  <a:path w="126" h="206">
                    <a:moveTo>
                      <a:pt x="63" y="206"/>
                    </a:moveTo>
                    <a:lnTo>
                      <a:pt x="126" y="144"/>
                    </a:lnTo>
                    <a:lnTo>
                      <a:pt x="126" y="0"/>
                    </a:lnTo>
                    <a:lnTo>
                      <a:pt x="0" y="0"/>
                    </a:lnTo>
                    <a:lnTo>
                      <a:pt x="0" y="144"/>
                    </a:lnTo>
                    <a:lnTo>
                      <a:pt x="63" y="206"/>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3" name="Freeform 22"/>
              <p:cNvSpPr>
                <a:spLocks/>
              </p:cNvSpPr>
              <p:nvPr/>
            </p:nvSpPr>
            <p:spPr bwMode="auto">
              <a:xfrm flipH="1">
                <a:off x="11334750" y="3640138"/>
                <a:ext cx="200025" cy="171450"/>
              </a:xfrm>
              <a:custGeom>
                <a:avLst/>
                <a:gdLst>
                  <a:gd name="T0" fmla="*/ 60 w 60"/>
                  <a:gd name="T1" fmla="*/ 48 h 52"/>
                  <a:gd name="T2" fmla="*/ 31 w 60"/>
                  <a:gd name="T3" fmla="*/ 52 h 52"/>
                  <a:gd name="T4" fmla="*/ 0 w 60"/>
                  <a:gd name="T5" fmla="*/ 48 h 52"/>
                  <a:gd name="T6" fmla="*/ 0 w 60"/>
                  <a:gd name="T7" fmla="*/ 0 h 52"/>
                  <a:gd name="T8" fmla="*/ 60 w 60"/>
                  <a:gd name="T9" fmla="*/ 0 h 52"/>
                  <a:gd name="T10" fmla="*/ 60 w 60"/>
                  <a:gd name="T11" fmla="*/ 48 h 52"/>
                </a:gdLst>
                <a:ahLst/>
                <a:cxnLst>
                  <a:cxn ang="0">
                    <a:pos x="T0" y="T1"/>
                  </a:cxn>
                  <a:cxn ang="0">
                    <a:pos x="T2" y="T3"/>
                  </a:cxn>
                  <a:cxn ang="0">
                    <a:pos x="T4" y="T5"/>
                  </a:cxn>
                  <a:cxn ang="0">
                    <a:pos x="T6" y="T7"/>
                  </a:cxn>
                  <a:cxn ang="0">
                    <a:pos x="T8" y="T9"/>
                  </a:cxn>
                  <a:cxn ang="0">
                    <a:pos x="T10" y="T11"/>
                  </a:cxn>
                </a:cxnLst>
                <a:rect l="0" t="0" r="r" b="b"/>
                <a:pathLst>
                  <a:path w="60" h="52">
                    <a:moveTo>
                      <a:pt x="60" y="48"/>
                    </a:moveTo>
                    <a:cubicBezTo>
                      <a:pt x="51" y="51"/>
                      <a:pt x="41" y="52"/>
                      <a:pt x="31" y="52"/>
                    </a:cubicBezTo>
                    <a:cubicBezTo>
                      <a:pt x="20" y="52"/>
                      <a:pt x="10" y="51"/>
                      <a:pt x="0" y="48"/>
                    </a:cubicBezTo>
                    <a:cubicBezTo>
                      <a:pt x="0" y="0"/>
                      <a:pt x="0" y="0"/>
                      <a:pt x="0" y="0"/>
                    </a:cubicBezTo>
                    <a:cubicBezTo>
                      <a:pt x="60" y="0"/>
                      <a:pt x="60" y="0"/>
                      <a:pt x="60" y="0"/>
                    </a:cubicBezTo>
                    <a:lnTo>
                      <a:pt x="60" y="48"/>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4" name="Freeform 23"/>
              <p:cNvSpPr>
                <a:spLocks/>
              </p:cNvSpPr>
              <p:nvPr/>
            </p:nvSpPr>
            <p:spPr bwMode="auto">
              <a:xfrm flipH="1">
                <a:off x="11198224" y="3332163"/>
                <a:ext cx="468313" cy="442913"/>
              </a:xfrm>
              <a:custGeom>
                <a:avLst/>
                <a:gdLst>
                  <a:gd name="T0" fmla="*/ 141 w 141"/>
                  <a:gd name="T1" fmla="*/ 0 h 134"/>
                  <a:gd name="T2" fmla="*/ 141 w 141"/>
                  <a:gd name="T3" fmla="*/ 110 h 134"/>
                  <a:gd name="T4" fmla="*/ 140 w 141"/>
                  <a:gd name="T5" fmla="*/ 110 h 134"/>
                  <a:gd name="T6" fmla="*/ 71 w 141"/>
                  <a:gd name="T7" fmla="*/ 134 h 134"/>
                  <a:gd name="T8" fmla="*/ 0 w 141"/>
                  <a:gd name="T9" fmla="*/ 110 h 134"/>
                  <a:gd name="T10" fmla="*/ 0 w 141"/>
                  <a:gd name="T11" fmla="*/ 0 h 134"/>
                  <a:gd name="T12" fmla="*/ 141 w 141"/>
                  <a:gd name="T13" fmla="*/ 0 h 134"/>
                </a:gdLst>
                <a:ahLst/>
                <a:cxnLst>
                  <a:cxn ang="0">
                    <a:pos x="T0" y="T1"/>
                  </a:cxn>
                  <a:cxn ang="0">
                    <a:pos x="T2" y="T3"/>
                  </a:cxn>
                  <a:cxn ang="0">
                    <a:pos x="T4" y="T5"/>
                  </a:cxn>
                  <a:cxn ang="0">
                    <a:pos x="T6" y="T7"/>
                  </a:cxn>
                  <a:cxn ang="0">
                    <a:pos x="T8" y="T9"/>
                  </a:cxn>
                  <a:cxn ang="0">
                    <a:pos x="T10" y="T11"/>
                  </a:cxn>
                  <a:cxn ang="0">
                    <a:pos x="T12" y="T13"/>
                  </a:cxn>
                </a:cxnLst>
                <a:rect l="0" t="0" r="r" b="b"/>
                <a:pathLst>
                  <a:path w="141" h="134">
                    <a:moveTo>
                      <a:pt x="141" y="0"/>
                    </a:moveTo>
                    <a:cubicBezTo>
                      <a:pt x="141" y="110"/>
                      <a:pt x="141" y="110"/>
                      <a:pt x="141" y="110"/>
                    </a:cubicBezTo>
                    <a:cubicBezTo>
                      <a:pt x="140" y="110"/>
                      <a:pt x="140" y="110"/>
                      <a:pt x="140" y="110"/>
                    </a:cubicBezTo>
                    <a:cubicBezTo>
                      <a:pt x="121" y="125"/>
                      <a:pt x="97" y="134"/>
                      <a:pt x="71" y="134"/>
                    </a:cubicBezTo>
                    <a:cubicBezTo>
                      <a:pt x="45" y="134"/>
                      <a:pt x="19" y="125"/>
                      <a:pt x="0" y="110"/>
                    </a:cubicBezTo>
                    <a:cubicBezTo>
                      <a:pt x="0" y="0"/>
                      <a:pt x="0" y="0"/>
                      <a:pt x="0" y="0"/>
                    </a:cubicBezTo>
                    <a:lnTo>
                      <a:pt x="141" y="0"/>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5" name="Rectangle 24"/>
              <p:cNvSpPr>
                <a:spLocks noChangeArrowheads="1"/>
              </p:cNvSpPr>
              <p:nvPr/>
            </p:nvSpPr>
            <p:spPr bwMode="auto">
              <a:xfrm flipH="1">
                <a:off x="11776074" y="4292601"/>
                <a:ext cx="169863" cy="49213"/>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6" name="Rectangle 25"/>
              <p:cNvSpPr>
                <a:spLocks noChangeArrowheads="1"/>
              </p:cNvSpPr>
              <p:nvPr/>
            </p:nvSpPr>
            <p:spPr bwMode="auto">
              <a:xfrm flipH="1">
                <a:off x="10920412" y="4292601"/>
                <a:ext cx="168275" cy="49213"/>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7" name="Rectangle 26"/>
              <p:cNvSpPr>
                <a:spLocks noChangeArrowheads="1"/>
              </p:cNvSpPr>
              <p:nvPr/>
            </p:nvSpPr>
            <p:spPr bwMode="auto">
              <a:xfrm flipH="1">
                <a:off x="11198224" y="3302001"/>
                <a:ext cx="36513" cy="244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8" name="Rectangle 27"/>
              <p:cNvSpPr>
                <a:spLocks noChangeArrowheads="1"/>
              </p:cNvSpPr>
              <p:nvPr/>
            </p:nvSpPr>
            <p:spPr bwMode="auto">
              <a:xfrm flipH="1">
                <a:off x="11630024" y="3302001"/>
                <a:ext cx="36513" cy="2444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9" name="Oval 28"/>
              <p:cNvSpPr>
                <a:spLocks noChangeArrowheads="1"/>
              </p:cNvSpPr>
              <p:nvPr/>
            </p:nvSpPr>
            <p:spPr bwMode="auto">
              <a:xfrm flipH="1">
                <a:off x="11541124" y="3467101"/>
                <a:ext cx="36513" cy="3651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0" name="Oval 29"/>
              <p:cNvSpPr>
                <a:spLocks noChangeArrowheads="1"/>
              </p:cNvSpPr>
              <p:nvPr/>
            </p:nvSpPr>
            <p:spPr bwMode="auto">
              <a:xfrm flipH="1">
                <a:off x="11288712" y="3467101"/>
                <a:ext cx="36513" cy="3651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1" name="Freeform 30"/>
              <p:cNvSpPr>
                <a:spLocks/>
              </p:cNvSpPr>
              <p:nvPr/>
            </p:nvSpPr>
            <p:spPr bwMode="auto">
              <a:xfrm flipH="1">
                <a:off x="11401425" y="3573463"/>
                <a:ext cx="63500" cy="30163"/>
              </a:xfrm>
              <a:custGeom>
                <a:avLst/>
                <a:gdLst>
                  <a:gd name="T0" fmla="*/ 9 w 19"/>
                  <a:gd name="T1" fmla="*/ 9 h 9"/>
                  <a:gd name="T2" fmla="*/ 19 w 19"/>
                  <a:gd name="T3" fmla="*/ 0 h 9"/>
                  <a:gd name="T4" fmla="*/ 0 w 19"/>
                  <a:gd name="T5" fmla="*/ 0 h 9"/>
                  <a:gd name="T6" fmla="*/ 9 w 19"/>
                  <a:gd name="T7" fmla="*/ 9 h 9"/>
                </a:gdLst>
                <a:ahLst/>
                <a:cxnLst>
                  <a:cxn ang="0">
                    <a:pos x="T0" y="T1"/>
                  </a:cxn>
                  <a:cxn ang="0">
                    <a:pos x="T2" y="T3"/>
                  </a:cxn>
                  <a:cxn ang="0">
                    <a:pos x="T4" y="T5"/>
                  </a:cxn>
                  <a:cxn ang="0">
                    <a:pos x="T6" y="T7"/>
                  </a:cxn>
                </a:cxnLst>
                <a:rect l="0" t="0" r="r" b="b"/>
                <a:pathLst>
                  <a:path w="19" h="9">
                    <a:moveTo>
                      <a:pt x="9" y="9"/>
                    </a:moveTo>
                    <a:cubicBezTo>
                      <a:pt x="15" y="9"/>
                      <a:pt x="19" y="5"/>
                      <a:pt x="19" y="0"/>
                    </a:cubicBezTo>
                    <a:cubicBezTo>
                      <a:pt x="0" y="0"/>
                      <a:pt x="0" y="0"/>
                      <a:pt x="0" y="0"/>
                    </a:cubicBezTo>
                    <a:cubicBezTo>
                      <a:pt x="0" y="5"/>
                      <a:pt x="4" y="9"/>
                      <a:pt x="9" y="9"/>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2" name="Freeform 31"/>
              <p:cNvSpPr>
                <a:spLocks/>
              </p:cNvSpPr>
              <p:nvPr/>
            </p:nvSpPr>
            <p:spPr bwMode="auto">
              <a:xfrm flipH="1">
                <a:off x="11364912" y="3679826"/>
                <a:ext cx="136525" cy="39688"/>
              </a:xfrm>
              <a:custGeom>
                <a:avLst/>
                <a:gdLst>
                  <a:gd name="T0" fmla="*/ 41 w 41"/>
                  <a:gd name="T1" fmla="*/ 6 h 12"/>
                  <a:gd name="T2" fmla="*/ 36 w 41"/>
                  <a:gd name="T3" fmla="*/ 12 h 12"/>
                  <a:gd name="T4" fmla="*/ 5 w 41"/>
                  <a:gd name="T5" fmla="*/ 12 h 12"/>
                  <a:gd name="T6" fmla="*/ 0 w 41"/>
                  <a:gd name="T7" fmla="*/ 6 h 12"/>
                  <a:gd name="T8" fmla="*/ 0 w 41"/>
                  <a:gd name="T9" fmla="*/ 6 h 12"/>
                  <a:gd name="T10" fmla="*/ 5 w 41"/>
                  <a:gd name="T11" fmla="*/ 0 h 12"/>
                  <a:gd name="T12" fmla="*/ 36 w 41"/>
                  <a:gd name="T13" fmla="*/ 0 h 12"/>
                  <a:gd name="T14" fmla="*/ 41 w 41"/>
                  <a:gd name="T15" fmla="*/ 6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12">
                    <a:moveTo>
                      <a:pt x="41" y="6"/>
                    </a:moveTo>
                    <a:cubicBezTo>
                      <a:pt x="41" y="9"/>
                      <a:pt x="39" y="12"/>
                      <a:pt x="36" y="12"/>
                    </a:cubicBezTo>
                    <a:cubicBezTo>
                      <a:pt x="5" y="12"/>
                      <a:pt x="5" y="12"/>
                      <a:pt x="5" y="12"/>
                    </a:cubicBezTo>
                    <a:cubicBezTo>
                      <a:pt x="2" y="12"/>
                      <a:pt x="0" y="9"/>
                      <a:pt x="0" y="6"/>
                    </a:cubicBezTo>
                    <a:cubicBezTo>
                      <a:pt x="0" y="6"/>
                      <a:pt x="0" y="6"/>
                      <a:pt x="0" y="6"/>
                    </a:cubicBezTo>
                    <a:cubicBezTo>
                      <a:pt x="0" y="3"/>
                      <a:pt x="2" y="0"/>
                      <a:pt x="5" y="0"/>
                    </a:cubicBezTo>
                    <a:cubicBezTo>
                      <a:pt x="36" y="0"/>
                      <a:pt x="36" y="0"/>
                      <a:pt x="36" y="0"/>
                    </a:cubicBezTo>
                    <a:cubicBezTo>
                      <a:pt x="39" y="0"/>
                      <a:pt x="41" y="3"/>
                      <a:pt x="41" y="6"/>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3" name="Freeform 32"/>
              <p:cNvSpPr>
                <a:spLocks noEditPoints="1"/>
              </p:cNvSpPr>
              <p:nvPr/>
            </p:nvSpPr>
            <p:spPr bwMode="auto">
              <a:xfrm flipH="1">
                <a:off x="11304587" y="3603626"/>
                <a:ext cx="255588" cy="228600"/>
              </a:xfrm>
              <a:custGeom>
                <a:avLst/>
                <a:gdLst>
                  <a:gd name="T0" fmla="*/ 38 w 77"/>
                  <a:gd name="T1" fmla="*/ 0 h 69"/>
                  <a:gd name="T2" fmla="*/ 0 w 77"/>
                  <a:gd name="T3" fmla="*/ 39 h 69"/>
                  <a:gd name="T4" fmla="*/ 0 w 77"/>
                  <a:gd name="T5" fmla="*/ 60 h 69"/>
                  <a:gd name="T6" fmla="*/ 0 w 77"/>
                  <a:gd name="T7" fmla="*/ 63 h 69"/>
                  <a:gd name="T8" fmla="*/ 39 w 77"/>
                  <a:gd name="T9" fmla="*/ 69 h 69"/>
                  <a:gd name="T10" fmla="*/ 77 w 77"/>
                  <a:gd name="T11" fmla="*/ 63 h 69"/>
                  <a:gd name="T12" fmla="*/ 77 w 77"/>
                  <a:gd name="T13" fmla="*/ 60 h 69"/>
                  <a:gd name="T14" fmla="*/ 77 w 77"/>
                  <a:gd name="T15" fmla="*/ 39 h 69"/>
                  <a:gd name="T16" fmla="*/ 38 w 77"/>
                  <a:gd name="T17" fmla="*/ 0 h 69"/>
                  <a:gd name="T18" fmla="*/ 61 w 77"/>
                  <a:gd name="T19" fmla="*/ 45 h 69"/>
                  <a:gd name="T20" fmla="*/ 45 w 77"/>
                  <a:gd name="T21" fmla="*/ 48 h 69"/>
                  <a:gd name="T22" fmla="*/ 45 w 77"/>
                  <a:gd name="T23" fmla="*/ 35 h 69"/>
                  <a:gd name="T24" fmla="*/ 32 w 77"/>
                  <a:gd name="T25" fmla="*/ 35 h 69"/>
                  <a:gd name="T26" fmla="*/ 32 w 77"/>
                  <a:gd name="T27" fmla="*/ 48 h 69"/>
                  <a:gd name="T28" fmla="*/ 15 w 77"/>
                  <a:gd name="T29" fmla="*/ 45 h 69"/>
                  <a:gd name="T30" fmla="*/ 15 w 77"/>
                  <a:gd name="T31" fmla="*/ 37 h 69"/>
                  <a:gd name="T32" fmla="*/ 38 w 77"/>
                  <a:gd name="T33" fmla="*/ 24 h 69"/>
                  <a:gd name="T34" fmla="*/ 62 w 77"/>
                  <a:gd name="T35" fmla="*/ 37 h 69"/>
                  <a:gd name="T36" fmla="*/ 61 w 77"/>
                  <a:gd name="T37" fmla="*/ 4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 h="69">
                    <a:moveTo>
                      <a:pt x="38" y="0"/>
                    </a:moveTo>
                    <a:cubicBezTo>
                      <a:pt x="17" y="0"/>
                      <a:pt x="0" y="18"/>
                      <a:pt x="0" y="39"/>
                    </a:cubicBezTo>
                    <a:cubicBezTo>
                      <a:pt x="0" y="60"/>
                      <a:pt x="0" y="60"/>
                      <a:pt x="0" y="60"/>
                    </a:cubicBezTo>
                    <a:cubicBezTo>
                      <a:pt x="0" y="61"/>
                      <a:pt x="0" y="62"/>
                      <a:pt x="0" y="63"/>
                    </a:cubicBezTo>
                    <a:cubicBezTo>
                      <a:pt x="13" y="67"/>
                      <a:pt x="25" y="69"/>
                      <a:pt x="39" y="69"/>
                    </a:cubicBezTo>
                    <a:cubicBezTo>
                      <a:pt x="52" y="69"/>
                      <a:pt x="65" y="67"/>
                      <a:pt x="77" y="63"/>
                    </a:cubicBezTo>
                    <a:cubicBezTo>
                      <a:pt x="77" y="62"/>
                      <a:pt x="77" y="61"/>
                      <a:pt x="77" y="60"/>
                    </a:cubicBezTo>
                    <a:cubicBezTo>
                      <a:pt x="77" y="39"/>
                      <a:pt x="77" y="39"/>
                      <a:pt x="77" y="39"/>
                    </a:cubicBezTo>
                    <a:cubicBezTo>
                      <a:pt x="77" y="18"/>
                      <a:pt x="60" y="0"/>
                      <a:pt x="38" y="0"/>
                    </a:cubicBezTo>
                    <a:close/>
                    <a:moveTo>
                      <a:pt x="61" y="45"/>
                    </a:moveTo>
                    <a:cubicBezTo>
                      <a:pt x="56" y="46"/>
                      <a:pt x="50" y="47"/>
                      <a:pt x="45" y="48"/>
                    </a:cubicBezTo>
                    <a:cubicBezTo>
                      <a:pt x="45" y="35"/>
                      <a:pt x="45" y="35"/>
                      <a:pt x="45" y="35"/>
                    </a:cubicBezTo>
                    <a:cubicBezTo>
                      <a:pt x="32" y="35"/>
                      <a:pt x="32" y="35"/>
                      <a:pt x="32" y="35"/>
                    </a:cubicBezTo>
                    <a:cubicBezTo>
                      <a:pt x="32" y="48"/>
                      <a:pt x="32" y="48"/>
                      <a:pt x="32" y="48"/>
                    </a:cubicBezTo>
                    <a:cubicBezTo>
                      <a:pt x="27" y="47"/>
                      <a:pt x="21" y="46"/>
                      <a:pt x="15" y="45"/>
                    </a:cubicBezTo>
                    <a:cubicBezTo>
                      <a:pt x="15" y="44"/>
                      <a:pt x="15" y="37"/>
                      <a:pt x="15" y="37"/>
                    </a:cubicBezTo>
                    <a:cubicBezTo>
                      <a:pt x="15" y="24"/>
                      <a:pt x="26" y="24"/>
                      <a:pt x="38" y="24"/>
                    </a:cubicBezTo>
                    <a:cubicBezTo>
                      <a:pt x="51" y="24"/>
                      <a:pt x="62" y="24"/>
                      <a:pt x="62" y="37"/>
                    </a:cubicBezTo>
                    <a:cubicBezTo>
                      <a:pt x="62" y="37"/>
                      <a:pt x="61" y="44"/>
                      <a:pt x="61" y="4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44" name="Rectangle 43"/>
              <p:cNvSpPr/>
              <p:nvPr/>
            </p:nvSpPr>
            <p:spPr bwMode="auto">
              <a:xfrm flipH="1">
                <a:off x="7318375" y="4336256"/>
                <a:ext cx="502444" cy="13811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grpSp>
        <p:grpSp>
          <p:nvGrpSpPr>
            <p:cNvPr id="8" name="Group 7"/>
            <p:cNvGrpSpPr/>
            <p:nvPr/>
          </p:nvGrpSpPr>
          <p:grpSpPr>
            <a:xfrm>
              <a:off x="4664075" y="4286961"/>
              <a:ext cx="5793411" cy="2392930"/>
              <a:chOff x="4664075" y="4286961"/>
              <a:chExt cx="5793411" cy="2392930"/>
            </a:xfrm>
          </p:grpSpPr>
          <p:pic>
            <p:nvPicPr>
              <p:cNvPr id="9" name="Picture 8"/>
              <p:cNvPicPr>
                <a:picLocks noChangeAspect="1"/>
              </p:cNvPicPr>
              <p:nvPr/>
            </p:nvPicPr>
            <p:blipFill>
              <a:blip r:embed="rId2"/>
              <a:stretch>
                <a:fillRect/>
              </a:stretch>
            </p:blipFill>
            <p:spPr>
              <a:xfrm flipH="1">
                <a:off x="4664075" y="4286961"/>
                <a:ext cx="5793411" cy="239293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rcRect l="528" t="1822" r="1518" b="1873"/>
              <a:stretch>
                <a:fillRect/>
              </a:stretch>
            </p:blipFill>
            <p:spPr>
              <a:xfrm>
                <a:off x="6666858" y="4311651"/>
                <a:ext cx="1177925" cy="650875"/>
              </a:xfrm>
              <a:custGeom>
                <a:avLst/>
                <a:gdLst>
                  <a:gd name="connsiteX0" fmla="*/ 15608 w 1177925"/>
                  <a:gd name="connsiteY0" fmla="*/ 0 h 650875"/>
                  <a:gd name="connsiteX1" fmla="*/ 1162317 w 1177925"/>
                  <a:gd name="connsiteY1" fmla="*/ 0 h 650875"/>
                  <a:gd name="connsiteX2" fmla="*/ 1177925 w 1177925"/>
                  <a:gd name="connsiteY2" fmla="*/ 15608 h 650875"/>
                  <a:gd name="connsiteX3" fmla="*/ 1177925 w 1177925"/>
                  <a:gd name="connsiteY3" fmla="*/ 635267 h 650875"/>
                  <a:gd name="connsiteX4" fmla="*/ 1162317 w 1177925"/>
                  <a:gd name="connsiteY4" fmla="*/ 650875 h 650875"/>
                  <a:gd name="connsiteX5" fmla="*/ 15608 w 1177925"/>
                  <a:gd name="connsiteY5" fmla="*/ 650875 h 650875"/>
                  <a:gd name="connsiteX6" fmla="*/ 0 w 1177925"/>
                  <a:gd name="connsiteY6" fmla="*/ 635267 h 650875"/>
                  <a:gd name="connsiteX7" fmla="*/ 0 w 1177925"/>
                  <a:gd name="connsiteY7" fmla="*/ 15608 h 650875"/>
                  <a:gd name="connsiteX8" fmla="*/ 15608 w 1177925"/>
                  <a:gd name="connsiteY8" fmla="*/ 0 h 650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7925" h="650875">
                    <a:moveTo>
                      <a:pt x="15608" y="0"/>
                    </a:moveTo>
                    <a:lnTo>
                      <a:pt x="1162317" y="0"/>
                    </a:lnTo>
                    <a:cubicBezTo>
                      <a:pt x="1170937" y="0"/>
                      <a:pt x="1177925" y="6988"/>
                      <a:pt x="1177925" y="15608"/>
                    </a:cubicBezTo>
                    <a:lnTo>
                      <a:pt x="1177925" y="635267"/>
                    </a:lnTo>
                    <a:cubicBezTo>
                      <a:pt x="1177925" y="643887"/>
                      <a:pt x="1170937" y="650875"/>
                      <a:pt x="1162317" y="650875"/>
                    </a:cubicBezTo>
                    <a:lnTo>
                      <a:pt x="15608" y="650875"/>
                    </a:lnTo>
                    <a:cubicBezTo>
                      <a:pt x="6988" y="650875"/>
                      <a:pt x="0" y="643887"/>
                      <a:pt x="0" y="635267"/>
                    </a:cubicBezTo>
                    <a:lnTo>
                      <a:pt x="0" y="15608"/>
                    </a:lnTo>
                    <a:cubicBezTo>
                      <a:pt x="0" y="6988"/>
                      <a:pt x="6988" y="0"/>
                      <a:pt x="15608" y="0"/>
                    </a:cubicBezTo>
                    <a:close/>
                  </a:path>
                </a:pathLst>
              </a:custGeom>
            </p:spPr>
          </p:pic>
          <p:sp>
            <p:nvSpPr>
              <p:cNvPr id="12" name="Rectangle 11"/>
              <p:cNvSpPr/>
              <p:nvPr/>
            </p:nvSpPr>
            <p:spPr bwMode="auto">
              <a:xfrm>
                <a:off x="5717381" y="4994276"/>
                <a:ext cx="226539" cy="106362"/>
              </a:xfrm>
              <a:prstGeom prst="rect">
                <a:avLst/>
              </a:prstGeom>
              <a:solidFill>
                <a:srgbClr val="505050"/>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sp>
        <p:nvSpPr>
          <p:cNvPr id="49" name="TextBox 4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45"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46" name="Picture 45"/>
          <p:cNvPicPr>
            <a:picLocks noChangeAspect="1"/>
          </p:cNvPicPr>
          <p:nvPr userDrawn="1"/>
        </p:nvPicPr>
        <p:blipFill>
          <a:blip r:embed="rId4">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1174520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b" anchorCtr="0">
            <a:spAutoFit/>
          </a:bodyPr>
          <a:lstStyle>
            <a:lvl1pPr>
              <a:defRPr sz="7200" spc="-100" baseline="0">
                <a:gradFill>
                  <a:gsLst>
                    <a:gs pos="100000">
                      <a:schemeClr val="tx1"/>
                    </a:gs>
                    <a:gs pos="0">
                      <a:schemeClr val="tx1"/>
                    </a:gs>
                  </a:gsLst>
                  <a:lin ang="5400000" scaled="0"/>
                </a:gradFill>
              </a:defRPr>
            </a:lvl1pPr>
          </a:lstStyle>
          <a:p>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6" name="Picture 5"/>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080672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6" name="Picture 5"/>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6217870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vert="horz" wrap="square" lIns="146304" tIns="91440" rIns="146304" bIns="91440" rtlCol="0" anchor="t" anchorCtr="0">
            <a:spAutoFit/>
          </a:bodyPr>
          <a:lstStyle>
            <a:lvl1pPr>
              <a:defRPr lang="en-US" sz="7200" spc="-100" dirty="0">
                <a:gradFill>
                  <a:gsLst>
                    <a:gs pos="100000">
                      <a:schemeClr val="tx1"/>
                    </a:gs>
                    <a:gs pos="0">
                      <a:schemeClr val="tx1"/>
                    </a:gs>
                  </a:gsLst>
                  <a:lin ang="5400000" scaled="0"/>
                </a:gradFill>
              </a:defRPr>
            </a:lvl1pPr>
          </a:lstStyle>
          <a:p>
            <a:pPr lvl="0"/>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6" name="Picture 5"/>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6070317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87425">
                      <a:schemeClr val="tx1"/>
                    </a:gs>
                    <a:gs pos="67000">
                      <a:schemeClr val="tx1"/>
                    </a:gs>
                  </a:gsLst>
                  <a:lin ang="5400000" scaled="0"/>
                </a:gradFill>
              </a:defRPr>
            </a:lvl1pPr>
          </a:lstStyle>
          <a:p>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6" name="Picture 5"/>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674117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vert="horz" wrap="square" lIns="146304" tIns="91440" rIns="146304" bIns="91440" rtlCol="0" anchor="t" anchorCtr="0">
            <a:spAutoFit/>
          </a:bodyPr>
          <a:lstStyle>
            <a:lvl1pPr>
              <a:defRPr lang="en-US" sz="7200" spc="-100" dirty="0">
                <a:gradFill>
                  <a:gsLst>
                    <a:gs pos="94012">
                      <a:srgbClr val="262626"/>
                    </a:gs>
                    <a:gs pos="37000">
                      <a:srgbClr val="262626"/>
                    </a:gs>
                  </a:gsLst>
                  <a:lin ang="5400000" scaled="0"/>
                </a:gradFill>
              </a:defRPr>
            </a:lvl1pPr>
          </a:lstStyle>
          <a:p>
            <a:pPr lvl="0"/>
            <a:r>
              <a:rPr lang="en-US" dirty="0" smtClean="0"/>
              <a:t>Section title</a:t>
            </a:r>
            <a:endParaRPr lang="en-US" dirty="0"/>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7"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6" name="Picture 5"/>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324678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4371">
                      <a:srgbClr val="262626"/>
                    </a:gs>
                    <a:gs pos="36000">
                      <a:srgbClr val="262626"/>
                    </a:gs>
                  </a:gsLst>
                  <a:lin ang="5400000" scaled="0"/>
                </a:gradFill>
              </a:defRPr>
            </a:lvl1pPr>
          </a:lstStyle>
          <a:p>
            <a:r>
              <a:rPr lang="en-US" dirty="0" smtClean="0"/>
              <a:t>50/50 photo layout</a:t>
            </a:r>
            <a:endParaRPr lang="en-US" dirty="0"/>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smtClean="0"/>
              <a:t>Click icon to add picture</a:t>
            </a:r>
            <a:endParaRPr lang="en-US" dirty="0"/>
          </a:p>
        </p:txBody>
      </p:sp>
      <p:pic>
        <p:nvPicPr>
          <p:cNvPr id="6" name="Picture 5"/>
          <p:cNvPicPr>
            <a:picLocks noChangeAspect="1"/>
          </p:cNvPicPr>
          <p:nvPr userDrawn="1"/>
        </p:nvPicPr>
        <p:blipFill>
          <a:blip r:embed="rId3"/>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62000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TextBox 7"/>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sp>
        <p:nvSpPr>
          <p:cNvPr id="2" name="Footer Placeholder 1"/>
          <p:cNvSpPr>
            <a:spLocks noGrp="1"/>
          </p:cNvSpPr>
          <p:nvPr>
            <p:ph type="ftr" sz="quarter" idx="10"/>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pic>
        <p:nvPicPr>
          <p:cNvPr id="7" name="Picture 6"/>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018944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
        <p:nvSpPr>
          <p:cNvPr id="8" name="TextBox 7"/>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5" name="Picture 4"/>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233560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
        <p:nvSpPr>
          <p:cNvPr id="8" name="TextBox 7"/>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FFFFFF"/>
                    </a:gs>
                    <a:gs pos="30000">
                      <a:srgbClr val="FFFFFF"/>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FFFFFF"/>
                    </a:gs>
                    <a:gs pos="30000">
                      <a:srgbClr val="FFFFFF"/>
                    </a:gs>
                  </a:gsLst>
                  <a:lin ang="5400000" scaled="0"/>
                </a:gradFill>
              </a:rPr>
              <a:t>Microsoft Confidential</a:t>
            </a:r>
            <a:endParaRPr dirty="0">
              <a:gradFill>
                <a:gsLst>
                  <a:gs pos="2917">
                    <a:srgbClr val="FFFFFF"/>
                  </a:gs>
                  <a:gs pos="30000">
                    <a:srgbClr val="FFFFFF"/>
                  </a:gs>
                </a:gsLst>
                <a:lin ang="5400000" scaled="0"/>
              </a:gradFill>
            </a:endParaRPr>
          </a:p>
        </p:txBody>
      </p:sp>
      <p:pic>
        <p:nvPicPr>
          <p:cNvPr id="5" name="Picture 4"/>
          <p:cNvPicPr>
            <a:picLocks noChangeAspect="1"/>
          </p:cNvPicPr>
          <p:nvPr userDrawn="1"/>
        </p:nvPicPr>
        <p:blipFill>
          <a:blip r:embed="rId2">
            <a:lum bright="100000"/>
          </a:blip>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978478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
        <p:nvSpPr>
          <p:cNvPr id="8" name="TextBox 7"/>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5" name="Picture 4"/>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10474865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 gray layout">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5" name="Rectangle 4"/>
          <p:cNvSpPr/>
          <p:nvPr userDrawn="1"/>
        </p:nvSpPr>
        <p:spPr bwMode="auto">
          <a:xfrm>
            <a:off x="0" y="6350000"/>
            <a:ext cx="12436475" cy="644525"/>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5"/>
          <p:cNvSpPr>
            <a:spLocks noGrp="1"/>
          </p:cNvSpPr>
          <p:nvPr>
            <p:ph type="title"/>
          </p:nvPr>
        </p:nvSpPr>
        <p:spPr>
          <a:xfrm>
            <a:off x="274639" y="295274"/>
            <a:ext cx="11889564" cy="917575"/>
          </a:xfrm>
        </p:spPr>
        <p:txBody>
          <a:bodyPr/>
          <a:lstStyle/>
          <a:p>
            <a:r>
              <a:rPr lang="en-US" smtClean="0"/>
              <a:t>Click to edit Master title style</a:t>
            </a:r>
            <a:endParaRPr lang="en-US"/>
          </a:p>
        </p:txBody>
      </p:sp>
      <p:sp>
        <p:nvSpPr>
          <p:cNvPr id="13" name="Footer Placeholder 4"/>
          <p:cNvSpPr>
            <a:spLocks noGrp="1"/>
          </p:cNvSpPr>
          <p:nvPr>
            <p:ph type="ftr" sz="quarter" idx="11"/>
          </p:nvPr>
        </p:nvSpPr>
        <p:spPr>
          <a:xfrm>
            <a:off x="7964488" y="295272"/>
            <a:ext cx="4197350" cy="371475"/>
          </a:xfrm>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15" name="TextBox 14"/>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10"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pic>
        <p:nvPicPr>
          <p:cNvPr id="11" name="Picture 10"/>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2833514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ision slide">
    <p:spTree>
      <p:nvGrpSpPr>
        <p:cNvPr id="1" name=""/>
        <p:cNvGrpSpPr/>
        <p:nvPr/>
      </p:nvGrpSpPr>
      <p:grpSpPr>
        <a:xfrm>
          <a:off x="0" y="0"/>
          <a:ext cx="0" cy="0"/>
          <a:chOff x="0" y="0"/>
          <a:chExt cx="0" cy="0"/>
        </a:xfrm>
      </p:grpSpPr>
      <p:sp>
        <p:nvSpPr>
          <p:cNvPr id="3" name="Rectangle 2"/>
          <p:cNvSpPr/>
          <p:nvPr userDrawn="1"/>
        </p:nvSpPr>
        <p:spPr bwMode="auto">
          <a:xfrm>
            <a:off x="5432589" y="6515100"/>
            <a:ext cx="1577505" cy="368300"/>
          </a:xfrm>
          <a:prstGeom prst="rect">
            <a:avLst/>
          </a:prstGeom>
          <a:solidFill>
            <a:schemeClr val="bg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 name="Rectangle 3"/>
          <p:cNvSpPr/>
          <p:nvPr userDrawn="1"/>
        </p:nvSpPr>
        <p:spPr bwMode="auto">
          <a:xfrm>
            <a:off x="6225046" y="2095501"/>
            <a:ext cx="5939157" cy="4602162"/>
          </a:xfrm>
          <a:prstGeom prst="rect">
            <a:avLst/>
          </a:prstGeom>
          <a:solidFill>
            <a:schemeClr val="tx1">
              <a:lumMod val="10000"/>
              <a:lumOff val="9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 name="Rectangle 4"/>
          <p:cNvSpPr/>
          <p:nvPr userDrawn="1"/>
        </p:nvSpPr>
        <p:spPr bwMode="auto">
          <a:xfrm>
            <a:off x="246063" y="2095501"/>
            <a:ext cx="5897880" cy="4602162"/>
          </a:xfrm>
          <a:prstGeom prst="rect">
            <a:avLst/>
          </a:prstGeom>
          <a:solidFill>
            <a:schemeClr val="tx1">
              <a:lumMod val="10000"/>
              <a:lumOff val="9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 name="Title 3"/>
          <p:cNvSpPr>
            <a:spLocks noGrp="1"/>
          </p:cNvSpPr>
          <p:nvPr>
            <p:ph type="title"/>
          </p:nvPr>
        </p:nvSpPr>
        <p:spPr>
          <a:xfrm>
            <a:off x="274639" y="295274"/>
            <a:ext cx="11889564" cy="917575"/>
          </a:xfrm>
        </p:spPr>
        <p:txBody>
          <a:bodyPr/>
          <a:lstStyle/>
          <a:p>
            <a:r>
              <a:rPr lang="en-US" dirty="0" smtClean="0"/>
              <a:t>Developer vision</a:t>
            </a:r>
            <a:endParaRPr lang="en-US" dirty="0"/>
          </a:p>
        </p:txBody>
      </p:sp>
      <p:sp>
        <p:nvSpPr>
          <p:cNvPr id="7" name="Data"/>
          <p:cNvSpPr/>
          <p:nvPr userDrawn="1"/>
        </p:nvSpPr>
        <p:spPr bwMode="auto">
          <a:xfrm>
            <a:off x="6225045" y="1211263"/>
            <a:ext cx="5939157" cy="9144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6304" rIns="179212" bIns="143371" numCol="1" spcCol="0" rtlCol="0" fromWordArt="0" anchor="ctr" anchorCtr="0" forceAA="0" compatLnSpc="1">
            <a:prstTxWarp prst="textNoShape">
              <a:avLst/>
            </a:prstTxWarp>
            <a:noAutofit/>
          </a:bodyPr>
          <a:lstStyle/>
          <a:p>
            <a:pPr algn="ctr" defTabSz="913652" fontAlgn="base">
              <a:lnSpc>
                <a:spcPct val="90000"/>
              </a:lnSpc>
              <a:spcBef>
                <a:spcPct val="0"/>
              </a:spcBef>
              <a:spcAft>
                <a:spcPct val="0"/>
              </a:spcAft>
              <a:defRPr/>
            </a:pPr>
            <a:r>
              <a:rPr lang="en-US" sz="5400" b="1" spc="-2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rPr>
              <a:t>DATA</a:t>
            </a:r>
            <a:endParaRPr lang="en-US" sz="5400" b="1" spc="-20" dirty="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endParaRPr>
          </a:p>
        </p:txBody>
      </p:sp>
      <p:sp>
        <p:nvSpPr>
          <p:cNvPr id="8" name="USER"/>
          <p:cNvSpPr/>
          <p:nvPr userDrawn="1"/>
        </p:nvSpPr>
        <p:spPr bwMode="auto">
          <a:xfrm>
            <a:off x="246063" y="1211263"/>
            <a:ext cx="5897880" cy="9144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6304" rIns="179212" bIns="143371" numCol="1" spcCol="0" rtlCol="0" fromWordArt="0" anchor="ctr" anchorCtr="0" forceAA="0" compatLnSpc="1">
            <a:prstTxWarp prst="textNoShape">
              <a:avLst/>
            </a:prstTxWarp>
            <a:noAutofit/>
          </a:bodyPr>
          <a:lstStyle/>
          <a:p>
            <a:pPr algn="ctr" defTabSz="913652" fontAlgn="base">
              <a:lnSpc>
                <a:spcPct val="90000"/>
              </a:lnSpc>
              <a:spcBef>
                <a:spcPct val="0"/>
              </a:spcBef>
              <a:spcAft>
                <a:spcPct val="0"/>
              </a:spcAft>
              <a:defRPr/>
            </a:pPr>
            <a:r>
              <a:rPr lang="en-US" sz="5400" b="1" spc="-20" dirty="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rPr>
              <a:t>USERS</a:t>
            </a:r>
          </a:p>
        </p:txBody>
      </p:sp>
      <p:grpSp>
        <p:nvGrpSpPr>
          <p:cNvPr id="9" name="Group 8"/>
          <p:cNvGrpSpPr/>
          <p:nvPr userDrawn="1"/>
        </p:nvGrpSpPr>
        <p:grpSpPr>
          <a:xfrm>
            <a:off x="662415" y="3684587"/>
            <a:ext cx="5262336" cy="2763865"/>
            <a:chOff x="540178" y="2851546"/>
            <a:chExt cx="5262336" cy="2763865"/>
          </a:xfrm>
        </p:grpSpPr>
        <p:sp>
          <p:nvSpPr>
            <p:cNvPr id="10" name="AutoShape 3"/>
            <p:cNvSpPr>
              <a:spLocks noChangeAspect="1" noChangeArrowheads="1" noTextEdit="1"/>
            </p:cNvSpPr>
            <p:nvPr/>
          </p:nvSpPr>
          <p:spPr bwMode="auto">
            <a:xfrm>
              <a:off x="855747" y="3586644"/>
              <a:ext cx="2539411" cy="2028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11" name="Rounded Rectangle 10"/>
            <p:cNvSpPr/>
            <p:nvPr/>
          </p:nvSpPr>
          <p:spPr bwMode="auto">
            <a:xfrm rot="5400000">
              <a:off x="4210932" y="4023829"/>
              <a:ext cx="1889570" cy="1293594"/>
            </a:xfrm>
            <a:prstGeom prst="roundRect">
              <a:avLst>
                <a:gd name="adj" fmla="val 5986"/>
              </a:avLst>
            </a:pr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 name="Rounded Rectangle 11"/>
            <p:cNvSpPr/>
            <p:nvPr/>
          </p:nvSpPr>
          <p:spPr bwMode="auto">
            <a:xfrm rot="5400000">
              <a:off x="4342251" y="4075857"/>
              <a:ext cx="1626931" cy="1133942"/>
            </a:xfrm>
            <a:prstGeom prst="roundRect">
              <a:avLst>
                <a:gd name="adj" fmla="val 3643"/>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3" name="Oval 12"/>
            <p:cNvSpPr/>
            <p:nvPr/>
          </p:nvSpPr>
          <p:spPr bwMode="auto">
            <a:xfrm rot="5400000">
              <a:off x="5117455" y="5486583"/>
              <a:ext cx="76525" cy="76525"/>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4" name="Rectangle 13"/>
            <p:cNvSpPr/>
            <p:nvPr/>
          </p:nvSpPr>
          <p:spPr>
            <a:xfrm>
              <a:off x="4649298" y="4092508"/>
              <a:ext cx="1025503" cy="1287474"/>
            </a:xfrm>
            <a:prstGeom prst="rect">
              <a:avLst/>
            </a:prstGeom>
            <a:noFill/>
            <a:ln w="22225">
              <a:solidFill>
                <a:srgbClr val="A32B01"/>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15" name="Rectangle 14"/>
            <p:cNvSpPr/>
            <p:nvPr/>
          </p:nvSpPr>
          <p:spPr>
            <a:xfrm>
              <a:off x="4649298" y="3911598"/>
              <a:ext cx="1025503" cy="199389"/>
            </a:xfrm>
            <a:prstGeom prst="rect">
              <a:avLst/>
            </a:prstGeom>
            <a:noFill/>
            <a:ln w="22225">
              <a:solidFill>
                <a:srgbClr val="A32B01"/>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cxnSp>
          <p:nvCxnSpPr>
            <p:cNvPr id="16" name="Straight Connector 15"/>
            <p:cNvCxnSpPr/>
            <p:nvPr/>
          </p:nvCxnSpPr>
          <p:spPr>
            <a:xfrm>
              <a:off x="4731651" y="4390496"/>
              <a:ext cx="462328"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31651" y="4494102"/>
              <a:ext cx="462328"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731651" y="4597709"/>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731651" y="4701315"/>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731651" y="4908528"/>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731651" y="4804922"/>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731651" y="5012137"/>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 name="Freeform 12"/>
            <p:cNvSpPr>
              <a:spLocks noEditPoints="1"/>
            </p:cNvSpPr>
            <p:nvPr/>
          </p:nvSpPr>
          <p:spPr bwMode="auto">
            <a:xfrm>
              <a:off x="5297283" y="4189760"/>
              <a:ext cx="333312" cy="325365"/>
            </a:xfrm>
            <a:custGeom>
              <a:avLst/>
              <a:gdLst>
                <a:gd name="T0" fmla="*/ 731 w 1609"/>
                <a:gd name="T1" fmla="*/ 843 h 1572"/>
                <a:gd name="T2" fmla="*/ 1444 w 1609"/>
                <a:gd name="T3" fmla="*/ 843 h 1572"/>
                <a:gd name="T4" fmla="*/ 731 w 1609"/>
                <a:gd name="T5" fmla="*/ 1572 h 1572"/>
                <a:gd name="T6" fmla="*/ 0 w 1609"/>
                <a:gd name="T7" fmla="*/ 843 h 1572"/>
                <a:gd name="T8" fmla="*/ 731 w 1609"/>
                <a:gd name="T9" fmla="*/ 132 h 1572"/>
                <a:gd name="T10" fmla="*/ 731 w 1609"/>
                <a:gd name="T11" fmla="*/ 843 h 1572"/>
                <a:gd name="T12" fmla="*/ 731 w 1609"/>
                <a:gd name="T13" fmla="*/ 843 h 1572"/>
                <a:gd name="T14" fmla="*/ 898 w 1609"/>
                <a:gd name="T15" fmla="*/ 734 h 1572"/>
                <a:gd name="T16" fmla="*/ 1609 w 1609"/>
                <a:gd name="T17" fmla="*/ 734 h 1572"/>
                <a:gd name="T18" fmla="*/ 898 w 1609"/>
                <a:gd name="T19" fmla="*/ 0 h 1572"/>
                <a:gd name="T20" fmla="*/ 898 w 1609"/>
                <a:gd name="T21" fmla="*/ 734 h 1572"/>
                <a:gd name="T22" fmla="*/ 898 w 1609"/>
                <a:gd name="T23" fmla="*/ 734 h 1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9" h="1572">
                  <a:moveTo>
                    <a:pt x="731" y="843"/>
                  </a:moveTo>
                  <a:cubicBezTo>
                    <a:pt x="1444" y="843"/>
                    <a:pt x="1444" y="843"/>
                    <a:pt x="1444" y="843"/>
                  </a:cubicBezTo>
                  <a:cubicBezTo>
                    <a:pt x="1444" y="1244"/>
                    <a:pt x="1115" y="1572"/>
                    <a:pt x="731" y="1572"/>
                  </a:cubicBezTo>
                  <a:cubicBezTo>
                    <a:pt x="329" y="1572"/>
                    <a:pt x="0" y="1244"/>
                    <a:pt x="0" y="843"/>
                  </a:cubicBezTo>
                  <a:cubicBezTo>
                    <a:pt x="0" y="460"/>
                    <a:pt x="329" y="132"/>
                    <a:pt x="731" y="132"/>
                  </a:cubicBezTo>
                  <a:cubicBezTo>
                    <a:pt x="731" y="843"/>
                    <a:pt x="731" y="843"/>
                    <a:pt x="731" y="843"/>
                  </a:cubicBezTo>
                  <a:cubicBezTo>
                    <a:pt x="731" y="843"/>
                    <a:pt x="731" y="843"/>
                    <a:pt x="731" y="843"/>
                  </a:cubicBezTo>
                  <a:close/>
                  <a:moveTo>
                    <a:pt x="898" y="734"/>
                  </a:moveTo>
                  <a:cubicBezTo>
                    <a:pt x="1609" y="734"/>
                    <a:pt x="1609" y="734"/>
                    <a:pt x="1609" y="734"/>
                  </a:cubicBezTo>
                  <a:cubicBezTo>
                    <a:pt x="1609" y="331"/>
                    <a:pt x="1281" y="0"/>
                    <a:pt x="898" y="0"/>
                  </a:cubicBezTo>
                  <a:cubicBezTo>
                    <a:pt x="898" y="734"/>
                    <a:pt x="898" y="734"/>
                    <a:pt x="898" y="734"/>
                  </a:cubicBezTo>
                  <a:cubicBezTo>
                    <a:pt x="898" y="734"/>
                    <a:pt x="898" y="734"/>
                    <a:pt x="898" y="734"/>
                  </a:cubicBezTo>
                  <a:close/>
                </a:path>
              </a:pathLst>
            </a:custGeom>
            <a:solidFill>
              <a:srgbClr val="A32B01"/>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24" name="Freeform 5"/>
            <p:cNvSpPr>
              <a:spLocks/>
            </p:cNvSpPr>
            <p:nvPr/>
          </p:nvSpPr>
          <p:spPr bwMode="auto">
            <a:xfrm>
              <a:off x="1787391" y="5363155"/>
              <a:ext cx="1714098" cy="195853"/>
            </a:xfrm>
            <a:custGeom>
              <a:avLst/>
              <a:gdLst>
                <a:gd name="T0" fmla="*/ 999 w 1094"/>
                <a:gd name="T1" fmla="*/ 0 h 125"/>
                <a:gd name="T2" fmla="*/ 76 w 1094"/>
                <a:gd name="T3" fmla="*/ 0 h 125"/>
                <a:gd name="T4" fmla="*/ 0 w 1094"/>
                <a:gd name="T5" fmla="*/ 125 h 125"/>
                <a:gd name="T6" fmla="*/ 1094 w 1094"/>
                <a:gd name="T7" fmla="*/ 125 h 125"/>
                <a:gd name="T8" fmla="*/ 999 w 1094"/>
                <a:gd name="T9" fmla="*/ 0 h 125"/>
              </a:gdLst>
              <a:ahLst/>
              <a:cxnLst>
                <a:cxn ang="0">
                  <a:pos x="T0" y="T1"/>
                </a:cxn>
                <a:cxn ang="0">
                  <a:pos x="T2" y="T3"/>
                </a:cxn>
                <a:cxn ang="0">
                  <a:pos x="T4" y="T5"/>
                </a:cxn>
                <a:cxn ang="0">
                  <a:pos x="T6" y="T7"/>
                </a:cxn>
                <a:cxn ang="0">
                  <a:pos x="T8" y="T9"/>
                </a:cxn>
              </a:cxnLst>
              <a:rect l="0" t="0" r="r" b="b"/>
              <a:pathLst>
                <a:path w="1094" h="125">
                  <a:moveTo>
                    <a:pt x="999" y="0"/>
                  </a:moveTo>
                  <a:lnTo>
                    <a:pt x="76" y="0"/>
                  </a:lnTo>
                  <a:lnTo>
                    <a:pt x="0" y="125"/>
                  </a:lnTo>
                  <a:lnTo>
                    <a:pt x="1094" y="125"/>
                  </a:lnTo>
                  <a:lnTo>
                    <a:pt x="999" y="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25" name="Rectangle 6"/>
            <p:cNvSpPr>
              <a:spLocks noChangeArrowheads="1"/>
            </p:cNvSpPr>
            <p:nvPr/>
          </p:nvSpPr>
          <p:spPr bwMode="auto">
            <a:xfrm>
              <a:off x="1787391" y="5559005"/>
              <a:ext cx="1714098" cy="56406"/>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26" name="Freeform 7"/>
            <p:cNvSpPr>
              <a:spLocks/>
            </p:cNvSpPr>
            <p:nvPr/>
          </p:nvSpPr>
          <p:spPr bwMode="auto">
            <a:xfrm>
              <a:off x="919374" y="2851546"/>
              <a:ext cx="3462665" cy="2065065"/>
            </a:xfrm>
            <a:custGeom>
              <a:avLst/>
              <a:gdLst>
                <a:gd name="T0" fmla="*/ 1042 w 1042"/>
                <a:gd name="T1" fmla="*/ 587 h 621"/>
                <a:gd name="T2" fmla="*/ 1008 w 1042"/>
                <a:gd name="T3" fmla="*/ 621 h 621"/>
                <a:gd name="T4" fmla="*/ 34 w 1042"/>
                <a:gd name="T5" fmla="*/ 621 h 621"/>
                <a:gd name="T6" fmla="*/ 0 w 1042"/>
                <a:gd name="T7" fmla="*/ 587 h 621"/>
                <a:gd name="T8" fmla="*/ 0 w 1042"/>
                <a:gd name="T9" fmla="*/ 34 h 621"/>
                <a:gd name="T10" fmla="*/ 34 w 1042"/>
                <a:gd name="T11" fmla="*/ 0 h 621"/>
                <a:gd name="T12" fmla="*/ 1008 w 1042"/>
                <a:gd name="T13" fmla="*/ 0 h 621"/>
                <a:gd name="T14" fmla="*/ 1042 w 1042"/>
                <a:gd name="T15" fmla="*/ 34 h 621"/>
                <a:gd name="T16" fmla="*/ 1042 w 1042"/>
                <a:gd name="T17" fmla="*/ 587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2" h="621">
                  <a:moveTo>
                    <a:pt x="1042" y="587"/>
                  </a:moveTo>
                  <a:cubicBezTo>
                    <a:pt x="1042" y="606"/>
                    <a:pt x="1027" y="621"/>
                    <a:pt x="1008" y="621"/>
                  </a:cubicBezTo>
                  <a:cubicBezTo>
                    <a:pt x="34" y="621"/>
                    <a:pt x="34" y="621"/>
                    <a:pt x="34" y="621"/>
                  </a:cubicBezTo>
                  <a:cubicBezTo>
                    <a:pt x="15" y="621"/>
                    <a:pt x="0" y="606"/>
                    <a:pt x="0" y="587"/>
                  </a:cubicBezTo>
                  <a:cubicBezTo>
                    <a:pt x="0" y="34"/>
                    <a:pt x="0" y="34"/>
                    <a:pt x="0" y="34"/>
                  </a:cubicBezTo>
                  <a:cubicBezTo>
                    <a:pt x="0" y="15"/>
                    <a:pt x="15" y="0"/>
                    <a:pt x="34" y="0"/>
                  </a:cubicBezTo>
                  <a:cubicBezTo>
                    <a:pt x="1008" y="0"/>
                    <a:pt x="1008" y="0"/>
                    <a:pt x="1008" y="0"/>
                  </a:cubicBezTo>
                  <a:cubicBezTo>
                    <a:pt x="1027" y="0"/>
                    <a:pt x="1042" y="15"/>
                    <a:pt x="1042" y="34"/>
                  </a:cubicBezTo>
                  <a:lnTo>
                    <a:pt x="1042" y="587"/>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27" name="Freeform 8"/>
            <p:cNvSpPr>
              <a:spLocks/>
            </p:cNvSpPr>
            <p:nvPr/>
          </p:nvSpPr>
          <p:spPr bwMode="auto">
            <a:xfrm>
              <a:off x="2415685" y="4910344"/>
              <a:ext cx="444976" cy="542119"/>
            </a:xfrm>
            <a:custGeom>
              <a:avLst/>
              <a:gdLst>
                <a:gd name="T0" fmla="*/ 94 w 134"/>
                <a:gd name="T1" fmla="*/ 0 h 163"/>
                <a:gd name="T2" fmla="*/ 99 w 134"/>
                <a:gd name="T3" fmla="*/ 17 h 163"/>
                <a:gd name="T4" fmla="*/ 67 w 134"/>
                <a:gd name="T5" fmla="*/ 49 h 163"/>
                <a:gd name="T6" fmla="*/ 35 w 134"/>
                <a:gd name="T7" fmla="*/ 17 h 163"/>
                <a:gd name="T8" fmla="*/ 40 w 134"/>
                <a:gd name="T9" fmla="*/ 0 h 163"/>
                <a:gd name="T10" fmla="*/ 0 w 134"/>
                <a:gd name="T11" fmla="*/ 0 h 163"/>
                <a:gd name="T12" fmla="*/ 0 w 134"/>
                <a:gd name="T13" fmla="*/ 163 h 163"/>
                <a:gd name="T14" fmla="*/ 134 w 134"/>
                <a:gd name="T15" fmla="*/ 163 h 163"/>
                <a:gd name="T16" fmla="*/ 134 w 134"/>
                <a:gd name="T17" fmla="*/ 0 h 163"/>
                <a:gd name="T18" fmla="*/ 94 w 134"/>
                <a:gd name="T19"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 h="163">
                  <a:moveTo>
                    <a:pt x="94" y="0"/>
                  </a:moveTo>
                  <a:cubicBezTo>
                    <a:pt x="97" y="5"/>
                    <a:pt x="99" y="11"/>
                    <a:pt x="99" y="17"/>
                  </a:cubicBezTo>
                  <a:cubicBezTo>
                    <a:pt x="99" y="35"/>
                    <a:pt x="84" y="49"/>
                    <a:pt x="67" y="49"/>
                  </a:cubicBezTo>
                  <a:cubicBezTo>
                    <a:pt x="49" y="49"/>
                    <a:pt x="35" y="35"/>
                    <a:pt x="35" y="17"/>
                  </a:cubicBezTo>
                  <a:cubicBezTo>
                    <a:pt x="35" y="11"/>
                    <a:pt x="37" y="5"/>
                    <a:pt x="40" y="0"/>
                  </a:cubicBezTo>
                  <a:cubicBezTo>
                    <a:pt x="0" y="0"/>
                    <a:pt x="0" y="0"/>
                    <a:pt x="0" y="0"/>
                  </a:cubicBezTo>
                  <a:cubicBezTo>
                    <a:pt x="0" y="163"/>
                    <a:pt x="0" y="163"/>
                    <a:pt x="0" y="163"/>
                  </a:cubicBezTo>
                  <a:cubicBezTo>
                    <a:pt x="134" y="163"/>
                    <a:pt x="134" y="163"/>
                    <a:pt x="134" y="163"/>
                  </a:cubicBezTo>
                  <a:cubicBezTo>
                    <a:pt x="134" y="0"/>
                    <a:pt x="134" y="0"/>
                    <a:pt x="134" y="0"/>
                  </a:cubicBezTo>
                  <a:lnTo>
                    <a:pt x="94"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28" name="Freeform 9"/>
            <p:cNvSpPr>
              <a:spLocks/>
            </p:cNvSpPr>
            <p:nvPr/>
          </p:nvSpPr>
          <p:spPr bwMode="auto">
            <a:xfrm>
              <a:off x="1016516" y="2945555"/>
              <a:ext cx="3255845" cy="1798705"/>
            </a:xfrm>
            <a:custGeom>
              <a:avLst/>
              <a:gdLst>
                <a:gd name="T0" fmla="*/ 980 w 980"/>
                <a:gd name="T1" fmla="*/ 527 h 541"/>
                <a:gd name="T2" fmla="*/ 966 w 980"/>
                <a:gd name="T3" fmla="*/ 541 h 541"/>
                <a:gd name="T4" fmla="*/ 14 w 980"/>
                <a:gd name="T5" fmla="*/ 541 h 541"/>
                <a:gd name="T6" fmla="*/ 0 w 980"/>
                <a:gd name="T7" fmla="*/ 527 h 541"/>
                <a:gd name="T8" fmla="*/ 0 w 980"/>
                <a:gd name="T9" fmla="*/ 14 h 541"/>
                <a:gd name="T10" fmla="*/ 14 w 980"/>
                <a:gd name="T11" fmla="*/ 0 h 541"/>
                <a:gd name="T12" fmla="*/ 966 w 980"/>
                <a:gd name="T13" fmla="*/ 0 h 541"/>
                <a:gd name="T14" fmla="*/ 980 w 980"/>
                <a:gd name="T15" fmla="*/ 14 h 541"/>
                <a:gd name="T16" fmla="*/ 980 w 980"/>
                <a:gd name="T17" fmla="*/ 527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0" h="541">
                  <a:moveTo>
                    <a:pt x="980" y="527"/>
                  </a:moveTo>
                  <a:cubicBezTo>
                    <a:pt x="980" y="535"/>
                    <a:pt x="974" y="541"/>
                    <a:pt x="966" y="541"/>
                  </a:cubicBezTo>
                  <a:cubicBezTo>
                    <a:pt x="14" y="541"/>
                    <a:pt x="14" y="541"/>
                    <a:pt x="14" y="541"/>
                  </a:cubicBezTo>
                  <a:cubicBezTo>
                    <a:pt x="6" y="541"/>
                    <a:pt x="0" y="535"/>
                    <a:pt x="0" y="527"/>
                  </a:cubicBezTo>
                  <a:cubicBezTo>
                    <a:pt x="0" y="14"/>
                    <a:pt x="0" y="14"/>
                    <a:pt x="0" y="14"/>
                  </a:cubicBezTo>
                  <a:cubicBezTo>
                    <a:pt x="0" y="6"/>
                    <a:pt x="6" y="0"/>
                    <a:pt x="14" y="0"/>
                  </a:cubicBezTo>
                  <a:cubicBezTo>
                    <a:pt x="966" y="0"/>
                    <a:pt x="966" y="0"/>
                    <a:pt x="966" y="0"/>
                  </a:cubicBezTo>
                  <a:cubicBezTo>
                    <a:pt x="974" y="0"/>
                    <a:pt x="980" y="6"/>
                    <a:pt x="980" y="14"/>
                  </a:cubicBezTo>
                  <a:lnTo>
                    <a:pt x="980" y="527"/>
                  </a:lnTo>
                  <a:close/>
                </a:path>
              </a:pathLst>
            </a:custGeom>
            <a:solidFill>
              <a:srgbClr val="E8E8E8"/>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29" name="Rectangle 14"/>
            <p:cNvSpPr>
              <a:spLocks noChangeArrowheads="1"/>
            </p:cNvSpPr>
            <p:nvPr/>
          </p:nvSpPr>
          <p:spPr bwMode="auto">
            <a:xfrm>
              <a:off x="1108374" y="3051647"/>
              <a:ext cx="3064658" cy="1586528"/>
            </a:xfrm>
            <a:prstGeom prst="rect">
              <a:avLst/>
            </a:prstGeom>
            <a:solidFill>
              <a:srgbClr val="217346"/>
            </a:solidFill>
            <a:ln>
              <a:noFill/>
            </a:ln>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30" name="Freeform 5"/>
            <p:cNvSpPr>
              <a:spLocks noChangeAspect="1" noEditPoints="1"/>
            </p:cNvSpPr>
            <p:nvPr/>
          </p:nvSpPr>
          <p:spPr bwMode="black">
            <a:xfrm>
              <a:off x="1267533" y="3182438"/>
              <a:ext cx="1321583" cy="1325610"/>
            </a:xfrm>
            <a:custGeom>
              <a:avLst/>
              <a:gdLst>
                <a:gd name="T0" fmla="*/ 367 w 414"/>
                <a:gd name="T1" fmla="*/ 274 h 415"/>
                <a:gd name="T2" fmla="*/ 301 w 414"/>
                <a:gd name="T3" fmla="*/ 189 h 415"/>
                <a:gd name="T4" fmla="*/ 367 w 414"/>
                <a:gd name="T5" fmla="*/ 189 h 415"/>
                <a:gd name="T6" fmla="*/ 301 w 414"/>
                <a:gd name="T7" fmla="*/ 326 h 415"/>
                <a:gd name="T8" fmla="*/ 301 w 414"/>
                <a:gd name="T9" fmla="*/ 293 h 415"/>
                <a:gd name="T10" fmla="*/ 367 w 414"/>
                <a:gd name="T11" fmla="*/ 170 h 415"/>
                <a:gd name="T12" fmla="*/ 301 w 414"/>
                <a:gd name="T13" fmla="*/ 85 h 415"/>
                <a:gd name="T14" fmla="*/ 367 w 414"/>
                <a:gd name="T15" fmla="*/ 85 h 415"/>
                <a:gd name="T16" fmla="*/ 367 w 414"/>
                <a:gd name="T17" fmla="*/ 326 h 415"/>
                <a:gd name="T18" fmla="*/ 301 w 414"/>
                <a:gd name="T19" fmla="*/ 326 h 415"/>
                <a:gd name="T20" fmla="*/ 367 w 414"/>
                <a:gd name="T21" fmla="*/ 241 h 415"/>
                <a:gd name="T22" fmla="*/ 301 w 414"/>
                <a:gd name="T23" fmla="*/ 222 h 415"/>
                <a:gd name="T24" fmla="*/ 301 w 414"/>
                <a:gd name="T25" fmla="*/ 189 h 415"/>
                <a:gd name="T26" fmla="*/ 367 w 414"/>
                <a:gd name="T27" fmla="*/ 170 h 415"/>
                <a:gd name="T28" fmla="*/ 301 w 414"/>
                <a:gd name="T29" fmla="*/ 170 h 415"/>
                <a:gd name="T30" fmla="*/ 367 w 414"/>
                <a:gd name="T31" fmla="*/ 118 h 415"/>
                <a:gd name="T32" fmla="*/ 400 w 414"/>
                <a:gd name="T33" fmla="*/ 42 h 415"/>
                <a:gd name="T34" fmla="*/ 0 w 414"/>
                <a:gd name="T35" fmla="*/ 42 h 415"/>
                <a:gd name="T36" fmla="*/ 245 w 414"/>
                <a:gd name="T37" fmla="*/ 368 h 415"/>
                <a:gd name="T38" fmla="*/ 414 w 414"/>
                <a:gd name="T39" fmla="*/ 56 h 415"/>
                <a:gd name="T40" fmla="*/ 118 w 414"/>
                <a:gd name="T41" fmla="*/ 232 h 415"/>
                <a:gd name="T42" fmla="*/ 117 w 414"/>
                <a:gd name="T43" fmla="*/ 225 h 415"/>
                <a:gd name="T44" fmla="*/ 114 w 414"/>
                <a:gd name="T45" fmla="*/ 224 h 415"/>
                <a:gd name="T46" fmla="*/ 112 w 414"/>
                <a:gd name="T47" fmla="*/ 232 h 415"/>
                <a:gd name="T48" fmla="*/ 98 w 414"/>
                <a:gd name="T49" fmla="*/ 206 h 415"/>
                <a:gd name="T50" fmla="*/ 113 w 414"/>
                <a:gd name="T51" fmla="*/ 176 h 415"/>
                <a:gd name="T52" fmla="*/ 116 w 414"/>
                <a:gd name="T53" fmla="*/ 185 h 415"/>
                <a:gd name="T54" fmla="*/ 118 w 414"/>
                <a:gd name="T55" fmla="*/ 186 h 415"/>
                <a:gd name="T56" fmla="*/ 120 w 414"/>
                <a:gd name="T57" fmla="*/ 176 h 415"/>
                <a:gd name="T58" fmla="*/ 134 w 414"/>
                <a:gd name="T59" fmla="*/ 205 h 415"/>
                <a:gd name="T60" fmla="*/ 400 w 414"/>
                <a:gd name="T61" fmla="*/ 354 h 415"/>
                <a:gd name="T62" fmla="*/ 282 w 414"/>
                <a:gd name="T63" fmla="*/ 326 h 415"/>
                <a:gd name="T64" fmla="*/ 245 w 414"/>
                <a:gd name="T65" fmla="*/ 274 h 415"/>
                <a:gd name="T66" fmla="*/ 245 w 414"/>
                <a:gd name="T67" fmla="*/ 241 h 415"/>
                <a:gd name="T68" fmla="*/ 282 w 414"/>
                <a:gd name="T69" fmla="*/ 189 h 415"/>
                <a:gd name="T70" fmla="*/ 282 w 414"/>
                <a:gd name="T71" fmla="*/ 170 h 415"/>
                <a:gd name="T72" fmla="*/ 245 w 414"/>
                <a:gd name="T73" fmla="*/ 118 h 415"/>
                <a:gd name="T74" fmla="*/ 245 w 414"/>
                <a:gd name="T75" fmla="*/ 85 h 415"/>
                <a:gd name="T76" fmla="*/ 400 w 414"/>
                <a:gd name="T77" fmla="*/ 354 h 415"/>
                <a:gd name="T78" fmla="*/ 301 w 414"/>
                <a:gd name="T79" fmla="*/ 326 h 415"/>
                <a:gd name="T80" fmla="*/ 367 w 414"/>
                <a:gd name="T81" fmla="*/ 241 h 415"/>
                <a:gd name="T82" fmla="*/ 367 w 414"/>
                <a:gd name="T83" fmla="*/ 274 h 415"/>
                <a:gd name="T84" fmla="*/ 301 w 414"/>
                <a:gd name="T85" fmla="*/ 189 h 415"/>
                <a:gd name="T86" fmla="*/ 367 w 414"/>
                <a:gd name="T87" fmla="*/ 189 h 415"/>
                <a:gd name="T88" fmla="*/ 301 w 414"/>
                <a:gd name="T89" fmla="*/ 170 h 415"/>
                <a:gd name="T90" fmla="*/ 367 w 414"/>
                <a:gd name="T91" fmla="*/ 85 h 415"/>
                <a:gd name="T92" fmla="*/ 367 w 414"/>
                <a:gd name="T93" fmla="*/ 118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14" h="415">
                  <a:moveTo>
                    <a:pt x="301" y="241"/>
                  </a:moveTo>
                  <a:cubicBezTo>
                    <a:pt x="301" y="274"/>
                    <a:pt x="301" y="274"/>
                    <a:pt x="301" y="274"/>
                  </a:cubicBezTo>
                  <a:cubicBezTo>
                    <a:pt x="367" y="274"/>
                    <a:pt x="367" y="274"/>
                    <a:pt x="367" y="274"/>
                  </a:cubicBezTo>
                  <a:cubicBezTo>
                    <a:pt x="367" y="241"/>
                    <a:pt x="367" y="241"/>
                    <a:pt x="367" y="241"/>
                  </a:cubicBezTo>
                  <a:lnTo>
                    <a:pt x="301" y="241"/>
                  </a:lnTo>
                  <a:close/>
                  <a:moveTo>
                    <a:pt x="301" y="189"/>
                  </a:moveTo>
                  <a:cubicBezTo>
                    <a:pt x="301" y="222"/>
                    <a:pt x="301" y="222"/>
                    <a:pt x="301" y="222"/>
                  </a:cubicBezTo>
                  <a:cubicBezTo>
                    <a:pt x="367" y="222"/>
                    <a:pt x="367" y="222"/>
                    <a:pt x="367" y="222"/>
                  </a:cubicBezTo>
                  <a:cubicBezTo>
                    <a:pt x="367" y="189"/>
                    <a:pt x="367" y="189"/>
                    <a:pt x="367" y="189"/>
                  </a:cubicBezTo>
                  <a:lnTo>
                    <a:pt x="301" y="189"/>
                  </a:lnTo>
                  <a:close/>
                  <a:moveTo>
                    <a:pt x="301" y="293"/>
                  </a:moveTo>
                  <a:cubicBezTo>
                    <a:pt x="301" y="326"/>
                    <a:pt x="301" y="326"/>
                    <a:pt x="301" y="326"/>
                  </a:cubicBezTo>
                  <a:cubicBezTo>
                    <a:pt x="367" y="326"/>
                    <a:pt x="367" y="326"/>
                    <a:pt x="367" y="326"/>
                  </a:cubicBezTo>
                  <a:cubicBezTo>
                    <a:pt x="367" y="293"/>
                    <a:pt x="367" y="293"/>
                    <a:pt x="367" y="293"/>
                  </a:cubicBezTo>
                  <a:lnTo>
                    <a:pt x="301" y="293"/>
                  </a:lnTo>
                  <a:close/>
                  <a:moveTo>
                    <a:pt x="301" y="137"/>
                  </a:moveTo>
                  <a:cubicBezTo>
                    <a:pt x="301" y="170"/>
                    <a:pt x="301" y="170"/>
                    <a:pt x="301" y="170"/>
                  </a:cubicBezTo>
                  <a:cubicBezTo>
                    <a:pt x="367" y="170"/>
                    <a:pt x="367" y="170"/>
                    <a:pt x="367" y="170"/>
                  </a:cubicBezTo>
                  <a:cubicBezTo>
                    <a:pt x="367" y="137"/>
                    <a:pt x="367" y="137"/>
                    <a:pt x="367" y="137"/>
                  </a:cubicBezTo>
                  <a:lnTo>
                    <a:pt x="301" y="137"/>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301" y="326"/>
                  </a:moveTo>
                  <a:cubicBezTo>
                    <a:pt x="367" y="326"/>
                    <a:pt x="367" y="326"/>
                    <a:pt x="367" y="326"/>
                  </a:cubicBezTo>
                  <a:cubicBezTo>
                    <a:pt x="367" y="293"/>
                    <a:pt x="367" y="293"/>
                    <a:pt x="367" y="293"/>
                  </a:cubicBezTo>
                  <a:cubicBezTo>
                    <a:pt x="301" y="293"/>
                    <a:pt x="301" y="293"/>
                    <a:pt x="301" y="293"/>
                  </a:cubicBezTo>
                  <a:lnTo>
                    <a:pt x="301" y="326"/>
                  </a:lnTo>
                  <a:close/>
                  <a:moveTo>
                    <a:pt x="301" y="274"/>
                  </a:moveTo>
                  <a:cubicBezTo>
                    <a:pt x="367" y="274"/>
                    <a:pt x="367" y="274"/>
                    <a:pt x="367" y="274"/>
                  </a:cubicBezTo>
                  <a:cubicBezTo>
                    <a:pt x="367" y="241"/>
                    <a:pt x="367" y="241"/>
                    <a:pt x="367" y="241"/>
                  </a:cubicBezTo>
                  <a:cubicBezTo>
                    <a:pt x="301" y="241"/>
                    <a:pt x="301" y="241"/>
                    <a:pt x="301" y="241"/>
                  </a:cubicBezTo>
                  <a:lnTo>
                    <a:pt x="301" y="274"/>
                  </a:lnTo>
                  <a:close/>
                  <a:moveTo>
                    <a:pt x="301" y="222"/>
                  </a:moveTo>
                  <a:cubicBezTo>
                    <a:pt x="367" y="222"/>
                    <a:pt x="367" y="222"/>
                    <a:pt x="367" y="222"/>
                  </a:cubicBezTo>
                  <a:cubicBezTo>
                    <a:pt x="367" y="189"/>
                    <a:pt x="367" y="189"/>
                    <a:pt x="367" y="189"/>
                  </a:cubicBezTo>
                  <a:cubicBezTo>
                    <a:pt x="301" y="189"/>
                    <a:pt x="301" y="189"/>
                    <a:pt x="301" y="189"/>
                  </a:cubicBezTo>
                  <a:lnTo>
                    <a:pt x="301" y="222"/>
                  </a:lnTo>
                  <a:close/>
                  <a:moveTo>
                    <a:pt x="301" y="170"/>
                  </a:moveTo>
                  <a:cubicBezTo>
                    <a:pt x="367" y="170"/>
                    <a:pt x="367" y="170"/>
                    <a:pt x="367" y="170"/>
                  </a:cubicBezTo>
                  <a:cubicBezTo>
                    <a:pt x="367" y="137"/>
                    <a:pt x="367" y="137"/>
                    <a:pt x="367" y="137"/>
                  </a:cubicBezTo>
                  <a:cubicBezTo>
                    <a:pt x="301" y="137"/>
                    <a:pt x="301" y="137"/>
                    <a:pt x="301" y="137"/>
                  </a:cubicBezTo>
                  <a:lnTo>
                    <a:pt x="301" y="170"/>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400" y="42"/>
                  </a:moveTo>
                  <a:cubicBezTo>
                    <a:pt x="245" y="42"/>
                    <a:pt x="245" y="42"/>
                    <a:pt x="245" y="42"/>
                  </a:cubicBezTo>
                  <a:cubicBezTo>
                    <a:pt x="245" y="0"/>
                    <a:pt x="245" y="0"/>
                    <a:pt x="245" y="0"/>
                  </a:cubicBezTo>
                  <a:cubicBezTo>
                    <a:pt x="0" y="42"/>
                    <a:pt x="0" y="42"/>
                    <a:pt x="0" y="42"/>
                  </a:cubicBezTo>
                  <a:cubicBezTo>
                    <a:pt x="0" y="373"/>
                    <a:pt x="0" y="373"/>
                    <a:pt x="0" y="373"/>
                  </a:cubicBezTo>
                  <a:cubicBezTo>
                    <a:pt x="245" y="415"/>
                    <a:pt x="245" y="415"/>
                    <a:pt x="245" y="415"/>
                  </a:cubicBezTo>
                  <a:cubicBezTo>
                    <a:pt x="245" y="368"/>
                    <a:pt x="245" y="368"/>
                    <a:pt x="245" y="368"/>
                  </a:cubicBezTo>
                  <a:cubicBezTo>
                    <a:pt x="401" y="368"/>
                    <a:pt x="401" y="368"/>
                    <a:pt x="401" y="368"/>
                  </a:cubicBezTo>
                  <a:cubicBezTo>
                    <a:pt x="410" y="368"/>
                    <a:pt x="414" y="362"/>
                    <a:pt x="414" y="354"/>
                  </a:cubicBezTo>
                  <a:cubicBezTo>
                    <a:pt x="414" y="56"/>
                    <a:pt x="414" y="56"/>
                    <a:pt x="414" y="56"/>
                  </a:cubicBezTo>
                  <a:cubicBezTo>
                    <a:pt x="414" y="49"/>
                    <a:pt x="408" y="42"/>
                    <a:pt x="400" y="42"/>
                  </a:cubicBezTo>
                  <a:close/>
                  <a:moveTo>
                    <a:pt x="139" y="282"/>
                  </a:moveTo>
                  <a:cubicBezTo>
                    <a:pt x="118" y="232"/>
                    <a:pt x="118" y="232"/>
                    <a:pt x="118" y="232"/>
                  </a:cubicBezTo>
                  <a:cubicBezTo>
                    <a:pt x="118" y="231"/>
                    <a:pt x="118" y="231"/>
                    <a:pt x="118" y="230"/>
                  </a:cubicBezTo>
                  <a:cubicBezTo>
                    <a:pt x="117" y="230"/>
                    <a:pt x="117" y="229"/>
                    <a:pt x="117" y="229"/>
                  </a:cubicBezTo>
                  <a:cubicBezTo>
                    <a:pt x="117" y="228"/>
                    <a:pt x="117" y="226"/>
                    <a:pt x="117" y="225"/>
                  </a:cubicBezTo>
                  <a:cubicBezTo>
                    <a:pt x="116" y="224"/>
                    <a:pt x="116" y="223"/>
                    <a:pt x="116" y="222"/>
                  </a:cubicBezTo>
                  <a:cubicBezTo>
                    <a:pt x="116" y="222"/>
                    <a:pt x="116" y="222"/>
                    <a:pt x="116" y="222"/>
                  </a:cubicBezTo>
                  <a:cubicBezTo>
                    <a:pt x="116" y="223"/>
                    <a:pt x="114" y="223"/>
                    <a:pt x="114" y="224"/>
                  </a:cubicBezTo>
                  <a:cubicBezTo>
                    <a:pt x="114" y="224"/>
                    <a:pt x="114" y="225"/>
                    <a:pt x="114" y="226"/>
                  </a:cubicBezTo>
                  <a:cubicBezTo>
                    <a:pt x="114" y="228"/>
                    <a:pt x="113" y="228"/>
                    <a:pt x="113" y="229"/>
                  </a:cubicBezTo>
                  <a:cubicBezTo>
                    <a:pt x="113" y="230"/>
                    <a:pt x="113" y="231"/>
                    <a:pt x="112" y="232"/>
                  </a:cubicBezTo>
                  <a:cubicBezTo>
                    <a:pt x="92" y="280"/>
                    <a:pt x="92" y="280"/>
                    <a:pt x="92" y="280"/>
                  </a:cubicBezTo>
                  <a:cubicBezTo>
                    <a:pt x="61" y="277"/>
                    <a:pt x="61" y="277"/>
                    <a:pt x="61" y="277"/>
                  </a:cubicBezTo>
                  <a:cubicBezTo>
                    <a:pt x="98" y="206"/>
                    <a:pt x="98" y="206"/>
                    <a:pt x="98" y="206"/>
                  </a:cubicBezTo>
                  <a:cubicBezTo>
                    <a:pt x="65" y="134"/>
                    <a:pt x="65" y="134"/>
                    <a:pt x="65" y="134"/>
                  </a:cubicBezTo>
                  <a:cubicBezTo>
                    <a:pt x="95" y="132"/>
                    <a:pt x="95" y="132"/>
                    <a:pt x="95" y="132"/>
                  </a:cubicBezTo>
                  <a:cubicBezTo>
                    <a:pt x="113" y="176"/>
                    <a:pt x="113" y="176"/>
                    <a:pt x="113" y="176"/>
                  </a:cubicBezTo>
                  <a:cubicBezTo>
                    <a:pt x="113" y="177"/>
                    <a:pt x="113" y="178"/>
                    <a:pt x="114" y="179"/>
                  </a:cubicBezTo>
                  <a:cubicBezTo>
                    <a:pt x="114" y="179"/>
                    <a:pt x="114" y="180"/>
                    <a:pt x="114" y="182"/>
                  </a:cubicBezTo>
                  <a:cubicBezTo>
                    <a:pt x="116" y="183"/>
                    <a:pt x="116" y="184"/>
                    <a:pt x="116" y="185"/>
                  </a:cubicBezTo>
                  <a:cubicBezTo>
                    <a:pt x="116" y="186"/>
                    <a:pt x="116" y="187"/>
                    <a:pt x="117" y="189"/>
                  </a:cubicBezTo>
                  <a:cubicBezTo>
                    <a:pt x="117" y="189"/>
                    <a:pt x="117" y="189"/>
                    <a:pt x="117" y="189"/>
                  </a:cubicBezTo>
                  <a:cubicBezTo>
                    <a:pt x="117" y="187"/>
                    <a:pt x="117" y="187"/>
                    <a:pt x="118" y="186"/>
                  </a:cubicBezTo>
                  <a:cubicBezTo>
                    <a:pt x="118" y="185"/>
                    <a:pt x="118" y="184"/>
                    <a:pt x="118" y="183"/>
                  </a:cubicBezTo>
                  <a:cubicBezTo>
                    <a:pt x="118" y="182"/>
                    <a:pt x="119" y="180"/>
                    <a:pt x="119" y="179"/>
                  </a:cubicBezTo>
                  <a:cubicBezTo>
                    <a:pt x="119" y="178"/>
                    <a:pt x="120" y="177"/>
                    <a:pt x="120" y="176"/>
                  </a:cubicBezTo>
                  <a:cubicBezTo>
                    <a:pt x="140" y="130"/>
                    <a:pt x="140" y="130"/>
                    <a:pt x="140" y="130"/>
                  </a:cubicBezTo>
                  <a:cubicBezTo>
                    <a:pt x="172" y="127"/>
                    <a:pt x="172" y="127"/>
                    <a:pt x="172" y="127"/>
                  </a:cubicBezTo>
                  <a:cubicBezTo>
                    <a:pt x="134" y="205"/>
                    <a:pt x="134" y="205"/>
                    <a:pt x="134" y="205"/>
                  </a:cubicBezTo>
                  <a:cubicBezTo>
                    <a:pt x="173" y="284"/>
                    <a:pt x="173" y="284"/>
                    <a:pt x="173" y="284"/>
                  </a:cubicBezTo>
                  <a:lnTo>
                    <a:pt x="139" y="282"/>
                  </a:lnTo>
                  <a:close/>
                  <a:moveTo>
                    <a:pt x="400" y="354"/>
                  </a:moveTo>
                  <a:cubicBezTo>
                    <a:pt x="245" y="354"/>
                    <a:pt x="245" y="354"/>
                    <a:pt x="245" y="354"/>
                  </a:cubicBezTo>
                  <a:cubicBezTo>
                    <a:pt x="245" y="326"/>
                    <a:pt x="245" y="326"/>
                    <a:pt x="245" y="326"/>
                  </a:cubicBezTo>
                  <a:cubicBezTo>
                    <a:pt x="282" y="326"/>
                    <a:pt x="282" y="326"/>
                    <a:pt x="282" y="326"/>
                  </a:cubicBezTo>
                  <a:cubicBezTo>
                    <a:pt x="282" y="293"/>
                    <a:pt x="282" y="293"/>
                    <a:pt x="282" y="293"/>
                  </a:cubicBezTo>
                  <a:cubicBezTo>
                    <a:pt x="245" y="293"/>
                    <a:pt x="245" y="293"/>
                    <a:pt x="245" y="293"/>
                  </a:cubicBezTo>
                  <a:cubicBezTo>
                    <a:pt x="245" y="274"/>
                    <a:pt x="245" y="274"/>
                    <a:pt x="245" y="274"/>
                  </a:cubicBezTo>
                  <a:cubicBezTo>
                    <a:pt x="282" y="274"/>
                    <a:pt x="282" y="274"/>
                    <a:pt x="282" y="274"/>
                  </a:cubicBezTo>
                  <a:cubicBezTo>
                    <a:pt x="282" y="241"/>
                    <a:pt x="282" y="241"/>
                    <a:pt x="282" y="241"/>
                  </a:cubicBezTo>
                  <a:cubicBezTo>
                    <a:pt x="245" y="241"/>
                    <a:pt x="245" y="241"/>
                    <a:pt x="245" y="241"/>
                  </a:cubicBezTo>
                  <a:cubicBezTo>
                    <a:pt x="245" y="222"/>
                    <a:pt x="245" y="222"/>
                    <a:pt x="245" y="222"/>
                  </a:cubicBezTo>
                  <a:cubicBezTo>
                    <a:pt x="282" y="222"/>
                    <a:pt x="282" y="222"/>
                    <a:pt x="282" y="222"/>
                  </a:cubicBezTo>
                  <a:cubicBezTo>
                    <a:pt x="282" y="189"/>
                    <a:pt x="282" y="189"/>
                    <a:pt x="282" y="189"/>
                  </a:cubicBezTo>
                  <a:cubicBezTo>
                    <a:pt x="245" y="189"/>
                    <a:pt x="245" y="189"/>
                    <a:pt x="245" y="189"/>
                  </a:cubicBezTo>
                  <a:cubicBezTo>
                    <a:pt x="245" y="170"/>
                    <a:pt x="245" y="170"/>
                    <a:pt x="245" y="170"/>
                  </a:cubicBezTo>
                  <a:cubicBezTo>
                    <a:pt x="282" y="170"/>
                    <a:pt x="282" y="170"/>
                    <a:pt x="282" y="170"/>
                  </a:cubicBezTo>
                  <a:cubicBezTo>
                    <a:pt x="282" y="137"/>
                    <a:pt x="282" y="137"/>
                    <a:pt x="282" y="137"/>
                  </a:cubicBezTo>
                  <a:cubicBezTo>
                    <a:pt x="245" y="137"/>
                    <a:pt x="245" y="137"/>
                    <a:pt x="245" y="137"/>
                  </a:cubicBezTo>
                  <a:cubicBezTo>
                    <a:pt x="245" y="118"/>
                    <a:pt x="245" y="118"/>
                    <a:pt x="245" y="118"/>
                  </a:cubicBezTo>
                  <a:cubicBezTo>
                    <a:pt x="282" y="118"/>
                    <a:pt x="282" y="118"/>
                    <a:pt x="282" y="118"/>
                  </a:cubicBezTo>
                  <a:cubicBezTo>
                    <a:pt x="282" y="85"/>
                    <a:pt x="282" y="85"/>
                    <a:pt x="282" y="85"/>
                  </a:cubicBezTo>
                  <a:cubicBezTo>
                    <a:pt x="245" y="85"/>
                    <a:pt x="245" y="85"/>
                    <a:pt x="245" y="85"/>
                  </a:cubicBezTo>
                  <a:cubicBezTo>
                    <a:pt x="245" y="56"/>
                    <a:pt x="245" y="56"/>
                    <a:pt x="245" y="56"/>
                  </a:cubicBezTo>
                  <a:cubicBezTo>
                    <a:pt x="400" y="56"/>
                    <a:pt x="400" y="56"/>
                    <a:pt x="400" y="56"/>
                  </a:cubicBezTo>
                  <a:lnTo>
                    <a:pt x="400" y="354"/>
                  </a:lnTo>
                  <a:close/>
                  <a:moveTo>
                    <a:pt x="367" y="293"/>
                  </a:moveTo>
                  <a:cubicBezTo>
                    <a:pt x="301" y="293"/>
                    <a:pt x="301" y="293"/>
                    <a:pt x="301" y="293"/>
                  </a:cubicBezTo>
                  <a:cubicBezTo>
                    <a:pt x="301" y="326"/>
                    <a:pt x="301" y="326"/>
                    <a:pt x="301" y="326"/>
                  </a:cubicBezTo>
                  <a:cubicBezTo>
                    <a:pt x="367" y="326"/>
                    <a:pt x="367" y="326"/>
                    <a:pt x="367" y="326"/>
                  </a:cubicBezTo>
                  <a:lnTo>
                    <a:pt x="367" y="293"/>
                  </a:lnTo>
                  <a:close/>
                  <a:moveTo>
                    <a:pt x="367" y="241"/>
                  </a:moveTo>
                  <a:cubicBezTo>
                    <a:pt x="301" y="241"/>
                    <a:pt x="301" y="241"/>
                    <a:pt x="301" y="241"/>
                  </a:cubicBezTo>
                  <a:cubicBezTo>
                    <a:pt x="301" y="274"/>
                    <a:pt x="301" y="274"/>
                    <a:pt x="301" y="274"/>
                  </a:cubicBezTo>
                  <a:cubicBezTo>
                    <a:pt x="367" y="274"/>
                    <a:pt x="367" y="274"/>
                    <a:pt x="367" y="274"/>
                  </a:cubicBezTo>
                  <a:lnTo>
                    <a:pt x="367" y="241"/>
                  </a:lnTo>
                  <a:close/>
                  <a:moveTo>
                    <a:pt x="367" y="189"/>
                  </a:moveTo>
                  <a:cubicBezTo>
                    <a:pt x="301" y="189"/>
                    <a:pt x="301" y="189"/>
                    <a:pt x="301" y="189"/>
                  </a:cubicBezTo>
                  <a:cubicBezTo>
                    <a:pt x="301" y="222"/>
                    <a:pt x="301" y="222"/>
                    <a:pt x="301" y="222"/>
                  </a:cubicBezTo>
                  <a:cubicBezTo>
                    <a:pt x="367" y="222"/>
                    <a:pt x="367" y="222"/>
                    <a:pt x="367" y="222"/>
                  </a:cubicBezTo>
                  <a:lnTo>
                    <a:pt x="367" y="189"/>
                  </a:lnTo>
                  <a:close/>
                  <a:moveTo>
                    <a:pt x="367" y="137"/>
                  </a:moveTo>
                  <a:cubicBezTo>
                    <a:pt x="301" y="137"/>
                    <a:pt x="301" y="137"/>
                    <a:pt x="301" y="137"/>
                  </a:cubicBezTo>
                  <a:cubicBezTo>
                    <a:pt x="301" y="170"/>
                    <a:pt x="301" y="170"/>
                    <a:pt x="301" y="170"/>
                  </a:cubicBezTo>
                  <a:cubicBezTo>
                    <a:pt x="367" y="170"/>
                    <a:pt x="367" y="170"/>
                    <a:pt x="367" y="170"/>
                  </a:cubicBezTo>
                  <a:lnTo>
                    <a:pt x="367" y="137"/>
                  </a:lnTo>
                  <a:close/>
                  <a:moveTo>
                    <a:pt x="367" y="85"/>
                  </a:moveTo>
                  <a:cubicBezTo>
                    <a:pt x="301" y="85"/>
                    <a:pt x="301" y="85"/>
                    <a:pt x="301" y="85"/>
                  </a:cubicBezTo>
                  <a:cubicBezTo>
                    <a:pt x="301" y="118"/>
                    <a:pt x="301" y="118"/>
                    <a:pt x="301" y="118"/>
                  </a:cubicBezTo>
                  <a:cubicBezTo>
                    <a:pt x="367" y="118"/>
                    <a:pt x="367" y="118"/>
                    <a:pt x="367" y="118"/>
                  </a:cubicBezTo>
                  <a:lnTo>
                    <a:pt x="367" y="85"/>
                  </a:lnTo>
                  <a:close/>
                </a:path>
              </a:pathLst>
            </a:custGeom>
            <a:solidFill>
              <a:srgbClr val="164E2F"/>
            </a:solidFill>
            <a:ln>
              <a:noFill/>
            </a:ln>
          </p:spPr>
          <p:txBody>
            <a:bodyPr vert="horz" wrap="square" lIns="91440" tIns="45720" rIns="91440" bIns="45720" numCol="1" anchor="t" anchorCtr="0" compatLnSpc="1">
              <a:prstTxWarp prst="textNoShape">
                <a:avLst/>
              </a:prstTxWarp>
            </a:bodyPr>
            <a:lstStyle/>
            <a:p>
              <a:pPr>
                <a:defRPr/>
              </a:pPr>
              <a:endParaRPr lang="en-US" sz="1836" kern="0">
                <a:solidFill>
                  <a:srgbClr val="505050"/>
                </a:solidFill>
              </a:endParaRPr>
            </a:p>
          </p:txBody>
        </p:sp>
        <p:sp>
          <p:nvSpPr>
            <p:cNvPr id="31" name="Rectangle 30"/>
            <p:cNvSpPr/>
            <p:nvPr/>
          </p:nvSpPr>
          <p:spPr>
            <a:xfrm>
              <a:off x="2677674" y="3437617"/>
              <a:ext cx="1376999" cy="948535"/>
            </a:xfrm>
            <a:prstGeom prst="rect">
              <a:avLst/>
            </a:prstGeom>
            <a:solidFill>
              <a:srgbClr val="217346"/>
            </a:solidFill>
            <a:ln w="22225">
              <a:solidFill>
                <a:srgbClr val="164E2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32" name="Rectangle 31"/>
            <p:cNvSpPr/>
            <p:nvPr/>
          </p:nvSpPr>
          <p:spPr>
            <a:xfrm>
              <a:off x="2677674" y="3304333"/>
              <a:ext cx="1376999" cy="146898"/>
            </a:xfrm>
            <a:prstGeom prst="rect">
              <a:avLst/>
            </a:prstGeom>
            <a:solidFill>
              <a:srgbClr val="217346"/>
            </a:solidFill>
            <a:ln w="22225">
              <a:solidFill>
                <a:srgbClr val="164E2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grpSp>
          <p:nvGrpSpPr>
            <p:cNvPr id="33" name="Group 32"/>
            <p:cNvGrpSpPr/>
            <p:nvPr/>
          </p:nvGrpSpPr>
          <p:grpSpPr>
            <a:xfrm>
              <a:off x="2786888" y="3533161"/>
              <a:ext cx="1165218" cy="775768"/>
              <a:chOff x="1536522" y="2097832"/>
              <a:chExt cx="830830" cy="553142"/>
            </a:xfrm>
          </p:grpSpPr>
          <p:sp>
            <p:nvSpPr>
              <p:cNvPr id="98" name="Rectangle 97"/>
              <p:cNvSpPr/>
              <p:nvPr/>
            </p:nvSpPr>
            <p:spPr bwMode="auto">
              <a:xfrm>
                <a:off x="2244476"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99" name="Rectangle 98"/>
              <p:cNvSpPr/>
              <p:nvPr/>
            </p:nvSpPr>
            <p:spPr bwMode="auto">
              <a:xfrm>
                <a:off x="2244476"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0" name="Rectangle 99"/>
              <p:cNvSpPr/>
              <p:nvPr/>
            </p:nvSpPr>
            <p:spPr bwMode="auto">
              <a:xfrm>
                <a:off x="2244476"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1" name="Rectangle 100"/>
              <p:cNvSpPr/>
              <p:nvPr/>
            </p:nvSpPr>
            <p:spPr bwMode="auto">
              <a:xfrm>
                <a:off x="2244476"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2" name="Rectangle 101"/>
              <p:cNvSpPr/>
              <p:nvPr/>
            </p:nvSpPr>
            <p:spPr bwMode="auto">
              <a:xfrm>
                <a:off x="2244476"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3" name="Rectangle 102"/>
              <p:cNvSpPr/>
              <p:nvPr/>
            </p:nvSpPr>
            <p:spPr bwMode="auto">
              <a:xfrm>
                <a:off x="2244476"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4" name="Rectangle 103"/>
              <p:cNvSpPr/>
              <p:nvPr/>
            </p:nvSpPr>
            <p:spPr bwMode="auto">
              <a:xfrm>
                <a:off x="1890498"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5" name="Rectangle 104"/>
              <p:cNvSpPr/>
              <p:nvPr/>
            </p:nvSpPr>
            <p:spPr bwMode="auto">
              <a:xfrm>
                <a:off x="1890498"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6" name="Rectangle 105"/>
              <p:cNvSpPr/>
              <p:nvPr/>
            </p:nvSpPr>
            <p:spPr bwMode="auto">
              <a:xfrm>
                <a:off x="1890498"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7" name="Rectangle 106"/>
              <p:cNvSpPr/>
              <p:nvPr/>
            </p:nvSpPr>
            <p:spPr bwMode="auto">
              <a:xfrm>
                <a:off x="1890498" y="2389711"/>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8" name="Rectangle 107"/>
              <p:cNvSpPr/>
              <p:nvPr/>
            </p:nvSpPr>
            <p:spPr bwMode="auto">
              <a:xfrm>
                <a:off x="1890498" y="2487004"/>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09" name="Rectangle 108"/>
              <p:cNvSpPr/>
              <p:nvPr/>
            </p:nvSpPr>
            <p:spPr bwMode="auto">
              <a:xfrm>
                <a:off x="1890498"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0" name="Rectangle 109"/>
              <p:cNvSpPr/>
              <p:nvPr/>
            </p:nvSpPr>
            <p:spPr bwMode="auto">
              <a:xfrm>
                <a:off x="2067486"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1" name="Rectangle 110"/>
              <p:cNvSpPr/>
              <p:nvPr/>
            </p:nvSpPr>
            <p:spPr bwMode="auto">
              <a:xfrm>
                <a:off x="2067486"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2" name="Rectangle 111"/>
              <p:cNvSpPr/>
              <p:nvPr/>
            </p:nvSpPr>
            <p:spPr bwMode="auto">
              <a:xfrm>
                <a:off x="2067486"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3" name="Rectangle 112"/>
              <p:cNvSpPr/>
              <p:nvPr/>
            </p:nvSpPr>
            <p:spPr bwMode="auto">
              <a:xfrm>
                <a:off x="2067486" y="2389711"/>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4" name="Rectangle 113"/>
              <p:cNvSpPr/>
              <p:nvPr/>
            </p:nvSpPr>
            <p:spPr bwMode="auto">
              <a:xfrm>
                <a:off x="2067486" y="2487004"/>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5" name="Rectangle 114"/>
              <p:cNvSpPr/>
              <p:nvPr/>
            </p:nvSpPr>
            <p:spPr bwMode="auto">
              <a:xfrm>
                <a:off x="2067486"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6" name="Rectangle 115"/>
              <p:cNvSpPr/>
              <p:nvPr/>
            </p:nvSpPr>
            <p:spPr bwMode="auto">
              <a:xfrm>
                <a:off x="1713510" y="2097832"/>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7" name="Rectangle 116"/>
              <p:cNvSpPr/>
              <p:nvPr/>
            </p:nvSpPr>
            <p:spPr bwMode="auto">
              <a:xfrm>
                <a:off x="1713510" y="2195125"/>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8" name="Rectangle 117"/>
              <p:cNvSpPr/>
              <p:nvPr/>
            </p:nvSpPr>
            <p:spPr bwMode="auto">
              <a:xfrm>
                <a:off x="1713510"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19" name="Rectangle 118"/>
              <p:cNvSpPr/>
              <p:nvPr/>
            </p:nvSpPr>
            <p:spPr bwMode="auto">
              <a:xfrm>
                <a:off x="1713510"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0" name="Rectangle 119"/>
              <p:cNvSpPr/>
              <p:nvPr/>
            </p:nvSpPr>
            <p:spPr bwMode="auto">
              <a:xfrm>
                <a:off x="1713510"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1" name="Rectangle 120"/>
              <p:cNvSpPr/>
              <p:nvPr/>
            </p:nvSpPr>
            <p:spPr bwMode="auto">
              <a:xfrm>
                <a:off x="1713510"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2" name="Rectangle 121"/>
              <p:cNvSpPr/>
              <p:nvPr/>
            </p:nvSpPr>
            <p:spPr bwMode="auto">
              <a:xfrm>
                <a:off x="1536522" y="2097832"/>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3" name="Rectangle 122"/>
              <p:cNvSpPr/>
              <p:nvPr/>
            </p:nvSpPr>
            <p:spPr bwMode="auto">
              <a:xfrm>
                <a:off x="1536522" y="2195125"/>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4" name="Rectangle 123"/>
              <p:cNvSpPr/>
              <p:nvPr/>
            </p:nvSpPr>
            <p:spPr bwMode="auto">
              <a:xfrm>
                <a:off x="1536522"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5" name="Rectangle 124"/>
              <p:cNvSpPr/>
              <p:nvPr/>
            </p:nvSpPr>
            <p:spPr bwMode="auto">
              <a:xfrm>
                <a:off x="1536522"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6" name="Rectangle 125"/>
              <p:cNvSpPr/>
              <p:nvPr/>
            </p:nvSpPr>
            <p:spPr bwMode="auto">
              <a:xfrm>
                <a:off x="1536522"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27" name="Rectangle 126"/>
              <p:cNvSpPr/>
              <p:nvPr/>
            </p:nvSpPr>
            <p:spPr bwMode="auto">
              <a:xfrm>
                <a:off x="1536522"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34" name="AutoShape 3"/>
            <p:cNvSpPr>
              <a:spLocks noChangeAspect="1" noChangeArrowheads="1" noTextEdit="1"/>
            </p:cNvSpPr>
            <p:nvPr/>
          </p:nvSpPr>
          <p:spPr bwMode="auto">
            <a:xfrm>
              <a:off x="2667063" y="4056991"/>
              <a:ext cx="2750769" cy="1558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35" name="Rectangle 5"/>
            <p:cNvSpPr>
              <a:spLocks noChangeArrowheads="1"/>
            </p:cNvSpPr>
            <p:nvPr/>
          </p:nvSpPr>
          <p:spPr bwMode="auto">
            <a:xfrm>
              <a:off x="3010125" y="4040256"/>
              <a:ext cx="2098115" cy="144964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36" name="Oval 6"/>
            <p:cNvSpPr>
              <a:spLocks noChangeArrowheads="1"/>
            </p:cNvSpPr>
            <p:nvPr/>
          </p:nvSpPr>
          <p:spPr bwMode="auto">
            <a:xfrm>
              <a:off x="4035126" y="4071634"/>
              <a:ext cx="46020" cy="4811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37" name="Rectangle 7"/>
            <p:cNvSpPr>
              <a:spLocks noChangeArrowheads="1"/>
            </p:cNvSpPr>
            <p:nvPr/>
          </p:nvSpPr>
          <p:spPr bwMode="auto">
            <a:xfrm>
              <a:off x="3087523" y="4151124"/>
              <a:ext cx="1957961" cy="127393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38" name="Freeform 8"/>
            <p:cNvSpPr>
              <a:spLocks/>
            </p:cNvSpPr>
            <p:nvPr/>
          </p:nvSpPr>
          <p:spPr bwMode="auto">
            <a:xfrm>
              <a:off x="2683798" y="5504543"/>
              <a:ext cx="2719391" cy="110868"/>
            </a:xfrm>
            <a:custGeom>
              <a:avLst/>
              <a:gdLst>
                <a:gd name="T0" fmla="*/ 0 w 175"/>
                <a:gd name="T1" fmla="*/ 0 h 7"/>
                <a:gd name="T2" fmla="*/ 0 w 175"/>
                <a:gd name="T3" fmla="*/ 1 h 7"/>
                <a:gd name="T4" fmla="*/ 7 w 175"/>
                <a:gd name="T5" fmla="*/ 7 h 7"/>
                <a:gd name="T6" fmla="*/ 168 w 175"/>
                <a:gd name="T7" fmla="*/ 7 h 7"/>
                <a:gd name="T8" fmla="*/ 175 w 175"/>
                <a:gd name="T9" fmla="*/ 1 h 7"/>
                <a:gd name="T10" fmla="*/ 175 w 175"/>
                <a:gd name="T11" fmla="*/ 0 h 7"/>
                <a:gd name="T12" fmla="*/ 0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0"/>
                  </a:moveTo>
                  <a:cubicBezTo>
                    <a:pt x="0" y="1"/>
                    <a:pt x="0" y="1"/>
                    <a:pt x="0" y="1"/>
                  </a:cubicBezTo>
                  <a:cubicBezTo>
                    <a:pt x="0" y="4"/>
                    <a:pt x="3" y="7"/>
                    <a:pt x="7" y="7"/>
                  </a:cubicBezTo>
                  <a:cubicBezTo>
                    <a:pt x="168" y="7"/>
                    <a:pt x="168" y="7"/>
                    <a:pt x="168" y="7"/>
                  </a:cubicBezTo>
                  <a:cubicBezTo>
                    <a:pt x="172" y="7"/>
                    <a:pt x="175" y="4"/>
                    <a:pt x="175" y="1"/>
                  </a:cubicBezTo>
                  <a:cubicBezTo>
                    <a:pt x="175" y="0"/>
                    <a:pt x="175" y="0"/>
                    <a:pt x="175" y="0"/>
                  </a:cubicBezTo>
                  <a:lnTo>
                    <a:pt x="0" y="0"/>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39" name="Rectangle 38"/>
            <p:cNvSpPr/>
            <p:nvPr/>
          </p:nvSpPr>
          <p:spPr>
            <a:xfrm>
              <a:off x="3182309" y="4257010"/>
              <a:ext cx="1768390" cy="1062160"/>
            </a:xfrm>
            <a:prstGeom prst="rect">
              <a:avLst/>
            </a:prstGeom>
            <a:solidFill>
              <a:srgbClr val="2B579A"/>
            </a:solidFill>
            <a:ln w="22225">
              <a:solidFill>
                <a:srgbClr val="1B375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40" name="Rectangle 39"/>
            <p:cNvSpPr/>
            <p:nvPr/>
          </p:nvSpPr>
          <p:spPr>
            <a:xfrm>
              <a:off x="3753998" y="4257010"/>
              <a:ext cx="1196701" cy="1062160"/>
            </a:xfrm>
            <a:prstGeom prst="rect">
              <a:avLst/>
            </a:prstGeom>
            <a:solidFill>
              <a:srgbClr val="2B579A"/>
            </a:solidFill>
            <a:ln w="22225">
              <a:solidFill>
                <a:srgbClr val="1B375F"/>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cxnSp>
          <p:nvCxnSpPr>
            <p:cNvPr id="41" name="Straight Connector 40"/>
            <p:cNvCxnSpPr/>
            <p:nvPr/>
          </p:nvCxnSpPr>
          <p:spPr>
            <a:xfrm>
              <a:off x="3942100" y="4776050"/>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2" name="Straight Connector 41"/>
            <p:cNvCxnSpPr/>
            <p:nvPr/>
          </p:nvCxnSpPr>
          <p:spPr>
            <a:xfrm>
              <a:off x="3942100" y="4955339"/>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3" name="Straight Connector 42"/>
            <p:cNvCxnSpPr/>
            <p:nvPr/>
          </p:nvCxnSpPr>
          <p:spPr>
            <a:xfrm>
              <a:off x="3942100" y="5134631"/>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4" name="Straight Connector 43"/>
            <p:cNvCxnSpPr/>
            <p:nvPr/>
          </p:nvCxnSpPr>
          <p:spPr>
            <a:xfrm>
              <a:off x="3328334" y="4776049"/>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5" name="Straight Connector 44"/>
            <p:cNvCxnSpPr/>
            <p:nvPr/>
          </p:nvCxnSpPr>
          <p:spPr>
            <a:xfrm>
              <a:off x="3328334" y="4955339"/>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46" name="Straight Connector 45"/>
            <p:cNvCxnSpPr/>
            <p:nvPr/>
          </p:nvCxnSpPr>
          <p:spPr>
            <a:xfrm>
              <a:off x="3328334" y="5134631"/>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sp>
          <p:nvSpPr>
            <p:cNvPr id="47" name="Freeform 9"/>
            <p:cNvSpPr>
              <a:spLocks noChangeAspect="1" noEditPoints="1"/>
            </p:cNvSpPr>
            <p:nvPr/>
          </p:nvSpPr>
          <p:spPr bwMode="black">
            <a:xfrm>
              <a:off x="3294014" y="4321096"/>
              <a:ext cx="380746" cy="380746"/>
            </a:xfrm>
            <a:custGeom>
              <a:avLst/>
              <a:gdLst>
                <a:gd name="T0" fmla="*/ 246 w 415"/>
                <a:gd name="T1" fmla="*/ 99 h 415"/>
                <a:gd name="T2" fmla="*/ 0 w 415"/>
                <a:gd name="T3" fmla="*/ 42 h 415"/>
                <a:gd name="T4" fmla="*/ 246 w 415"/>
                <a:gd name="T5" fmla="*/ 415 h 415"/>
                <a:gd name="T6" fmla="*/ 402 w 415"/>
                <a:gd name="T7" fmla="*/ 321 h 415"/>
                <a:gd name="T8" fmla="*/ 415 w 415"/>
                <a:gd name="T9" fmla="*/ 113 h 415"/>
                <a:gd name="T10" fmla="*/ 179 w 415"/>
                <a:gd name="T11" fmla="*/ 222 h 415"/>
                <a:gd name="T12" fmla="*/ 169 w 415"/>
                <a:gd name="T13" fmla="*/ 251 h 415"/>
                <a:gd name="T14" fmla="*/ 151 w 415"/>
                <a:gd name="T15" fmla="*/ 272 h 415"/>
                <a:gd name="T16" fmla="*/ 128 w 415"/>
                <a:gd name="T17" fmla="*/ 282 h 415"/>
                <a:gd name="T18" fmla="*/ 102 w 415"/>
                <a:gd name="T19" fmla="*/ 281 h 415"/>
                <a:gd name="T20" fmla="*/ 82 w 415"/>
                <a:gd name="T21" fmla="*/ 269 h 415"/>
                <a:gd name="T22" fmla="*/ 66 w 415"/>
                <a:gd name="T23" fmla="*/ 249 h 415"/>
                <a:gd name="T24" fmla="*/ 58 w 415"/>
                <a:gd name="T25" fmla="*/ 223 h 415"/>
                <a:gd name="T26" fmla="*/ 58 w 415"/>
                <a:gd name="T27" fmla="*/ 191 h 415"/>
                <a:gd name="T28" fmla="*/ 65 w 415"/>
                <a:gd name="T29" fmla="*/ 164 h 415"/>
                <a:gd name="T30" fmla="*/ 82 w 415"/>
                <a:gd name="T31" fmla="*/ 141 h 415"/>
                <a:gd name="T32" fmla="*/ 103 w 415"/>
                <a:gd name="T33" fmla="*/ 130 h 415"/>
                <a:gd name="T34" fmla="*/ 130 w 415"/>
                <a:gd name="T35" fmla="*/ 127 h 415"/>
                <a:gd name="T36" fmla="*/ 153 w 415"/>
                <a:gd name="T37" fmla="*/ 137 h 415"/>
                <a:gd name="T38" fmla="*/ 169 w 415"/>
                <a:gd name="T39" fmla="*/ 158 h 415"/>
                <a:gd name="T40" fmla="*/ 179 w 415"/>
                <a:gd name="T41" fmla="*/ 186 h 415"/>
                <a:gd name="T42" fmla="*/ 179 w 415"/>
                <a:gd name="T43" fmla="*/ 222 h 415"/>
                <a:gd name="T44" fmla="*/ 246 w 415"/>
                <a:gd name="T45" fmla="*/ 307 h 415"/>
                <a:gd name="T46" fmla="*/ 292 w 415"/>
                <a:gd name="T47" fmla="*/ 228 h 415"/>
                <a:gd name="T48" fmla="*/ 401 w 415"/>
                <a:gd name="T49" fmla="*/ 140 h 415"/>
                <a:gd name="T50" fmla="*/ 401 w 415"/>
                <a:gd name="T51" fmla="*/ 121 h 415"/>
                <a:gd name="T52" fmla="*/ 298 w 415"/>
                <a:gd name="T53" fmla="*/ 216 h 415"/>
                <a:gd name="T54" fmla="*/ 246 w 415"/>
                <a:gd name="T55" fmla="*/ 113 h 415"/>
                <a:gd name="T56" fmla="*/ 401 w 415"/>
                <a:gd name="T57" fmla="*/ 121 h 415"/>
                <a:gd name="T58" fmla="*/ 143 w 415"/>
                <a:gd name="T59" fmla="*/ 176 h 415"/>
                <a:gd name="T60" fmla="*/ 134 w 415"/>
                <a:gd name="T61" fmla="*/ 163 h 415"/>
                <a:gd name="T62" fmla="*/ 123 w 415"/>
                <a:gd name="T63" fmla="*/ 157 h 415"/>
                <a:gd name="T64" fmla="*/ 109 w 415"/>
                <a:gd name="T65" fmla="*/ 158 h 415"/>
                <a:gd name="T66" fmla="*/ 97 w 415"/>
                <a:gd name="T67" fmla="*/ 165 h 415"/>
                <a:gd name="T68" fmla="*/ 89 w 415"/>
                <a:gd name="T69" fmla="*/ 178 h 415"/>
                <a:gd name="T70" fmla="*/ 85 w 415"/>
                <a:gd name="T71" fmla="*/ 196 h 415"/>
                <a:gd name="T72" fmla="*/ 85 w 415"/>
                <a:gd name="T73" fmla="*/ 216 h 415"/>
                <a:gd name="T74" fmla="*/ 90 w 415"/>
                <a:gd name="T75" fmla="*/ 233 h 415"/>
                <a:gd name="T76" fmla="*/ 98 w 415"/>
                <a:gd name="T77" fmla="*/ 246 h 415"/>
                <a:gd name="T78" fmla="*/ 109 w 415"/>
                <a:gd name="T79" fmla="*/ 252 h 415"/>
                <a:gd name="T80" fmla="*/ 122 w 415"/>
                <a:gd name="T81" fmla="*/ 254 h 415"/>
                <a:gd name="T82" fmla="*/ 134 w 415"/>
                <a:gd name="T83" fmla="*/ 248 h 415"/>
                <a:gd name="T84" fmla="*/ 142 w 415"/>
                <a:gd name="T85" fmla="*/ 236 h 415"/>
                <a:gd name="T86" fmla="*/ 147 w 415"/>
                <a:gd name="T87" fmla="*/ 217 h 415"/>
                <a:gd name="T88" fmla="*/ 147 w 415"/>
                <a:gd name="T89" fmla="*/ 195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15" h="415">
                  <a:moveTo>
                    <a:pt x="401" y="99"/>
                  </a:moveTo>
                  <a:cubicBezTo>
                    <a:pt x="246" y="99"/>
                    <a:pt x="246" y="99"/>
                    <a:pt x="246" y="99"/>
                  </a:cubicBezTo>
                  <a:cubicBezTo>
                    <a:pt x="246" y="0"/>
                    <a:pt x="246" y="0"/>
                    <a:pt x="246" y="0"/>
                  </a:cubicBezTo>
                  <a:cubicBezTo>
                    <a:pt x="0" y="42"/>
                    <a:pt x="0" y="42"/>
                    <a:pt x="0" y="42"/>
                  </a:cubicBezTo>
                  <a:cubicBezTo>
                    <a:pt x="0" y="373"/>
                    <a:pt x="0" y="373"/>
                    <a:pt x="0" y="373"/>
                  </a:cubicBezTo>
                  <a:cubicBezTo>
                    <a:pt x="246" y="415"/>
                    <a:pt x="246" y="415"/>
                    <a:pt x="246" y="415"/>
                  </a:cubicBezTo>
                  <a:cubicBezTo>
                    <a:pt x="246" y="321"/>
                    <a:pt x="246" y="321"/>
                    <a:pt x="246" y="321"/>
                  </a:cubicBezTo>
                  <a:cubicBezTo>
                    <a:pt x="402" y="321"/>
                    <a:pt x="402" y="321"/>
                    <a:pt x="402" y="321"/>
                  </a:cubicBezTo>
                  <a:cubicBezTo>
                    <a:pt x="409" y="321"/>
                    <a:pt x="415" y="314"/>
                    <a:pt x="415" y="307"/>
                  </a:cubicBezTo>
                  <a:cubicBezTo>
                    <a:pt x="415" y="113"/>
                    <a:pt x="415" y="113"/>
                    <a:pt x="415" y="113"/>
                  </a:cubicBezTo>
                  <a:cubicBezTo>
                    <a:pt x="415" y="105"/>
                    <a:pt x="409" y="99"/>
                    <a:pt x="401" y="99"/>
                  </a:cubicBezTo>
                  <a:close/>
                  <a:moveTo>
                    <a:pt x="179" y="222"/>
                  </a:moveTo>
                  <a:cubicBezTo>
                    <a:pt x="177" y="228"/>
                    <a:pt x="176" y="232"/>
                    <a:pt x="175" y="237"/>
                  </a:cubicBezTo>
                  <a:cubicBezTo>
                    <a:pt x="174" y="243"/>
                    <a:pt x="172" y="248"/>
                    <a:pt x="169" y="251"/>
                  </a:cubicBezTo>
                  <a:cubicBezTo>
                    <a:pt x="167" y="256"/>
                    <a:pt x="164" y="259"/>
                    <a:pt x="161" y="263"/>
                  </a:cubicBezTo>
                  <a:cubicBezTo>
                    <a:pt x="157" y="266"/>
                    <a:pt x="155" y="270"/>
                    <a:pt x="151" y="272"/>
                  </a:cubicBezTo>
                  <a:cubicBezTo>
                    <a:pt x="148" y="275"/>
                    <a:pt x="144" y="277"/>
                    <a:pt x="140" y="278"/>
                  </a:cubicBezTo>
                  <a:cubicBezTo>
                    <a:pt x="136" y="281"/>
                    <a:pt x="133" y="282"/>
                    <a:pt x="128" y="282"/>
                  </a:cubicBezTo>
                  <a:cubicBezTo>
                    <a:pt x="124" y="283"/>
                    <a:pt x="120" y="283"/>
                    <a:pt x="115" y="283"/>
                  </a:cubicBezTo>
                  <a:cubicBezTo>
                    <a:pt x="110" y="283"/>
                    <a:pt x="107" y="282"/>
                    <a:pt x="102" y="281"/>
                  </a:cubicBezTo>
                  <a:cubicBezTo>
                    <a:pt x="98" y="279"/>
                    <a:pt x="95" y="278"/>
                    <a:pt x="91" y="276"/>
                  </a:cubicBezTo>
                  <a:cubicBezTo>
                    <a:pt x="88" y="275"/>
                    <a:pt x="84" y="272"/>
                    <a:pt x="82" y="269"/>
                  </a:cubicBezTo>
                  <a:cubicBezTo>
                    <a:pt x="78" y="266"/>
                    <a:pt x="76" y="264"/>
                    <a:pt x="72" y="261"/>
                  </a:cubicBezTo>
                  <a:cubicBezTo>
                    <a:pt x="70" y="257"/>
                    <a:pt x="68" y="252"/>
                    <a:pt x="66" y="249"/>
                  </a:cubicBezTo>
                  <a:cubicBezTo>
                    <a:pt x="64" y="245"/>
                    <a:pt x="62" y="241"/>
                    <a:pt x="61" y="236"/>
                  </a:cubicBezTo>
                  <a:cubicBezTo>
                    <a:pt x="59" y="232"/>
                    <a:pt x="58" y="228"/>
                    <a:pt x="58" y="223"/>
                  </a:cubicBezTo>
                  <a:cubicBezTo>
                    <a:pt x="57" y="217"/>
                    <a:pt x="57" y="212"/>
                    <a:pt x="57" y="207"/>
                  </a:cubicBezTo>
                  <a:cubicBezTo>
                    <a:pt x="57" y="202"/>
                    <a:pt x="57" y="196"/>
                    <a:pt x="58" y="191"/>
                  </a:cubicBezTo>
                  <a:cubicBezTo>
                    <a:pt x="58" y="186"/>
                    <a:pt x="59" y="180"/>
                    <a:pt x="61" y="177"/>
                  </a:cubicBezTo>
                  <a:cubicBezTo>
                    <a:pt x="62" y="172"/>
                    <a:pt x="64" y="167"/>
                    <a:pt x="65" y="164"/>
                  </a:cubicBezTo>
                  <a:cubicBezTo>
                    <a:pt x="68" y="159"/>
                    <a:pt x="70" y="156"/>
                    <a:pt x="72" y="152"/>
                  </a:cubicBezTo>
                  <a:cubicBezTo>
                    <a:pt x="75" y="148"/>
                    <a:pt x="78" y="145"/>
                    <a:pt x="82" y="141"/>
                  </a:cubicBezTo>
                  <a:cubicBezTo>
                    <a:pt x="84" y="139"/>
                    <a:pt x="88" y="137"/>
                    <a:pt x="91" y="134"/>
                  </a:cubicBezTo>
                  <a:cubicBezTo>
                    <a:pt x="95" y="132"/>
                    <a:pt x="99" y="131"/>
                    <a:pt x="103" y="130"/>
                  </a:cubicBezTo>
                  <a:cubicBezTo>
                    <a:pt x="108" y="128"/>
                    <a:pt x="112" y="127"/>
                    <a:pt x="117" y="127"/>
                  </a:cubicBezTo>
                  <a:cubicBezTo>
                    <a:pt x="121" y="127"/>
                    <a:pt x="125" y="127"/>
                    <a:pt x="130" y="127"/>
                  </a:cubicBezTo>
                  <a:cubicBezTo>
                    <a:pt x="134" y="128"/>
                    <a:pt x="137" y="130"/>
                    <a:pt x="142" y="131"/>
                  </a:cubicBezTo>
                  <a:cubicBezTo>
                    <a:pt x="146" y="133"/>
                    <a:pt x="149" y="134"/>
                    <a:pt x="153" y="137"/>
                  </a:cubicBezTo>
                  <a:cubicBezTo>
                    <a:pt x="155" y="140"/>
                    <a:pt x="159" y="143"/>
                    <a:pt x="162" y="146"/>
                  </a:cubicBezTo>
                  <a:cubicBezTo>
                    <a:pt x="164" y="150"/>
                    <a:pt x="167" y="153"/>
                    <a:pt x="169" y="158"/>
                  </a:cubicBezTo>
                  <a:cubicBezTo>
                    <a:pt x="172" y="161"/>
                    <a:pt x="174" y="166"/>
                    <a:pt x="175" y="171"/>
                  </a:cubicBezTo>
                  <a:cubicBezTo>
                    <a:pt x="176" y="176"/>
                    <a:pt x="177" y="182"/>
                    <a:pt x="179" y="186"/>
                  </a:cubicBezTo>
                  <a:cubicBezTo>
                    <a:pt x="180" y="192"/>
                    <a:pt x="180" y="198"/>
                    <a:pt x="180" y="204"/>
                  </a:cubicBezTo>
                  <a:cubicBezTo>
                    <a:pt x="180" y="210"/>
                    <a:pt x="180" y="216"/>
                    <a:pt x="179" y="222"/>
                  </a:cubicBezTo>
                  <a:close/>
                  <a:moveTo>
                    <a:pt x="401" y="307"/>
                  </a:moveTo>
                  <a:cubicBezTo>
                    <a:pt x="246" y="307"/>
                    <a:pt x="246" y="307"/>
                    <a:pt x="246" y="307"/>
                  </a:cubicBezTo>
                  <a:cubicBezTo>
                    <a:pt x="246" y="185"/>
                    <a:pt x="246" y="185"/>
                    <a:pt x="246" y="185"/>
                  </a:cubicBezTo>
                  <a:cubicBezTo>
                    <a:pt x="292" y="228"/>
                    <a:pt x="292" y="228"/>
                    <a:pt x="292" y="228"/>
                  </a:cubicBezTo>
                  <a:cubicBezTo>
                    <a:pt x="297" y="232"/>
                    <a:pt x="303" y="232"/>
                    <a:pt x="306" y="228"/>
                  </a:cubicBezTo>
                  <a:cubicBezTo>
                    <a:pt x="401" y="140"/>
                    <a:pt x="401" y="140"/>
                    <a:pt x="401" y="140"/>
                  </a:cubicBezTo>
                  <a:lnTo>
                    <a:pt x="401" y="307"/>
                  </a:lnTo>
                  <a:close/>
                  <a:moveTo>
                    <a:pt x="401" y="121"/>
                  </a:moveTo>
                  <a:cubicBezTo>
                    <a:pt x="300" y="216"/>
                    <a:pt x="300" y="216"/>
                    <a:pt x="300" y="216"/>
                  </a:cubicBezTo>
                  <a:cubicBezTo>
                    <a:pt x="300" y="217"/>
                    <a:pt x="299" y="217"/>
                    <a:pt x="298" y="216"/>
                  </a:cubicBezTo>
                  <a:cubicBezTo>
                    <a:pt x="246" y="167"/>
                    <a:pt x="246" y="167"/>
                    <a:pt x="246" y="167"/>
                  </a:cubicBezTo>
                  <a:cubicBezTo>
                    <a:pt x="246" y="113"/>
                    <a:pt x="246" y="113"/>
                    <a:pt x="246" y="113"/>
                  </a:cubicBezTo>
                  <a:cubicBezTo>
                    <a:pt x="401" y="113"/>
                    <a:pt x="401" y="113"/>
                    <a:pt x="401" y="113"/>
                  </a:cubicBezTo>
                  <a:lnTo>
                    <a:pt x="401" y="121"/>
                  </a:lnTo>
                  <a:close/>
                  <a:moveTo>
                    <a:pt x="146" y="184"/>
                  </a:moveTo>
                  <a:cubicBezTo>
                    <a:pt x="144" y="182"/>
                    <a:pt x="144" y="178"/>
                    <a:pt x="143" y="176"/>
                  </a:cubicBezTo>
                  <a:cubicBezTo>
                    <a:pt x="142" y="173"/>
                    <a:pt x="141" y="171"/>
                    <a:pt x="138" y="169"/>
                  </a:cubicBezTo>
                  <a:cubicBezTo>
                    <a:pt x="137" y="166"/>
                    <a:pt x="136" y="165"/>
                    <a:pt x="134" y="163"/>
                  </a:cubicBezTo>
                  <a:cubicBezTo>
                    <a:pt x="133" y="161"/>
                    <a:pt x="131" y="160"/>
                    <a:pt x="129" y="159"/>
                  </a:cubicBezTo>
                  <a:cubicBezTo>
                    <a:pt x="127" y="158"/>
                    <a:pt x="125" y="158"/>
                    <a:pt x="123" y="157"/>
                  </a:cubicBezTo>
                  <a:cubicBezTo>
                    <a:pt x="121" y="157"/>
                    <a:pt x="118" y="157"/>
                    <a:pt x="116" y="157"/>
                  </a:cubicBezTo>
                  <a:cubicBezTo>
                    <a:pt x="114" y="157"/>
                    <a:pt x="111" y="157"/>
                    <a:pt x="109" y="158"/>
                  </a:cubicBezTo>
                  <a:cubicBezTo>
                    <a:pt x="107" y="158"/>
                    <a:pt x="104" y="159"/>
                    <a:pt x="103" y="160"/>
                  </a:cubicBezTo>
                  <a:cubicBezTo>
                    <a:pt x="101" y="161"/>
                    <a:pt x="98" y="163"/>
                    <a:pt x="97" y="165"/>
                  </a:cubicBezTo>
                  <a:cubicBezTo>
                    <a:pt x="96" y="166"/>
                    <a:pt x="94" y="169"/>
                    <a:pt x="92" y="171"/>
                  </a:cubicBezTo>
                  <a:cubicBezTo>
                    <a:pt x="91" y="173"/>
                    <a:pt x="90" y="176"/>
                    <a:pt x="89" y="178"/>
                  </a:cubicBezTo>
                  <a:cubicBezTo>
                    <a:pt x="88" y="180"/>
                    <a:pt x="88" y="184"/>
                    <a:pt x="86" y="186"/>
                  </a:cubicBezTo>
                  <a:cubicBezTo>
                    <a:pt x="86" y="189"/>
                    <a:pt x="85" y="192"/>
                    <a:pt x="85" y="196"/>
                  </a:cubicBezTo>
                  <a:cubicBezTo>
                    <a:pt x="85" y="198"/>
                    <a:pt x="84" y="202"/>
                    <a:pt x="84" y="205"/>
                  </a:cubicBezTo>
                  <a:cubicBezTo>
                    <a:pt x="84" y="209"/>
                    <a:pt x="85" y="212"/>
                    <a:pt x="85" y="216"/>
                  </a:cubicBezTo>
                  <a:cubicBezTo>
                    <a:pt x="85" y="219"/>
                    <a:pt x="86" y="223"/>
                    <a:pt x="86" y="225"/>
                  </a:cubicBezTo>
                  <a:cubicBezTo>
                    <a:pt x="88" y="229"/>
                    <a:pt x="89" y="231"/>
                    <a:pt x="90" y="233"/>
                  </a:cubicBezTo>
                  <a:cubicBezTo>
                    <a:pt x="91" y="236"/>
                    <a:pt x="92" y="238"/>
                    <a:pt x="94" y="241"/>
                  </a:cubicBezTo>
                  <a:cubicBezTo>
                    <a:pt x="95" y="243"/>
                    <a:pt x="96" y="244"/>
                    <a:pt x="98" y="246"/>
                  </a:cubicBezTo>
                  <a:cubicBezTo>
                    <a:pt x="99" y="248"/>
                    <a:pt x="102" y="249"/>
                    <a:pt x="103" y="250"/>
                  </a:cubicBezTo>
                  <a:cubicBezTo>
                    <a:pt x="105" y="251"/>
                    <a:pt x="107" y="252"/>
                    <a:pt x="109" y="252"/>
                  </a:cubicBezTo>
                  <a:cubicBezTo>
                    <a:pt x="111" y="254"/>
                    <a:pt x="114" y="254"/>
                    <a:pt x="115" y="254"/>
                  </a:cubicBezTo>
                  <a:cubicBezTo>
                    <a:pt x="117" y="254"/>
                    <a:pt x="120" y="254"/>
                    <a:pt x="122" y="254"/>
                  </a:cubicBezTo>
                  <a:cubicBezTo>
                    <a:pt x="124" y="252"/>
                    <a:pt x="127" y="252"/>
                    <a:pt x="128" y="251"/>
                  </a:cubicBezTo>
                  <a:cubicBezTo>
                    <a:pt x="130" y="250"/>
                    <a:pt x="131" y="249"/>
                    <a:pt x="134" y="248"/>
                  </a:cubicBezTo>
                  <a:cubicBezTo>
                    <a:pt x="135" y="246"/>
                    <a:pt x="137" y="244"/>
                    <a:pt x="138" y="243"/>
                  </a:cubicBezTo>
                  <a:cubicBezTo>
                    <a:pt x="140" y="241"/>
                    <a:pt x="141" y="238"/>
                    <a:pt x="142" y="236"/>
                  </a:cubicBezTo>
                  <a:cubicBezTo>
                    <a:pt x="143" y="232"/>
                    <a:pt x="144" y="230"/>
                    <a:pt x="146" y="226"/>
                  </a:cubicBezTo>
                  <a:cubicBezTo>
                    <a:pt x="147" y="224"/>
                    <a:pt x="147" y="220"/>
                    <a:pt x="147" y="217"/>
                  </a:cubicBezTo>
                  <a:cubicBezTo>
                    <a:pt x="148" y="213"/>
                    <a:pt x="148" y="210"/>
                    <a:pt x="148" y="206"/>
                  </a:cubicBezTo>
                  <a:cubicBezTo>
                    <a:pt x="148" y="202"/>
                    <a:pt x="148" y="198"/>
                    <a:pt x="147" y="195"/>
                  </a:cubicBezTo>
                  <a:cubicBezTo>
                    <a:pt x="147" y="191"/>
                    <a:pt x="147" y="187"/>
                    <a:pt x="146" y="184"/>
                  </a:cubicBezTo>
                  <a:close/>
                </a:path>
              </a:pathLst>
            </a:custGeom>
            <a:solidFill>
              <a:srgbClr val="1B375F"/>
            </a:solidFill>
            <a:ln>
              <a:noFill/>
            </a:ln>
          </p:spPr>
          <p:txBody>
            <a:bodyPr vert="horz" wrap="square" lIns="91440" tIns="45720" rIns="91440" bIns="45720" numCol="1" anchor="t" anchorCtr="0" compatLnSpc="1">
              <a:prstTxWarp prst="textNoShape">
                <a:avLst/>
              </a:prstTxWarp>
            </a:bodyPr>
            <a:lstStyle/>
            <a:p>
              <a:pPr>
                <a:defRPr/>
              </a:pPr>
              <a:endParaRPr lang="en-US" sz="1836" kern="0">
                <a:solidFill>
                  <a:srgbClr val="505050"/>
                </a:solidFill>
              </a:endParaRPr>
            </a:p>
          </p:txBody>
        </p:sp>
        <p:sp>
          <p:nvSpPr>
            <p:cNvPr id="48" name="Freeform 10"/>
            <p:cNvSpPr>
              <a:spLocks noChangeAspect="1" noEditPoints="1"/>
            </p:cNvSpPr>
            <p:nvPr/>
          </p:nvSpPr>
          <p:spPr bwMode="auto">
            <a:xfrm>
              <a:off x="1581499" y="4519042"/>
              <a:ext cx="610333" cy="1096369"/>
            </a:xfrm>
            <a:prstGeom prst="roundRect">
              <a:avLst>
                <a:gd name="adj" fmla="val 3431"/>
              </a:avLst>
            </a:prstGeom>
            <a:solidFill>
              <a:srgbClr val="333333"/>
            </a:solidFill>
            <a:ln>
              <a:noFill/>
            </a:ln>
            <a:extLst/>
          </p:spPr>
          <p:txBody>
            <a:bodyPr vert="horz" wrap="square" lIns="89606" tIns="44803" rIns="89606" bIns="44803" numCol="1" anchor="t" anchorCtr="0" compatLnSpc="1">
              <a:prstTxWarp prst="textNoShape">
                <a:avLst/>
              </a:prstTxWarp>
            </a:bodyPr>
            <a:lstStyle/>
            <a:p>
              <a:pPr defTabSz="913917">
                <a:defRPr/>
              </a:pPr>
              <a:endParaRPr lang="en-US" sz="1764">
                <a:solidFill>
                  <a:srgbClr val="FFFFFF"/>
                </a:solidFill>
              </a:endParaRPr>
            </a:p>
          </p:txBody>
        </p:sp>
        <p:sp>
          <p:nvSpPr>
            <p:cNvPr id="49" name="Rectangle 48"/>
            <p:cNvSpPr/>
            <p:nvPr/>
          </p:nvSpPr>
          <p:spPr bwMode="auto">
            <a:xfrm>
              <a:off x="1610385" y="4626798"/>
              <a:ext cx="552561" cy="853054"/>
            </a:xfrm>
            <a:prstGeom prst="rect">
              <a:avLst/>
            </a:prstGeom>
            <a:solidFill>
              <a:srgbClr val="5C2D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50" name="Round Same Side Corner Rectangle 49"/>
            <p:cNvSpPr/>
            <p:nvPr/>
          </p:nvSpPr>
          <p:spPr bwMode="auto">
            <a:xfrm flipV="1">
              <a:off x="1840210" y="4535287"/>
              <a:ext cx="96570" cy="16095"/>
            </a:xfrm>
            <a:prstGeom prst="round2SameRect">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51" name="Oval 50"/>
            <p:cNvSpPr/>
            <p:nvPr/>
          </p:nvSpPr>
          <p:spPr bwMode="auto">
            <a:xfrm>
              <a:off x="2077612" y="4550265"/>
              <a:ext cx="16095" cy="16095"/>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52" name="Freeform 13"/>
            <p:cNvSpPr>
              <a:spLocks/>
            </p:cNvSpPr>
            <p:nvPr/>
          </p:nvSpPr>
          <p:spPr bwMode="auto">
            <a:xfrm>
              <a:off x="1885813" y="5520649"/>
              <a:ext cx="28567" cy="25260"/>
            </a:xfrm>
            <a:custGeom>
              <a:avLst/>
              <a:gdLst>
                <a:gd name="T0" fmla="*/ 0 w 1140"/>
                <a:gd name="T1" fmla="*/ 1008 h 1008"/>
                <a:gd name="T2" fmla="*/ 1140 w 1140"/>
                <a:gd name="T3" fmla="*/ 1008 h 1008"/>
                <a:gd name="T4" fmla="*/ 1140 w 1140"/>
                <a:gd name="T5" fmla="*/ 0 h 1008"/>
                <a:gd name="T6" fmla="*/ 0 w 1140"/>
                <a:gd name="T7" fmla="*/ 159 h 1008"/>
                <a:gd name="T8" fmla="*/ 0 w 1140"/>
                <a:gd name="T9" fmla="*/ 1008 h 1008"/>
              </a:gdLst>
              <a:ahLst/>
              <a:cxnLst>
                <a:cxn ang="0">
                  <a:pos x="T0" y="T1"/>
                </a:cxn>
                <a:cxn ang="0">
                  <a:pos x="T2" y="T3"/>
                </a:cxn>
                <a:cxn ang="0">
                  <a:pos x="T4" y="T5"/>
                </a:cxn>
                <a:cxn ang="0">
                  <a:pos x="T6" y="T7"/>
                </a:cxn>
                <a:cxn ang="0">
                  <a:pos x="T8" y="T9"/>
                </a:cxn>
              </a:cxnLst>
              <a:rect l="0" t="0" r="r" b="b"/>
              <a:pathLst>
                <a:path w="1140" h="1008">
                  <a:moveTo>
                    <a:pt x="0" y="1008"/>
                  </a:moveTo>
                  <a:lnTo>
                    <a:pt x="1140" y="1008"/>
                  </a:lnTo>
                  <a:lnTo>
                    <a:pt x="1140" y="0"/>
                  </a:lnTo>
                  <a:lnTo>
                    <a:pt x="0" y="159"/>
                  </a:lnTo>
                  <a:lnTo>
                    <a:pt x="0" y="1008"/>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53" name="Freeform 14"/>
            <p:cNvSpPr>
              <a:spLocks/>
            </p:cNvSpPr>
            <p:nvPr/>
          </p:nvSpPr>
          <p:spPr bwMode="auto">
            <a:xfrm>
              <a:off x="1858950" y="5524758"/>
              <a:ext cx="21877" cy="21150"/>
            </a:xfrm>
            <a:custGeom>
              <a:avLst/>
              <a:gdLst>
                <a:gd name="T0" fmla="*/ 873 w 873"/>
                <a:gd name="T1" fmla="*/ 844 h 844"/>
                <a:gd name="T2" fmla="*/ 873 w 873"/>
                <a:gd name="T3" fmla="*/ 0 h 844"/>
                <a:gd name="T4" fmla="*/ 0 w 873"/>
                <a:gd name="T5" fmla="*/ 123 h 844"/>
                <a:gd name="T6" fmla="*/ 0 w 873"/>
                <a:gd name="T7" fmla="*/ 844 h 844"/>
                <a:gd name="T8" fmla="*/ 873 w 873"/>
                <a:gd name="T9" fmla="*/ 844 h 844"/>
              </a:gdLst>
              <a:ahLst/>
              <a:cxnLst>
                <a:cxn ang="0">
                  <a:pos x="T0" y="T1"/>
                </a:cxn>
                <a:cxn ang="0">
                  <a:pos x="T2" y="T3"/>
                </a:cxn>
                <a:cxn ang="0">
                  <a:pos x="T4" y="T5"/>
                </a:cxn>
                <a:cxn ang="0">
                  <a:pos x="T6" y="T7"/>
                </a:cxn>
                <a:cxn ang="0">
                  <a:pos x="T8" y="T9"/>
                </a:cxn>
              </a:cxnLst>
              <a:rect l="0" t="0" r="r" b="b"/>
              <a:pathLst>
                <a:path w="873" h="844">
                  <a:moveTo>
                    <a:pt x="873" y="844"/>
                  </a:moveTo>
                  <a:lnTo>
                    <a:pt x="873" y="0"/>
                  </a:lnTo>
                  <a:lnTo>
                    <a:pt x="0" y="123"/>
                  </a:lnTo>
                  <a:lnTo>
                    <a:pt x="0" y="844"/>
                  </a:lnTo>
                  <a:lnTo>
                    <a:pt x="873" y="844"/>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54" name="Freeform 15"/>
            <p:cNvSpPr>
              <a:spLocks/>
            </p:cNvSpPr>
            <p:nvPr/>
          </p:nvSpPr>
          <p:spPr bwMode="auto">
            <a:xfrm>
              <a:off x="1858950" y="5550895"/>
              <a:ext cx="21877" cy="21100"/>
            </a:xfrm>
            <a:custGeom>
              <a:avLst/>
              <a:gdLst>
                <a:gd name="T0" fmla="*/ 873 w 873"/>
                <a:gd name="T1" fmla="*/ 0 h 842"/>
                <a:gd name="T2" fmla="*/ 0 w 873"/>
                <a:gd name="T3" fmla="*/ 0 h 842"/>
                <a:gd name="T4" fmla="*/ 0 w 873"/>
                <a:gd name="T5" fmla="*/ 721 h 842"/>
                <a:gd name="T6" fmla="*/ 873 w 873"/>
                <a:gd name="T7" fmla="*/ 842 h 842"/>
                <a:gd name="T8" fmla="*/ 873 w 873"/>
                <a:gd name="T9" fmla="*/ 0 h 842"/>
              </a:gdLst>
              <a:ahLst/>
              <a:cxnLst>
                <a:cxn ang="0">
                  <a:pos x="T0" y="T1"/>
                </a:cxn>
                <a:cxn ang="0">
                  <a:pos x="T2" y="T3"/>
                </a:cxn>
                <a:cxn ang="0">
                  <a:pos x="T4" y="T5"/>
                </a:cxn>
                <a:cxn ang="0">
                  <a:pos x="T6" y="T7"/>
                </a:cxn>
                <a:cxn ang="0">
                  <a:pos x="T8" y="T9"/>
                </a:cxn>
              </a:cxnLst>
              <a:rect l="0" t="0" r="r" b="b"/>
              <a:pathLst>
                <a:path w="873" h="842">
                  <a:moveTo>
                    <a:pt x="873" y="0"/>
                  </a:moveTo>
                  <a:lnTo>
                    <a:pt x="0" y="0"/>
                  </a:lnTo>
                  <a:lnTo>
                    <a:pt x="0" y="721"/>
                  </a:lnTo>
                  <a:lnTo>
                    <a:pt x="873" y="842"/>
                  </a:lnTo>
                  <a:lnTo>
                    <a:pt x="873" y="0"/>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55" name="Freeform 16"/>
            <p:cNvSpPr>
              <a:spLocks/>
            </p:cNvSpPr>
            <p:nvPr/>
          </p:nvSpPr>
          <p:spPr bwMode="auto">
            <a:xfrm>
              <a:off x="1885813" y="5550895"/>
              <a:ext cx="28567" cy="25184"/>
            </a:xfrm>
            <a:custGeom>
              <a:avLst/>
              <a:gdLst>
                <a:gd name="T0" fmla="*/ 0 w 1140"/>
                <a:gd name="T1" fmla="*/ 0 h 1005"/>
                <a:gd name="T2" fmla="*/ 0 w 1140"/>
                <a:gd name="T3" fmla="*/ 847 h 1005"/>
                <a:gd name="T4" fmla="*/ 1140 w 1140"/>
                <a:gd name="T5" fmla="*/ 1005 h 1005"/>
                <a:gd name="T6" fmla="*/ 1140 w 1140"/>
                <a:gd name="T7" fmla="*/ 0 h 1005"/>
                <a:gd name="T8" fmla="*/ 0 w 1140"/>
                <a:gd name="T9" fmla="*/ 0 h 1005"/>
              </a:gdLst>
              <a:ahLst/>
              <a:cxnLst>
                <a:cxn ang="0">
                  <a:pos x="T0" y="T1"/>
                </a:cxn>
                <a:cxn ang="0">
                  <a:pos x="T2" y="T3"/>
                </a:cxn>
                <a:cxn ang="0">
                  <a:pos x="T4" y="T5"/>
                </a:cxn>
                <a:cxn ang="0">
                  <a:pos x="T6" y="T7"/>
                </a:cxn>
                <a:cxn ang="0">
                  <a:pos x="T8" y="T9"/>
                </a:cxn>
              </a:cxnLst>
              <a:rect l="0" t="0" r="r" b="b"/>
              <a:pathLst>
                <a:path w="1140" h="1005">
                  <a:moveTo>
                    <a:pt x="0" y="0"/>
                  </a:moveTo>
                  <a:lnTo>
                    <a:pt x="0" y="847"/>
                  </a:lnTo>
                  <a:lnTo>
                    <a:pt x="1140" y="1005"/>
                  </a:lnTo>
                  <a:lnTo>
                    <a:pt x="1140" y="0"/>
                  </a:lnTo>
                  <a:lnTo>
                    <a:pt x="0" y="0"/>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56" name="Freeform 20"/>
            <p:cNvSpPr>
              <a:spLocks noEditPoints="1"/>
            </p:cNvSpPr>
            <p:nvPr/>
          </p:nvSpPr>
          <p:spPr bwMode="auto">
            <a:xfrm>
              <a:off x="2085660" y="5524861"/>
              <a:ext cx="45619" cy="47133"/>
            </a:xfrm>
            <a:custGeom>
              <a:avLst/>
              <a:gdLst>
                <a:gd name="T0" fmla="*/ 41 w 1845"/>
                <a:gd name="T1" fmla="*/ 1632 h 1907"/>
                <a:gd name="T2" fmla="*/ 552 w 1845"/>
                <a:gd name="T3" fmla="*/ 1102 h 1907"/>
                <a:gd name="T4" fmla="*/ 430 w 1845"/>
                <a:gd name="T5" fmla="*/ 709 h 1907"/>
                <a:gd name="T6" fmla="*/ 1135 w 1845"/>
                <a:gd name="T7" fmla="*/ 0 h 1907"/>
                <a:gd name="T8" fmla="*/ 1845 w 1845"/>
                <a:gd name="T9" fmla="*/ 709 h 1907"/>
                <a:gd name="T10" fmla="*/ 1135 w 1845"/>
                <a:gd name="T11" fmla="*/ 1413 h 1907"/>
                <a:gd name="T12" fmla="*/ 796 w 1845"/>
                <a:gd name="T13" fmla="*/ 1326 h 1907"/>
                <a:gd name="T14" fmla="*/ 281 w 1845"/>
                <a:gd name="T15" fmla="*/ 1862 h 1907"/>
                <a:gd name="T16" fmla="*/ 124 w 1845"/>
                <a:gd name="T17" fmla="*/ 1865 h 1907"/>
                <a:gd name="T18" fmla="*/ 45 w 1845"/>
                <a:gd name="T19" fmla="*/ 1789 h 1907"/>
                <a:gd name="T20" fmla="*/ 41 w 1845"/>
                <a:gd name="T21" fmla="*/ 1632 h 1907"/>
                <a:gd name="T22" fmla="*/ 1135 w 1845"/>
                <a:gd name="T23" fmla="*/ 1195 h 1907"/>
                <a:gd name="T24" fmla="*/ 1625 w 1845"/>
                <a:gd name="T25" fmla="*/ 709 h 1907"/>
                <a:gd name="T26" fmla="*/ 1135 w 1845"/>
                <a:gd name="T27" fmla="*/ 222 h 1907"/>
                <a:gd name="T28" fmla="*/ 648 w 1845"/>
                <a:gd name="T29" fmla="*/ 709 h 1907"/>
                <a:gd name="T30" fmla="*/ 1135 w 1845"/>
                <a:gd name="T31" fmla="*/ 1195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45" h="1907">
                  <a:moveTo>
                    <a:pt x="41" y="1632"/>
                  </a:moveTo>
                  <a:cubicBezTo>
                    <a:pt x="552" y="1102"/>
                    <a:pt x="552" y="1102"/>
                    <a:pt x="552" y="1102"/>
                  </a:cubicBezTo>
                  <a:cubicBezTo>
                    <a:pt x="475" y="989"/>
                    <a:pt x="430" y="853"/>
                    <a:pt x="430" y="709"/>
                  </a:cubicBezTo>
                  <a:cubicBezTo>
                    <a:pt x="430" y="319"/>
                    <a:pt x="745" y="0"/>
                    <a:pt x="1135" y="0"/>
                  </a:cubicBezTo>
                  <a:cubicBezTo>
                    <a:pt x="1528" y="0"/>
                    <a:pt x="1845" y="319"/>
                    <a:pt x="1845" y="709"/>
                  </a:cubicBezTo>
                  <a:cubicBezTo>
                    <a:pt x="1845" y="1097"/>
                    <a:pt x="1528" y="1413"/>
                    <a:pt x="1135" y="1413"/>
                  </a:cubicBezTo>
                  <a:cubicBezTo>
                    <a:pt x="1013" y="1413"/>
                    <a:pt x="897" y="1381"/>
                    <a:pt x="796" y="1326"/>
                  </a:cubicBezTo>
                  <a:cubicBezTo>
                    <a:pt x="281" y="1862"/>
                    <a:pt x="281" y="1862"/>
                    <a:pt x="281" y="1862"/>
                  </a:cubicBezTo>
                  <a:cubicBezTo>
                    <a:pt x="239" y="1907"/>
                    <a:pt x="170" y="1907"/>
                    <a:pt x="124" y="1865"/>
                  </a:cubicBezTo>
                  <a:cubicBezTo>
                    <a:pt x="45" y="1789"/>
                    <a:pt x="45" y="1789"/>
                    <a:pt x="45" y="1789"/>
                  </a:cubicBezTo>
                  <a:cubicBezTo>
                    <a:pt x="2" y="1748"/>
                    <a:pt x="0" y="1677"/>
                    <a:pt x="41" y="1632"/>
                  </a:cubicBezTo>
                  <a:close/>
                  <a:moveTo>
                    <a:pt x="1135" y="1195"/>
                  </a:moveTo>
                  <a:cubicBezTo>
                    <a:pt x="1406" y="1195"/>
                    <a:pt x="1625" y="976"/>
                    <a:pt x="1625" y="709"/>
                  </a:cubicBezTo>
                  <a:cubicBezTo>
                    <a:pt x="1625" y="438"/>
                    <a:pt x="1406" y="222"/>
                    <a:pt x="1135" y="222"/>
                  </a:cubicBezTo>
                  <a:cubicBezTo>
                    <a:pt x="867" y="222"/>
                    <a:pt x="648" y="438"/>
                    <a:pt x="648" y="709"/>
                  </a:cubicBezTo>
                  <a:cubicBezTo>
                    <a:pt x="648" y="976"/>
                    <a:pt x="867" y="1195"/>
                    <a:pt x="1135" y="1195"/>
                  </a:cubicBezTo>
                  <a:close/>
                </a:path>
              </a:pathLst>
            </a:custGeom>
            <a:solidFill>
              <a:srgbClr val="4E4E4E"/>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57" name="Freeform 24"/>
            <p:cNvSpPr>
              <a:spLocks/>
            </p:cNvSpPr>
            <p:nvPr/>
          </p:nvSpPr>
          <p:spPr bwMode="auto">
            <a:xfrm flipH="1">
              <a:off x="1646393" y="5524758"/>
              <a:ext cx="54539" cy="45619"/>
            </a:xfrm>
            <a:custGeom>
              <a:avLst/>
              <a:gdLst>
                <a:gd name="T0" fmla="*/ 2378 w 4084"/>
                <a:gd name="T1" fmla="*/ 0 h 3416"/>
                <a:gd name="T2" fmla="*/ 4084 w 4084"/>
                <a:gd name="T3" fmla="*/ 1709 h 3416"/>
                <a:gd name="T4" fmla="*/ 2378 w 4084"/>
                <a:gd name="T5" fmla="*/ 3416 h 3416"/>
                <a:gd name="T6" fmla="*/ 1259 w 4084"/>
                <a:gd name="T7" fmla="*/ 3416 h 3416"/>
                <a:gd name="T8" fmla="*/ 2553 w 4084"/>
                <a:gd name="T9" fmla="*/ 2116 h 3416"/>
                <a:gd name="T10" fmla="*/ 0 w 4084"/>
                <a:gd name="T11" fmla="*/ 2116 h 3416"/>
                <a:gd name="T12" fmla="*/ 0 w 4084"/>
                <a:gd name="T13" fmla="*/ 1290 h 3416"/>
                <a:gd name="T14" fmla="*/ 2541 w 4084"/>
                <a:gd name="T15" fmla="*/ 1290 h 3416"/>
                <a:gd name="T16" fmla="*/ 1245 w 4084"/>
                <a:gd name="T17" fmla="*/ 0 h 3416"/>
                <a:gd name="T18" fmla="*/ 2378 w 4084"/>
                <a:gd name="T19" fmla="*/ 0 h 3416"/>
                <a:gd name="T20" fmla="*/ 2378 w 4084"/>
                <a:gd name="T21" fmla="*/ 0 h 3416"/>
                <a:gd name="T22" fmla="*/ 2378 w 4084"/>
                <a:gd name="T23" fmla="*/ 0 h 3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4" h="3416">
                  <a:moveTo>
                    <a:pt x="2378" y="0"/>
                  </a:moveTo>
                  <a:lnTo>
                    <a:pt x="4084" y="1709"/>
                  </a:lnTo>
                  <a:lnTo>
                    <a:pt x="2378" y="3416"/>
                  </a:lnTo>
                  <a:lnTo>
                    <a:pt x="1259" y="3416"/>
                  </a:lnTo>
                  <a:lnTo>
                    <a:pt x="2553" y="2116"/>
                  </a:lnTo>
                  <a:lnTo>
                    <a:pt x="0" y="2116"/>
                  </a:lnTo>
                  <a:lnTo>
                    <a:pt x="0" y="1290"/>
                  </a:lnTo>
                  <a:lnTo>
                    <a:pt x="2541" y="1290"/>
                  </a:lnTo>
                  <a:lnTo>
                    <a:pt x="1245" y="0"/>
                  </a:lnTo>
                  <a:lnTo>
                    <a:pt x="2378" y="0"/>
                  </a:lnTo>
                  <a:lnTo>
                    <a:pt x="2378" y="0"/>
                  </a:lnTo>
                  <a:lnTo>
                    <a:pt x="2378" y="0"/>
                  </a:lnTo>
                  <a:close/>
                </a:path>
              </a:pathLst>
            </a:custGeom>
            <a:solidFill>
              <a:srgbClr val="4E4E4E"/>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58" name="Rectangle 57"/>
            <p:cNvSpPr/>
            <p:nvPr/>
          </p:nvSpPr>
          <p:spPr bwMode="auto">
            <a:xfrm flipH="1">
              <a:off x="2026087" y="5029441"/>
              <a:ext cx="136859"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59" name="Rectangle 58"/>
            <p:cNvSpPr/>
            <p:nvPr/>
          </p:nvSpPr>
          <p:spPr bwMode="auto">
            <a:xfrm flipH="1">
              <a:off x="1709024" y="5029441"/>
              <a:ext cx="310896"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60" name="Rectangle 59"/>
            <p:cNvSpPr/>
            <p:nvPr/>
          </p:nvSpPr>
          <p:spPr bwMode="auto">
            <a:xfrm flipH="1">
              <a:off x="2026087" y="5173631"/>
              <a:ext cx="136859"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61" name="Rectangle 60"/>
            <p:cNvSpPr/>
            <p:nvPr/>
          </p:nvSpPr>
          <p:spPr bwMode="auto">
            <a:xfrm flipH="1">
              <a:off x="1709024" y="5173631"/>
              <a:ext cx="310896"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cxnSp>
          <p:nvCxnSpPr>
            <p:cNvPr id="62" name="Straight Connector 61"/>
            <p:cNvCxnSpPr/>
            <p:nvPr/>
          </p:nvCxnSpPr>
          <p:spPr>
            <a:xfrm>
              <a:off x="1930793" y="4670178"/>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930793" y="4741390"/>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930793" y="4805707"/>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1930790" y="4870024"/>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930793" y="4934341"/>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7" name="Freeform 10"/>
            <p:cNvSpPr>
              <a:spLocks noChangeAspect="1" noEditPoints="1"/>
            </p:cNvSpPr>
            <p:nvPr/>
          </p:nvSpPr>
          <p:spPr bwMode="auto">
            <a:xfrm>
              <a:off x="540178" y="4549544"/>
              <a:ext cx="593354" cy="1065867"/>
            </a:xfrm>
            <a:prstGeom prst="roundRect">
              <a:avLst>
                <a:gd name="adj" fmla="val 7324"/>
              </a:avLst>
            </a:prstGeom>
            <a:solidFill>
              <a:srgbClr val="333333"/>
            </a:solidFill>
            <a:ln>
              <a:noFill/>
            </a:ln>
            <a:extLst/>
          </p:spPr>
          <p:txBody>
            <a:bodyPr vert="horz" wrap="square" lIns="89606" tIns="44803" rIns="89606" bIns="44803" numCol="1" anchor="t" anchorCtr="0" compatLnSpc="1">
              <a:prstTxWarp prst="textNoShape">
                <a:avLst/>
              </a:prstTxWarp>
            </a:bodyPr>
            <a:lstStyle/>
            <a:p>
              <a:pPr defTabSz="913917">
                <a:defRPr/>
              </a:pPr>
              <a:endParaRPr lang="en-US" sz="1764">
                <a:solidFill>
                  <a:srgbClr val="FFFFFF"/>
                </a:solidFill>
              </a:endParaRPr>
            </a:p>
          </p:txBody>
        </p:sp>
        <p:sp>
          <p:nvSpPr>
            <p:cNvPr id="68" name="Rounded Rectangle 67"/>
            <p:cNvSpPr/>
            <p:nvPr/>
          </p:nvSpPr>
          <p:spPr bwMode="auto">
            <a:xfrm>
              <a:off x="568261" y="4677551"/>
              <a:ext cx="537189" cy="801081"/>
            </a:xfrm>
            <a:prstGeom prst="roundRect">
              <a:avLst>
                <a:gd name="adj" fmla="val 1187"/>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69" name="Group 68"/>
            <p:cNvGrpSpPr/>
            <p:nvPr/>
          </p:nvGrpSpPr>
          <p:grpSpPr>
            <a:xfrm>
              <a:off x="751181" y="4641194"/>
              <a:ext cx="134394" cy="15647"/>
              <a:chOff x="5596078" y="2180378"/>
              <a:chExt cx="138544" cy="16130"/>
            </a:xfrm>
            <a:solidFill>
              <a:schemeClr val="tx1">
                <a:lumMod val="50000"/>
              </a:schemeClr>
            </a:solidFill>
          </p:grpSpPr>
          <p:sp>
            <p:nvSpPr>
              <p:cNvPr id="96" name="Rounded Rectangle 95"/>
              <p:cNvSpPr/>
              <p:nvPr/>
            </p:nvSpPr>
            <p:spPr bwMode="auto">
              <a:xfrm>
                <a:off x="5637840" y="2180378"/>
                <a:ext cx="96782" cy="16130"/>
              </a:xfrm>
              <a:prstGeom prst="roundRect">
                <a:avLst>
                  <a:gd name="adj" fmla="val 5000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97" name="Oval 96"/>
              <p:cNvSpPr/>
              <p:nvPr/>
            </p:nvSpPr>
            <p:spPr bwMode="auto">
              <a:xfrm>
                <a:off x="5596078" y="2180378"/>
                <a:ext cx="16130" cy="1613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70" name="Oval 69"/>
            <p:cNvSpPr/>
            <p:nvPr/>
          </p:nvSpPr>
          <p:spPr bwMode="auto">
            <a:xfrm>
              <a:off x="823550" y="4593872"/>
              <a:ext cx="26610" cy="26610"/>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Oval 70"/>
            <p:cNvSpPr/>
            <p:nvPr/>
          </p:nvSpPr>
          <p:spPr bwMode="auto">
            <a:xfrm>
              <a:off x="796940" y="5508692"/>
              <a:ext cx="79831" cy="79831"/>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71"/>
            <p:cNvSpPr/>
            <p:nvPr/>
          </p:nvSpPr>
          <p:spPr bwMode="auto">
            <a:xfrm>
              <a:off x="598225" y="4704721"/>
              <a:ext cx="476049" cy="77299"/>
            </a:xfrm>
            <a:prstGeom prst="rect">
              <a:avLst/>
            </a:prstGeom>
            <a:solidFill>
              <a:srgbClr val="005A9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72"/>
            <p:cNvSpPr/>
            <p:nvPr/>
          </p:nvSpPr>
          <p:spPr bwMode="auto">
            <a:xfrm>
              <a:off x="602651" y="4841407"/>
              <a:ext cx="467196" cy="599127"/>
            </a:xfrm>
            <a:prstGeom prst="rect">
              <a:avLst/>
            </a:prstGeom>
            <a:noFill/>
            <a:ln w="12700">
              <a:solidFill>
                <a:srgbClr val="005A9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cxnSp>
          <p:nvCxnSpPr>
            <p:cNvPr id="74" name="Straight Connector 73"/>
            <p:cNvCxnSpPr/>
            <p:nvPr/>
          </p:nvCxnSpPr>
          <p:spPr>
            <a:xfrm>
              <a:off x="644407" y="4907348"/>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644407" y="4971823"/>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44407" y="5030056"/>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44404" y="5088289"/>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644407" y="5262987"/>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644407" y="5146522"/>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644405" y="5204755"/>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81" name="Group 80"/>
            <p:cNvGrpSpPr/>
            <p:nvPr/>
          </p:nvGrpSpPr>
          <p:grpSpPr>
            <a:xfrm>
              <a:off x="1022496" y="4379028"/>
              <a:ext cx="651017" cy="1236383"/>
              <a:chOff x="5651685" y="-476444"/>
              <a:chExt cx="1669255" cy="2809977"/>
            </a:xfrm>
          </p:grpSpPr>
          <p:sp>
            <p:nvSpPr>
              <p:cNvPr id="90" name="Rectangle 89"/>
              <p:cNvSpPr/>
              <p:nvPr/>
            </p:nvSpPr>
            <p:spPr bwMode="auto">
              <a:xfrm>
                <a:off x="6203006" y="-476444"/>
                <a:ext cx="566612" cy="171451"/>
              </a:xfrm>
              <a:prstGeom prst="rect">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91" name="Freeform 90"/>
              <p:cNvSpPr/>
              <p:nvPr/>
            </p:nvSpPr>
            <p:spPr bwMode="auto">
              <a:xfrm>
                <a:off x="5651685" y="-476444"/>
                <a:ext cx="1669255" cy="2809977"/>
              </a:xfrm>
              <a:custGeom>
                <a:avLst/>
                <a:gdLst>
                  <a:gd name="connsiteX0" fmla="*/ 239948 w 1715629"/>
                  <a:gd name="connsiteY0" fmla="*/ 0 h 2809977"/>
                  <a:gd name="connsiteX1" fmla="*/ 622279 w 1715629"/>
                  <a:gd name="connsiteY1" fmla="*/ 0 h 2809977"/>
                  <a:gd name="connsiteX2" fmla="*/ 626704 w 1715629"/>
                  <a:gd name="connsiteY2" fmla="*/ 21916 h 2809977"/>
                  <a:gd name="connsiteX3" fmla="*/ 705692 w 1715629"/>
                  <a:gd name="connsiteY3" fmla="*/ 74273 h 2809977"/>
                  <a:gd name="connsiteX4" fmla="*/ 1009937 w 1715629"/>
                  <a:gd name="connsiteY4" fmla="*/ 74273 h 2809977"/>
                  <a:gd name="connsiteX5" fmla="*/ 1088926 w 1715629"/>
                  <a:gd name="connsiteY5" fmla="*/ 21916 h 2809977"/>
                  <a:gd name="connsiteX6" fmla="*/ 1093350 w 1715629"/>
                  <a:gd name="connsiteY6" fmla="*/ 0 h 2809977"/>
                  <a:gd name="connsiteX7" fmla="*/ 1475681 w 1715629"/>
                  <a:gd name="connsiteY7" fmla="*/ 0 h 2809977"/>
                  <a:gd name="connsiteX8" fmla="*/ 1715629 w 1715629"/>
                  <a:gd name="connsiteY8" fmla="*/ 239948 h 2809977"/>
                  <a:gd name="connsiteX9" fmla="*/ 1715629 w 1715629"/>
                  <a:gd name="connsiteY9" fmla="*/ 2570029 h 2809977"/>
                  <a:gd name="connsiteX10" fmla="*/ 1475681 w 1715629"/>
                  <a:gd name="connsiteY10" fmla="*/ 2809977 h 2809977"/>
                  <a:gd name="connsiteX11" fmla="*/ 239948 w 1715629"/>
                  <a:gd name="connsiteY11" fmla="*/ 2809977 h 2809977"/>
                  <a:gd name="connsiteX12" fmla="*/ 0 w 1715629"/>
                  <a:gd name="connsiteY12" fmla="*/ 2570029 h 2809977"/>
                  <a:gd name="connsiteX13" fmla="*/ 0 w 1715629"/>
                  <a:gd name="connsiteY13" fmla="*/ 239948 h 2809977"/>
                  <a:gd name="connsiteX14" fmla="*/ 239948 w 1715629"/>
                  <a:gd name="connsiteY14" fmla="*/ 0 h 280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5629" h="2809977">
                    <a:moveTo>
                      <a:pt x="239948" y="0"/>
                    </a:moveTo>
                    <a:lnTo>
                      <a:pt x="622279" y="0"/>
                    </a:lnTo>
                    <a:lnTo>
                      <a:pt x="626704" y="21916"/>
                    </a:lnTo>
                    <a:cubicBezTo>
                      <a:pt x="639718" y="52684"/>
                      <a:pt x="670184" y="74273"/>
                      <a:pt x="705692" y="74273"/>
                    </a:cubicBezTo>
                    <a:lnTo>
                      <a:pt x="1009937" y="74273"/>
                    </a:lnTo>
                    <a:cubicBezTo>
                      <a:pt x="1045446" y="74273"/>
                      <a:pt x="1075912" y="52684"/>
                      <a:pt x="1088926" y="21916"/>
                    </a:cubicBezTo>
                    <a:lnTo>
                      <a:pt x="1093350" y="0"/>
                    </a:lnTo>
                    <a:lnTo>
                      <a:pt x="1475681" y="0"/>
                    </a:lnTo>
                    <a:cubicBezTo>
                      <a:pt x="1608201" y="0"/>
                      <a:pt x="1715629" y="107428"/>
                      <a:pt x="1715629" y="239948"/>
                    </a:cubicBezTo>
                    <a:lnTo>
                      <a:pt x="1715629" y="2570029"/>
                    </a:lnTo>
                    <a:cubicBezTo>
                      <a:pt x="1715629" y="2702549"/>
                      <a:pt x="1608201" y="2809977"/>
                      <a:pt x="1475681" y="2809977"/>
                    </a:cubicBezTo>
                    <a:lnTo>
                      <a:pt x="239948" y="2809977"/>
                    </a:lnTo>
                    <a:cubicBezTo>
                      <a:pt x="107428" y="2809977"/>
                      <a:pt x="0" y="2702549"/>
                      <a:pt x="0" y="2570029"/>
                    </a:cubicBezTo>
                    <a:lnTo>
                      <a:pt x="0" y="239948"/>
                    </a:lnTo>
                    <a:cubicBezTo>
                      <a:pt x="0" y="107428"/>
                      <a:pt x="107428" y="0"/>
                      <a:pt x="239948" y="0"/>
                    </a:cubicBezTo>
                    <a:close/>
                  </a:path>
                </a:pathLst>
              </a:cu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92" name="Group 91"/>
              <p:cNvGrpSpPr/>
              <p:nvPr/>
            </p:nvGrpSpPr>
            <p:grpSpPr>
              <a:xfrm>
                <a:off x="6124436" y="2123612"/>
                <a:ext cx="723752" cy="98117"/>
                <a:chOff x="6147223" y="2123612"/>
                <a:chExt cx="723752" cy="98117"/>
              </a:xfrm>
            </p:grpSpPr>
            <p:sp>
              <p:nvSpPr>
                <p:cNvPr id="93" name="Rounded Rectangle 92"/>
                <p:cNvSpPr/>
                <p:nvPr/>
              </p:nvSpPr>
              <p:spPr bwMode="auto">
                <a:xfrm>
                  <a:off x="6366215" y="2123612"/>
                  <a:ext cx="285769" cy="98117"/>
                </a:xfrm>
                <a:prstGeom prst="roundRect">
                  <a:avLst>
                    <a:gd name="adj" fmla="val 50000"/>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94" name="Oval 93"/>
                <p:cNvSpPr/>
                <p:nvPr/>
              </p:nvSpPr>
              <p:spPr bwMode="auto">
                <a:xfrm>
                  <a:off x="6147223" y="2137745"/>
                  <a:ext cx="69850" cy="69850"/>
                </a:xfrm>
                <a:prstGeom prst="ellipse">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95" name="Oval 94"/>
                <p:cNvSpPr/>
                <p:nvPr/>
              </p:nvSpPr>
              <p:spPr bwMode="auto">
                <a:xfrm>
                  <a:off x="6801125" y="2137745"/>
                  <a:ext cx="69850" cy="69850"/>
                </a:xfrm>
                <a:prstGeom prst="ellipse">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652"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grpSp>
        <p:sp>
          <p:nvSpPr>
            <p:cNvPr id="82" name="Rounded Rectangle 81"/>
            <p:cNvSpPr/>
            <p:nvPr/>
          </p:nvSpPr>
          <p:spPr bwMode="auto">
            <a:xfrm>
              <a:off x="1063534" y="4483208"/>
              <a:ext cx="566284" cy="959409"/>
            </a:xfrm>
            <a:prstGeom prst="roundRect">
              <a:avLst>
                <a:gd name="adj" fmla="val 6832"/>
              </a:avLst>
            </a:prstGeom>
            <a:solidFill>
              <a:srgbClr val="BAD80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87" tIns="143350" rIns="179187" bIns="143350" numCol="1" spcCol="0" rtlCol="0" fromWordArt="0" anchor="t" anchorCtr="0" forceAA="0" compatLnSpc="1">
              <a:prstTxWarp prst="textNoShape">
                <a:avLst/>
              </a:prstTxWarp>
              <a:noAutofit/>
            </a:bodyPr>
            <a:lstStyle/>
            <a:p>
              <a:pPr algn="ctr" defTabSz="913478"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83" name="Rectangle 82"/>
            <p:cNvSpPr/>
            <p:nvPr/>
          </p:nvSpPr>
          <p:spPr bwMode="auto">
            <a:xfrm>
              <a:off x="1109980" y="4540246"/>
              <a:ext cx="476049" cy="91833"/>
            </a:xfrm>
            <a:prstGeom prst="rect">
              <a:avLst/>
            </a:prstGeom>
            <a:solidFill>
              <a:srgbClr val="95AC0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84" name="Rectangle 83"/>
            <p:cNvSpPr/>
            <p:nvPr/>
          </p:nvSpPr>
          <p:spPr bwMode="auto">
            <a:xfrm>
              <a:off x="1114406" y="4702633"/>
              <a:ext cx="467196" cy="711776"/>
            </a:xfrm>
            <a:prstGeom prst="rect">
              <a:avLst/>
            </a:prstGeom>
            <a:noFill/>
            <a:ln w="12700">
              <a:solidFill>
                <a:srgbClr val="95AC0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cxnSp>
          <p:nvCxnSpPr>
            <p:cNvPr id="85" name="Straight Connector 84"/>
            <p:cNvCxnSpPr/>
            <p:nvPr/>
          </p:nvCxnSpPr>
          <p:spPr>
            <a:xfrm>
              <a:off x="1156162" y="4788387"/>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156162" y="4873973"/>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156162" y="4959511"/>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156162" y="5358752"/>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156162" y="5203478"/>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28" name="Rectangle 127"/>
          <p:cNvSpPr/>
          <p:nvPr userDrawn="1"/>
        </p:nvSpPr>
        <p:spPr>
          <a:xfrm>
            <a:off x="5230477" y="5897620"/>
            <a:ext cx="495793" cy="230913"/>
          </a:xfrm>
          <a:prstGeom prst="rect">
            <a:avLst/>
          </a:prstGeom>
          <a:solidFill>
            <a:srgbClr val="FFB900"/>
          </a:solidFill>
          <a:ln>
            <a:noFill/>
          </a:ln>
        </p:spPr>
        <p:style>
          <a:lnRef idx="2">
            <a:schemeClr val="accent1">
              <a:shade val="50000"/>
            </a:schemeClr>
          </a:lnRef>
          <a:fillRef idx="1">
            <a:schemeClr val="accent1"/>
          </a:fillRef>
          <a:effectRef idx="0">
            <a:schemeClr val="accent1"/>
          </a:effectRef>
          <a:fontRef idx="minor">
            <a:schemeClr val="lt1"/>
          </a:fontRef>
        </p:style>
        <p:txBody>
          <a:bodyPr lIns="93219" tIns="46610" rIns="93219" bIns="46610" rtlCol="0" anchor="ctr"/>
          <a:lstStyle/>
          <a:p>
            <a:pPr algn="ctr" defTabSz="932468">
              <a:defRPr/>
            </a:pPr>
            <a:endParaRPr lang="en-US" sz="1835">
              <a:solidFill>
                <a:srgbClr val="000000"/>
              </a:solidFill>
            </a:endParaRPr>
          </a:p>
        </p:txBody>
      </p:sp>
      <p:sp>
        <p:nvSpPr>
          <p:cNvPr id="129" name="Rectangle 128"/>
          <p:cNvSpPr/>
          <p:nvPr userDrawn="1"/>
        </p:nvSpPr>
        <p:spPr bwMode="auto">
          <a:xfrm>
            <a:off x="2905367" y="4360276"/>
            <a:ext cx="427028" cy="240661"/>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30" name="Rectangle 129"/>
          <p:cNvSpPr/>
          <p:nvPr userDrawn="1"/>
        </p:nvSpPr>
        <p:spPr bwMode="auto">
          <a:xfrm>
            <a:off x="3392974" y="4630898"/>
            <a:ext cx="427028" cy="240661"/>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31" name="Rectangle 130"/>
          <p:cNvSpPr/>
          <p:nvPr userDrawn="1"/>
        </p:nvSpPr>
        <p:spPr>
          <a:xfrm>
            <a:off x="4064338" y="5181935"/>
            <a:ext cx="852417" cy="206869"/>
          </a:xfrm>
          <a:prstGeom prst="rect">
            <a:avLst/>
          </a:prstGeom>
          <a:solidFill>
            <a:srgbClr val="FFB900"/>
          </a:solidFill>
          <a:ln>
            <a:noFill/>
          </a:ln>
        </p:spPr>
        <p:style>
          <a:lnRef idx="2">
            <a:schemeClr val="accent1">
              <a:shade val="50000"/>
            </a:schemeClr>
          </a:lnRef>
          <a:fillRef idx="1">
            <a:schemeClr val="accent1"/>
          </a:fillRef>
          <a:effectRef idx="0">
            <a:schemeClr val="accent1"/>
          </a:effectRef>
          <a:fontRef idx="minor">
            <a:schemeClr val="lt1"/>
          </a:fontRef>
        </p:style>
        <p:txBody>
          <a:bodyPr lIns="93219" tIns="46610" rIns="93219" bIns="46610" rtlCol="0" anchor="ctr"/>
          <a:lstStyle/>
          <a:p>
            <a:pPr algn="ctr" defTabSz="932468">
              <a:defRPr/>
            </a:pPr>
            <a:endParaRPr lang="en-US" sz="1835">
              <a:solidFill>
                <a:srgbClr val="000000"/>
              </a:solidFill>
            </a:endParaRPr>
          </a:p>
        </p:txBody>
      </p:sp>
      <p:sp>
        <p:nvSpPr>
          <p:cNvPr id="132" name="Rectangle 131"/>
          <p:cNvSpPr/>
          <p:nvPr userDrawn="1"/>
        </p:nvSpPr>
        <p:spPr bwMode="auto">
          <a:xfrm flipH="1">
            <a:off x="1794144" y="5459838"/>
            <a:ext cx="212196" cy="273718"/>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33" name="Rectangle 132"/>
          <p:cNvSpPr/>
          <p:nvPr userDrawn="1"/>
        </p:nvSpPr>
        <p:spPr bwMode="auto">
          <a:xfrm>
            <a:off x="1049675" y="5740388"/>
            <a:ext cx="92331" cy="486340"/>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34" name="Rectangle 133"/>
          <p:cNvSpPr/>
          <p:nvPr userDrawn="1"/>
        </p:nvSpPr>
        <p:spPr bwMode="auto">
          <a:xfrm>
            <a:off x="1278399" y="5835528"/>
            <a:ext cx="215498" cy="158012"/>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35" name="Oval 134"/>
          <p:cNvSpPr/>
          <p:nvPr userDrawn="1"/>
        </p:nvSpPr>
        <p:spPr bwMode="auto">
          <a:xfrm>
            <a:off x="7010094"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36" name="Freeform 18"/>
          <p:cNvSpPr>
            <a:spLocks noChangeAspect="1" noEditPoints="1"/>
          </p:cNvSpPr>
          <p:nvPr userDrawn="1"/>
        </p:nvSpPr>
        <p:spPr bwMode="auto">
          <a:xfrm>
            <a:off x="7157812" y="3260781"/>
            <a:ext cx="557713" cy="411713"/>
          </a:xfrm>
          <a:custGeom>
            <a:avLst/>
            <a:gdLst>
              <a:gd name="T0" fmla="*/ 364 w 780"/>
              <a:gd name="T1" fmla="*/ 241 h 440"/>
              <a:gd name="T2" fmla="*/ 5 w 780"/>
              <a:gd name="T3" fmla="*/ 27 h 440"/>
              <a:gd name="T4" fmla="*/ 48 w 780"/>
              <a:gd name="T5" fmla="*/ 0 h 440"/>
              <a:gd name="T6" fmla="*/ 732 w 780"/>
              <a:gd name="T7" fmla="*/ 0 h 440"/>
              <a:gd name="T8" fmla="*/ 775 w 780"/>
              <a:gd name="T9" fmla="*/ 27 h 440"/>
              <a:gd name="T10" fmla="*/ 416 w 780"/>
              <a:gd name="T11" fmla="*/ 240 h 440"/>
              <a:gd name="T12" fmla="*/ 416 w 780"/>
              <a:gd name="T13" fmla="*/ 241 h 440"/>
              <a:gd name="T14" fmla="*/ 390 w 780"/>
              <a:gd name="T15" fmla="*/ 247 h 440"/>
              <a:gd name="T16" fmla="*/ 364 w 780"/>
              <a:gd name="T17" fmla="*/ 241 h 440"/>
              <a:gd name="T18" fmla="*/ 780 w 780"/>
              <a:gd name="T19" fmla="*/ 324 h 440"/>
              <a:gd name="T20" fmla="*/ 780 w 780"/>
              <a:gd name="T21" fmla="*/ 66 h 440"/>
              <a:gd name="T22" fmla="*/ 563 w 780"/>
              <a:gd name="T23" fmla="*/ 195 h 440"/>
              <a:gd name="T24" fmla="*/ 780 w 780"/>
              <a:gd name="T25" fmla="*/ 324 h 440"/>
              <a:gd name="T26" fmla="*/ 0 w 780"/>
              <a:gd name="T27" fmla="*/ 392 h 440"/>
              <a:gd name="T28" fmla="*/ 48 w 780"/>
              <a:gd name="T29" fmla="*/ 440 h 440"/>
              <a:gd name="T30" fmla="*/ 732 w 780"/>
              <a:gd name="T31" fmla="*/ 440 h 440"/>
              <a:gd name="T32" fmla="*/ 780 w 780"/>
              <a:gd name="T33" fmla="*/ 392 h 440"/>
              <a:gd name="T34" fmla="*/ 780 w 780"/>
              <a:gd name="T35" fmla="*/ 366 h 440"/>
              <a:gd name="T36" fmla="*/ 528 w 780"/>
              <a:gd name="T37" fmla="*/ 216 h 440"/>
              <a:gd name="T38" fmla="*/ 435 w 780"/>
              <a:gd name="T39" fmla="*/ 271 h 440"/>
              <a:gd name="T40" fmla="*/ 390 w 780"/>
              <a:gd name="T41" fmla="*/ 283 h 440"/>
              <a:gd name="T42" fmla="*/ 390 w 780"/>
              <a:gd name="T43" fmla="*/ 283 h 440"/>
              <a:gd name="T44" fmla="*/ 344 w 780"/>
              <a:gd name="T45" fmla="*/ 271 h 440"/>
              <a:gd name="T46" fmla="*/ 252 w 780"/>
              <a:gd name="T47" fmla="*/ 216 h 440"/>
              <a:gd name="T48" fmla="*/ 0 w 780"/>
              <a:gd name="T49" fmla="*/ 366 h 440"/>
              <a:gd name="T50" fmla="*/ 0 w 780"/>
              <a:gd name="T51" fmla="*/ 392 h 440"/>
              <a:gd name="T52" fmla="*/ 217 w 780"/>
              <a:gd name="T53" fmla="*/ 195 h 440"/>
              <a:gd name="T54" fmla="*/ 0 w 780"/>
              <a:gd name="T55" fmla="*/ 66 h 440"/>
              <a:gd name="T56" fmla="*/ 0 w 780"/>
              <a:gd name="T57" fmla="*/ 324 h 440"/>
              <a:gd name="T58" fmla="*/ 217 w 780"/>
              <a:gd name="T59" fmla="*/ 195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80" h="440">
                <a:moveTo>
                  <a:pt x="364" y="241"/>
                </a:moveTo>
                <a:cubicBezTo>
                  <a:pt x="5" y="27"/>
                  <a:pt x="5" y="27"/>
                  <a:pt x="5" y="27"/>
                </a:cubicBezTo>
                <a:cubicBezTo>
                  <a:pt x="13" y="11"/>
                  <a:pt x="29" y="0"/>
                  <a:pt x="48" y="0"/>
                </a:cubicBezTo>
                <a:cubicBezTo>
                  <a:pt x="732" y="0"/>
                  <a:pt x="732" y="0"/>
                  <a:pt x="732" y="0"/>
                </a:cubicBezTo>
                <a:cubicBezTo>
                  <a:pt x="751" y="0"/>
                  <a:pt x="767" y="11"/>
                  <a:pt x="775" y="27"/>
                </a:cubicBezTo>
                <a:cubicBezTo>
                  <a:pt x="416" y="240"/>
                  <a:pt x="416" y="240"/>
                  <a:pt x="416" y="240"/>
                </a:cubicBezTo>
                <a:cubicBezTo>
                  <a:pt x="416" y="241"/>
                  <a:pt x="416" y="241"/>
                  <a:pt x="416" y="241"/>
                </a:cubicBezTo>
                <a:cubicBezTo>
                  <a:pt x="409" y="245"/>
                  <a:pt x="400" y="247"/>
                  <a:pt x="390" y="247"/>
                </a:cubicBezTo>
                <a:cubicBezTo>
                  <a:pt x="380" y="247"/>
                  <a:pt x="370" y="245"/>
                  <a:pt x="364" y="241"/>
                </a:cubicBezTo>
                <a:close/>
                <a:moveTo>
                  <a:pt x="780" y="324"/>
                </a:moveTo>
                <a:cubicBezTo>
                  <a:pt x="780" y="66"/>
                  <a:pt x="780" y="66"/>
                  <a:pt x="780" y="66"/>
                </a:cubicBezTo>
                <a:cubicBezTo>
                  <a:pt x="563" y="195"/>
                  <a:pt x="563" y="195"/>
                  <a:pt x="563" y="195"/>
                </a:cubicBezTo>
                <a:lnTo>
                  <a:pt x="780" y="324"/>
                </a:lnTo>
                <a:close/>
                <a:moveTo>
                  <a:pt x="0" y="392"/>
                </a:moveTo>
                <a:cubicBezTo>
                  <a:pt x="0" y="419"/>
                  <a:pt x="21" y="440"/>
                  <a:pt x="48" y="440"/>
                </a:cubicBezTo>
                <a:cubicBezTo>
                  <a:pt x="732" y="440"/>
                  <a:pt x="732" y="440"/>
                  <a:pt x="732" y="440"/>
                </a:cubicBezTo>
                <a:cubicBezTo>
                  <a:pt x="758" y="440"/>
                  <a:pt x="780" y="419"/>
                  <a:pt x="780" y="392"/>
                </a:cubicBezTo>
                <a:cubicBezTo>
                  <a:pt x="780" y="366"/>
                  <a:pt x="780" y="366"/>
                  <a:pt x="780" y="366"/>
                </a:cubicBezTo>
                <a:cubicBezTo>
                  <a:pt x="528" y="216"/>
                  <a:pt x="528" y="216"/>
                  <a:pt x="528" y="216"/>
                </a:cubicBezTo>
                <a:cubicBezTo>
                  <a:pt x="435" y="271"/>
                  <a:pt x="435" y="271"/>
                  <a:pt x="435" y="271"/>
                </a:cubicBezTo>
                <a:cubicBezTo>
                  <a:pt x="423" y="279"/>
                  <a:pt x="407" y="283"/>
                  <a:pt x="390" y="283"/>
                </a:cubicBezTo>
                <a:cubicBezTo>
                  <a:pt x="390" y="283"/>
                  <a:pt x="390" y="283"/>
                  <a:pt x="390" y="283"/>
                </a:cubicBezTo>
                <a:cubicBezTo>
                  <a:pt x="373" y="283"/>
                  <a:pt x="357" y="279"/>
                  <a:pt x="344" y="271"/>
                </a:cubicBezTo>
                <a:cubicBezTo>
                  <a:pt x="252" y="216"/>
                  <a:pt x="252" y="216"/>
                  <a:pt x="252" y="216"/>
                </a:cubicBezTo>
                <a:cubicBezTo>
                  <a:pt x="0" y="366"/>
                  <a:pt x="0" y="366"/>
                  <a:pt x="0" y="366"/>
                </a:cubicBezTo>
                <a:lnTo>
                  <a:pt x="0" y="392"/>
                </a:lnTo>
                <a:close/>
                <a:moveTo>
                  <a:pt x="217" y="195"/>
                </a:moveTo>
                <a:cubicBezTo>
                  <a:pt x="0" y="66"/>
                  <a:pt x="0" y="66"/>
                  <a:pt x="0" y="66"/>
                </a:cubicBezTo>
                <a:cubicBezTo>
                  <a:pt x="0" y="324"/>
                  <a:pt x="0" y="324"/>
                  <a:pt x="0" y="324"/>
                </a:cubicBezTo>
                <a:lnTo>
                  <a:pt x="217" y="195"/>
                </a:lnTo>
                <a:close/>
              </a:path>
            </a:pathLst>
          </a:custGeom>
          <a:solidFill>
            <a:schemeClr val="bg1"/>
          </a:solidFill>
          <a:ln>
            <a:noFill/>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7797" tIns="44780" rIns="0" bIns="44780" numCol="1" spcCol="0" rtlCol="0" fromWordArt="0" anchor="ctr" anchorCtr="0" forceAA="0" compatLnSpc="1">
            <a:prstTxWarp prst="textNoShape">
              <a:avLst/>
            </a:prstTxWarp>
            <a:noAutofit/>
          </a:bodyPr>
          <a:lstStyle/>
          <a:p>
            <a:pPr defTabSz="913294">
              <a:lnSpc>
                <a:spcPct val="90000"/>
              </a:lnSpc>
              <a:spcAft>
                <a:spcPts val="588"/>
              </a:spcAft>
              <a:defRPr/>
            </a:pPr>
            <a:endParaRPr lang="en-US" sz="1369" b="1" dirty="0">
              <a:gradFill>
                <a:gsLst>
                  <a:gs pos="50427">
                    <a:srgbClr val="FFFFFF"/>
                  </a:gs>
                  <a:gs pos="30000">
                    <a:srgbClr val="FFFFFF"/>
                  </a:gs>
                </a:gsLst>
                <a:lin ang="5400000" scaled="0"/>
              </a:gradFill>
            </a:endParaRPr>
          </a:p>
        </p:txBody>
      </p:sp>
      <p:sp>
        <p:nvSpPr>
          <p:cNvPr id="137" name="Oval 136"/>
          <p:cNvSpPr/>
          <p:nvPr userDrawn="1"/>
        </p:nvSpPr>
        <p:spPr bwMode="auto">
          <a:xfrm>
            <a:off x="8237589"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38" name="Freeform 17"/>
          <p:cNvSpPr>
            <a:spLocks noEditPoints="1"/>
          </p:cNvSpPr>
          <p:nvPr userDrawn="1"/>
        </p:nvSpPr>
        <p:spPr bwMode="auto">
          <a:xfrm>
            <a:off x="8429182" y="3168017"/>
            <a:ext cx="469960" cy="597241"/>
          </a:xfrm>
          <a:custGeom>
            <a:avLst/>
            <a:gdLst>
              <a:gd name="T0" fmla="*/ 718 w 3648"/>
              <a:gd name="T1" fmla="*/ 1195 h 4636"/>
              <a:gd name="T2" fmla="*/ 2791 w 3648"/>
              <a:gd name="T3" fmla="*/ 1195 h 4636"/>
              <a:gd name="T4" fmla="*/ 2791 w 3648"/>
              <a:gd name="T5" fmla="*/ 1358 h 4636"/>
              <a:gd name="T6" fmla="*/ 718 w 3648"/>
              <a:gd name="T7" fmla="*/ 1358 h 4636"/>
              <a:gd name="T8" fmla="*/ 718 w 3648"/>
              <a:gd name="T9" fmla="*/ 1195 h 4636"/>
              <a:gd name="T10" fmla="*/ 718 w 3648"/>
              <a:gd name="T11" fmla="*/ 1195 h 4636"/>
              <a:gd name="T12" fmla="*/ 718 w 3648"/>
              <a:gd name="T13" fmla="*/ 1195 h 4636"/>
              <a:gd name="T14" fmla="*/ 718 w 3648"/>
              <a:gd name="T15" fmla="*/ 1885 h 4636"/>
              <a:gd name="T16" fmla="*/ 2791 w 3648"/>
              <a:gd name="T17" fmla="*/ 1885 h 4636"/>
              <a:gd name="T18" fmla="*/ 2791 w 3648"/>
              <a:gd name="T19" fmla="*/ 1748 h 4636"/>
              <a:gd name="T20" fmla="*/ 718 w 3648"/>
              <a:gd name="T21" fmla="*/ 1748 h 4636"/>
              <a:gd name="T22" fmla="*/ 718 w 3648"/>
              <a:gd name="T23" fmla="*/ 1885 h 4636"/>
              <a:gd name="T24" fmla="*/ 718 w 3648"/>
              <a:gd name="T25" fmla="*/ 1885 h 4636"/>
              <a:gd name="T26" fmla="*/ 718 w 3648"/>
              <a:gd name="T27" fmla="*/ 1885 h 4636"/>
              <a:gd name="T28" fmla="*/ 718 w 3648"/>
              <a:gd name="T29" fmla="*/ 2439 h 4636"/>
              <a:gd name="T30" fmla="*/ 2791 w 3648"/>
              <a:gd name="T31" fmla="*/ 2439 h 4636"/>
              <a:gd name="T32" fmla="*/ 2791 w 3648"/>
              <a:gd name="T33" fmla="*/ 2276 h 4636"/>
              <a:gd name="T34" fmla="*/ 718 w 3648"/>
              <a:gd name="T35" fmla="*/ 2276 h 4636"/>
              <a:gd name="T36" fmla="*/ 718 w 3648"/>
              <a:gd name="T37" fmla="*/ 2439 h 4636"/>
              <a:gd name="T38" fmla="*/ 718 w 3648"/>
              <a:gd name="T39" fmla="*/ 2439 h 4636"/>
              <a:gd name="T40" fmla="*/ 718 w 3648"/>
              <a:gd name="T41" fmla="*/ 2439 h 4636"/>
              <a:gd name="T42" fmla="*/ 718 w 3648"/>
              <a:gd name="T43" fmla="*/ 2966 h 4636"/>
              <a:gd name="T44" fmla="*/ 2791 w 3648"/>
              <a:gd name="T45" fmla="*/ 2966 h 4636"/>
              <a:gd name="T46" fmla="*/ 2791 w 3648"/>
              <a:gd name="T47" fmla="*/ 2803 h 4636"/>
              <a:gd name="T48" fmla="*/ 718 w 3648"/>
              <a:gd name="T49" fmla="*/ 2803 h 4636"/>
              <a:gd name="T50" fmla="*/ 718 w 3648"/>
              <a:gd name="T51" fmla="*/ 2966 h 4636"/>
              <a:gd name="T52" fmla="*/ 718 w 3648"/>
              <a:gd name="T53" fmla="*/ 2966 h 4636"/>
              <a:gd name="T54" fmla="*/ 718 w 3648"/>
              <a:gd name="T55" fmla="*/ 2966 h 4636"/>
              <a:gd name="T56" fmla="*/ 3648 w 3648"/>
              <a:gd name="T57" fmla="*/ 1131 h 4636"/>
              <a:gd name="T58" fmla="*/ 3648 w 3648"/>
              <a:gd name="T59" fmla="*/ 4636 h 4636"/>
              <a:gd name="T60" fmla="*/ 0 w 3648"/>
              <a:gd name="T61" fmla="*/ 4636 h 4636"/>
              <a:gd name="T62" fmla="*/ 0 w 3648"/>
              <a:gd name="T63" fmla="*/ 14 h 4636"/>
              <a:gd name="T64" fmla="*/ 2718 w 3648"/>
              <a:gd name="T65" fmla="*/ 14 h 4636"/>
              <a:gd name="T66" fmla="*/ 2718 w 3648"/>
              <a:gd name="T67" fmla="*/ 0 h 4636"/>
              <a:gd name="T68" fmla="*/ 3648 w 3648"/>
              <a:gd name="T69" fmla="*/ 1131 h 4636"/>
              <a:gd name="T70" fmla="*/ 3648 w 3648"/>
              <a:gd name="T71" fmla="*/ 1131 h 4636"/>
              <a:gd name="T72" fmla="*/ 3648 w 3648"/>
              <a:gd name="T73" fmla="*/ 1131 h 4636"/>
              <a:gd name="T74" fmla="*/ 3409 w 3648"/>
              <a:gd name="T75" fmla="*/ 994 h 4636"/>
              <a:gd name="T76" fmla="*/ 2692 w 3648"/>
              <a:gd name="T77" fmla="*/ 994 h 4636"/>
              <a:gd name="T78" fmla="*/ 2718 w 3648"/>
              <a:gd name="T79" fmla="*/ 265 h 4636"/>
              <a:gd name="T80" fmla="*/ 251 w 3648"/>
              <a:gd name="T81" fmla="*/ 265 h 4636"/>
              <a:gd name="T82" fmla="*/ 251 w 3648"/>
              <a:gd name="T83" fmla="*/ 4386 h 4636"/>
              <a:gd name="T84" fmla="*/ 3409 w 3648"/>
              <a:gd name="T85" fmla="*/ 4386 h 4636"/>
              <a:gd name="T86" fmla="*/ 3409 w 3648"/>
              <a:gd name="T87" fmla="*/ 994 h 4636"/>
              <a:gd name="T88" fmla="*/ 3409 w 3648"/>
              <a:gd name="T89" fmla="*/ 994 h 4636"/>
              <a:gd name="T90" fmla="*/ 3409 w 3648"/>
              <a:gd name="T91" fmla="*/ 994 h 4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48" h="4636">
                <a:moveTo>
                  <a:pt x="718" y="1195"/>
                </a:moveTo>
                <a:lnTo>
                  <a:pt x="2791" y="1195"/>
                </a:lnTo>
                <a:lnTo>
                  <a:pt x="2791" y="1358"/>
                </a:lnTo>
                <a:lnTo>
                  <a:pt x="718" y="1358"/>
                </a:lnTo>
                <a:lnTo>
                  <a:pt x="718" y="1195"/>
                </a:lnTo>
                <a:lnTo>
                  <a:pt x="718" y="1195"/>
                </a:lnTo>
                <a:lnTo>
                  <a:pt x="718" y="1195"/>
                </a:lnTo>
                <a:close/>
                <a:moveTo>
                  <a:pt x="718" y="1885"/>
                </a:moveTo>
                <a:lnTo>
                  <a:pt x="2791" y="1885"/>
                </a:lnTo>
                <a:lnTo>
                  <a:pt x="2791" y="1748"/>
                </a:lnTo>
                <a:lnTo>
                  <a:pt x="718" y="1748"/>
                </a:lnTo>
                <a:lnTo>
                  <a:pt x="718" y="1885"/>
                </a:lnTo>
                <a:lnTo>
                  <a:pt x="718" y="1885"/>
                </a:lnTo>
                <a:lnTo>
                  <a:pt x="718" y="1885"/>
                </a:lnTo>
                <a:close/>
                <a:moveTo>
                  <a:pt x="718" y="2439"/>
                </a:moveTo>
                <a:lnTo>
                  <a:pt x="2791" y="2439"/>
                </a:lnTo>
                <a:lnTo>
                  <a:pt x="2791" y="2276"/>
                </a:lnTo>
                <a:lnTo>
                  <a:pt x="718" y="2276"/>
                </a:lnTo>
                <a:lnTo>
                  <a:pt x="718" y="2439"/>
                </a:lnTo>
                <a:lnTo>
                  <a:pt x="718" y="2439"/>
                </a:lnTo>
                <a:lnTo>
                  <a:pt x="718" y="2439"/>
                </a:lnTo>
                <a:close/>
                <a:moveTo>
                  <a:pt x="718" y="2966"/>
                </a:moveTo>
                <a:lnTo>
                  <a:pt x="2791" y="2966"/>
                </a:lnTo>
                <a:lnTo>
                  <a:pt x="2791" y="2803"/>
                </a:lnTo>
                <a:lnTo>
                  <a:pt x="718" y="2803"/>
                </a:lnTo>
                <a:lnTo>
                  <a:pt x="718" y="2966"/>
                </a:lnTo>
                <a:lnTo>
                  <a:pt x="718" y="2966"/>
                </a:lnTo>
                <a:lnTo>
                  <a:pt x="718" y="2966"/>
                </a:lnTo>
                <a:close/>
                <a:moveTo>
                  <a:pt x="3648" y="1131"/>
                </a:moveTo>
                <a:lnTo>
                  <a:pt x="3648" y="4636"/>
                </a:lnTo>
                <a:lnTo>
                  <a:pt x="0" y="4636"/>
                </a:lnTo>
                <a:lnTo>
                  <a:pt x="0" y="14"/>
                </a:lnTo>
                <a:lnTo>
                  <a:pt x="2718" y="14"/>
                </a:lnTo>
                <a:lnTo>
                  <a:pt x="2718" y="0"/>
                </a:lnTo>
                <a:lnTo>
                  <a:pt x="3648" y="1131"/>
                </a:lnTo>
                <a:lnTo>
                  <a:pt x="3648" y="1131"/>
                </a:lnTo>
                <a:lnTo>
                  <a:pt x="3648" y="1131"/>
                </a:lnTo>
                <a:close/>
                <a:moveTo>
                  <a:pt x="3409" y="994"/>
                </a:moveTo>
                <a:lnTo>
                  <a:pt x="2692" y="994"/>
                </a:lnTo>
                <a:lnTo>
                  <a:pt x="2718" y="265"/>
                </a:lnTo>
                <a:lnTo>
                  <a:pt x="251" y="265"/>
                </a:lnTo>
                <a:lnTo>
                  <a:pt x="251" y="4386"/>
                </a:lnTo>
                <a:lnTo>
                  <a:pt x="3409" y="4386"/>
                </a:lnTo>
                <a:lnTo>
                  <a:pt x="3409" y="994"/>
                </a:lnTo>
                <a:lnTo>
                  <a:pt x="3409" y="994"/>
                </a:lnTo>
                <a:lnTo>
                  <a:pt x="3409" y="99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139" name="Oval 138"/>
          <p:cNvSpPr/>
          <p:nvPr userDrawn="1"/>
        </p:nvSpPr>
        <p:spPr bwMode="auto">
          <a:xfrm>
            <a:off x="9465084"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40" name="Freeform 139"/>
          <p:cNvSpPr>
            <a:spLocks noEditPoints="1"/>
          </p:cNvSpPr>
          <p:nvPr userDrawn="1"/>
        </p:nvSpPr>
        <p:spPr bwMode="auto">
          <a:xfrm>
            <a:off x="9596638" y="3213652"/>
            <a:ext cx="590041" cy="505968"/>
          </a:xfrm>
          <a:custGeom>
            <a:avLst/>
            <a:gdLst>
              <a:gd name="T0" fmla="*/ 1173 w 1958"/>
              <a:gd name="T1" fmla="*/ 413 h 1678"/>
              <a:gd name="T2" fmla="*/ 1292 w 1958"/>
              <a:gd name="T3" fmla="*/ 532 h 1678"/>
              <a:gd name="T4" fmla="*/ 1292 w 1958"/>
              <a:gd name="T5" fmla="*/ 1063 h 1678"/>
              <a:gd name="T6" fmla="*/ 1173 w 1958"/>
              <a:gd name="T7" fmla="*/ 1182 h 1678"/>
              <a:gd name="T8" fmla="*/ 1173 w 1958"/>
              <a:gd name="T9" fmla="*/ 1182 h 1678"/>
              <a:gd name="T10" fmla="*/ 1173 w 1958"/>
              <a:gd name="T11" fmla="*/ 1559 h 1678"/>
              <a:gd name="T12" fmla="*/ 1061 w 1958"/>
              <a:gd name="T13" fmla="*/ 1678 h 1678"/>
              <a:gd name="T14" fmla="*/ 893 w 1958"/>
              <a:gd name="T15" fmla="*/ 1678 h 1678"/>
              <a:gd name="T16" fmla="*/ 781 w 1958"/>
              <a:gd name="T17" fmla="*/ 1559 h 1678"/>
              <a:gd name="T18" fmla="*/ 781 w 1958"/>
              <a:gd name="T19" fmla="*/ 1182 h 1678"/>
              <a:gd name="T20" fmla="*/ 781 w 1958"/>
              <a:gd name="T21" fmla="*/ 1182 h 1678"/>
              <a:gd name="T22" fmla="*/ 662 w 1958"/>
              <a:gd name="T23" fmla="*/ 1063 h 1678"/>
              <a:gd name="T24" fmla="*/ 662 w 1958"/>
              <a:gd name="T25" fmla="*/ 532 h 1678"/>
              <a:gd name="T26" fmla="*/ 781 w 1958"/>
              <a:gd name="T27" fmla="*/ 413 h 1678"/>
              <a:gd name="T28" fmla="*/ 1173 w 1958"/>
              <a:gd name="T29" fmla="*/ 413 h 1678"/>
              <a:gd name="T30" fmla="*/ 789 w 1958"/>
              <a:gd name="T31" fmla="*/ 188 h 1678"/>
              <a:gd name="T32" fmla="*/ 977 w 1958"/>
              <a:gd name="T33" fmla="*/ 376 h 1678"/>
              <a:gd name="T34" fmla="*/ 1164 w 1958"/>
              <a:gd name="T35" fmla="*/ 188 h 1678"/>
              <a:gd name="T36" fmla="*/ 977 w 1958"/>
              <a:gd name="T37" fmla="*/ 0 h 1678"/>
              <a:gd name="T38" fmla="*/ 789 w 1958"/>
              <a:gd name="T39" fmla="*/ 188 h 1678"/>
              <a:gd name="T40" fmla="*/ 1861 w 1958"/>
              <a:gd name="T41" fmla="*/ 461 h 1678"/>
              <a:gd name="T42" fmla="*/ 1527 w 1958"/>
              <a:gd name="T43" fmla="*/ 461 h 1678"/>
              <a:gd name="T44" fmla="*/ 1429 w 1958"/>
              <a:gd name="T45" fmla="*/ 559 h 1678"/>
              <a:gd name="T46" fmla="*/ 1429 w 1958"/>
              <a:gd name="T47" fmla="*/ 1015 h 1678"/>
              <a:gd name="T48" fmla="*/ 1527 w 1958"/>
              <a:gd name="T49" fmla="*/ 1113 h 1678"/>
              <a:gd name="T50" fmla="*/ 1527 w 1958"/>
              <a:gd name="T51" fmla="*/ 1113 h 1678"/>
              <a:gd name="T52" fmla="*/ 1527 w 1958"/>
              <a:gd name="T53" fmla="*/ 1442 h 1678"/>
              <a:gd name="T54" fmla="*/ 1617 w 1958"/>
              <a:gd name="T55" fmla="*/ 1541 h 1678"/>
              <a:gd name="T56" fmla="*/ 1763 w 1958"/>
              <a:gd name="T57" fmla="*/ 1541 h 1678"/>
              <a:gd name="T58" fmla="*/ 1861 w 1958"/>
              <a:gd name="T59" fmla="*/ 1442 h 1678"/>
              <a:gd name="T60" fmla="*/ 1861 w 1958"/>
              <a:gd name="T61" fmla="*/ 1113 h 1678"/>
              <a:gd name="T62" fmla="*/ 1861 w 1958"/>
              <a:gd name="T63" fmla="*/ 1113 h 1678"/>
              <a:gd name="T64" fmla="*/ 1958 w 1958"/>
              <a:gd name="T65" fmla="*/ 1015 h 1678"/>
              <a:gd name="T66" fmla="*/ 1958 w 1958"/>
              <a:gd name="T67" fmla="*/ 559 h 1678"/>
              <a:gd name="T68" fmla="*/ 1861 w 1958"/>
              <a:gd name="T69" fmla="*/ 461 h 1678"/>
              <a:gd name="T70" fmla="*/ 1530 w 1958"/>
              <a:gd name="T71" fmla="*/ 265 h 1678"/>
              <a:gd name="T72" fmla="*/ 1691 w 1958"/>
              <a:gd name="T73" fmla="*/ 424 h 1678"/>
              <a:gd name="T74" fmla="*/ 1853 w 1958"/>
              <a:gd name="T75" fmla="*/ 265 h 1678"/>
              <a:gd name="T76" fmla="*/ 1691 w 1958"/>
              <a:gd name="T77" fmla="*/ 106 h 1678"/>
              <a:gd name="T78" fmla="*/ 1530 w 1958"/>
              <a:gd name="T79" fmla="*/ 265 h 1678"/>
              <a:gd name="T80" fmla="*/ 432 w 1958"/>
              <a:gd name="T81" fmla="*/ 461 h 1678"/>
              <a:gd name="T82" fmla="*/ 98 w 1958"/>
              <a:gd name="T83" fmla="*/ 461 h 1678"/>
              <a:gd name="T84" fmla="*/ 0 w 1958"/>
              <a:gd name="T85" fmla="*/ 559 h 1678"/>
              <a:gd name="T86" fmla="*/ 0 w 1958"/>
              <a:gd name="T87" fmla="*/ 1015 h 1678"/>
              <a:gd name="T88" fmla="*/ 98 w 1958"/>
              <a:gd name="T89" fmla="*/ 1113 h 1678"/>
              <a:gd name="T90" fmla="*/ 98 w 1958"/>
              <a:gd name="T91" fmla="*/ 1113 h 1678"/>
              <a:gd name="T92" fmla="*/ 98 w 1958"/>
              <a:gd name="T93" fmla="*/ 1442 h 1678"/>
              <a:gd name="T94" fmla="*/ 195 w 1958"/>
              <a:gd name="T95" fmla="*/ 1541 h 1678"/>
              <a:gd name="T96" fmla="*/ 341 w 1958"/>
              <a:gd name="T97" fmla="*/ 1541 h 1678"/>
              <a:gd name="T98" fmla="*/ 432 w 1958"/>
              <a:gd name="T99" fmla="*/ 1442 h 1678"/>
              <a:gd name="T100" fmla="*/ 432 w 1958"/>
              <a:gd name="T101" fmla="*/ 1113 h 1678"/>
              <a:gd name="T102" fmla="*/ 432 w 1958"/>
              <a:gd name="T103" fmla="*/ 1113 h 1678"/>
              <a:gd name="T104" fmla="*/ 529 w 1958"/>
              <a:gd name="T105" fmla="*/ 1015 h 1678"/>
              <a:gd name="T106" fmla="*/ 529 w 1958"/>
              <a:gd name="T107" fmla="*/ 559 h 1678"/>
              <a:gd name="T108" fmla="*/ 432 w 1958"/>
              <a:gd name="T109" fmla="*/ 461 h 1678"/>
              <a:gd name="T110" fmla="*/ 101 w 1958"/>
              <a:gd name="T111" fmla="*/ 265 h 1678"/>
              <a:gd name="T112" fmla="*/ 262 w 1958"/>
              <a:gd name="T113" fmla="*/ 424 h 1678"/>
              <a:gd name="T114" fmla="*/ 423 w 1958"/>
              <a:gd name="T115" fmla="*/ 265 h 1678"/>
              <a:gd name="T116" fmla="*/ 262 w 1958"/>
              <a:gd name="T117" fmla="*/ 106 h 1678"/>
              <a:gd name="T118" fmla="*/ 101 w 1958"/>
              <a:gd name="T119" fmla="*/ 265 h 1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8" h="1678">
                <a:moveTo>
                  <a:pt x="1173" y="413"/>
                </a:moveTo>
                <a:cubicBezTo>
                  <a:pt x="1236" y="413"/>
                  <a:pt x="1292" y="469"/>
                  <a:pt x="1292" y="532"/>
                </a:cubicBezTo>
                <a:cubicBezTo>
                  <a:pt x="1292" y="532"/>
                  <a:pt x="1292" y="532"/>
                  <a:pt x="1292" y="1063"/>
                </a:cubicBezTo>
                <a:cubicBezTo>
                  <a:pt x="1292" y="1126"/>
                  <a:pt x="1236" y="1182"/>
                  <a:pt x="1173" y="1182"/>
                </a:cubicBezTo>
                <a:cubicBezTo>
                  <a:pt x="1173" y="1182"/>
                  <a:pt x="1173" y="1182"/>
                  <a:pt x="1173" y="1182"/>
                </a:cubicBezTo>
                <a:cubicBezTo>
                  <a:pt x="1173" y="1182"/>
                  <a:pt x="1173" y="1182"/>
                  <a:pt x="1173" y="1559"/>
                </a:cubicBezTo>
                <a:cubicBezTo>
                  <a:pt x="1173" y="1622"/>
                  <a:pt x="1124" y="1678"/>
                  <a:pt x="1061" y="1678"/>
                </a:cubicBezTo>
                <a:cubicBezTo>
                  <a:pt x="1061" y="1678"/>
                  <a:pt x="1061" y="1678"/>
                  <a:pt x="893" y="1678"/>
                </a:cubicBezTo>
                <a:cubicBezTo>
                  <a:pt x="830" y="1678"/>
                  <a:pt x="781" y="1622"/>
                  <a:pt x="781" y="1559"/>
                </a:cubicBezTo>
                <a:cubicBezTo>
                  <a:pt x="781" y="1559"/>
                  <a:pt x="781" y="1559"/>
                  <a:pt x="781" y="1182"/>
                </a:cubicBezTo>
                <a:cubicBezTo>
                  <a:pt x="781" y="1182"/>
                  <a:pt x="781" y="1182"/>
                  <a:pt x="781" y="1182"/>
                </a:cubicBezTo>
                <a:cubicBezTo>
                  <a:pt x="718" y="1182"/>
                  <a:pt x="662" y="1126"/>
                  <a:pt x="662" y="1063"/>
                </a:cubicBezTo>
                <a:cubicBezTo>
                  <a:pt x="662" y="1063"/>
                  <a:pt x="662" y="1063"/>
                  <a:pt x="662" y="532"/>
                </a:cubicBezTo>
                <a:cubicBezTo>
                  <a:pt x="662" y="469"/>
                  <a:pt x="718" y="413"/>
                  <a:pt x="781" y="413"/>
                </a:cubicBezTo>
                <a:cubicBezTo>
                  <a:pt x="781" y="413"/>
                  <a:pt x="781" y="413"/>
                  <a:pt x="1173" y="413"/>
                </a:cubicBezTo>
                <a:close/>
                <a:moveTo>
                  <a:pt x="789" y="188"/>
                </a:moveTo>
                <a:cubicBezTo>
                  <a:pt x="789" y="292"/>
                  <a:pt x="873" y="376"/>
                  <a:pt x="977" y="376"/>
                </a:cubicBezTo>
                <a:cubicBezTo>
                  <a:pt x="1080" y="376"/>
                  <a:pt x="1164" y="292"/>
                  <a:pt x="1164" y="188"/>
                </a:cubicBezTo>
                <a:cubicBezTo>
                  <a:pt x="1164" y="84"/>
                  <a:pt x="1080" y="0"/>
                  <a:pt x="977" y="0"/>
                </a:cubicBezTo>
                <a:cubicBezTo>
                  <a:pt x="873" y="0"/>
                  <a:pt x="789" y="84"/>
                  <a:pt x="789" y="188"/>
                </a:cubicBezTo>
                <a:close/>
                <a:moveTo>
                  <a:pt x="1861" y="461"/>
                </a:moveTo>
                <a:cubicBezTo>
                  <a:pt x="1527" y="461"/>
                  <a:pt x="1527" y="461"/>
                  <a:pt x="1527" y="461"/>
                </a:cubicBezTo>
                <a:cubicBezTo>
                  <a:pt x="1471" y="461"/>
                  <a:pt x="1429" y="503"/>
                  <a:pt x="1429" y="559"/>
                </a:cubicBezTo>
                <a:cubicBezTo>
                  <a:pt x="1429" y="1015"/>
                  <a:pt x="1429" y="1015"/>
                  <a:pt x="1429" y="1015"/>
                </a:cubicBezTo>
                <a:cubicBezTo>
                  <a:pt x="1429" y="1071"/>
                  <a:pt x="1471" y="1113"/>
                  <a:pt x="1527" y="1113"/>
                </a:cubicBezTo>
                <a:cubicBezTo>
                  <a:pt x="1527" y="1113"/>
                  <a:pt x="1527" y="1113"/>
                  <a:pt x="1527" y="1113"/>
                </a:cubicBezTo>
                <a:cubicBezTo>
                  <a:pt x="1527" y="1442"/>
                  <a:pt x="1527" y="1442"/>
                  <a:pt x="1527" y="1442"/>
                </a:cubicBezTo>
                <a:cubicBezTo>
                  <a:pt x="1527" y="1499"/>
                  <a:pt x="1568" y="1541"/>
                  <a:pt x="1617" y="1541"/>
                </a:cubicBezTo>
                <a:cubicBezTo>
                  <a:pt x="1763" y="1541"/>
                  <a:pt x="1763" y="1541"/>
                  <a:pt x="1763" y="1541"/>
                </a:cubicBezTo>
                <a:cubicBezTo>
                  <a:pt x="1819" y="1541"/>
                  <a:pt x="1861" y="1499"/>
                  <a:pt x="1861" y="1442"/>
                </a:cubicBezTo>
                <a:cubicBezTo>
                  <a:pt x="1861" y="1113"/>
                  <a:pt x="1861" y="1113"/>
                  <a:pt x="1861" y="1113"/>
                </a:cubicBezTo>
                <a:cubicBezTo>
                  <a:pt x="1861" y="1113"/>
                  <a:pt x="1861" y="1113"/>
                  <a:pt x="1861" y="1113"/>
                </a:cubicBezTo>
                <a:cubicBezTo>
                  <a:pt x="1917" y="1113"/>
                  <a:pt x="1958" y="1071"/>
                  <a:pt x="1958" y="1015"/>
                </a:cubicBezTo>
                <a:cubicBezTo>
                  <a:pt x="1958" y="559"/>
                  <a:pt x="1958" y="559"/>
                  <a:pt x="1958" y="559"/>
                </a:cubicBezTo>
                <a:cubicBezTo>
                  <a:pt x="1958" y="503"/>
                  <a:pt x="1917" y="461"/>
                  <a:pt x="1861" y="461"/>
                </a:cubicBezTo>
                <a:close/>
                <a:moveTo>
                  <a:pt x="1530" y="265"/>
                </a:moveTo>
                <a:cubicBezTo>
                  <a:pt x="1530" y="353"/>
                  <a:pt x="1602" y="424"/>
                  <a:pt x="1691" y="424"/>
                </a:cubicBezTo>
                <a:cubicBezTo>
                  <a:pt x="1780" y="424"/>
                  <a:pt x="1853" y="353"/>
                  <a:pt x="1853" y="265"/>
                </a:cubicBezTo>
                <a:cubicBezTo>
                  <a:pt x="1853" y="177"/>
                  <a:pt x="1780" y="106"/>
                  <a:pt x="1691" y="106"/>
                </a:cubicBezTo>
                <a:cubicBezTo>
                  <a:pt x="1602" y="106"/>
                  <a:pt x="1530" y="177"/>
                  <a:pt x="1530" y="265"/>
                </a:cubicBezTo>
                <a:close/>
                <a:moveTo>
                  <a:pt x="432" y="461"/>
                </a:moveTo>
                <a:cubicBezTo>
                  <a:pt x="98" y="461"/>
                  <a:pt x="98" y="461"/>
                  <a:pt x="98" y="461"/>
                </a:cubicBezTo>
                <a:cubicBezTo>
                  <a:pt x="42" y="461"/>
                  <a:pt x="0" y="503"/>
                  <a:pt x="0" y="559"/>
                </a:cubicBezTo>
                <a:cubicBezTo>
                  <a:pt x="0" y="1015"/>
                  <a:pt x="0" y="1015"/>
                  <a:pt x="0" y="1015"/>
                </a:cubicBezTo>
                <a:cubicBezTo>
                  <a:pt x="0" y="1071"/>
                  <a:pt x="42" y="1113"/>
                  <a:pt x="98" y="1113"/>
                </a:cubicBezTo>
                <a:cubicBezTo>
                  <a:pt x="98" y="1113"/>
                  <a:pt x="98" y="1113"/>
                  <a:pt x="98" y="1113"/>
                </a:cubicBezTo>
                <a:cubicBezTo>
                  <a:pt x="98" y="1442"/>
                  <a:pt x="98" y="1442"/>
                  <a:pt x="98" y="1442"/>
                </a:cubicBezTo>
                <a:cubicBezTo>
                  <a:pt x="98" y="1499"/>
                  <a:pt x="139" y="1541"/>
                  <a:pt x="195" y="1541"/>
                </a:cubicBezTo>
                <a:cubicBezTo>
                  <a:pt x="341" y="1541"/>
                  <a:pt x="341" y="1541"/>
                  <a:pt x="341" y="1541"/>
                </a:cubicBezTo>
                <a:cubicBezTo>
                  <a:pt x="390" y="1541"/>
                  <a:pt x="432" y="1499"/>
                  <a:pt x="432" y="1442"/>
                </a:cubicBezTo>
                <a:cubicBezTo>
                  <a:pt x="432" y="1113"/>
                  <a:pt x="432" y="1113"/>
                  <a:pt x="432" y="1113"/>
                </a:cubicBezTo>
                <a:cubicBezTo>
                  <a:pt x="432" y="1113"/>
                  <a:pt x="432" y="1113"/>
                  <a:pt x="432" y="1113"/>
                </a:cubicBezTo>
                <a:cubicBezTo>
                  <a:pt x="488" y="1113"/>
                  <a:pt x="529" y="1071"/>
                  <a:pt x="529" y="1015"/>
                </a:cubicBezTo>
                <a:cubicBezTo>
                  <a:pt x="529" y="559"/>
                  <a:pt x="529" y="559"/>
                  <a:pt x="529" y="559"/>
                </a:cubicBezTo>
                <a:cubicBezTo>
                  <a:pt x="529" y="503"/>
                  <a:pt x="488" y="461"/>
                  <a:pt x="432" y="461"/>
                </a:cubicBezTo>
                <a:close/>
                <a:moveTo>
                  <a:pt x="101" y="265"/>
                </a:moveTo>
                <a:cubicBezTo>
                  <a:pt x="101" y="353"/>
                  <a:pt x="173" y="424"/>
                  <a:pt x="262" y="424"/>
                </a:cubicBezTo>
                <a:cubicBezTo>
                  <a:pt x="351" y="424"/>
                  <a:pt x="423" y="353"/>
                  <a:pt x="423" y="265"/>
                </a:cubicBezTo>
                <a:cubicBezTo>
                  <a:pt x="423" y="177"/>
                  <a:pt x="351" y="106"/>
                  <a:pt x="262" y="106"/>
                </a:cubicBezTo>
                <a:cubicBezTo>
                  <a:pt x="173" y="106"/>
                  <a:pt x="101" y="177"/>
                  <a:pt x="101" y="2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141" name="Oval 140"/>
          <p:cNvSpPr/>
          <p:nvPr userDrawn="1"/>
        </p:nvSpPr>
        <p:spPr bwMode="auto">
          <a:xfrm>
            <a:off x="10692578" y="3040063"/>
            <a:ext cx="853146" cy="853146"/>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42" name="Group 141"/>
          <p:cNvGrpSpPr/>
          <p:nvPr userDrawn="1"/>
        </p:nvGrpSpPr>
        <p:grpSpPr>
          <a:xfrm>
            <a:off x="10841227" y="3224349"/>
            <a:ext cx="555851" cy="484577"/>
            <a:chOff x="10450695" y="2384201"/>
            <a:chExt cx="683568" cy="595918"/>
          </a:xfrm>
        </p:grpSpPr>
        <p:sp>
          <p:nvSpPr>
            <p:cNvPr id="143" name="Rectangle 142"/>
            <p:cNvSpPr/>
            <p:nvPr/>
          </p:nvSpPr>
          <p:spPr bwMode="auto">
            <a:xfrm>
              <a:off x="10450695" y="2384201"/>
              <a:ext cx="595918" cy="595918"/>
            </a:xfrm>
            <a:prstGeom prst="rect">
              <a:avLst/>
            </a:prstGeom>
            <a:noFill/>
            <a:ln w="31750">
              <a:solidFill>
                <a:schemeClr val="bg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44" name="Freeform 5"/>
            <p:cNvSpPr>
              <a:spLocks/>
            </p:cNvSpPr>
            <p:nvPr/>
          </p:nvSpPr>
          <p:spPr bwMode="auto">
            <a:xfrm>
              <a:off x="10496281" y="2446461"/>
              <a:ext cx="637982" cy="488956"/>
            </a:xfrm>
            <a:custGeom>
              <a:avLst/>
              <a:gdLst>
                <a:gd name="T0" fmla="*/ 2264 w 2306"/>
                <a:gd name="T1" fmla="*/ 244 h 1766"/>
                <a:gd name="T2" fmla="*/ 2062 w 2306"/>
                <a:gd name="T3" fmla="*/ 41 h 1766"/>
                <a:gd name="T4" fmla="*/ 1961 w 2306"/>
                <a:gd name="T5" fmla="*/ 0 h 1766"/>
                <a:gd name="T6" fmla="*/ 1859 w 2306"/>
                <a:gd name="T7" fmla="*/ 41 h 1766"/>
                <a:gd name="T8" fmla="*/ 884 w 2306"/>
                <a:gd name="T9" fmla="*/ 1018 h 1766"/>
                <a:gd name="T10" fmla="*/ 447 w 2306"/>
                <a:gd name="T11" fmla="*/ 580 h 1766"/>
                <a:gd name="T12" fmla="*/ 345 w 2306"/>
                <a:gd name="T13" fmla="*/ 538 h 1766"/>
                <a:gd name="T14" fmla="*/ 244 w 2306"/>
                <a:gd name="T15" fmla="*/ 580 h 1766"/>
                <a:gd name="T16" fmla="*/ 42 w 2306"/>
                <a:gd name="T17" fmla="*/ 782 h 1766"/>
                <a:gd name="T18" fmla="*/ 0 w 2306"/>
                <a:gd name="T19" fmla="*/ 883 h 1766"/>
                <a:gd name="T20" fmla="*/ 42 w 2306"/>
                <a:gd name="T21" fmla="*/ 984 h 1766"/>
                <a:gd name="T22" fmla="*/ 580 w 2306"/>
                <a:gd name="T23" fmla="*/ 1522 h 1766"/>
                <a:gd name="T24" fmla="*/ 783 w 2306"/>
                <a:gd name="T25" fmla="*/ 1725 h 1766"/>
                <a:gd name="T26" fmla="*/ 884 w 2306"/>
                <a:gd name="T27" fmla="*/ 1766 h 1766"/>
                <a:gd name="T28" fmla="*/ 985 w 2306"/>
                <a:gd name="T29" fmla="*/ 1725 h 1766"/>
                <a:gd name="T30" fmla="*/ 1187 w 2306"/>
                <a:gd name="T31" fmla="*/ 1522 h 1766"/>
                <a:gd name="T32" fmla="*/ 2264 w 2306"/>
                <a:gd name="T33" fmla="*/ 446 h 1766"/>
                <a:gd name="T34" fmla="*/ 2306 w 2306"/>
                <a:gd name="T35" fmla="*/ 345 h 1766"/>
                <a:gd name="T36" fmla="*/ 2264 w 2306"/>
                <a:gd name="T37" fmla="*/ 244 h 1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06" h="1766">
                  <a:moveTo>
                    <a:pt x="2264" y="244"/>
                  </a:moveTo>
                  <a:cubicBezTo>
                    <a:pt x="2062" y="41"/>
                    <a:pt x="2062" y="41"/>
                    <a:pt x="2062" y="41"/>
                  </a:cubicBezTo>
                  <a:cubicBezTo>
                    <a:pt x="2034" y="14"/>
                    <a:pt x="2000" y="0"/>
                    <a:pt x="1961" y="0"/>
                  </a:cubicBezTo>
                  <a:cubicBezTo>
                    <a:pt x="1921" y="0"/>
                    <a:pt x="1887" y="14"/>
                    <a:pt x="1859" y="41"/>
                  </a:cubicBezTo>
                  <a:cubicBezTo>
                    <a:pt x="884" y="1018"/>
                    <a:pt x="884" y="1018"/>
                    <a:pt x="884" y="1018"/>
                  </a:cubicBezTo>
                  <a:cubicBezTo>
                    <a:pt x="447" y="580"/>
                    <a:pt x="447" y="580"/>
                    <a:pt x="447" y="580"/>
                  </a:cubicBezTo>
                  <a:cubicBezTo>
                    <a:pt x="419" y="552"/>
                    <a:pt x="385" y="538"/>
                    <a:pt x="345" y="538"/>
                  </a:cubicBezTo>
                  <a:cubicBezTo>
                    <a:pt x="306" y="538"/>
                    <a:pt x="272" y="552"/>
                    <a:pt x="244" y="580"/>
                  </a:cubicBezTo>
                  <a:cubicBezTo>
                    <a:pt x="42" y="782"/>
                    <a:pt x="42" y="782"/>
                    <a:pt x="42" y="782"/>
                  </a:cubicBezTo>
                  <a:cubicBezTo>
                    <a:pt x="14" y="810"/>
                    <a:pt x="0" y="843"/>
                    <a:pt x="0" y="883"/>
                  </a:cubicBezTo>
                  <a:cubicBezTo>
                    <a:pt x="0" y="923"/>
                    <a:pt x="14" y="956"/>
                    <a:pt x="42" y="984"/>
                  </a:cubicBezTo>
                  <a:cubicBezTo>
                    <a:pt x="580" y="1522"/>
                    <a:pt x="580" y="1522"/>
                    <a:pt x="580" y="1522"/>
                  </a:cubicBezTo>
                  <a:cubicBezTo>
                    <a:pt x="783" y="1725"/>
                    <a:pt x="783" y="1725"/>
                    <a:pt x="783" y="1725"/>
                  </a:cubicBezTo>
                  <a:cubicBezTo>
                    <a:pt x="810" y="1752"/>
                    <a:pt x="844" y="1766"/>
                    <a:pt x="884" y="1766"/>
                  </a:cubicBezTo>
                  <a:cubicBezTo>
                    <a:pt x="923" y="1766"/>
                    <a:pt x="957" y="1752"/>
                    <a:pt x="985" y="1725"/>
                  </a:cubicBezTo>
                  <a:cubicBezTo>
                    <a:pt x="1187" y="1522"/>
                    <a:pt x="1187" y="1522"/>
                    <a:pt x="1187" y="1522"/>
                  </a:cubicBezTo>
                  <a:cubicBezTo>
                    <a:pt x="2264" y="446"/>
                    <a:pt x="2264" y="446"/>
                    <a:pt x="2264" y="446"/>
                  </a:cubicBezTo>
                  <a:cubicBezTo>
                    <a:pt x="2292" y="418"/>
                    <a:pt x="2306" y="384"/>
                    <a:pt x="2306" y="345"/>
                  </a:cubicBezTo>
                  <a:cubicBezTo>
                    <a:pt x="2306" y="305"/>
                    <a:pt x="2292" y="271"/>
                    <a:pt x="2264" y="24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grpSp>
      <p:grpSp>
        <p:nvGrpSpPr>
          <p:cNvPr id="145" name="Group 144"/>
          <p:cNvGrpSpPr/>
          <p:nvPr userDrawn="1"/>
        </p:nvGrpSpPr>
        <p:grpSpPr>
          <a:xfrm>
            <a:off x="10386456" y="5380898"/>
            <a:ext cx="1344382" cy="1062056"/>
            <a:chOff x="9972097" y="4402078"/>
            <a:chExt cx="1344382" cy="1062056"/>
          </a:xfrm>
        </p:grpSpPr>
        <p:grpSp>
          <p:nvGrpSpPr>
            <p:cNvPr id="146" name="Group 145"/>
            <p:cNvGrpSpPr/>
            <p:nvPr/>
          </p:nvGrpSpPr>
          <p:grpSpPr>
            <a:xfrm>
              <a:off x="9973234" y="4402078"/>
              <a:ext cx="1342109" cy="1062056"/>
              <a:chOff x="10031532" y="4402078"/>
              <a:chExt cx="1342109" cy="1062056"/>
            </a:xfrm>
          </p:grpSpPr>
          <p:sp>
            <p:nvSpPr>
              <p:cNvPr id="148" name="Rectangle 147"/>
              <p:cNvSpPr/>
              <p:nvPr/>
            </p:nvSpPr>
            <p:spPr bwMode="auto">
              <a:xfrm>
                <a:off x="10031532" y="4402078"/>
                <a:ext cx="757785" cy="1054200"/>
              </a:xfrm>
              <a:prstGeom prst="rect">
                <a:avLst/>
              </a:prstGeom>
              <a:solidFill>
                <a:srgbClr val="9FB80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49" name="Rectangle 640"/>
              <p:cNvSpPr/>
              <p:nvPr/>
            </p:nvSpPr>
            <p:spPr>
              <a:xfrm>
                <a:off x="10042902" y="4411102"/>
                <a:ext cx="1321875" cy="1053032"/>
              </a:xfrm>
              <a:custGeom>
                <a:avLst/>
                <a:gdLst>
                  <a:gd name="connsiteX0" fmla="*/ 0 w 1339601"/>
                  <a:gd name="connsiteY0" fmla="*/ 0 h 922774"/>
                  <a:gd name="connsiteX1" fmla="*/ 1339601 w 1339601"/>
                  <a:gd name="connsiteY1" fmla="*/ 0 h 922774"/>
                  <a:gd name="connsiteX2" fmla="*/ 1339601 w 1339601"/>
                  <a:gd name="connsiteY2" fmla="*/ 922774 h 922774"/>
                  <a:gd name="connsiteX3" fmla="*/ 0 w 1339601"/>
                  <a:gd name="connsiteY3" fmla="*/ 922774 h 922774"/>
                  <a:gd name="connsiteX4" fmla="*/ 0 w 1339601"/>
                  <a:gd name="connsiteY4" fmla="*/ 0 h 922774"/>
                  <a:gd name="connsiteX0" fmla="*/ 542925 w 1339601"/>
                  <a:gd name="connsiteY0" fmla="*/ 0 h 922774"/>
                  <a:gd name="connsiteX1" fmla="*/ 1339601 w 1339601"/>
                  <a:gd name="connsiteY1" fmla="*/ 0 h 922774"/>
                  <a:gd name="connsiteX2" fmla="*/ 1339601 w 1339601"/>
                  <a:gd name="connsiteY2" fmla="*/ 922774 h 922774"/>
                  <a:gd name="connsiteX3" fmla="*/ 0 w 1339601"/>
                  <a:gd name="connsiteY3" fmla="*/ 922774 h 922774"/>
                  <a:gd name="connsiteX4" fmla="*/ 542925 w 1339601"/>
                  <a:gd name="connsiteY4" fmla="*/ 0 h 922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9601" h="922774">
                    <a:moveTo>
                      <a:pt x="542925" y="0"/>
                    </a:moveTo>
                    <a:lnTo>
                      <a:pt x="1339601" y="0"/>
                    </a:lnTo>
                    <a:lnTo>
                      <a:pt x="1339601" y="922774"/>
                    </a:lnTo>
                    <a:lnTo>
                      <a:pt x="0" y="922774"/>
                    </a:lnTo>
                    <a:lnTo>
                      <a:pt x="542925" y="0"/>
                    </a:lnTo>
                    <a:close/>
                  </a:path>
                </a:pathLst>
              </a:custGeom>
              <a:solidFill>
                <a:srgbClr val="BBDA0A"/>
              </a:solidFill>
              <a:ln w="38100">
                <a:no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150" name="Rectangle 149"/>
              <p:cNvSpPr/>
              <p:nvPr/>
            </p:nvSpPr>
            <p:spPr>
              <a:xfrm>
                <a:off x="10034040" y="4403840"/>
                <a:ext cx="1339601" cy="142908"/>
              </a:xfrm>
              <a:prstGeom prst="rect">
                <a:avLst/>
              </a:prstGeom>
              <a:noFill/>
              <a:ln w="38100">
                <a:solidFill>
                  <a:srgbClr val="333333"/>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sp>
            <p:nvSpPr>
              <p:cNvPr id="151" name="Rectangle 150"/>
              <p:cNvSpPr/>
              <p:nvPr/>
            </p:nvSpPr>
            <p:spPr>
              <a:xfrm>
                <a:off x="10034040" y="4533504"/>
                <a:ext cx="1339601" cy="922774"/>
              </a:xfrm>
              <a:prstGeom prst="rect">
                <a:avLst/>
              </a:prstGeom>
              <a:noFill/>
              <a:ln w="38100">
                <a:solidFill>
                  <a:srgbClr val="333333"/>
                </a:solidFill>
              </a:ln>
              <a:effectLst/>
            </p:spPr>
            <p:style>
              <a:lnRef idx="1">
                <a:schemeClr val="dk1"/>
              </a:lnRef>
              <a:fillRef idx="2">
                <a:schemeClr val="dk1"/>
              </a:fillRef>
              <a:effectRef idx="1">
                <a:schemeClr val="dk1"/>
              </a:effectRef>
              <a:fontRef idx="minor">
                <a:schemeClr val="dk1"/>
              </a:fontRef>
            </p:style>
            <p:txBody>
              <a:bodyPr lIns="93219" tIns="46610" rIns="93219" bIns="46610" rtlCol="0" anchor="ctr"/>
              <a:lstStyle/>
              <a:p>
                <a:pPr algn="ctr" defTabSz="932468">
                  <a:defRPr/>
                </a:pPr>
                <a:endParaRPr lang="en-US" sz="1835">
                  <a:solidFill>
                    <a:srgbClr val="000000"/>
                  </a:solidFill>
                </a:endParaRPr>
              </a:p>
            </p:txBody>
          </p:sp>
        </p:grpSp>
        <p:sp>
          <p:nvSpPr>
            <p:cNvPr id="147" name="TextBox 146"/>
            <p:cNvSpPr txBox="1"/>
            <p:nvPr/>
          </p:nvSpPr>
          <p:spPr>
            <a:xfrm>
              <a:off x="9972097" y="4577624"/>
              <a:ext cx="1344382" cy="859622"/>
            </a:xfrm>
            <a:prstGeom prst="rect">
              <a:avLst/>
            </a:prstGeom>
            <a:noFill/>
          </p:spPr>
          <p:txBody>
            <a:bodyPr wrap="square" lIns="182880" tIns="146304" rIns="182880" bIns="146304" rtlCol="0" anchor="ctr" anchorCtr="0">
              <a:noAutofit/>
            </a:bodyPr>
            <a:lstStyle/>
            <a:p>
              <a:pPr algn="ctr" defTabSz="932688">
                <a:lnSpc>
                  <a:spcPct val="90000"/>
                </a:lnSpc>
                <a:spcAft>
                  <a:spcPts val="600"/>
                </a:spcAft>
                <a:defRPr/>
              </a:pPr>
              <a:r>
                <a:rPr lang="en-US" sz="3000" dirty="0">
                  <a:gradFill>
                    <a:gsLst>
                      <a:gs pos="2917">
                        <a:srgbClr val="404040"/>
                      </a:gs>
                      <a:gs pos="30000">
                        <a:srgbClr val="404040"/>
                      </a:gs>
                    </a:gsLst>
                    <a:lin ang="5400000" scaled="0"/>
                  </a:gradFill>
                  <a:latin typeface="Segoe UI Light"/>
                </a:rPr>
                <a:t>HTML</a:t>
              </a:r>
            </a:p>
          </p:txBody>
        </p:sp>
      </p:grpSp>
      <p:grpSp>
        <p:nvGrpSpPr>
          <p:cNvPr id="152" name="Group 151"/>
          <p:cNvGrpSpPr/>
          <p:nvPr userDrawn="1"/>
        </p:nvGrpSpPr>
        <p:grpSpPr>
          <a:xfrm>
            <a:off x="7057359" y="5128940"/>
            <a:ext cx="899570" cy="1314014"/>
            <a:chOff x="6803259" y="4273052"/>
            <a:chExt cx="899570" cy="1314014"/>
          </a:xfrm>
        </p:grpSpPr>
        <p:sp>
          <p:nvSpPr>
            <p:cNvPr id="153" name="Rounded Rectangle 152"/>
            <p:cNvSpPr/>
            <p:nvPr/>
          </p:nvSpPr>
          <p:spPr bwMode="auto">
            <a:xfrm rot="5400000">
              <a:off x="6596037" y="4480274"/>
              <a:ext cx="1314014" cy="899570"/>
            </a:xfrm>
            <a:prstGeom prst="roundRect">
              <a:avLst>
                <a:gd name="adj" fmla="val 5986"/>
              </a:avLst>
            </a:pr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54" name="Rounded Rectangle 153"/>
            <p:cNvSpPr/>
            <p:nvPr/>
          </p:nvSpPr>
          <p:spPr bwMode="auto">
            <a:xfrm rot="5400000">
              <a:off x="6687357" y="4516455"/>
              <a:ext cx="1131374" cy="788547"/>
            </a:xfrm>
            <a:prstGeom prst="roundRect">
              <a:avLst>
                <a:gd name="adj" fmla="val 3643"/>
              </a:avLst>
            </a:prstGeom>
            <a:solidFill>
              <a:srgbClr val="B4009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55" name="Oval 154"/>
            <p:cNvSpPr/>
            <p:nvPr/>
          </p:nvSpPr>
          <p:spPr bwMode="auto">
            <a:xfrm rot="5400000">
              <a:off x="7226436" y="5497479"/>
              <a:ext cx="53216" cy="53216"/>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156" name="Rounded Rectangle 639"/>
            <p:cNvSpPr/>
            <p:nvPr/>
          </p:nvSpPr>
          <p:spPr bwMode="auto">
            <a:xfrm rot="5400000">
              <a:off x="6687357" y="4516455"/>
              <a:ext cx="1131374" cy="788547"/>
            </a:xfrm>
            <a:custGeom>
              <a:avLst/>
              <a:gdLst>
                <a:gd name="connsiteX0" fmla="*/ 0 w 1131374"/>
                <a:gd name="connsiteY0" fmla="*/ 28727 h 788547"/>
                <a:gd name="connsiteX1" fmla="*/ 28727 w 1131374"/>
                <a:gd name="connsiteY1" fmla="*/ 0 h 788547"/>
                <a:gd name="connsiteX2" fmla="*/ 1102647 w 1131374"/>
                <a:gd name="connsiteY2" fmla="*/ 0 h 788547"/>
                <a:gd name="connsiteX3" fmla="*/ 1131374 w 1131374"/>
                <a:gd name="connsiteY3" fmla="*/ 28727 h 788547"/>
                <a:gd name="connsiteX4" fmla="*/ 1131374 w 1131374"/>
                <a:gd name="connsiteY4" fmla="*/ 759820 h 788547"/>
                <a:gd name="connsiteX5" fmla="*/ 1102647 w 1131374"/>
                <a:gd name="connsiteY5" fmla="*/ 788547 h 788547"/>
                <a:gd name="connsiteX6" fmla="*/ 28727 w 1131374"/>
                <a:gd name="connsiteY6" fmla="*/ 788547 h 788547"/>
                <a:gd name="connsiteX7" fmla="*/ 0 w 1131374"/>
                <a:gd name="connsiteY7" fmla="*/ 759820 h 788547"/>
                <a:gd name="connsiteX8" fmla="*/ 0 w 1131374"/>
                <a:gd name="connsiteY8" fmla="*/ 28727 h 788547"/>
                <a:gd name="connsiteX0" fmla="*/ 61126 w 1192500"/>
                <a:gd name="connsiteY0" fmla="*/ 28727 h 788547"/>
                <a:gd name="connsiteX1" fmla="*/ 89853 w 1192500"/>
                <a:gd name="connsiteY1" fmla="*/ 0 h 788547"/>
                <a:gd name="connsiteX2" fmla="*/ 1163773 w 1192500"/>
                <a:gd name="connsiteY2" fmla="*/ 0 h 788547"/>
                <a:gd name="connsiteX3" fmla="*/ 1192500 w 1192500"/>
                <a:gd name="connsiteY3" fmla="*/ 28727 h 788547"/>
                <a:gd name="connsiteX4" fmla="*/ 1192500 w 1192500"/>
                <a:gd name="connsiteY4" fmla="*/ 759820 h 788547"/>
                <a:gd name="connsiteX5" fmla="*/ 1163773 w 1192500"/>
                <a:gd name="connsiteY5" fmla="*/ 788547 h 788547"/>
                <a:gd name="connsiteX6" fmla="*/ 89853 w 1192500"/>
                <a:gd name="connsiteY6" fmla="*/ 788547 h 788547"/>
                <a:gd name="connsiteX7" fmla="*/ 61126 w 1192500"/>
                <a:gd name="connsiteY7" fmla="*/ 28727 h 788547"/>
                <a:gd name="connsiteX0" fmla="*/ 0 w 1131374"/>
                <a:gd name="connsiteY0" fmla="*/ 28727 h 788547"/>
                <a:gd name="connsiteX1" fmla="*/ 28727 w 1131374"/>
                <a:gd name="connsiteY1" fmla="*/ 0 h 788547"/>
                <a:gd name="connsiteX2" fmla="*/ 1102647 w 1131374"/>
                <a:gd name="connsiteY2" fmla="*/ 0 h 788547"/>
                <a:gd name="connsiteX3" fmla="*/ 1131374 w 1131374"/>
                <a:gd name="connsiteY3" fmla="*/ 28727 h 788547"/>
                <a:gd name="connsiteX4" fmla="*/ 1131374 w 1131374"/>
                <a:gd name="connsiteY4" fmla="*/ 759820 h 788547"/>
                <a:gd name="connsiteX5" fmla="*/ 1102647 w 1131374"/>
                <a:gd name="connsiteY5" fmla="*/ 788547 h 788547"/>
                <a:gd name="connsiteX6" fmla="*/ 0 w 1131374"/>
                <a:gd name="connsiteY6" fmla="*/ 28727 h 78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374" h="788547">
                  <a:moveTo>
                    <a:pt x="0" y="28727"/>
                  </a:moveTo>
                  <a:cubicBezTo>
                    <a:pt x="0" y="12862"/>
                    <a:pt x="12862" y="0"/>
                    <a:pt x="28727" y="0"/>
                  </a:cubicBezTo>
                  <a:lnTo>
                    <a:pt x="1102647" y="0"/>
                  </a:lnTo>
                  <a:cubicBezTo>
                    <a:pt x="1118512" y="0"/>
                    <a:pt x="1131374" y="12862"/>
                    <a:pt x="1131374" y="28727"/>
                  </a:cubicBezTo>
                  <a:lnTo>
                    <a:pt x="1131374" y="759820"/>
                  </a:lnTo>
                  <a:cubicBezTo>
                    <a:pt x="1131374" y="775685"/>
                    <a:pt x="1118512" y="788547"/>
                    <a:pt x="1102647" y="788547"/>
                  </a:cubicBezTo>
                  <a:lnTo>
                    <a:pt x="0" y="28727"/>
                  </a:lnTo>
                  <a:close/>
                </a:path>
              </a:pathLst>
            </a:custGeom>
            <a:solidFill>
              <a:srgbClr val="7E00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defRPr/>
              </a:pPr>
              <a:endParaRPr lang="en-US" sz="8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157" name="AutoShape 165"/>
          <p:cNvSpPr>
            <a:spLocks noChangeAspect="1" noChangeArrowheads="1" noTextEdit="1"/>
          </p:cNvSpPr>
          <p:nvPr userDrawn="1"/>
        </p:nvSpPr>
        <p:spPr bwMode="auto">
          <a:xfrm>
            <a:off x="8536089" y="3902532"/>
            <a:ext cx="1057275"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grpSp>
        <p:nvGrpSpPr>
          <p:cNvPr id="158" name="Group 157"/>
          <p:cNvGrpSpPr/>
          <p:nvPr userDrawn="1"/>
        </p:nvGrpSpPr>
        <p:grpSpPr>
          <a:xfrm>
            <a:off x="8537163" y="3947827"/>
            <a:ext cx="875225" cy="709078"/>
            <a:chOff x="8283062" y="3056784"/>
            <a:chExt cx="875225" cy="709078"/>
          </a:xfrm>
        </p:grpSpPr>
        <p:sp>
          <p:nvSpPr>
            <p:cNvPr id="159" name="Freeform 167"/>
            <p:cNvSpPr>
              <a:spLocks/>
            </p:cNvSpPr>
            <p:nvPr/>
          </p:nvSpPr>
          <p:spPr bwMode="auto">
            <a:xfrm>
              <a:off x="8408194" y="3421856"/>
              <a:ext cx="750093" cy="344006"/>
            </a:xfrm>
            <a:custGeom>
              <a:avLst/>
              <a:gdLst>
                <a:gd name="T0" fmla="*/ 243 w 243"/>
                <a:gd name="T1" fmla="*/ 122 h 122"/>
                <a:gd name="T2" fmla="*/ 195 w 243"/>
                <a:gd name="T3" fmla="*/ 66 h 122"/>
                <a:gd name="T4" fmla="*/ 103 w 243"/>
                <a:gd name="T5" fmla="*/ 58 h 122"/>
                <a:gd name="T6" fmla="*/ 10 w 243"/>
                <a:gd name="T7" fmla="*/ 33 h 122"/>
                <a:gd name="T8" fmla="*/ 2 w 243"/>
                <a:gd name="T9" fmla="*/ 0 h 122"/>
              </a:gdLst>
              <a:ahLst/>
              <a:cxnLst>
                <a:cxn ang="0">
                  <a:pos x="T0" y="T1"/>
                </a:cxn>
                <a:cxn ang="0">
                  <a:pos x="T2" y="T3"/>
                </a:cxn>
                <a:cxn ang="0">
                  <a:pos x="T4" y="T5"/>
                </a:cxn>
                <a:cxn ang="0">
                  <a:pos x="T6" y="T7"/>
                </a:cxn>
                <a:cxn ang="0">
                  <a:pos x="T8" y="T9"/>
                </a:cxn>
              </a:cxnLst>
              <a:rect l="0" t="0" r="r" b="b"/>
              <a:pathLst>
                <a:path w="243" h="122">
                  <a:moveTo>
                    <a:pt x="243" y="122"/>
                  </a:moveTo>
                  <a:cubicBezTo>
                    <a:pt x="238" y="101"/>
                    <a:pt x="224" y="79"/>
                    <a:pt x="195" y="66"/>
                  </a:cubicBezTo>
                  <a:cubicBezTo>
                    <a:pt x="167" y="54"/>
                    <a:pt x="135" y="55"/>
                    <a:pt x="103" y="58"/>
                  </a:cubicBezTo>
                  <a:cubicBezTo>
                    <a:pt x="65" y="62"/>
                    <a:pt x="27" y="56"/>
                    <a:pt x="10" y="33"/>
                  </a:cubicBezTo>
                  <a:cubicBezTo>
                    <a:pt x="3" y="23"/>
                    <a:pt x="0" y="11"/>
                    <a:pt x="2" y="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160" name="Freeform 168"/>
            <p:cNvSpPr>
              <a:spLocks/>
            </p:cNvSpPr>
            <p:nvPr/>
          </p:nvSpPr>
          <p:spPr bwMode="auto">
            <a:xfrm>
              <a:off x="8283062"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grpSp>
      <p:grpSp>
        <p:nvGrpSpPr>
          <p:cNvPr id="161" name="Group 160"/>
          <p:cNvGrpSpPr/>
          <p:nvPr userDrawn="1"/>
        </p:nvGrpSpPr>
        <p:grpSpPr>
          <a:xfrm>
            <a:off x="9412385" y="3947827"/>
            <a:ext cx="606272" cy="715942"/>
            <a:chOff x="9158285" y="3056784"/>
            <a:chExt cx="606272" cy="715942"/>
          </a:xfrm>
        </p:grpSpPr>
        <p:sp>
          <p:nvSpPr>
            <p:cNvPr id="162" name="Freeform 168"/>
            <p:cNvSpPr>
              <a:spLocks/>
            </p:cNvSpPr>
            <p:nvPr/>
          </p:nvSpPr>
          <p:spPr bwMode="auto">
            <a:xfrm>
              <a:off x="9510557"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163" name="Freeform 167"/>
            <p:cNvSpPr>
              <a:spLocks/>
            </p:cNvSpPr>
            <p:nvPr/>
          </p:nvSpPr>
          <p:spPr bwMode="auto">
            <a:xfrm flipH="1">
              <a:off x="9158285" y="3428720"/>
              <a:ext cx="489298" cy="344006"/>
            </a:xfrm>
            <a:custGeom>
              <a:avLst/>
              <a:gdLst>
                <a:gd name="T0" fmla="*/ 243 w 243"/>
                <a:gd name="T1" fmla="*/ 122 h 122"/>
                <a:gd name="T2" fmla="*/ 195 w 243"/>
                <a:gd name="T3" fmla="*/ 66 h 122"/>
                <a:gd name="T4" fmla="*/ 103 w 243"/>
                <a:gd name="T5" fmla="*/ 58 h 122"/>
                <a:gd name="T6" fmla="*/ 10 w 243"/>
                <a:gd name="T7" fmla="*/ 33 h 122"/>
                <a:gd name="T8" fmla="*/ 2 w 243"/>
                <a:gd name="T9" fmla="*/ 0 h 122"/>
              </a:gdLst>
              <a:ahLst/>
              <a:cxnLst>
                <a:cxn ang="0">
                  <a:pos x="T0" y="T1"/>
                </a:cxn>
                <a:cxn ang="0">
                  <a:pos x="T2" y="T3"/>
                </a:cxn>
                <a:cxn ang="0">
                  <a:pos x="T4" y="T5"/>
                </a:cxn>
                <a:cxn ang="0">
                  <a:pos x="T6" y="T7"/>
                </a:cxn>
                <a:cxn ang="0">
                  <a:pos x="T8" y="T9"/>
                </a:cxn>
              </a:cxnLst>
              <a:rect l="0" t="0" r="r" b="b"/>
              <a:pathLst>
                <a:path w="243" h="122">
                  <a:moveTo>
                    <a:pt x="243" y="122"/>
                  </a:moveTo>
                  <a:cubicBezTo>
                    <a:pt x="238" y="101"/>
                    <a:pt x="224" y="79"/>
                    <a:pt x="195" y="66"/>
                  </a:cubicBezTo>
                  <a:cubicBezTo>
                    <a:pt x="167" y="54"/>
                    <a:pt x="135" y="55"/>
                    <a:pt x="103" y="58"/>
                  </a:cubicBezTo>
                  <a:cubicBezTo>
                    <a:pt x="65" y="62"/>
                    <a:pt x="27" y="56"/>
                    <a:pt x="10" y="33"/>
                  </a:cubicBezTo>
                  <a:cubicBezTo>
                    <a:pt x="3" y="23"/>
                    <a:pt x="0" y="11"/>
                    <a:pt x="2" y="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grpSp>
      <p:grpSp>
        <p:nvGrpSpPr>
          <p:cNvPr id="164" name="Group 163"/>
          <p:cNvGrpSpPr/>
          <p:nvPr userDrawn="1"/>
        </p:nvGrpSpPr>
        <p:grpSpPr>
          <a:xfrm>
            <a:off x="8398942" y="4591116"/>
            <a:ext cx="1331448" cy="1851838"/>
            <a:chOff x="8144842" y="4004140"/>
            <a:chExt cx="1331448" cy="1851838"/>
          </a:xfrm>
        </p:grpSpPr>
        <p:pic>
          <p:nvPicPr>
            <p:cNvPr id="165" name="Picture 164"/>
            <p:cNvPicPr>
              <a:picLocks noChangeAspect="1"/>
            </p:cNvPicPr>
            <p:nvPr/>
          </p:nvPicPr>
          <p:blipFill>
            <a:blip r:embed="rId2"/>
            <a:stretch>
              <a:fillRect/>
            </a:stretch>
          </p:blipFill>
          <p:spPr>
            <a:xfrm>
              <a:off x="8843731" y="4004140"/>
              <a:ext cx="632559" cy="1851838"/>
            </a:xfrm>
            <a:prstGeom prst="rect">
              <a:avLst/>
            </a:prstGeom>
          </p:spPr>
        </p:pic>
        <p:pic>
          <p:nvPicPr>
            <p:cNvPr id="166" name="Picture 165"/>
            <p:cNvPicPr>
              <a:picLocks noChangeAspect="1"/>
            </p:cNvPicPr>
            <p:nvPr/>
          </p:nvPicPr>
          <p:blipFill>
            <a:blip r:embed="rId3"/>
            <a:stretch>
              <a:fillRect/>
            </a:stretch>
          </p:blipFill>
          <p:spPr>
            <a:xfrm>
              <a:off x="8144842" y="4762867"/>
              <a:ext cx="1080760" cy="1093111"/>
            </a:xfrm>
            <a:prstGeom prst="rect">
              <a:avLst/>
            </a:prstGeom>
          </p:spPr>
        </p:pic>
      </p:grpSp>
      <p:grpSp>
        <p:nvGrpSpPr>
          <p:cNvPr id="167" name="Group 166"/>
          <p:cNvGrpSpPr/>
          <p:nvPr userDrawn="1"/>
        </p:nvGrpSpPr>
        <p:grpSpPr>
          <a:xfrm>
            <a:off x="10892139" y="3947827"/>
            <a:ext cx="454025" cy="1444602"/>
            <a:chOff x="10638038" y="3056784"/>
            <a:chExt cx="454025" cy="1444602"/>
          </a:xfrm>
        </p:grpSpPr>
        <p:sp>
          <p:nvSpPr>
            <p:cNvPr id="168" name="Freeform 168"/>
            <p:cNvSpPr>
              <a:spLocks/>
            </p:cNvSpPr>
            <p:nvPr/>
          </p:nvSpPr>
          <p:spPr bwMode="auto">
            <a:xfrm>
              <a:off x="10738051"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169" name="Freeform 172"/>
            <p:cNvSpPr>
              <a:spLocks/>
            </p:cNvSpPr>
            <p:nvPr/>
          </p:nvSpPr>
          <p:spPr bwMode="auto">
            <a:xfrm>
              <a:off x="10638038" y="3417123"/>
              <a:ext cx="454025" cy="1084263"/>
            </a:xfrm>
            <a:custGeom>
              <a:avLst/>
              <a:gdLst>
                <a:gd name="T0" fmla="*/ 126 w 249"/>
                <a:gd name="T1" fmla="*/ 0 h 430"/>
                <a:gd name="T2" fmla="*/ 157 w 249"/>
                <a:gd name="T3" fmla="*/ 104 h 430"/>
                <a:gd name="T4" fmla="*/ 221 w 249"/>
                <a:gd name="T5" fmla="*/ 149 h 430"/>
                <a:gd name="T6" fmla="*/ 243 w 249"/>
                <a:gd name="T7" fmla="*/ 223 h 430"/>
                <a:gd name="T8" fmla="*/ 153 w 249"/>
                <a:gd name="T9" fmla="*/ 286 h 430"/>
                <a:gd name="T10" fmla="*/ 86 w 249"/>
                <a:gd name="T11" fmla="*/ 298 h 430"/>
                <a:gd name="T12" fmla="*/ 5 w 249"/>
                <a:gd name="T13" fmla="*/ 321 h 430"/>
                <a:gd name="T14" fmla="*/ 65 w 249"/>
                <a:gd name="T15" fmla="*/ 361 h 430"/>
                <a:gd name="T16" fmla="*/ 110 w 249"/>
                <a:gd name="T17" fmla="*/ 430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9" h="430">
                  <a:moveTo>
                    <a:pt x="126" y="0"/>
                  </a:moveTo>
                  <a:cubicBezTo>
                    <a:pt x="123" y="36"/>
                    <a:pt x="123" y="82"/>
                    <a:pt x="157" y="104"/>
                  </a:cubicBezTo>
                  <a:cubicBezTo>
                    <a:pt x="179" y="119"/>
                    <a:pt x="203" y="128"/>
                    <a:pt x="221" y="149"/>
                  </a:cubicBezTo>
                  <a:cubicBezTo>
                    <a:pt x="238" y="169"/>
                    <a:pt x="249" y="196"/>
                    <a:pt x="243" y="223"/>
                  </a:cubicBezTo>
                  <a:cubicBezTo>
                    <a:pt x="234" y="265"/>
                    <a:pt x="190" y="277"/>
                    <a:pt x="153" y="286"/>
                  </a:cubicBezTo>
                  <a:cubicBezTo>
                    <a:pt x="131" y="292"/>
                    <a:pt x="109" y="296"/>
                    <a:pt x="86" y="298"/>
                  </a:cubicBezTo>
                  <a:cubicBezTo>
                    <a:pt x="66" y="301"/>
                    <a:pt x="11" y="293"/>
                    <a:pt x="5" y="321"/>
                  </a:cubicBezTo>
                  <a:cubicBezTo>
                    <a:pt x="0" y="350"/>
                    <a:pt x="48" y="353"/>
                    <a:pt x="65" y="361"/>
                  </a:cubicBezTo>
                  <a:cubicBezTo>
                    <a:pt x="92" y="375"/>
                    <a:pt x="107" y="400"/>
                    <a:pt x="110" y="43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grpSp>
      <p:grpSp>
        <p:nvGrpSpPr>
          <p:cNvPr id="170" name="Group 169"/>
          <p:cNvGrpSpPr/>
          <p:nvPr userDrawn="1"/>
        </p:nvGrpSpPr>
        <p:grpSpPr>
          <a:xfrm>
            <a:off x="7245450" y="3947827"/>
            <a:ext cx="382588" cy="1813666"/>
            <a:chOff x="6991350" y="3056784"/>
            <a:chExt cx="382588" cy="1813666"/>
          </a:xfrm>
        </p:grpSpPr>
        <p:grpSp>
          <p:nvGrpSpPr>
            <p:cNvPr id="171" name="Group 170"/>
            <p:cNvGrpSpPr/>
            <p:nvPr/>
          </p:nvGrpSpPr>
          <p:grpSpPr>
            <a:xfrm>
              <a:off x="6991350" y="3092450"/>
              <a:ext cx="382588" cy="1778000"/>
              <a:chOff x="6991350" y="3092450"/>
              <a:chExt cx="382588" cy="1778000"/>
            </a:xfrm>
          </p:grpSpPr>
          <p:sp>
            <p:nvSpPr>
              <p:cNvPr id="173" name="AutoShape 160"/>
              <p:cNvSpPr>
                <a:spLocks noChangeAspect="1" noChangeArrowheads="1" noTextEdit="1"/>
              </p:cNvSpPr>
              <p:nvPr/>
            </p:nvSpPr>
            <p:spPr bwMode="auto">
              <a:xfrm>
                <a:off x="6991350" y="3092450"/>
                <a:ext cx="382588"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sp>
            <p:nvSpPr>
              <p:cNvPr id="174" name="Freeform 162"/>
              <p:cNvSpPr>
                <a:spLocks/>
              </p:cNvSpPr>
              <p:nvPr/>
            </p:nvSpPr>
            <p:spPr bwMode="auto">
              <a:xfrm>
                <a:off x="7058192" y="3428720"/>
                <a:ext cx="315592" cy="856674"/>
              </a:xfrm>
              <a:custGeom>
                <a:avLst/>
                <a:gdLst>
                  <a:gd name="T0" fmla="*/ 29 w 73"/>
                  <a:gd name="T1" fmla="*/ 0 h 320"/>
                  <a:gd name="T2" fmla="*/ 26 w 73"/>
                  <a:gd name="T3" fmla="*/ 52 h 320"/>
                  <a:gd name="T4" fmla="*/ 12 w 73"/>
                  <a:gd name="T5" fmla="*/ 64 h 320"/>
                  <a:gd name="T6" fmla="*/ 1 w 73"/>
                  <a:gd name="T7" fmla="*/ 86 h 320"/>
                  <a:gd name="T8" fmla="*/ 42 w 73"/>
                  <a:gd name="T9" fmla="*/ 130 h 320"/>
                  <a:gd name="T10" fmla="*/ 70 w 73"/>
                  <a:gd name="T11" fmla="*/ 183 h 320"/>
                  <a:gd name="T12" fmla="*/ 49 w 73"/>
                  <a:gd name="T13" fmla="*/ 251 h 320"/>
                  <a:gd name="T14" fmla="*/ 53 w 73"/>
                  <a:gd name="T15" fmla="*/ 320 h 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320">
                    <a:moveTo>
                      <a:pt x="29" y="0"/>
                    </a:moveTo>
                    <a:cubicBezTo>
                      <a:pt x="29" y="17"/>
                      <a:pt x="33" y="35"/>
                      <a:pt x="26" y="52"/>
                    </a:cubicBezTo>
                    <a:cubicBezTo>
                      <a:pt x="24" y="58"/>
                      <a:pt x="18" y="61"/>
                      <a:pt x="12" y="64"/>
                    </a:cubicBezTo>
                    <a:cubicBezTo>
                      <a:pt x="5" y="69"/>
                      <a:pt x="1" y="78"/>
                      <a:pt x="1" y="86"/>
                    </a:cubicBezTo>
                    <a:cubicBezTo>
                      <a:pt x="0" y="111"/>
                      <a:pt x="26" y="116"/>
                      <a:pt x="42" y="130"/>
                    </a:cubicBezTo>
                    <a:cubicBezTo>
                      <a:pt x="58" y="144"/>
                      <a:pt x="68" y="163"/>
                      <a:pt x="70" y="183"/>
                    </a:cubicBezTo>
                    <a:cubicBezTo>
                      <a:pt x="73" y="209"/>
                      <a:pt x="58" y="228"/>
                      <a:pt x="49" y="251"/>
                    </a:cubicBezTo>
                    <a:cubicBezTo>
                      <a:pt x="40" y="273"/>
                      <a:pt x="42" y="299"/>
                      <a:pt x="53" y="32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grpSp>
        <p:sp>
          <p:nvSpPr>
            <p:cNvPr id="172" name="Freeform 168"/>
            <p:cNvSpPr>
              <a:spLocks/>
            </p:cNvSpPr>
            <p:nvPr/>
          </p:nvSpPr>
          <p:spPr bwMode="auto">
            <a:xfrm>
              <a:off x="7055567"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91440" tIns="45720" rIns="91440" bIns="45720" numCol="1" anchor="t" anchorCtr="0" compatLnSpc="1">
              <a:prstTxWarp prst="textNoShape">
                <a:avLst/>
              </a:prstTxWarp>
            </a:bodyPr>
            <a:lstStyle/>
            <a:p>
              <a:pPr defTabSz="932688">
                <a:defRPr/>
              </a:pPr>
              <a:endParaRPr lang="en-US" sz="1836">
                <a:solidFill>
                  <a:srgbClr val="404040"/>
                </a:solidFill>
              </a:endParaRPr>
            </a:p>
          </p:txBody>
        </p:sp>
      </p:grpSp>
    </p:spTree>
    <p:extLst>
      <p:ext uri="{BB962C8B-B14F-4D97-AF65-F5344CB8AC3E}">
        <p14:creationId xmlns:p14="http://schemas.microsoft.com/office/powerpoint/2010/main" val="2242137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decel="10000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640" fill="hold"/>
                                        <p:tgtEl>
                                          <p:spTgt spid="8"/>
                                        </p:tgtEl>
                                        <p:attrNameLst>
                                          <p:attrName>ppt_x</p:attrName>
                                        </p:attrNameLst>
                                      </p:cBhvr>
                                      <p:tavLst>
                                        <p:tav tm="0">
                                          <p:val>
                                            <p:strVal val="0-#ppt_w/2"/>
                                          </p:val>
                                        </p:tav>
                                        <p:tav tm="100000">
                                          <p:val>
                                            <p:strVal val="#ppt_x"/>
                                          </p:val>
                                        </p:tav>
                                      </p:tavLst>
                                    </p:anim>
                                    <p:anim calcmode="lin" valueType="num">
                                      <p:cBhvr additive="base">
                                        <p:cTn id="8" dur="64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640"/>
                            </p:stCondLst>
                            <p:childTnLst>
                              <p:par>
                                <p:cTn id="10" presetID="2" presetClass="entr" presetSubtype="2" decel="10000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640" fill="hold"/>
                                        <p:tgtEl>
                                          <p:spTgt spid="7"/>
                                        </p:tgtEl>
                                        <p:attrNameLst>
                                          <p:attrName>ppt_x</p:attrName>
                                        </p:attrNameLst>
                                      </p:cBhvr>
                                      <p:tavLst>
                                        <p:tav tm="0">
                                          <p:val>
                                            <p:strVal val="1+#ppt_w/2"/>
                                          </p:val>
                                        </p:tav>
                                        <p:tav tm="100000">
                                          <p:val>
                                            <p:strVal val="#ppt_x"/>
                                          </p:val>
                                        </p:tav>
                                      </p:tavLst>
                                    </p:anim>
                                    <p:anim calcmode="lin" valueType="num">
                                      <p:cBhvr additive="base">
                                        <p:cTn id="13" dur="64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28"/>
                                        </p:tgtEl>
                                        <p:attrNameLst>
                                          <p:attrName>style.visibility</p:attrName>
                                        </p:attrNameLst>
                                      </p:cBhvr>
                                      <p:to>
                                        <p:strVal val="visible"/>
                                      </p:to>
                                    </p:set>
                                    <p:animEffect transition="in" filter="fade">
                                      <p:cBhvr>
                                        <p:cTn id="18" dur="500"/>
                                        <p:tgtEl>
                                          <p:spTgt spid="128"/>
                                        </p:tgtEl>
                                      </p:cBhvr>
                                    </p:animEffect>
                                    <p:anim calcmode="lin" valueType="num">
                                      <p:cBhvr>
                                        <p:cTn id="19" dur="500" fill="hold"/>
                                        <p:tgtEl>
                                          <p:spTgt spid="128"/>
                                        </p:tgtEl>
                                        <p:attrNameLst>
                                          <p:attrName>ppt_x</p:attrName>
                                        </p:attrNameLst>
                                      </p:cBhvr>
                                      <p:tavLst>
                                        <p:tav tm="0">
                                          <p:val>
                                            <p:strVal val="#ppt_x"/>
                                          </p:val>
                                        </p:tav>
                                        <p:tav tm="100000">
                                          <p:val>
                                            <p:strVal val="#ppt_x"/>
                                          </p:val>
                                        </p:tav>
                                      </p:tavLst>
                                    </p:anim>
                                    <p:anim calcmode="lin" valueType="num">
                                      <p:cBhvr>
                                        <p:cTn id="20" dur="500" fill="hold"/>
                                        <p:tgtEl>
                                          <p:spTgt spid="128"/>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1" fill="hold">
                                          <p:stCondLst>
                                            <p:cond delay="0"/>
                                          </p:stCondLst>
                                        </p:cTn>
                                        <p:tgtEl>
                                          <p:spTgt spid="129"/>
                                        </p:tgtEl>
                                        <p:attrNameLst>
                                          <p:attrName>style.visibility</p:attrName>
                                        </p:attrNameLst>
                                      </p:cBhvr>
                                      <p:to>
                                        <p:strVal val="visible"/>
                                      </p:to>
                                    </p:set>
                                    <p:animEffect transition="in" filter="fade">
                                      <p:cBhvr>
                                        <p:cTn id="24" dur="500"/>
                                        <p:tgtEl>
                                          <p:spTgt spid="129"/>
                                        </p:tgtEl>
                                      </p:cBhvr>
                                    </p:animEffect>
                                    <p:anim calcmode="lin" valueType="num">
                                      <p:cBhvr>
                                        <p:cTn id="25" dur="500" fill="hold"/>
                                        <p:tgtEl>
                                          <p:spTgt spid="129"/>
                                        </p:tgtEl>
                                        <p:attrNameLst>
                                          <p:attrName>ppt_x</p:attrName>
                                        </p:attrNameLst>
                                      </p:cBhvr>
                                      <p:tavLst>
                                        <p:tav tm="0">
                                          <p:val>
                                            <p:strVal val="#ppt_x"/>
                                          </p:val>
                                        </p:tav>
                                        <p:tav tm="100000">
                                          <p:val>
                                            <p:strVal val="#ppt_x"/>
                                          </p:val>
                                        </p:tav>
                                      </p:tavLst>
                                    </p:anim>
                                    <p:anim calcmode="lin" valueType="num">
                                      <p:cBhvr>
                                        <p:cTn id="26" dur="500" fill="hold"/>
                                        <p:tgtEl>
                                          <p:spTgt spid="129"/>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42" presetClass="entr" presetSubtype="0" fill="hold" grpId="0" nodeType="afterEffect">
                                  <p:stCondLst>
                                    <p:cond delay="0"/>
                                  </p:stCondLst>
                                  <p:childTnLst>
                                    <p:set>
                                      <p:cBhvr>
                                        <p:cTn id="29" dur="1" fill="hold">
                                          <p:stCondLst>
                                            <p:cond delay="0"/>
                                          </p:stCondLst>
                                        </p:cTn>
                                        <p:tgtEl>
                                          <p:spTgt spid="130"/>
                                        </p:tgtEl>
                                        <p:attrNameLst>
                                          <p:attrName>style.visibility</p:attrName>
                                        </p:attrNameLst>
                                      </p:cBhvr>
                                      <p:to>
                                        <p:strVal val="visible"/>
                                      </p:to>
                                    </p:set>
                                    <p:animEffect transition="in" filter="fade">
                                      <p:cBhvr>
                                        <p:cTn id="30" dur="500"/>
                                        <p:tgtEl>
                                          <p:spTgt spid="130"/>
                                        </p:tgtEl>
                                      </p:cBhvr>
                                    </p:animEffect>
                                    <p:anim calcmode="lin" valueType="num">
                                      <p:cBhvr>
                                        <p:cTn id="31" dur="500" fill="hold"/>
                                        <p:tgtEl>
                                          <p:spTgt spid="130"/>
                                        </p:tgtEl>
                                        <p:attrNameLst>
                                          <p:attrName>ppt_x</p:attrName>
                                        </p:attrNameLst>
                                      </p:cBhvr>
                                      <p:tavLst>
                                        <p:tav tm="0">
                                          <p:val>
                                            <p:strVal val="#ppt_x"/>
                                          </p:val>
                                        </p:tav>
                                        <p:tav tm="100000">
                                          <p:val>
                                            <p:strVal val="#ppt_x"/>
                                          </p:val>
                                        </p:tav>
                                      </p:tavLst>
                                    </p:anim>
                                    <p:anim calcmode="lin" valueType="num">
                                      <p:cBhvr>
                                        <p:cTn id="32" dur="500" fill="hold"/>
                                        <p:tgtEl>
                                          <p:spTgt spid="130"/>
                                        </p:tgtEl>
                                        <p:attrNameLst>
                                          <p:attrName>ppt_y</p:attrName>
                                        </p:attrNameLst>
                                      </p:cBhvr>
                                      <p:tavLst>
                                        <p:tav tm="0">
                                          <p:val>
                                            <p:strVal val="#ppt_y+.1"/>
                                          </p:val>
                                        </p:tav>
                                        <p:tav tm="100000">
                                          <p:val>
                                            <p:strVal val="#ppt_y"/>
                                          </p:val>
                                        </p:tav>
                                      </p:tavLst>
                                    </p:anim>
                                  </p:childTnLst>
                                </p:cTn>
                              </p:par>
                            </p:childTnLst>
                          </p:cTn>
                        </p:par>
                        <p:par>
                          <p:cTn id="33" fill="hold">
                            <p:stCondLst>
                              <p:cond delay="1500"/>
                            </p:stCondLst>
                            <p:childTnLst>
                              <p:par>
                                <p:cTn id="34" presetID="42" presetClass="entr" presetSubtype="0" fill="hold" grpId="0" nodeType="afterEffect">
                                  <p:stCondLst>
                                    <p:cond delay="0"/>
                                  </p:stCondLst>
                                  <p:childTnLst>
                                    <p:set>
                                      <p:cBhvr>
                                        <p:cTn id="35" dur="1" fill="hold">
                                          <p:stCondLst>
                                            <p:cond delay="0"/>
                                          </p:stCondLst>
                                        </p:cTn>
                                        <p:tgtEl>
                                          <p:spTgt spid="131"/>
                                        </p:tgtEl>
                                        <p:attrNameLst>
                                          <p:attrName>style.visibility</p:attrName>
                                        </p:attrNameLst>
                                      </p:cBhvr>
                                      <p:to>
                                        <p:strVal val="visible"/>
                                      </p:to>
                                    </p:set>
                                    <p:animEffect transition="in" filter="fade">
                                      <p:cBhvr>
                                        <p:cTn id="36" dur="500"/>
                                        <p:tgtEl>
                                          <p:spTgt spid="131"/>
                                        </p:tgtEl>
                                      </p:cBhvr>
                                    </p:animEffect>
                                    <p:anim calcmode="lin" valueType="num">
                                      <p:cBhvr>
                                        <p:cTn id="37" dur="500" fill="hold"/>
                                        <p:tgtEl>
                                          <p:spTgt spid="131"/>
                                        </p:tgtEl>
                                        <p:attrNameLst>
                                          <p:attrName>ppt_x</p:attrName>
                                        </p:attrNameLst>
                                      </p:cBhvr>
                                      <p:tavLst>
                                        <p:tav tm="0">
                                          <p:val>
                                            <p:strVal val="#ppt_x"/>
                                          </p:val>
                                        </p:tav>
                                        <p:tav tm="100000">
                                          <p:val>
                                            <p:strVal val="#ppt_x"/>
                                          </p:val>
                                        </p:tav>
                                      </p:tavLst>
                                    </p:anim>
                                    <p:anim calcmode="lin" valueType="num">
                                      <p:cBhvr>
                                        <p:cTn id="38" dur="500" fill="hold"/>
                                        <p:tgtEl>
                                          <p:spTgt spid="131"/>
                                        </p:tgtEl>
                                        <p:attrNameLst>
                                          <p:attrName>ppt_y</p:attrName>
                                        </p:attrNameLst>
                                      </p:cBhvr>
                                      <p:tavLst>
                                        <p:tav tm="0">
                                          <p:val>
                                            <p:strVal val="#ppt_y+.1"/>
                                          </p:val>
                                        </p:tav>
                                        <p:tav tm="100000">
                                          <p:val>
                                            <p:strVal val="#ppt_y"/>
                                          </p:val>
                                        </p:tav>
                                      </p:tavLst>
                                    </p:anim>
                                  </p:childTnLst>
                                </p:cTn>
                              </p:par>
                            </p:childTnLst>
                          </p:cTn>
                        </p:par>
                        <p:par>
                          <p:cTn id="39" fill="hold">
                            <p:stCondLst>
                              <p:cond delay="2000"/>
                            </p:stCondLst>
                            <p:childTnLst>
                              <p:par>
                                <p:cTn id="40" presetID="42" presetClass="entr" presetSubtype="0" fill="hold" grpId="0" nodeType="afterEffect">
                                  <p:stCondLst>
                                    <p:cond delay="0"/>
                                  </p:stCondLst>
                                  <p:childTnLst>
                                    <p:set>
                                      <p:cBhvr>
                                        <p:cTn id="41" dur="1" fill="hold">
                                          <p:stCondLst>
                                            <p:cond delay="0"/>
                                          </p:stCondLst>
                                        </p:cTn>
                                        <p:tgtEl>
                                          <p:spTgt spid="132"/>
                                        </p:tgtEl>
                                        <p:attrNameLst>
                                          <p:attrName>style.visibility</p:attrName>
                                        </p:attrNameLst>
                                      </p:cBhvr>
                                      <p:to>
                                        <p:strVal val="visible"/>
                                      </p:to>
                                    </p:set>
                                    <p:animEffect transition="in" filter="fade">
                                      <p:cBhvr>
                                        <p:cTn id="42" dur="500"/>
                                        <p:tgtEl>
                                          <p:spTgt spid="132"/>
                                        </p:tgtEl>
                                      </p:cBhvr>
                                    </p:animEffect>
                                    <p:anim calcmode="lin" valueType="num">
                                      <p:cBhvr>
                                        <p:cTn id="43" dur="500" fill="hold"/>
                                        <p:tgtEl>
                                          <p:spTgt spid="132"/>
                                        </p:tgtEl>
                                        <p:attrNameLst>
                                          <p:attrName>ppt_x</p:attrName>
                                        </p:attrNameLst>
                                      </p:cBhvr>
                                      <p:tavLst>
                                        <p:tav tm="0">
                                          <p:val>
                                            <p:strVal val="#ppt_x"/>
                                          </p:val>
                                        </p:tav>
                                        <p:tav tm="100000">
                                          <p:val>
                                            <p:strVal val="#ppt_x"/>
                                          </p:val>
                                        </p:tav>
                                      </p:tavLst>
                                    </p:anim>
                                    <p:anim calcmode="lin" valueType="num">
                                      <p:cBhvr>
                                        <p:cTn id="44" dur="500" fill="hold"/>
                                        <p:tgtEl>
                                          <p:spTgt spid="132"/>
                                        </p:tgtEl>
                                        <p:attrNameLst>
                                          <p:attrName>ppt_y</p:attrName>
                                        </p:attrNameLst>
                                      </p:cBhvr>
                                      <p:tavLst>
                                        <p:tav tm="0">
                                          <p:val>
                                            <p:strVal val="#ppt_y+.1"/>
                                          </p:val>
                                        </p:tav>
                                        <p:tav tm="100000">
                                          <p:val>
                                            <p:strVal val="#ppt_y"/>
                                          </p:val>
                                        </p:tav>
                                      </p:tavLst>
                                    </p:anim>
                                  </p:childTnLst>
                                </p:cTn>
                              </p:par>
                            </p:childTnLst>
                          </p:cTn>
                        </p:par>
                        <p:par>
                          <p:cTn id="45" fill="hold">
                            <p:stCondLst>
                              <p:cond delay="2500"/>
                            </p:stCondLst>
                            <p:childTnLst>
                              <p:par>
                                <p:cTn id="46" presetID="42" presetClass="entr" presetSubtype="0" fill="hold" grpId="0" nodeType="afterEffect">
                                  <p:stCondLst>
                                    <p:cond delay="0"/>
                                  </p:stCondLst>
                                  <p:childTnLst>
                                    <p:set>
                                      <p:cBhvr>
                                        <p:cTn id="47" dur="1" fill="hold">
                                          <p:stCondLst>
                                            <p:cond delay="0"/>
                                          </p:stCondLst>
                                        </p:cTn>
                                        <p:tgtEl>
                                          <p:spTgt spid="133"/>
                                        </p:tgtEl>
                                        <p:attrNameLst>
                                          <p:attrName>style.visibility</p:attrName>
                                        </p:attrNameLst>
                                      </p:cBhvr>
                                      <p:to>
                                        <p:strVal val="visible"/>
                                      </p:to>
                                    </p:set>
                                    <p:animEffect transition="in" filter="fade">
                                      <p:cBhvr>
                                        <p:cTn id="48" dur="500"/>
                                        <p:tgtEl>
                                          <p:spTgt spid="133"/>
                                        </p:tgtEl>
                                      </p:cBhvr>
                                    </p:animEffect>
                                    <p:anim calcmode="lin" valueType="num">
                                      <p:cBhvr>
                                        <p:cTn id="49" dur="500" fill="hold"/>
                                        <p:tgtEl>
                                          <p:spTgt spid="133"/>
                                        </p:tgtEl>
                                        <p:attrNameLst>
                                          <p:attrName>ppt_x</p:attrName>
                                        </p:attrNameLst>
                                      </p:cBhvr>
                                      <p:tavLst>
                                        <p:tav tm="0">
                                          <p:val>
                                            <p:strVal val="#ppt_x"/>
                                          </p:val>
                                        </p:tav>
                                        <p:tav tm="100000">
                                          <p:val>
                                            <p:strVal val="#ppt_x"/>
                                          </p:val>
                                        </p:tav>
                                      </p:tavLst>
                                    </p:anim>
                                    <p:anim calcmode="lin" valueType="num">
                                      <p:cBhvr>
                                        <p:cTn id="50" dur="500" fill="hold"/>
                                        <p:tgtEl>
                                          <p:spTgt spid="133"/>
                                        </p:tgtEl>
                                        <p:attrNameLst>
                                          <p:attrName>ppt_y</p:attrName>
                                        </p:attrNameLst>
                                      </p:cBhvr>
                                      <p:tavLst>
                                        <p:tav tm="0">
                                          <p:val>
                                            <p:strVal val="#ppt_y+.1"/>
                                          </p:val>
                                        </p:tav>
                                        <p:tav tm="100000">
                                          <p:val>
                                            <p:strVal val="#ppt_y"/>
                                          </p:val>
                                        </p:tav>
                                      </p:tavLst>
                                    </p:anim>
                                  </p:childTnLst>
                                </p:cTn>
                              </p:par>
                            </p:childTnLst>
                          </p:cTn>
                        </p:par>
                        <p:par>
                          <p:cTn id="51" fill="hold">
                            <p:stCondLst>
                              <p:cond delay="3000"/>
                            </p:stCondLst>
                            <p:childTnLst>
                              <p:par>
                                <p:cTn id="52" presetID="42" presetClass="entr" presetSubtype="0" fill="hold" grpId="0" nodeType="afterEffect">
                                  <p:stCondLst>
                                    <p:cond delay="0"/>
                                  </p:stCondLst>
                                  <p:childTnLst>
                                    <p:set>
                                      <p:cBhvr>
                                        <p:cTn id="53" dur="1" fill="hold">
                                          <p:stCondLst>
                                            <p:cond delay="0"/>
                                          </p:stCondLst>
                                        </p:cTn>
                                        <p:tgtEl>
                                          <p:spTgt spid="134"/>
                                        </p:tgtEl>
                                        <p:attrNameLst>
                                          <p:attrName>style.visibility</p:attrName>
                                        </p:attrNameLst>
                                      </p:cBhvr>
                                      <p:to>
                                        <p:strVal val="visible"/>
                                      </p:to>
                                    </p:set>
                                    <p:animEffect transition="in" filter="fade">
                                      <p:cBhvr>
                                        <p:cTn id="54" dur="500"/>
                                        <p:tgtEl>
                                          <p:spTgt spid="134"/>
                                        </p:tgtEl>
                                      </p:cBhvr>
                                    </p:animEffect>
                                    <p:anim calcmode="lin" valueType="num">
                                      <p:cBhvr>
                                        <p:cTn id="55" dur="500" fill="hold"/>
                                        <p:tgtEl>
                                          <p:spTgt spid="134"/>
                                        </p:tgtEl>
                                        <p:attrNameLst>
                                          <p:attrName>ppt_x</p:attrName>
                                        </p:attrNameLst>
                                      </p:cBhvr>
                                      <p:tavLst>
                                        <p:tav tm="0">
                                          <p:val>
                                            <p:strVal val="#ppt_x"/>
                                          </p:val>
                                        </p:tav>
                                        <p:tav tm="100000">
                                          <p:val>
                                            <p:strVal val="#ppt_x"/>
                                          </p:val>
                                        </p:tav>
                                      </p:tavLst>
                                    </p:anim>
                                    <p:anim calcmode="lin" valueType="num">
                                      <p:cBhvr>
                                        <p:cTn id="56" dur="500" fill="hold"/>
                                        <p:tgtEl>
                                          <p:spTgt spid="13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170"/>
                                        </p:tgtEl>
                                        <p:attrNameLst>
                                          <p:attrName>style.visibility</p:attrName>
                                        </p:attrNameLst>
                                      </p:cBhvr>
                                      <p:to>
                                        <p:strVal val="visible"/>
                                      </p:to>
                                    </p:set>
                                    <p:animEffect transition="in" filter="wipe(down)">
                                      <p:cBhvr>
                                        <p:cTn id="61" dur="1000"/>
                                        <p:tgtEl>
                                          <p:spTgt spid="170"/>
                                        </p:tgtEl>
                                      </p:cBhvr>
                                    </p:animEffect>
                                  </p:childTnLst>
                                </p:cTn>
                              </p:par>
                            </p:childTnLst>
                          </p:cTn>
                        </p:par>
                        <p:par>
                          <p:cTn id="62" fill="hold">
                            <p:stCondLst>
                              <p:cond delay="1000"/>
                            </p:stCondLst>
                            <p:childTnLst>
                              <p:par>
                                <p:cTn id="63" presetID="19" presetClass="emph" presetSubtype="0" fill="hold" grpId="0" nodeType="afterEffect">
                                  <p:stCondLst>
                                    <p:cond delay="0"/>
                                  </p:stCondLst>
                                  <p:childTnLst>
                                    <p:animClr clrSpc="rgb" dir="cw">
                                      <p:cBhvr override="childStyle">
                                        <p:cTn id="64" dur="500" fill="hold"/>
                                        <p:tgtEl>
                                          <p:spTgt spid="135"/>
                                        </p:tgtEl>
                                        <p:attrNameLst>
                                          <p:attrName>style.color</p:attrName>
                                        </p:attrNameLst>
                                      </p:cBhvr>
                                      <p:to>
                                        <a:srgbClr val="0078D7"/>
                                      </p:to>
                                    </p:animClr>
                                    <p:animClr clrSpc="rgb" dir="cw">
                                      <p:cBhvr>
                                        <p:cTn id="65" dur="500" fill="hold"/>
                                        <p:tgtEl>
                                          <p:spTgt spid="135"/>
                                        </p:tgtEl>
                                        <p:attrNameLst>
                                          <p:attrName>fillcolor</p:attrName>
                                        </p:attrNameLst>
                                      </p:cBhvr>
                                      <p:to>
                                        <a:srgbClr val="0078D7"/>
                                      </p:to>
                                    </p:animClr>
                                    <p:set>
                                      <p:cBhvr>
                                        <p:cTn id="66" dur="500" fill="hold"/>
                                        <p:tgtEl>
                                          <p:spTgt spid="135"/>
                                        </p:tgtEl>
                                        <p:attrNameLst>
                                          <p:attrName>fill.type</p:attrName>
                                        </p:attrNameLst>
                                      </p:cBhvr>
                                      <p:to>
                                        <p:strVal val="solid"/>
                                      </p:to>
                                    </p:set>
                                    <p:set>
                                      <p:cBhvr>
                                        <p:cTn id="67" dur="500" fill="hold"/>
                                        <p:tgtEl>
                                          <p:spTgt spid="135"/>
                                        </p:tgtEl>
                                        <p:attrNameLst>
                                          <p:attrName>fill.on</p:attrName>
                                        </p:attrNameLst>
                                      </p:cBhvr>
                                      <p:to>
                                        <p:strVal val="true"/>
                                      </p:to>
                                    </p:set>
                                  </p:childTnLst>
                                </p:cTn>
                              </p:par>
                            </p:childTnLst>
                          </p:cTn>
                        </p:par>
                        <p:par>
                          <p:cTn id="68" fill="hold">
                            <p:stCondLst>
                              <p:cond delay="1500"/>
                            </p:stCondLst>
                            <p:childTnLst>
                              <p:par>
                                <p:cTn id="69" presetID="22" presetClass="entr" presetSubtype="4" fill="hold" nodeType="afterEffect">
                                  <p:stCondLst>
                                    <p:cond delay="0"/>
                                  </p:stCondLst>
                                  <p:childTnLst>
                                    <p:set>
                                      <p:cBhvr>
                                        <p:cTn id="70" dur="1" fill="hold">
                                          <p:stCondLst>
                                            <p:cond delay="0"/>
                                          </p:stCondLst>
                                        </p:cTn>
                                        <p:tgtEl>
                                          <p:spTgt spid="158"/>
                                        </p:tgtEl>
                                        <p:attrNameLst>
                                          <p:attrName>style.visibility</p:attrName>
                                        </p:attrNameLst>
                                      </p:cBhvr>
                                      <p:to>
                                        <p:strVal val="visible"/>
                                      </p:to>
                                    </p:set>
                                    <p:animEffect transition="in" filter="wipe(down)">
                                      <p:cBhvr>
                                        <p:cTn id="71" dur="600"/>
                                        <p:tgtEl>
                                          <p:spTgt spid="158"/>
                                        </p:tgtEl>
                                      </p:cBhvr>
                                    </p:animEffect>
                                  </p:childTnLst>
                                </p:cTn>
                              </p:par>
                            </p:childTnLst>
                          </p:cTn>
                        </p:par>
                        <p:par>
                          <p:cTn id="72" fill="hold">
                            <p:stCondLst>
                              <p:cond delay="2100"/>
                            </p:stCondLst>
                            <p:childTnLst>
                              <p:par>
                                <p:cTn id="73" presetID="19" presetClass="emph" presetSubtype="0" fill="hold" grpId="0" nodeType="afterEffect">
                                  <p:stCondLst>
                                    <p:cond delay="0"/>
                                  </p:stCondLst>
                                  <p:childTnLst>
                                    <p:animClr clrSpc="rgb" dir="cw">
                                      <p:cBhvr override="childStyle">
                                        <p:cTn id="74" dur="500" fill="hold"/>
                                        <p:tgtEl>
                                          <p:spTgt spid="137"/>
                                        </p:tgtEl>
                                        <p:attrNameLst>
                                          <p:attrName>style.color</p:attrName>
                                        </p:attrNameLst>
                                      </p:cBhvr>
                                      <p:to>
                                        <a:srgbClr val="FF8C00"/>
                                      </p:to>
                                    </p:animClr>
                                    <p:animClr clrSpc="rgb" dir="cw">
                                      <p:cBhvr>
                                        <p:cTn id="75" dur="500" fill="hold"/>
                                        <p:tgtEl>
                                          <p:spTgt spid="137"/>
                                        </p:tgtEl>
                                        <p:attrNameLst>
                                          <p:attrName>fillcolor</p:attrName>
                                        </p:attrNameLst>
                                      </p:cBhvr>
                                      <p:to>
                                        <a:srgbClr val="FF8C00"/>
                                      </p:to>
                                    </p:animClr>
                                    <p:set>
                                      <p:cBhvr>
                                        <p:cTn id="76" dur="500" fill="hold"/>
                                        <p:tgtEl>
                                          <p:spTgt spid="137"/>
                                        </p:tgtEl>
                                        <p:attrNameLst>
                                          <p:attrName>fill.type</p:attrName>
                                        </p:attrNameLst>
                                      </p:cBhvr>
                                      <p:to>
                                        <p:strVal val="solid"/>
                                      </p:to>
                                    </p:set>
                                    <p:set>
                                      <p:cBhvr>
                                        <p:cTn id="77" dur="500" fill="hold"/>
                                        <p:tgtEl>
                                          <p:spTgt spid="137"/>
                                        </p:tgtEl>
                                        <p:attrNameLst>
                                          <p:attrName>fill.on</p:attrName>
                                        </p:attrNameLst>
                                      </p:cBhvr>
                                      <p:to>
                                        <p:strVal val="true"/>
                                      </p:to>
                                    </p:set>
                                  </p:childTnLst>
                                </p:cTn>
                              </p:par>
                            </p:childTnLst>
                          </p:cTn>
                        </p:par>
                        <p:par>
                          <p:cTn id="78" fill="hold">
                            <p:stCondLst>
                              <p:cond delay="2600"/>
                            </p:stCondLst>
                            <p:childTnLst>
                              <p:par>
                                <p:cTn id="79" presetID="22" presetClass="entr" presetSubtype="4" fill="hold" nodeType="afterEffect">
                                  <p:stCondLst>
                                    <p:cond delay="0"/>
                                  </p:stCondLst>
                                  <p:childTnLst>
                                    <p:set>
                                      <p:cBhvr>
                                        <p:cTn id="80" dur="1" fill="hold">
                                          <p:stCondLst>
                                            <p:cond delay="0"/>
                                          </p:stCondLst>
                                        </p:cTn>
                                        <p:tgtEl>
                                          <p:spTgt spid="161"/>
                                        </p:tgtEl>
                                        <p:attrNameLst>
                                          <p:attrName>style.visibility</p:attrName>
                                        </p:attrNameLst>
                                      </p:cBhvr>
                                      <p:to>
                                        <p:strVal val="visible"/>
                                      </p:to>
                                    </p:set>
                                    <p:animEffect transition="in" filter="wipe(down)">
                                      <p:cBhvr>
                                        <p:cTn id="81" dur="600"/>
                                        <p:tgtEl>
                                          <p:spTgt spid="161"/>
                                        </p:tgtEl>
                                      </p:cBhvr>
                                    </p:animEffect>
                                  </p:childTnLst>
                                </p:cTn>
                              </p:par>
                            </p:childTnLst>
                          </p:cTn>
                        </p:par>
                        <p:par>
                          <p:cTn id="82" fill="hold">
                            <p:stCondLst>
                              <p:cond delay="3200"/>
                            </p:stCondLst>
                            <p:childTnLst>
                              <p:par>
                                <p:cTn id="83" presetID="19" presetClass="emph" presetSubtype="0" fill="hold" grpId="0" nodeType="afterEffect">
                                  <p:stCondLst>
                                    <p:cond delay="0"/>
                                  </p:stCondLst>
                                  <p:childTnLst>
                                    <p:animClr clrSpc="rgb" dir="cw">
                                      <p:cBhvr override="childStyle">
                                        <p:cTn id="84" dur="500" fill="hold"/>
                                        <p:tgtEl>
                                          <p:spTgt spid="139"/>
                                        </p:tgtEl>
                                        <p:attrNameLst>
                                          <p:attrName>style.color</p:attrName>
                                        </p:attrNameLst>
                                      </p:cBhvr>
                                      <p:to>
                                        <a:srgbClr val="5C2D91"/>
                                      </p:to>
                                    </p:animClr>
                                    <p:animClr clrSpc="rgb" dir="cw">
                                      <p:cBhvr>
                                        <p:cTn id="85" dur="500" fill="hold"/>
                                        <p:tgtEl>
                                          <p:spTgt spid="139"/>
                                        </p:tgtEl>
                                        <p:attrNameLst>
                                          <p:attrName>fillcolor</p:attrName>
                                        </p:attrNameLst>
                                      </p:cBhvr>
                                      <p:to>
                                        <a:srgbClr val="5C2D91"/>
                                      </p:to>
                                    </p:animClr>
                                    <p:set>
                                      <p:cBhvr>
                                        <p:cTn id="86" dur="500" fill="hold"/>
                                        <p:tgtEl>
                                          <p:spTgt spid="139"/>
                                        </p:tgtEl>
                                        <p:attrNameLst>
                                          <p:attrName>fill.type</p:attrName>
                                        </p:attrNameLst>
                                      </p:cBhvr>
                                      <p:to>
                                        <p:strVal val="solid"/>
                                      </p:to>
                                    </p:set>
                                    <p:set>
                                      <p:cBhvr>
                                        <p:cTn id="87" dur="500" fill="hold"/>
                                        <p:tgtEl>
                                          <p:spTgt spid="139"/>
                                        </p:tgtEl>
                                        <p:attrNameLst>
                                          <p:attrName>fill.on</p:attrName>
                                        </p:attrNameLst>
                                      </p:cBhvr>
                                      <p:to>
                                        <p:strVal val="true"/>
                                      </p:to>
                                    </p:set>
                                  </p:childTnLst>
                                </p:cTn>
                              </p:par>
                            </p:childTnLst>
                          </p:cTn>
                        </p:par>
                        <p:par>
                          <p:cTn id="88" fill="hold">
                            <p:stCondLst>
                              <p:cond delay="3700"/>
                            </p:stCondLst>
                            <p:childTnLst>
                              <p:par>
                                <p:cTn id="89" presetID="22" presetClass="entr" presetSubtype="4" fill="hold" nodeType="afterEffect">
                                  <p:stCondLst>
                                    <p:cond delay="0"/>
                                  </p:stCondLst>
                                  <p:childTnLst>
                                    <p:set>
                                      <p:cBhvr>
                                        <p:cTn id="90" dur="1" fill="hold">
                                          <p:stCondLst>
                                            <p:cond delay="0"/>
                                          </p:stCondLst>
                                        </p:cTn>
                                        <p:tgtEl>
                                          <p:spTgt spid="167"/>
                                        </p:tgtEl>
                                        <p:attrNameLst>
                                          <p:attrName>style.visibility</p:attrName>
                                        </p:attrNameLst>
                                      </p:cBhvr>
                                      <p:to>
                                        <p:strVal val="visible"/>
                                      </p:to>
                                    </p:set>
                                    <p:animEffect transition="in" filter="wipe(down)">
                                      <p:cBhvr>
                                        <p:cTn id="91" dur="1000"/>
                                        <p:tgtEl>
                                          <p:spTgt spid="167"/>
                                        </p:tgtEl>
                                      </p:cBhvr>
                                    </p:animEffect>
                                  </p:childTnLst>
                                </p:cTn>
                              </p:par>
                            </p:childTnLst>
                          </p:cTn>
                        </p:par>
                        <p:par>
                          <p:cTn id="92" fill="hold">
                            <p:stCondLst>
                              <p:cond delay="4700"/>
                            </p:stCondLst>
                            <p:childTnLst>
                              <p:par>
                                <p:cTn id="93" presetID="19" presetClass="emph" presetSubtype="0" fill="hold" grpId="0" nodeType="afterEffect">
                                  <p:stCondLst>
                                    <p:cond delay="0"/>
                                  </p:stCondLst>
                                  <p:childTnLst>
                                    <p:animClr clrSpc="rgb" dir="cw">
                                      <p:cBhvr override="childStyle">
                                        <p:cTn id="94" dur="500" fill="hold"/>
                                        <p:tgtEl>
                                          <p:spTgt spid="141"/>
                                        </p:tgtEl>
                                        <p:attrNameLst>
                                          <p:attrName>style.color</p:attrName>
                                        </p:attrNameLst>
                                      </p:cBhvr>
                                      <p:to>
                                        <a:srgbClr val="D83B01"/>
                                      </p:to>
                                    </p:animClr>
                                    <p:animClr clrSpc="rgb" dir="cw">
                                      <p:cBhvr>
                                        <p:cTn id="95" dur="500" fill="hold"/>
                                        <p:tgtEl>
                                          <p:spTgt spid="141"/>
                                        </p:tgtEl>
                                        <p:attrNameLst>
                                          <p:attrName>fillcolor</p:attrName>
                                        </p:attrNameLst>
                                      </p:cBhvr>
                                      <p:to>
                                        <a:srgbClr val="D83B01"/>
                                      </p:to>
                                    </p:animClr>
                                    <p:set>
                                      <p:cBhvr>
                                        <p:cTn id="96" dur="500" fill="hold"/>
                                        <p:tgtEl>
                                          <p:spTgt spid="141"/>
                                        </p:tgtEl>
                                        <p:attrNameLst>
                                          <p:attrName>fill.type</p:attrName>
                                        </p:attrNameLst>
                                      </p:cBhvr>
                                      <p:to>
                                        <p:strVal val="solid"/>
                                      </p:to>
                                    </p:set>
                                    <p:set>
                                      <p:cBhvr>
                                        <p:cTn id="97" dur="500" fill="hold"/>
                                        <p:tgtEl>
                                          <p:spTgt spid="14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8" grpId="0" animBg="1"/>
      <p:bldP spid="129" grpId="0" animBg="1"/>
      <p:bldP spid="130" grpId="0" animBg="1"/>
      <p:bldP spid="131" grpId="0" animBg="1"/>
      <p:bldP spid="132" grpId="0" animBg="1"/>
      <p:bldP spid="133" grpId="0" animBg="1"/>
      <p:bldP spid="134" grpId="0" animBg="1"/>
      <p:bldP spid="135" grpId="0" animBg="1"/>
      <p:bldP spid="137" grpId="0" animBg="1"/>
      <p:bldP spid="139" grpId="0" animBg="1"/>
      <p:bldP spid="141" grpId="0"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ngage slide">
    <p:spTree>
      <p:nvGrpSpPr>
        <p:cNvPr id="1" name=""/>
        <p:cNvGrpSpPr/>
        <p:nvPr/>
      </p:nvGrpSpPr>
      <p:grpSpPr>
        <a:xfrm>
          <a:off x="0" y="0"/>
          <a:ext cx="0" cy="0"/>
          <a:chOff x="0" y="0"/>
          <a:chExt cx="0" cy="0"/>
        </a:xfrm>
      </p:grpSpPr>
      <p:sp>
        <p:nvSpPr>
          <p:cNvPr id="3" name="AutoShape 118"/>
          <p:cNvSpPr>
            <a:spLocks noChangeAspect="1" noChangeArrowheads="1" noTextEdit="1"/>
          </p:cNvSpPr>
          <p:nvPr userDrawn="1"/>
        </p:nvSpPr>
        <p:spPr bwMode="auto">
          <a:xfrm>
            <a:off x="8220382" y="1499787"/>
            <a:ext cx="3643372" cy="332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 name="AutoShape 151"/>
          <p:cNvSpPr>
            <a:spLocks noChangeAspect="1" noChangeArrowheads="1" noTextEdit="1"/>
          </p:cNvSpPr>
          <p:nvPr userDrawn="1"/>
        </p:nvSpPr>
        <p:spPr bwMode="auto">
          <a:xfrm>
            <a:off x="8209493" y="4919145"/>
            <a:ext cx="3654262"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 name="AutoShape 167"/>
          <p:cNvSpPr>
            <a:spLocks noChangeAspect="1" noChangeArrowheads="1" noTextEdit="1"/>
          </p:cNvSpPr>
          <p:nvPr userDrawn="1"/>
        </p:nvSpPr>
        <p:spPr bwMode="auto">
          <a:xfrm>
            <a:off x="6316245" y="4919145"/>
            <a:ext cx="1698788"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 name="AutoShape 177"/>
          <p:cNvSpPr>
            <a:spLocks noChangeAspect="1" noChangeArrowheads="1" noTextEdit="1"/>
          </p:cNvSpPr>
          <p:nvPr userDrawn="1"/>
        </p:nvSpPr>
        <p:spPr bwMode="auto">
          <a:xfrm>
            <a:off x="4401218" y="4919145"/>
            <a:ext cx="1709678" cy="153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 name="AutoShape 219"/>
          <p:cNvSpPr>
            <a:spLocks noChangeAspect="1" noChangeArrowheads="1" noTextEdit="1"/>
          </p:cNvSpPr>
          <p:nvPr userDrawn="1"/>
        </p:nvSpPr>
        <p:spPr bwMode="auto">
          <a:xfrm>
            <a:off x="2486194" y="3240578"/>
            <a:ext cx="1709679" cy="153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 name="AutoShape 257"/>
          <p:cNvSpPr>
            <a:spLocks noChangeAspect="1" noChangeArrowheads="1" noTextEdit="1"/>
          </p:cNvSpPr>
          <p:nvPr userDrawn="1"/>
        </p:nvSpPr>
        <p:spPr bwMode="auto">
          <a:xfrm>
            <a:off x="583614" y="3240578"/>
            <a:ext cx="1697232" cy="153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9" name="AutoShape 3"/>
          <p:cNvSpPr>
            <a:spLocks noChangeAspect="1" noChangeArrowheads="1" noTextEdit="1"/>
          </p:cNvSpPr>
          <p:nvPr userDrawn="1"/>
        </p:nvSpPr>
        <p:spPr bwMode="auto">
          <a:xfrm>
            <a:off x="583613" y="1499786"/>
            <a:ext cx="1697233" cy="154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 name="AutoShape 77"/>
          <p:cNvSpPr>
            <a:spLocks noChangeAspect="1" noChangeArrowheads="1" noTextEdit="1"/>
          </p:cNvSpPr>
          <p:nvPr userDrawn="1"/>
        </p:nvSpPr>
        <p:spPr bwMode="auto">
          <a:xfrm>
            <a:off x="4401220" y="1499789"/>
            <a:ext cx="1709677" cy="154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nvGrpSpPr>
          <p:cNvPr id="11" name="Group 10"/>
          <p:cNvGrpSpPr/>
          <p:nvPr userDrawn="1"/>
        </p:nvGrpSpPr>
        <p:grpSpPr>
          <a:xfrm>
            <a:off x="449017" y="1212184"/>
            <a:ext cx="5522617" cy="1864634"/>
            <a:chOff x="446695" y="1211263"/>
            <a:chExt cx="5524839" cy="1865385"/>
          </a:xfrm>
        </p:grpSpPr>
        <p:sp>
          <p:nvSpPr>
            <p:cNvPr id="12" name="Rectangle 5"/>
            <p:cNvSpPr>
              <a:spLocks noChangeArrowheads="1"/>
            </p:cNvSpPr>
            <p:nvPr/>
          </p:nvSpPr>
          <p:spPr bwMode="auto">
            <a:xfrm>
              <a:off x="446695" y="1211263"/>
              <a:ext cx="5524839" cy="1865385"/>
            </a:xfrm>
            <a:prstGeom prst="rect">
              <a:avLst/>
            </a:prstGeom>
            <a:solidFill>
              <a:schemeClr val="accent1"/>
            </a:solidFill>
            <a:ln>
              <a:noFill/>
            </a:ln>
          </p:spPr>
          <p:txBody>
            <a:bodyPr vert="horz" wrap="square" lIns="182806" tIns="44802" rIns="89606" bIns="44802" numCol="1" anchor="ctr" anchorCtr="0" compatLnSpc="1">
              <a:prstTxWarp prst="textNoShape">
                <a:avLst/>
              </a:prstTxWarp>
            </a:bodyPr>
            <a:lstStyle/>
            <a:p>
              <a:pPr defTabSz="914005">
                <a:lnSpc>
                  <a:spcPct val="80000"/>
                </a:lnSpc>
                <a:spcBef>
                  <a:spcPts val="587"/>
                </a:spcBef>
                <a:spcAft>
                  <a:spcPts val="587"/>
                </a:spcAft>
                <a:defRPr/>
              </a:pPr>
              <a:r>
                <a:rPr lang="en-US" sz="3998" b="1" dirty="0">
                  <a:gradFill>
                    <a:gsLst>
                      <a:gs pos="0">
                        <a:srgbClr val="FFFFFF"/>
                      </a:gs>
                      <a:gs pos="100000">
                        <a:srgbClr val="FFFFFF"/>
                      </a:gs>
                    </a:gsLst>
                    <a:lin ang="5400000" scaled="0"/>
                  </a:gradFill>
                  <a:latin typeface="Segoe UI Light"/>
                </a:rPr>
                <a:t>Office 365 Network</a:t>
              </a:r>
            </a:p>
            <a:p>
              <a:pPr defTabSz="914005">
                <a:lnSpc>
                  <a:spcPct val="80000"/>
                </a:lnSpc>
                <a:spcBef>
                  <a:spcPts val="587"/>
                </a:spcBef>
                <a:spcAft>
                  <a:spcPts val="587"/>
                </a:spcAft>
                <a:defRPr/>
              </a:pPr>
              <a:r>
                <a:rPr lang="en-US" sz="1799" u="sng" dirty="0">
                  <a:solidFill>
                    <a:srgbClr val="FFFFFF"/>
                  </a:solidFill>
                </a:rPr>
                <a:t>https://www.yammer.com/itpronetwork </a:t>
              </a:r>
            </a:p>
          </p:txBody>
        </p:sp>
        <p:sp>
          <p:nvSpPr>
            <p:cNvPr id="13" name="Freeform 9"/>
            <p:cNvSpPr>
              <a:spLocks noChangeAspect="1" noEditPoints="1"/>
            </p:cNvSpPr>
            <p:nvPr/>
          </p:nvSpPr>
          <p:spPr bwMode="black">
            <a:xfrm>
              <a:off x="4932958" y="1756934"/>
              <a:ext cx="865676" cy="818616"/>
            </a:xfrm>
            <a:custGeom>
              <a:avLst/>
              <a:gdLst>
                <a:gd name="T0" fmla="*/ 513 w 589"/>
                <a:gd name="T1" fmla="*/ 0 h 556"/>
                <a:gd name="T2" fmla="*/ 76 w 589"/>
                <a:gd name="T3" fmla="*/ 0 h 556"/>
                <a:gd name="T4" fmla="*/ 0 w 589"/>
                <a:gd name="T5" fmla="*/ 76 h 556"/>
                <a:gd name="T6" fmla="*/ 0 w 589"/>
                <a:gd name="T7" fmla="*/ 412 h 556"/>
                <a:gd name="T8" fmla="*/ 76 w 589"/>
                <a:gd name="T9" fmla="*/ 488 h 556"/>
                <a:gd name="T10" fmla="*/ 155 w 589"/>
                <a:gd name="T11" fmla="*/ 488 h 556"/>
                <a:gd name="T12" fmla="*/ 155 w 589"/>
                <a:gd name="T13" fmla="*/ 556 h 556"/>
                <a:gd name="T14" fmla="*/ 251 w 589"/>
                <a:gd name="T15" fmla="*/ 488 h 556"/>
                <a:gd name="T16" fmla="*/ 513 w 589"/>
                <a:gd name="T17" fmla="*/ 488 h 556"/>
                <a:gd name="T18" fmla="*/ 589 w 589"/>
                <a:gd name="T19" fmla="*/ 412 h 556"/>
                <a:gd name="T20" fmla="*/ 589 w 589"/>
                <a:gd name="T21" fmla="*/ 76 h 556"/>
                <a:gd name="T22" fmla="*/ 513 w 589"/>
                <a:gd name="T23" fmla="*/ 0 h 556"/>
                <a:gd name="T24" fmla="*/ 413 w 589"/>
                <a:gd name="T25" fmla="*/ 119 h 556"/>
                <a:gd name="T26" fmla="*/ 439 w 589"/>
                <a:gd name="T27" fmla="*/ 126 h 556"/>
                <a:gd name="T28" fmla="*/ 432 w 589"/>
                <a:gd name="T29" fmla="*/ 153 h 556"/>
                <a:gd name="T30" fmla="*/ 322 w 589"/>
                <a:gd name="T31" fmla="*/ 193 h 556"/>
                <a:gd name="T32" fmla="*/ 413 w 589"/>
                <a:gd name="T33" fmla="*/ 119 h 556"/>
                <a:gd name="T34" fmla="*/ 315 w 589"/>
                <a:gd name="T35" fmla="*/ 108 h 556"/>
                <a:gd name="T36" fmla="*/ 314 w 589"/>
                <a:gd name="T37" fmla="*/ 109 h 556"/>
                <a:gd name="T38" fmla="*/ 315 w 589"/>
                <a:gd name="T39" fmla="*/ 109 h 556"/>
                <a:gd name="T40" fmla="*/ 313 w 589"/>
                <a:gd name="T41" fmla="*/ 113 h 556"/>
                <a:gd name="T42" fmla="*/ 223 w 589"/>
                <a:gd name="T43" fmla="*/ 337 h 556"/>
                <a:gd name="T44" fmla="*/ 144 w 589"/>
                <a:gd name="T45" fmla="*/ 405 h 556"/>
                <a:gd name="T46" fmla="*/ 123 w 589"/>
                <a:gd name="T47" fmla="*/ 403 h 556"/>
                <a:gd name="T48" fmla="*/ 111 w 589"/>
                <a:gd name="T49" fmla="*/ 381 h 556"/>
                <a:gd name="T50" fmla="*/ 129 w 589"/>
                <a:gd name="T51" fmla="*/ 368 h 556"/>
                <a:gd name="T52" fmla="*/ 141 w 589"/>
                <a:gd name="T53" fmla="*/ 368 h 556"/>
                <a:gd name="T54" fmla="*/ 185 w 589"/>
                <a:gd name="T55" fmla="*/ 329 h 556"/>
                <a:gd name="T56" fmla="*/ 190 w 589"/>
                <a:gd name="T57" fmla="*/ 318 h 556"/>
                <a:gd name="T58" fmla="*/ 104 w 589"/>
                <a:gd name="T59" fmla="*/ 107 h 556"/>
                <a:gd name="T60" fmla="*/ 116 w 589"/>
                <a:gd name="T61" fmla="*/ 81 h 556"/>
                <a:gd name="T62" fmla="*/ 143 w 589"/>
                <a:gd name="T63" fmla="*/ 91 h 556"/>
                <a:gd name="T64" fmla="*/ 144 w 589"/>
                <a:gd name="T65" fmla="*/ 94 h 556"/>
                <a:gd name="T66" fmla="*/ 144 w 589"/>
                <a:gd name="T67" fmla="*/ 94 h 556"/>
                <a:gd name="T68" fmla="*/ 211 w 589"/>
                <a:gd name="T69" fmla="*/ 265 h 556"/>
                <a:gd name="T70" fmla="*/ 213 w 589"/>
                <a:gd name="T71" fmla="*/ 265 h 556"/>
                <a:gd name="T72" fmla="*/ 276 w 589"/>
                <a:gd name="T73" fmla="*/ 97 h 556"/>
                <a:gd name="T74" fmla="*/ 277 w 589"/>
                <a:gd name="T75" fmla="*/ 97 h 556"/>
                <a:gd name="T76" fmla="*/ 277 w 589"/>
                <a:gd name="T77" fmla="*/ 96 h 556"/>
                <a:gd name="T78" fmla="*/ 277 w 589"/>
                <a:gd name="T79" fmla="*/ 95 h 556"/>
                <a:gd name="T80" fmla="*/ 302 w 589"/>
                <a:gd name="T81" fmla="*/ 83 h 556"/>
                <a:gd name="T82" fmla="*/ 315 w 589"/>
                <a:gd name="T83" fmla="*/ 108 h 556"/>
                <a:gd name="T84" fmla="*/ 439 w 589"/>
                <a:gd name="T85" fmla="*/ 363 h 556"/>
                <a:gd name="T86" fmla="*/ 413 w 589"/>
                <a:gd name="T87" fmla="*/ 370 h 556"/>
                <a:gd name="T88" fmla="*/ 322 w 589"/>
                <a:gd name="T89" fmla="*/ 296 h 556"/>
                <a:gd name="T90" fmla="*/ 432 w 589"/>
                <a:gd name="T91" fmla="*/ 336 h 556"/>
                <a:gd name="T92" fmla="*/ 439 w 589"/>
                <a:gd name="T93" fmla="*/ 363 h 556"/>
                <a:gd name="T94" fmla="*/ 467 w 589"/>
                <a:gd name="T95" fmla="*/ 263 h 556"/>
                <a:gd name="T96" fmla="*/ 351 w 589"/>
                <a:gd name="T97" fmla="*/ 244 h 556"/>
                <a:gd name="T98" fmla="*/ 467 w 589"/>
                <a:gd name="T99" fmla="*/ 224 h 556"/>
                <a:gd name="T100" fmla="*/ 486 w 589"/>
                <a:gd name="T101" fmla="*/ 243 h 556"/>
                <a:gd name="T102" fmla="*/ 467 w 589"/>
                <a:gd name="T103" fmla="*/ 263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 h="556">
                  <a:moveTo>
                    <a:pt x="513" y="0"/>
                  </a:moveTo>
                  <a:cubicBezTo>
                    <a:pt x="76" y="0"/>
                    <a:pt x="76" y="0"/>
                    <a:pt x="76" y="0"/>
                  </a:cubicBezTo>
                  <a:cubicBezTo>
                    <a:pt x="35" y="0"/>
                    <a:pt x="0" y="34"/>
                    <a:pt x="0" y="76"/>
                  </a:cubicBezTo>
                  <a:cubicBezTo>
                    <a:pt x="0" y="412"/>
                    <a:pt x="0" y="412"/>
                    <a:pt x="0" y="412"/>
                  </a:cubicBezTo>
                  <a:cubicBezTo>
                    <a:pt x="0" y="454"/>
                    <a:pt x="35" y="488"/>
                    <a:pt x="76" y="488"/>
                  </a:cubicBezTo>
                  <a:cubicBezTo>
                    <a:pt x="155" y="488"/>
                    <a:pt x="155" y="488"/>
                    <a:pt x="155" y="488"/>
                  </a:cubicBezTo>
                  <a:cubicBezTo>
                    <a:pt x="155" y="556"/>
                    <a:pt x="155" y="556"/>
                    <a:pt x="155" y="556"/>
                  </a:cubicBezTo>
                  <a:cubicBezTo>
                    <a:pt x="251" y="488"/>
                    <a:pt x="251" y="488"/>
                    <a:pt x="251" y="488"/>
                  </a:cubicBezTo>
                  <a:cubicBezTo>
                    <a:pt x="513" y="488"/>
                    <a:pt x="513" y="488"/>
                    <a:pt x="513" y="488"/>
                  </a:cubicBezTo>
                  <a:cubicBezTo>
                    <a:pt x="554" y="488"/>
                    <a:pt x="589" y="454"/>
                    <a:pt x="589" y="412"/>
                  </a:cubicBezTo>
                  <a:cubicBezTo>
                    <a:pt x="589" y="76"/>
                    <a:pt x="589" y="76"/>
                    <a:pt x="589" y="76"/>
                  </a:cubicBezTo>
                  <a:cubicBezTo>
                    <a:pt x="589" y="34"/>
                    <a:pt x="554" y="0"/>
                    <a:pt x="513" y="0"/>
                  </a:cubicBezTo>
                  <a:close/>
                  <a:moveTo>
                    <a:pt x="413" y="119"/>
                  </a:moveTo>
                  <a:cubicBezTo>
                    <a:pt x="422" y="114"/>
                    <a:pt x="434" y="117"/>
                    <a:pt x="439" y="126"/>
                  </a:cubicBezTo>
                  <a:cubicBezTo>
                    <a:pt x="445" y="136"/>
                    <a:pt x="441" y="147"/>
                    <a:pt x="432" y="153"/>
                  </a:cubicBezTo>
                  <a:cubicBezTo>
                    <a:pt x="423" y="158"/>
                    <a:pt x="328" y="203"/>
                    <a:pt x="322" y="193"/>
                  </a:cubicBezTo>
                  <a:cubicBezTo>
                    <a:pt x="317" y="184"/>
                    <a:pt x="403" y="124"/>
                    <a:pt x="413" y="119"/>
                  </a:cubicBezTo>
                  <a:close/>
                  <a:moveTo>
                    <a:pt x="315" y="108"/>
                  </a:moveTo>
                  <a:cubicBezTo>
                    <a:pt x="315" y="108"/>
                    <a:pt x="315" y="108"/>
                    <a:pt x="314" y="109"/>
                  </a:cubicBezTo>
                  <a:cubicBezTo>
                    <a:pt x="315" y="109"/>
                    <a:pt x="315" y="109"/>
                    <a:pt x="315" y="109"/>
                  </a:cubicBezTo>
                  <a:cubicBezTo>
                    <a:pt x="314" y="110"/>
                    <a:pt x="314" y="111"/>
                    <a:pt x="313" y="113"/>
                  </a:cubicBezTo>
                  <a:cubicBezTo>
                    <a:pt x="309" y="122"/>
                    <a:pt x="223" y="337"/>
                    <a:pt x="223" y="337"/>
                  </a:cubicBezTo>
                  <a:cubicBezTo>
                    <a:pt x="207" y="377"/>
                    <a:pt x="191" y="405"/>
                    <a:pt x="144" y="405"/>
                  </a:cubicBezTo>
                  <a:cubicBezTo>
                    <a:pt x="137" y="405"/>
                    <a:pt x="130" y="404"/>
                    <a:pt x="123" y="403"/>
                  </a:cubicBezTo>
                  <a:cubicBezTo>
                    <a:pt x="114" y="400"/>
                    <a:pt x="108" y="391"/>
                    <a:pt x="111" y="381"/>
                  </a:cubicBezTo>
                  <a:cubicBezTo>
                    <a:pt x="113" y="373"/>
                    <a:pt x="121" y="367"/>
                    <a:pt x="129" y="368"/>
                  </a:cubicBezTo>
                  <a:cubicBezTo>
                    <a:pt x="130" y="368"/>
                    <a:pt x="138" y="368"/>
                    <a:pt x="141" y="368"/>
                  </a:cubicBezTo>
                  <a:cubicBezTo>
                    <a:pt x="167" y="368"/>
                    <a:pt x="176" y="353"/>
                    <a:pt x="185" y="329"/>
                  </a:cubicBezTo>
                  <a:cubicBezTo>
                    <a:pt x="190" y="318"/>
                    <a:pt x="190" y="318"/>
                    <a:pt x="190" y="318"/>
                  </a:cubicBezTo>
                  <a:cubicBezTo>
                    <a:pt x="190" y="318"/>
                    <a:pt x="112" y="128"/>
                    <a:pt x="104" y="107"/>
                  </a:cubicBezTo>
                  <a:cubicBezTo>
                    <a:pt x="100" y="96"/>
                    <a:pt x="106" y="85"/>
                    <a:pt x="116" y="81"/>
                  </a:cubicBezTo>
                  <a:cubicBezTo>
                    <a:pt x="127" y="77"/>
                    <a:pt x="138" y="82"/>
                    <a:pt x="143" y="91"/>
                  </a:cubicBezTo>
                  <a:cubicBezTo>
                    <a:pt x="144" y="94"/>
                    <a:pt x="144" y="94"/>
                    <a:pt x="144" y="94"/>
                  </a:cubicBezTo>
                  <a:cubicBezTo>
                    <a:pt x="144" y="94"/>
                    <a:pt x="144" y="94"/>
                    <a:pt x="144" y="94"/>
                  </a:cubicBezTo>
                  <a:cubicBezTo>
                    <a:pt x="211" y="265"/>
                    <a:pt x="211" y="265"/>
                    <a:pt x="211" y="265"/>
                  </a:cubicBezTo>
                  <a:cubicBezTo>
                    <a:pt x="213" y="265"/>
                    <a:pt x="213" y="265"/>
                    <a:pt x="213" y="265"/>
                  </a:cubicBezTo>
                  <a:cubicBezTo>
                    <a:pt x="213" y="265"/>
                    <a:pt x="270" y="115"/>
                    <a:pt x="276" y="97"/>
                  </a:cubicBezTo>
                  <a:cubicBezTo>
                    <a:pt x="277" y="97"/>
                    <a:pt x="277" y="97"/>
                    <a:pt x="277" y="97"/>
                  </a:cubicBezTo>
                  <a:cubicBezTo>
                    <a:pt x="277" y="96"/>
                    <a:pt x="277" y="96"/>
                    <a:pt x="277" y="96"/>
                  </a:cubicBezTo>
                  <a:cubicBezTo>
                    <a:pt x="277" y="96"/>
                    <a:pt x="277" y="95"/>
                    <a:pt x="277" y="95"/>
                  </a:cubicBezTo>
                  <a:cubicBezTo>
                    <a:pt x="281" y="85"/>
                    <a:pt x="292" y="80"/>
                    <a:pt x="302" y="83"/>
                  </a:cubicBezTo>
                  <a:cubicBezTo>
                    <a:pt x="312" y="86"/>
                    <a:pt x="318" y="97"/>
                    <a:pt x="315" y="108"/>
                  </a:cubicBezTo>
                  <a:close/>
                  <a:moveTo>
                    <a:pt x="439" y="363"/>
                  </a:moveTo>
                  <a:cubicBezTo>
                    <a:pt x="434" y="372"/>
                    <a:pt x="422" y="376"/>
                    <a:pt x="413" y="370"/>
                  </a:cubicBezTo>
                  <a:cubicBezTo>
                    <a:pt x="403" y="365"/>
                    <a:pt x="317" y="305"/>
                    <a:pt x="322" y="296"/>
                  </a:cubicBezTo>
                  <a:cubicBezTo>
                    <a:pt x="328" y="286"/>
                    <a:pt x="423" y="331"/>
                    <a:pt x="432" y="336"/>
                  </a:cubicBezTo>
                  <a:cubicBezTo>
                    <a:pt x="441" y="342"/>
                    <a:pt x="445" y="353"/>
                    <a:pt x="439" y="363"/>
                  </a:cubicBezTo>
                  <a:close/>
                  <a:moveTo>
                    <a:pt x="467" y="263"/>
                  </a:moveTo>
                  <a:cubicBezTo>
                    <a:pt x="456" y="263"/>
                    <a:pt x="351" y="255"/>
                    <a:pt x="351" y="244"/>
                  </a:cubicBezTo>
                  <a:cubicBezTo>
                    <a:pt x="351" y="234"/>
                    <a:pt x="456" y="224"/>
                    <a:pt x="467" y="224"/>
                  </a:cubicBezTo>
                  <a:cubicBezTo>
                    <a:pt x="477" y="224"/>
                    <a:pt x="486" y="232"/>
                    <a:pt x="486" y="243"/>
                  </a:cubicBezTo>
                  <a:cubicBezTo>
                    <a:pt x="486" y="254"/>
                    <a:pt x="477" y="263"/>
                    <a:pt x="467" y="263"/>
                  </a:cubicBezTo>
                  <a:close/>
                </a:path>
              </a:pathLst>
            </a:custGeom>
            <a:solidFill>
              <a:srgbClr val="FFFFFF"/>
            </a:solidFill>
            <a:ln>
              <a:noFill/>
            </a:ln>
          </p:spPr>
          <p:txBody>
            <a:bodyPr vert="horz" wrap="square" lIns="89606" tIns="44802" rIns="89606" bIns="44802" numCol="1" anchor="t" anchorCtr="0" compatLnSpc="1">
              <a:prstTxWarp prst="textNoShape">
                <a:avLst/>
              </a:prstTxWarp>
            </a:bodyPr>
            <a:lstStyle/>
            <a:p>
              <a:pPr defTabSz="932319">
                <a:defRPr/>
              </a:pPr>
              <a:endParaRPr lang="en-US" sz="1764" kern="0" dirty="0">
                <a:solidFill>
                  <a:srgbClr val="505050"/>
                </a:solidFill>
              </a:endParaRPr>
            </a:p>
          </p:txBody>
        </p:sp>
      </p:grpSp>
      <p:grpSp>
        <p:nvGrpSpPr>
          <p:cNvPr id="14" name="Group 13"/>
          <p:cNvGrpSpPr/>
          <p:nvPr userDrawn="1"/>
        </p:nvGrpSpPr>
        <p:grpSpPr>
          <a:xfrm>
            <a:off x="8205829" y="1218557"/>
            <a:ext cx="3782426" cy="3620806"/>
            <a:chOff x="8206628" y="1217640"/>
            <a:chExt cx="3783948" cy="3622263"/>
          </a:xfrm>
        </p:grpSpPr>
        <p:grpSp>
          <p:nvGrpSpPr>
            <p:cNvPr id="15" name="Group 14"/>
            <p:cNvGrpSpPr/>
            <p:nvPr/>
          </p:nvGrpSpPr>
          <p:grpSpPr>
            <a:xfrm>
              <a:off x="10153592" y="1225066"/>
              <a:ext cx="1836984" cy="3614837"/>
              <a:chOff x="10153592" y="1225066"/>
              <a:chExt cx="1836984" cy="3614837"/>
            </a:xfrm>
          </p:grpSpPr>
          <p:sp>
            <p:nvSpPr>
              <p:cNvPr id="20" name="Rectangle 179"/>
              <p:cNvSpPr>
                <a:spLocks noChangeArrowheads="1"/>
              </p:cNvSpPr>
              <p:nvPr/>
            </p:nvSpPr>
            <p:spPr bwMode="auto">
              <a:xfrm>
                <a:off x="10153592" y="1225066"/>
                <a:ext cx="1836984" cy="3614837"/>
              </a:xfrm>
              <a:prstGeom prst="rect">
                <a:avLst/>
              </a:prstGeom>
              <a:solidFill>
                <a:srgbClr val="0078D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21" name="Freeform 316"/>
              <p:cNvSpPr>
                <a:spLocks/>
              </p:cNvSpPr>
              <p:nvPr/>
            </p:nvSpPr>
            <p:spPr bwMode="auto">
              <a:xfrm>
                <a:off x="10342441" y="3438133"/>
                <a:ext cx="1444690" cy="1092432"/>
              </a:xfrm>
              <a:custGeom>
                <a:avLst/>
                <a:gdLst>
                  <a:gd name="T0" fmla="*/ 1244 w 2575"/>
                  <a:gd name="T1" fmla="*/ 688 h 1947"/>
                  <a:gd name="T2" fmla="*/ 1541 w 2575"/>
                  <a:gd name="T3" fmla="*/ 140 h 1947"/>
                  <a:gd name="T4" fmla="*/ 1624 w 2575"/>
                  <a:gd name="T5" fmla="*/ 122 h 1947"/>
                  <a:gd name="T6" fmla="*/ 1701 w 2575"/>
                  <a:gd name="T7" fmla="*/ 67 h 1947"/>
                  <a:gd name="T8" fmla="*/ 1736 w 2575"/>
                  <a:gd name="T9" fmla="*/ 115 h 1947"/>
                  <a:gd name="T10" fmla="*/ 1710 w 2575"/>
                  <a:gd name="T11" fmla="*/ 202 h 1947"/>
                  <a:gd name="T12" fmla="*/ 2253 w 2575"/>
                  <a:gd name="T13" fmla="*/ 661 h 1947"/>
                  <a:gd name="T14" fmla="*/ 2294 w 2575"/>
                  <a:gd name="T15" fmla="*/ 706 h 1947"/>
                  <a:gd name="T16" fmla="*/ 2564 w 2575"/>
                  <a:gd name="T17" fmla="*/ 695 h 1947"/>
                  <a:gd name="T18" fmla="*/ 2339 w 2575"/>
                  <a:gd name="T19" fmla="*/ 828 h 1947"/>
                  <a:gd name="T20" fmla="*/ 2337 w 2575"/>
                  <a:gd name="T21" fmla="*/ 849 h 1947"/>
                  <a:gd name="T22" fmla="*/ 2575 w 2575"/>
                  <a:gd name="T23" fmla="*/ 865 h 1947"/>
                  <a:gd name="T24" fmla="*/ 2273 w 2575"/>
                  <a:gd name="T25" fmla="*/ 984 h 1947"/>
                  <a:gd name="T26" fmla="*/ 1768 w 2575"/>
                  <a:gd name="T27" fmla="*/ 1630 h 1947"/>
                  <a:gd name="T28" fmla="*/ 0 w 2575"/>
                  <a:gd name="T29" fmla="*/ 1328 h 1947"/>
                  <a:gd name="T30" fmla="*/ 951 w 2575"/>
                  <a:gd name="T31" fmla="*/ 1291 h 1947"/>
                  <a:gd name="T32" fmla="*/ 862 w 2575"/>
                  <a:gd name="T33" fmla="*/ 1069 h 1947"/>
                  <a:gd name="T34" fmla="*/ 574 w 2575"/>
                  <a:gd name="T35" fmla="*/ 940 h 1947"/>
                  <a:gd name="T36" fmla="*/ 585 w 2575"/>
                  <a:gd name="T37" fmla="*/ 881 h 1947"/>
                  <a:gd name="T38" fmla="*/ 722 w 2575"/>
                  <a:gd name="T39" fmla="*/ 839 h 1947"/>
                  <a:gd name="T40" fmla="*/ 453 w 2575"/>
                  <a:gd name="T41" fmla="*/ 615 h 1947"/>
                  <a:gd name="T42" fmla="*/ 475 w 2575"/>
                  <a:gd name="T43" fmla="*/ 571 h 1947"/>
                  <a:gd name="T44" fmla="*/ 592 w 2575"/>
                  <a:gd name="T45" fmla="*/ 557 h 1947"/>
                  <a:gd name="T46" fmla="*/ 388 w 2575"/>
                  <a:gd name="T47" fmla="*/ 303 h 1947"/>
                  <a:gd name="T48" fmla="*/ 457 w 2575"/>
                  <a:gd name="T49" fmla="*/ 259 h 1947"/>
                  <a:gd name="T50" fmla="*/ 1244 w 2575"/>
                  <a:gd name="T51" fmla="*/ 68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75" h="1947">
                    <a:moveTo>
                      <a:pt x="1244" y="688"/>
                    </a:moveTo>
                    <a:cubicBezTo>
                      <a:pt x="1326" y="429"/>
                      <a:pt x="1427" y="262"/>
                      <a:pt x="1541" y="140"/>
                    </a:cubicBezTo>
                    <a:cubicBezTo>
                      <a:pt x="1628" y="51"/>
                      <a:pt x="1674" y="21"/>
                      <a:pt x="1624" y="122"/>
                    </a:cubicBezTo>
                    <a:cubicBezTo>
                      <a:pt x="1644" y="103"/>
                      <a:pt x="1676" y="78"/>
                      <a:pt x="1701" y="67"/>
                    </a:cubicBezTo>
                    <a:cubicBezTo>
                      <a:pt x="1843" y="0"/>
                      <a:pt x="1832" y="55"/>
                      <a:pt x="1736" y="115"/>
                    </a:cubicBezTo>
                    <a:cubicBezTo>
                      <a:pt x="1999" y="21"/>
                      <a:pt x="1989" y="140"/>
                      <a:pt x="1710" y="202"/>
                    </a:cubicBezTo>
                    <a:cubicBezTo>
                      <a:pt x="1939" y="207"/>
                      <a:pt x="2182" y="351"/>
                      <a:pt x="2253" y="661"/>
                    </a:cubicBezTo>
                    <a:cubicBezTo>
                      <a:pt x="2262" y="704"/>
                      <a:pt x="2250" y="700"/>
                      <a:pt x="2294" y="706"/>
                    </a:cubicBezTo>
                    <a:cubicBezTo>
                      <a:pt x="2387" y="725"/>
                      <a:pt x="2477" y="723"/>
                      <a:pt x="2564" y="695"/>
                    </a:cubicBezTo>
                    <a:cubicBezTo>
                      <a:pt x="2554" y="759"/>
                      <a:pt x="2470" y="800"/>
                      <a:pt x="2339" y="828"/>
                    </a:cubicBezTo>
                    <a:cubicBezTo>
                      <a:pt x="2289" y="839"/>
                      <a:pt x="2280" y="835"/>
                      <a:pt x="2337" y="849"/>
                    </a:cubicBezTo>
                    <a:cubicBezTo>
                      <a:pt x="2410" y="865"/>
                      <a:pt x="2490" y="869"/>
                      <a:pt x="2575" y="865"/>
                    </a:cubicBezTo>
                    <a:cubicBezTo>
                      <a:pt x="2509" y="943"/>
                      <a:pt x="2403" y="982"/>
                      <a:pt x="2273" y="984"/>
                    </a:cubicBezTo>
                    <a:cubicBezTo>
                      <a:pt x="2191" y="1282"/>
                      <a:pt x="2005" y="1497"/>
                      <a:pt x="1768" y="1630"/>
                    </a:cubicBezTo>
                    <a:cubicBezTo>
                      <a:pt x="1212" y="1947"/>
                      <a:pt x="405" y="1901"/>
                      <a:pt x="0" y="1328"/>
                    </a:cubicBezTo>
                    <a:cubicBezTo>
                      <a:pt x="265" y="1536"/>
                      <a:pt x="658" y="1582"/>
                      <a:pt x="951" y="1291"/>
                    </a:cubicBezTo>
                    <a:cubicBezTo>
                      <a:pt x="759" y="1291"/>
                      <a:pt x="711" y="1147"/>
                      <a:pt x="862" y="1069"/>
                    </a:cubicBezTo>
                    <a:cubicBezTo>
                      <a:pt x="718" y="1066"/>
                      <a:pt x="626" y="1023"/>
                      <a:pt x="574" y="940"/>
                    </a:cubicBezTo>
                    <a:cubicBezTo>
                      <a:pt x="553" y="908"/>
                      <a:pt x="553" y="906"/>
                      <a:pt x="585" y="881"/>
                    </a:cubicBezTo>
                    <a:cubicBezTo>
                      <a:pt x="622" y="855"/>
                      <a:pt x="672" y="844"/>
                      <a:pt x="722" y="839"/>
                    </a:cubicBezTo>
                    <a:cubicBezTo>
                      <a:pt x="574" y="796"/>
                      <a:pt x="485" y="718"/>
                      <a:pt x="453" y="615"/>
                    </a:cubicBezTo>
                    <a:cubicBezTo>
                      <a:pt x="441" y="578"/>
                      <a:pt x="439" y="580"/>
                      <a:pt x="475" y="571"/>
                    </a:cubicBezTo>
                    <a:cubicBezTo>
                      <a:pt x="510" y="564"/>
                      <a:pt x="553" y="557"/>
                      <a:pt x="592" y="557"/>
                    </a:cubicBezTo>
                    <a:cubicBezTo>
                      <a:pt x="475" y="486"/>
                      <a:pt x="407" y="399"/>
                      <a:pt x="388" y="303"/>
                    </a:cubicBezTo>
                    <a:cubicBezTo>
                      <a:pt x="372" y="211"/>
                      <a:pt x="388" y="234"/>
                      <a:pt x="457" y="259"/>
                    </a:cubicBezTo>
                    <a:cubicBezTo>
                      <a:pt x="761" y="376"/>
                      <a:pt x="1063" y="502"/>
                      <a:pt x="1244" y="688"/>
                    </a:cubicBezTo>
                    <a:close/>
                  </a:path>
                </a:pathLst>
              </a:custGeom>
              <a:solidFill>
                <a:schemeClr val="bg1"/>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grpSp>
          <p:nvGrpSpPr>
            <p:cNvPr id="16" name="Group 15"/>
            <p:cNvGrpSpPr/>
            <p:nvPr/>
          </p:nvGrpSpPr>
          <p:grpSpPr>
            <a:xfrm>
              <a:off x="8206628" y="1217640"/>
              <a:ext cx="3783948" cy="1856191"/>
              <a:chOff x="8206628" y="1217640"/>
              <a:chExt cx="3783948" cy="1856191"/>
            </a:xfrm>
          </p:grpSpPr>
          <p:sp>
            <p:nvSpPr>
              <p:cNvPr id="17" name="Rectangle 120"/>
              <p:cNvSpPr>
                <a:spLocks noChangeArrowheads="1"/>
              </p:cNvSpPr>
              <p:nvPr/>
            </p:nvSpPr>
            <p:spPr bwMode="auto">
              <a:xfrm>
                <a:off x="8206628" y="1217640"/>
                <a:ext cx="3783948" cy="1856191"/>
              </a:xfrm>
              <a:prstGeom prst="rect">
                <a:avLst/>
              </a:prstGeom>
              <a:solidFill>
                <a:srgbClr val="0078D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8" name="Rectangle 103"/>
              <p:cNvSpPr/>
              <p:nvPr/>
            </p:nvSpPr>
            <p:spPr>
              <a:xfrm>
                <a:off x="8232083" y="2234890"/>
                <a:ext cx="3633944" cy="363592"/>
              </a:xfrm>
              <a:prstGeom prst="rect">
                <a:avLst/>
              </a:prstGeom>
            </p:spPr>
            <p:txBody>
              <a:bodyPr wrap="square" lIns="0" rIns="0" bIns="89606" anchor="b" anchorCtr="0">
                <a:spAutoFit/>
              </a:bodyPr>
              <a:lstStyle/>
              <a:p>
                <a:pPr algn="ctr" defTabSz="914005">
                  <a:lnSpc>
                    <a:spcPct val="80000"/>
                  </a:lnSpc>
                  <a:spcBef>
                    <a:spcPts val="587"/>
                  </a:spcBef>
                  <a:spcAft>
                    <a:spcPts val="587"/>
                  </a:spcAft>
                  <a:defRPr/>
                </a:pPr>
                <a:r>
                  <a:rPr lang="en-US" sz="1799" u="sng" dirty="0">
                    <a:solidFill>
                      <a:srgbClr val="FFFFFF"/>
                    </a:solidFill>
                  </a:rPr>
                  <a:t>@</a:t>
                </a:r>
                <a:r>
                  <a:rPr lang="en-US" sz="1799" u="sng" dirty="0" err="1">
                    <a:solidFill>
                      <a:srgbClr val="FFFFFF"/>
                    </a:solidFill>
                  </a:rPr>
                  <a:t>OfficeDev</a:t>
                </a:r>
                <a:r>
                  <a:rPr lang="en-US" sz="1799" u="sng" dirty="0">
                    <a:solidFill>
                      <a:srgbClr val="FFFFFF"/>
                    </a:solidFill>
                  </a:rPr>
                  <a:t> </a:t>
                </a:r>
              </a:p>
            </p:txBody>
          </p:sp>
          <p:sp>
            <p:nvSpPr>
              <p:cNvPr id="19" name="Rectangle 104"/>
              <p:cNvSpPr/>
              <p:nvPr/>
            </p:nvSpPr>
            <p:spPr>
              <a:xfrm>
                <a:off x="8247644" y="1490659"/>
                <a:ext cx="3644837" cy="863080"/>
              </a:xfrm>
              <a:prstGeom prst="rect">
                <a:avLst/>
              </a:prstGeom>
            </p:spPr>
            <p:txBody>
              <a:bodyPr wrap="square" lIns="179213" tIns="143370" rIns="179213" bIns="89606">
                <a:spAutoFit/>
              </a:bodyPr>
              <a:lstStyle/>
              <a:p>
                <a:pPr algn="ctr" defTabSz="914005">
                  <a:spcBef>
                    <a:spcPts val="587"/>
                  </a:spcBef>
                  <a:spcAft>
                    <a:spcPts val="587"/>
                  </a:spcAft>
                  <a:defRPr/>
                </a:pPr>
                <a:r>
                  <a:rPr lang="en-US" sz="3998" b="1" dirty="0">
                    <a:gradFill>
                      <a:gsLst>
                        <a:gs pos="0">
                          <a:srgbClr val="FFFFFF"/>
                        </a:gs>
                        <a:gs pos="100000">
                          <a:srgbClr val="FFFFFF"/>
                        </a:gs>
                      </a:gsLst>
                      <a:lin ang="5400000" scaled="0"/>
                    </a:gradFill>
                    <a:latin typeface="Segoe UI Light"/>
                  </a:rPr>
                  <a:t>Twitter</a:t>
                </a:r>
              </a:p>
            </p:txBody>
          </p:sp>
        </p:grpSp>
      </p:grpSp>
      <p:grpSp>
        <p:nvGrpSpPr>
          <p:cNvPr id="22" name="Group 21"/>
          <p:cNvGrpSpPr/>
          <p:nvPr userDrawn="1"/>
        </p:nvGrpSpPr>
        <p:grpSpPr>
          <a:xfrm>
            <a:off x="8221381" y="3155932"/>
            <a:ext cx="1835475" cy="1683431"/>
            <a:chOff x="8272463" y="3235325"/>
            <a:chExt cx="1761331" cy="1615428"/>
          </a:xfrm>
        </p:grpSpPr>
        <p:sp>
          <p:nvSpPr>
            <p:cNvPr id="23" name="Rectangle 179"/>
            <p:cNvSpPr>
              <a:spLocks noChangeArrowheads="1"/>
            </p:cNvSpPr>
            <p:nvPr/>
          </p:nvSpPr>
          <p:spPr bwMode="auto">
            <a:xfrm>
              <a:off x="8272463" y="3235325"/>
              <a:ext cx="1761331" cy="1615428"/>
            </a:xfrm>
            <a:prstGeom prst="rect">
              <a:avLst/>
            </a:prstGeom>
            <a:solidFill>
              <a:schemeClr val="bg1">
                <a:lumMod val="7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nvGrpSpPr>
            <p:cNvPr id="24" name="Group 23"/>
            <p:cNvGrpSpPr/>
            <p:nvPr/>
          </p:nvGrpSpPr>
          <p:grpSpPr>
            <a:xfrm>
              <a:off x="8385175" y="3462338"/>
              <a:ext cx="1535113" cy="1117599"/>
              <a:chOff x="8385175" y="3462338"/>
              <a:chExt cx="1535113" cy="1117599"/>
            </a:xfrm>
          </p:grpSpPr>
          <p:sp>
            <p:nvSpPr>
              <p:cNvPr id="25" name="AutoShape 333"/>
              <p:cNvSpPr>
                <a:spLocks noChangeAspect="1" noChangeArrowheads="1" noTextEdit="1"/>
              </p:cNvSpPr>
              <p:nvPr/>
            </p:nvSpPr>
            <p:spPr bwMode="auto">
              <a:xfrm>
                <a:off x="8385175" y="3462338"/>
                <a:ext cx="1535113"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26" name="Freeform 335"/>
              <p:cNvSpPr>
                <a:spLocks/>
              </p:cNvSpPr>
              <p:nvPr/>
            </p:nvSpPr>
            <p:spPr bwMode="auto">
              <a:xfrm>
                <a:off x="9421813" y="3917950"/>
                <a:ext cx="498475" cy="661987"/>
              </a:xfrm>
              <a:custGeom>
                <a:avLst/>
                <a:gdLst>
                  <a:gd name="T0" fmla="*/ 227 w 227"/>
                  <a:gd name="T1" fmla="*/ 301 h 301"/>
                  <a:gd name="T2" fmla="*/ 162 w 227"/>
                  <a:gd name="T3" fmla="*/ 178 h 301"/>
                  <a:gd name="T4" fmla="*/ 168 w 227"/>
                  <a:gd name="T5" fmla="*/ 138 h 301"/>
                  <a:gd name="T6" fmla="*/ 168 w 227"/>
                  <a:gd name="T7" fmla="*/ 91 h 301"/>
                  <a:gd name="T8" fmla="*/ 90 w 227"/>
                  <a:gd name="T9" fmla="*/ 0 h 301"/>
                  <a:gd name="T10" fmla="*/ 0 w 227"/>
                  <a:gd name="T11" fmla="*/ 91 h 301"/>
                  <a:gd name="T12" fmla="*/ 0 w 227"/>
                  <a:gd name="T13" fmla="*/ 138 h 301"/>
                  <a:gd name="T14" fmla="*/ 51 w 227"/>
                  <a:gd name="T15" fmla="*/ 219 h 301"/>
                  <a:gd name="T16" fmla="*/ 77 w 227"/>
                  <a:gd name="T17" fmla="*/ 301 h 301"/>
                  <a:gd name="T18" fmla="*/ 227 w 227"/>
                  <a:gd name="T19"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7" h="301">
                    <a:moveTo>
                      <a:pt x="227" y="301"/>
                    </a:moveTo>
                    <a:cubicBezTo>
                      <a:pt x="162" y="178"/>
                      <a:pt x="162" y="178"/>
                      <a:pt x="162" y="178"/>
                    </a:cubicBezTo>
                    <a:cubicBezTo>
                      <a:pt x="166" y="166"/>
                      <a:pt x="168" y="153"/>
                      <a:pt x="168" y="138"/>
                    </a:cubicBezTo>
                    <a:cubicBezTo>
                      <a:pt x="168" y="91"/>
                      <a:pt x="168" y="91"/>
                      <a:pt x="168" y="91"/>
                    </a:cubicBezTo>
                    <a:cubicBezTo>
                      <a:pt x="168" y="41"/>
                      <a:pt x="140" y="0"/>
                      <a:pt x="90" y="0"/>
                    </a:cubicBezTo>
                    <a:cubicBezTo>
                      <a:pt x="41" y="0"/>
                      <a:pt x="0" y="41"/>
                      <a:pt x="0" y="91"/>
                    </a:cubicBezTo>
                    <a:cubicBezTo>
                      <a:pt x="0" y="138"/>
                      <a:pt x="0" y="138"/>
                      <a:pt x="0" y="138"/>
                    </a:cubicBezTo>
                    <a:cubicBezTo>
                      <a:pt x="0" y="174"/>
                      <a:pt x="21" y="205"/>
                      <a:pt x="51" y="219"/>
                    </a:cubicBezTo>
                    <a:cubicBezTo>
                      <a:pt x="77" y="301"/>
                      <a:pt x="77" y="301"/>
                      <a:pt x="77" y="301"/>
                    </a:cubicBezTo>
                    <a:lnTo>
                      <a:pt x="227" y="301"/>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27" name="Freeform 336"/>
              <p:cNvSpPr>
                <a:spLocks/>
              </p:cNvSpPr>
              <p:nvPr/>
            </p:nvSpPr>
            <p:spPr bwMode="auto">
              <a:xfrm>
                <a:off x="9428163" y="4271963"/>
                <a:ext cx="136525" cy="88900"/>
              </a:xfrm>
              <a:custGeom>
                <a:avLst/>
                <a:gdLst>
                  <a:gd name="T0" fmla="*/ 23 w 62"/>
                  <a:gd name="T1" fmla="*/ 40 h 40"/>
                  <a:gd name="T2" fmla="*/ 62 w 62"/>
                  <a:gd name="T3" fmla="*/ 0 h 40"/>
                  <a:gd name="T4" fmla="*/ 0 w 62"/>
                  <a:gd name="T5" fmla="*/ 0 h 40"/>
                  <a:gd name="T6" fmla="*/ 23 w 62"/>
                  <a:gd name="T7" fmla="*/ 40 h 40"/>
                </a:gdLst>
                <a:ahLst/>
                <a:cxnLst>
                  <a:cxn ang="0">
                    <a:pos x="T0" y="T1"/>
                  </a:cxn>
                  <a:cxn ang="0">
                    <a:pos x="T2" y="T3"/>
                  </a:cxn>
                  <a:cxn ang="0">
                    <a:pos x="T4" y="T5"/>
                  </a:cxn>
                  <a:cxn ang="0">
                    <a:pos x="T6" y="T7"/>
                  </a:cxn>
                </a:cxnLst>
                <a:rect l="0" t="0" r="r" b="b"/>
                <a:pathLst>
                  <a:path w="62" h="40">
                    <a:moveTo>
                      <a:pt x="23" y="40"/>
                    </a:moveTo>
                    <a:cubicBezTo>
                      <a:pt x="62" y="0"/>
                      <a:pt x="62" y="0"/>
                      <a:pt x="62" y="0"/>
                    </a:cubicBezTo>
                    <a:cubicBezTo>
                      <a:pt x="0" y="0"/>
                      <a:pt x="0" y="0"/>
                      <a:pt x="0" y="0"/>
                    </a:cubicBezTo>
                    <a:cubicBezTo>
                      <a:pt x="4" y="15"/>
                      <a:pt x="12" y="29"/>
                      <a:pt x="23" y="40"/>
                    </a:cubicBezTo>
                    <a:close/>
                  </a:path>
                </a:pathLst>
              </a:custGeom>
              <a:solidFill>
                <a:srgbClr val="493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28" name="Rectangle 337"/>
              <p:cNvSpPr>
                <a:spLocks noChangeArrowheads="1"/>
              </p:cNvSpPr>
              <p:nvPr/>
            </p:nvSpPr>
            <p:spPr bwMode="auto">
              <a:xfrm>
                <a:off x="8458200" y="3541713"/>
                <a:ext cx="1143000" cy="655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29" name="Rectangle 338"/>
              <p:cNvSpPr>
                <a:spLocks noChangeArrowheads="1"/>
              </p:cNvSpPr>
              <p:nvPr/>
            </p:nvSpPr>
            <p:spPr bwMode="auto">
              <a:xfrm>
                <a:off x="8458200" y="3644900"/>
                <a:ext cx="211138" cy="55245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0" name="Rectangle 339"/>
              <p:cNvSpPr>
                <a:spLocks noChangeArrowheads="1"/>
              </p:cNvSpPr>
              <p:nvPr/>
            </p:nvSpPr>
            <p:spPr bwMode="auto">
              <a:xfrm>
                <a:off x="8472488" y="3552825"/>
                <a:ext cx="1138238" cy="9207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1" name="Freeform 340"/>
              <p:cNvSpPr>
                <a:spLocks noEditPoints="1"/>
              </p:cNvSpPr>
              <p:nvPr/>
            </p:nvSpPr>
            <p:spPr bwMode="auto">
              <a:xfrm>
                <a:off x="8385175" y="3463925"/>
                <a:ext cx="1304925" cy="812800"/>
              </a:xfrm>
              <a:custGeom>
                <a:avLst/>
                <a:gdLst>
                  <a:gd name="T0" fmla="*/ 585 w 594"/>
                  <a:gd name="T1" fmla="*/ 0 h 369"/>
                  <a:gd name="T2" fmla="*/ 8 w 594"/>
                  <a:gd name="T3" fmla="*/ 0 h 369"/>
                  <a:gd name="T4" fmla="*/ 0 w 594"/>
                  <a:gd name="T5" fmla="*/ 9 h 369"/>
                  <a:gd name="T6" fmla="*/ 0 w 594"/>
                  <a:gd name="T7" fmla="*/ 360 h 369"/>
                  <a:gd name="T8" fmla="*/ 8 w 594"/>
                  <a:gd name="T9" fmla="*/ 369 h 369"/>
                  <a:gd name="T10" fmla="*/ 585 w 594"/>
                  <a:gd name="T11" fmla="*/ 369 h 369"/>
                  <a:gd name="T12" fmla="*/ 594 w 594"/>
                  <a:gd name="T13" fmla="*/ 360 h 369"/>
                  <a:gd name="T14" fmla="*/ 594 w 594"/>
                  <a:gd name="T15" fmla="*/ 9 h 369"/>
                  <a:gd name="T16" fmla="*/ 585 w 594"/>
                  <a:gd name="T17" fmla="*/ 0 h 369"/>
                  <a:gd name="T18" fmla="*/ 548 w 594"/>
                  <a:gd name="T19" fmla="*/ 314 h 369"/>
                  <a:gd name="T20" fmla="*/ 541 w 594"/>
                  <a:gd name="T21" fmla="*/ 321 h 369"/>
                  <a:gd name="T22" fmla="*/ 53 w 594"/>
                  <a:gd name="T23" fmla="*/ 321 h 369"/>
                  <a:gd name="T24" fmla="*/ 46 w 594"/>
                  <a:gd name="T25" fmla="*/ 314 h 369"/>
                  <a:gd name="T26" fmla="*/ 46 w 594"/>
                  <a:gd name="T27" fmla="*/ 52 h 369"/>
                  <a:gd name="T28" fmla="*/ 53 w 594"/>
                  <a:gd name="T29" fmla="*/ 45 h 369"/>
                  <a:gd name="T30" fmla="*/ 541 w 594"/>
                  <a:gd name="T31" fmla="*/ 45 h 369"/>
                  <a:gd name="T32" fmla="*/ 548 w 594"/>
                  <a:gd name="T33" fmla="*/ 52 h 369"/>
                  <a:gd name="T34" fmla="*/ 548 w 594"/>
                  <a:gd name="T35" fmla="*/ 314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4" h="369">
                    <a:moveTo>
                      <a:pt x="585" y="0"/>
                    </a:moveTo>
                    <a:cubicBezTo>
                      <a:pt x="8" y="0"/>
                      <a:pt x="8" y="0"/>
                      <a:pt x="8" y="0"/>
                    </a:cubicBezTo>
                    <a:cubicBezTo>
                      <a:pt x="4" y="0"/>
                      <a:pt x="0" y="4"/>
                      <a:pt x="0" y="9"/>
                    </a:cubicBezTo>
                    <a:cubicBezTo>
                      <a:pt x="0" y="360"/>
                      <a:pt x="0" y="360"/>
                      <a:pt x="0" y="360"/>
                    </a:cubicBezTo>
                    <a:cubicBezTo>
                      <a:pt x="0" y="365"/>
                      <a:pt x="4" y="369"/>
                      <a:pt x="8" y="369"/>
                    </a:cubicBezTo>
                    <a:cubicBezTo>
                      <a:pt x="585" y="369"/>
                      <a:pt x="585" y="369"/>
                      <a:pt x="585" y="369"/>
                    </a:cubicBezTo>
                    <a:cubicBezTo>
                      <a:pt x="590" y="369"/>
                      <a:pt x="594" y="365"/>
                      <a:pt x="594" y="360"/>
                    </a:cubicBezTo>
                    <a:cubicBezTo>
                      <a:pt x="594" y="9"/>
                      <a:pt x="594" y="9"/>
                      <a:pt x="594" y="9"/>
                    </a:cubicBezTo>
                    <a:cubicBezTo>
                      <a:pt x="594" y="4"/>
                      <a:pt x="590" y="0"/>
                      <a:pt x="585" y="0"/>
                    </a:cubicBezTo>
                    <a:close/>
                    <a:moveTo>
                      <a:pt x="548" y="314"/>
                    </a:moveTo>
                    <a:cubicBezTo>
                      <a:pt x="548" y="318"/>
                      <a:pt x="544" y="321"/>
                      <a:pt x="541" y="321"/>
                    </a:cubicBezTo>
                    <a:cubicBezTo>
                      <a:pt x="53" y="321"/>
                      <a:pt x="53" y="321"/>
                      <a:pt x="53" y="321"/>
                    </a:cubicBezTo>
                    <a:cubicBezTo>
                      <a:pt x="49" y="321"/>
                      <a:pt x="46" y="318"/>
                      <a:pt x="46" y="314"/>
                    </a:cubicBezTo>
                    <a:cubicBezTo>
                      <a:pt x="46" y="52"/>
                      <a:pt x="46" y="52"/>
                      <a:pt x="46" y="52"/>
                    </a:cubicBezTo>
                    <a:cubicBezTo>
                      <a:pt x="46" y="48"/>
                      <a:pt x="49" y="45"/>
                      <a:pt x="53" y="45"/>
                    </a:cubicBezTo>
                    <a:cubicBezTo>
                      <a:pt x="541" y="45"/>
                      <a:pt x="541" y="45"/>
                      <a:pt x="541" y="45"/>
                    </a:cubicBezTo>
                    <a:cubicBezTo>
                      <a:pt x="544" y="45"/>
                      <a:pt x="548" y="48"/>
                      <a:pt x="548" y="52"/>
                    </a:cubicBezTo>
                    <a:lnTo>
                      <a:pt x="548" y="3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2" name="Freeform 341"/>
              <p:cNvSpPr>
                <a:spLocks/>
              </p:cNvSpPr>
              <p:nvPr/>
            </p:nvSpPr>
            <p:spPr bwMode="auto">
              <a:xfrm>
                <a:off x="9010650" y="4197350"/>
                <a:ext cx="53975" cy="52387"/>
              </a:xfrm>
              <a:custGeom>
                <a:avLst/>
                <a:gdLst>
                  <a:gd name="T0" fmla="*/ 34 w 34"/>
                  <a:gd name="T1" fmla="*/ 33 h 33"/>
                  <a:gd name="T2" fmla="*/ 0 w 34"/>
                  <a:gd name="T3" fmla="*/ 29 h 33"/>
                  <a:gd name="T4" fmla="*/ 0 w 34"/>
                  <a:gd name="T5" fmla="*/ 6 h 33"/>
                  <a:gd name="T6" fmla="*/ 34 w 34"/>
                  <a:gd name="T7" fmla="*/ 0 h 33"/>
                  <a:gd name="T8" fmla="*/ 34 w 34"/>
                  <a:gd name="T9" fmla="*/ 33 h 33"/>
                </a:gdLst>
                <a:ahLst/>
                <a:cxnLst>
                  <a:cxn ang="0">
                    <a:pos x="T0" y="T1"/>
                  </a:cxn>
                  <a:cxn ang="0">
                    <a:pos x="T2" y="T3"/>
                  </a:cxn>
                  <a:cxn ang="0">
                    <a:pos x="T4" y="T5"/>
                  </a:cxn>
                  <a:cxn ang="0">
                    <a:pos x="T6" y="T7"/>
                  </a:cxn>
                  <a:cxn ang="0">
                    <a:pos x="T8" y="T9"/>
                  </a:cxn>
                </a:cxnLst>
                <a:rect l="0" t="0" r="r" b="b"/>
                <a:pathLst>
                  <a:path w="34" h="33">
                    <a:moveTo>
                      <a:pt x="34" y="33"/>
                    </a:moveTo>
                    <a:lnTo>
                      <a:pt x="0" y="29"/>
                    </a:lnTo>
                    <a:lnTo>
                      <a:pt x="0" y="6"/>
                    </a:lnTo>
                    <a:lnTo>
                      <a:pt x="34" y="0"/>
                    </a:lnTo>
                    <a:lnTo>
                      <a:pt x="34" y="33"/>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3" name="Freeform 348"/>
              <p:cNvSpPr>
                <a:spLocks/>
              </p:cNvSpPr>
              <p:nvPr/>
            </p:nvSpPr>
            <p:spPr bwMode="auto">
              <a:xfrm>
                <a:off x="9629775" y="3830638"/>
                <a:ext cx="160338" cy="173037"/>
              </a:xfrm>
              <a:custGeom>
                <a:avLst/>
                <a:gdLst>
                  <a:gd name="T0" fmla="*/ 7 w 73"/>
                  <a:gd name="T1" fmla="*/ 13 h 79"/>
                  <a:gd name="T2" fmla="*/ 7 w 73"/>
                  <a:gd name="T3" fmla="*/ 39 h 79"/>
                  <a:gd name="T4" fmla="*/ 40 w 73"/>
                  <a:gd name="T5" fmla="*/ 72 h 79"/>
                  <a:gd name="T6" fmla="*/ 66 w 73"/>
                  <a:gd name="T7" fmla="*/ 72 h 79"/>
                  <a:gd name="T8" fmla="*/ 66 w 73"/>
                  <a:gd name="T9" fmla="*/ 46 h 79"/>
                  <a:gd name="T10" fmla="*/ 20 w 73"/>
                  <a:gd name="T11" fmla="*/ 0 h 79"/>
                  <a:gd name="T12" fmla="*/ 7 w 73"/>
                  <a:gd name="T13" fmla="*/ 13 h 79"/>
                </a:gdLst>
                <a:ahLst/>
                <a:cxnLst>
                  <a:cxn ang="0">
                    <a:pos x="T0" y="T1"/>
                  </a:cxn>
                  <a:cxn ang="0">
                    <a:pos x="T2" y="T3"/>
                  </a:cxn>
                  <a:cxn ang="0">
                    <a:pos x="T4" y="T5"/>
                  </a:cxn>
                  <a:cxn ang="0">
                    <a:pos x="T6" y="T7"/>
                  </a:cxn>
                  <a:cxn ang="0">
                    <a:pos x="T8" y="T9"/>
                  </a:cxn>
                  <a:cxn ang="0">
                    <a:pos x="T10" y="T11"/>
                  </a:cxn>
                  <a:cxn ang="0">
                    <a:pos x="T12" y="T13"/>
                  </a:cxn>
                </a:cxnLst>
                <a:rect l="0" t="0" r="r" b="b"/>
                <a:pathLst>
                  <a:path w="73" h="79">
                    <a:moveTo>
                      <a:pt x="7" y="13"/>
                    </a:moveTo>
                    <a:cubicBezTo>
                      <a:pt x="0" y="20"/>
                      <a:pt x="0" y="32"/>
                      <a:pt x="7" y="39"/>
                    </a:cubicBezTo>
                    <a:cubicBezTo>
                      <a:pt x="40" y="72"/>
                      <a:pt x="40" y="72"/>
                      <a:pt x="40" y="72"/>
                    </a:cubicBezTo>
                    <a:cubicBezTo>
                      <a:pt x="47" y="79"/>
                      <a:pt x="59" y="79"/>
                      <a:pt x="66" y="72"/>
                    </a:cubicBezTo>
                    <a:cubicBezTo>
                      <a:pt x="73" y="65"/>
                      <a:pt x="73" y="53"/>
                      <a:pt x="66" y="46"/>
                    </a:cubicBezTo>
                    <a:cubicBezTo>
                      <a:pt x="20" y="0"/>
                      <a:pt x="20" y="0"/>
                      <a:pt x="20" y="0"/>
                    </a:cubicBezTo>
                    <a:lnTo>
                      <a:pt x="7" y="13"/>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4" name="Freeform 349"/>
              <p:cNvSpPr>
                <a:spLocks/>
              </p:cNvSpPr>
              <p:nvPr/>
            </p:nvSpPr>
            <p:spPr bwMode="auto">
              <a:xfrm>
                <a:off x="9691688" y="3906838"/>
                <a:ext cx="98425" cy="250825"/>
              </a:xfrm>
              <a:custGeom>
                <a:avLst/>
                <a:gdLst>
                  <a:gd name="T0" fmla="*/ 45 w 45"/>
                  <a:gd name="T1" fmla="*/ 86 h 114"/>
                  <a:gd name="T2" fmla="*/ 23 w 45"/>
                  <a:gd name="T3" fmla="*/ 109 h 114"/>
                  <a:gd name="T4" fmla="*/ 23 w 45"/>
                  <a:gd name="T5" fmla="*/ 109 h 114"/>
                  <a:gd name="T6" fmla="*/ 0 w 45"/>
                  <a:gd name="T7" fmla="*/ 101 h 114"/>
                  <a:gd name="T8" fmla="*/ 0 w 45"/>
                  <a:gd name="T9" fmla="*/ 13 h 114"/>
                  <a:gd name="T10" fmla="*/ 23 w 45"/>
                  <a:gd name="T11" fmla="*/ 5 h 114"/>
                  <a:gd name="T12" fmla="*/ 23 w 45"/>
                  <a:gd name="T13" fmla="*/ 5 h 114"/>
                  <a:gd name="T14" fmla="*/ 45 w 45"/>
                  <a:gd name="T15" fmla="*/ 28 h 114"/>
                  <a:gd name="T16" fmla="*/ 45 w 45"/>
                  <a:gd name="T17" fmla="*/ 8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114">
                    <a:moveTo>
                      <a:pt x="45" y="86"/>
                    </a:moveTo>
                    <a:cubicBezTo>
                      <a:pt x="45" y="98"/>
                      <a:pt x="35" y="109"/>
                      <a:pt x="23" y="109"/>
                    </a:cubicBezTo>
                    <a:cubicBezTo>
                      <a:pt x="23" y="109"/>
                      <a:pt x="23" y="109"/>
                      <a:pt x="23" y="109"/>
                    </a:cubicBezTo>
                    <a:cubicBezTo>
                      <a:pt x="10" y="109"/>
                      <a:pt x="0" y="114"/>
                      <a:pt x="0" y="101"/>
                    </a:cubicBezTo>
                    <a:cubicBezTo>
                      <a:pt x="0" y="13"/>
                      <a:pt x="0" y="13"/>
                      <a:pt x="0" y="13"/>
                    </a:cubicBezTo>
                    <a:cubicBezTo>
                      <a:pt x="0" y="0"/>
                      <a:pt x="10" y="5"/>
                      <a:pt x="23" y="5"/>
                    </a:cubicBezTo>
                    <a:cubicBezTo>
                      <a:pt x="23" y="5"/>
                      <a:pt x="23" y="5"/>
                      <a:pt x="23" y="5"/>
                    </a:cubicBezTo>
                    <a:cubicBezTo>
                      <a:pt x="35" y="5"/>
                      <a:pt x="45" y="16"/>
                      <a:pt x="45" y="28"/>
                    </a:cubicBezTo>
                    <a:lnTo>
                      <a:pt x="45" y="86"/>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5" name="Freeform 350"/>
              <p:cNvSpPr>
                <a:spLocks/>
              </p:cNvSpPr>
              <p:nvPr/>
            </p:nvSpPr>
            <p:spPr bwMode="auto">
              <a:xfrm>
                <a:off x="9663113" y="3830638"/>
                <a:ext cx="49213" cy="36512"/>
              </a:xfrm>
              <a:custGeom>
                <a:avLst/>
                <a:gdLst>
                  <a:gd name="T0" fmla="*/ 5 w 22"/>
                  <a:gd name="T1" fmla="*/ 0 h 17"/>
                  <a:gd name="T2" fmla="*/ 0 w 22"/>
                  <a:gd name="T3" fmla="*/ 5 h 17"/>
                  <a:gd name="T4" fmla="*/ 7 w 22"/>
                  <a:gd name="T5" fmla="*/ 12 h 17"/>
                  <a:gd name="T6" fmla="*/ 22 w 22"/>
                  <a:gd name="T7" fmla="*/ 17 h 17"/>
                  <a:gd name="T8" fmla="*/ 5 w 22"/>
                  <a:gd name="T9" fmla="*/ 0 h 17"/>
                </a:gdLst>
                <a:ahLst/>
                <a:cxnLst>
                  <a:cxn ang="0">
                    <a:pos x="T0" y="T1"/>
                  </a:cxn>
                  <a:cxn ang="0">
                    <a:pos x="T2" y="T3"/>
                  </a:cxn>
                  <a:cxn ang="0">
                    <a:pos x="T4" y="T5"/>
                  </a:cxn>
                  <a:cxn ang="0">
                    <a:pos x="T6" y="T7"/>
                  </a:cxn>
                  <a:cxn ang="0">
                    <a:pos x="T8" y="T9"/>
                  </a:cxn>
                </a:cxnLst>
                <a:rect l="0" t="0" r="r" b="b"/>
                <a:pathLst>
                  <a:path w="22" h="17">
                    <a:moveTo>
                      <a:pt x="5" y="0"/>
                    </a:moveTo>
                    <a:cubicBezTo>
                      <a:pt x="0" y="5"/>
                      <a:pt x="0" y="5"/>
                      <a:pt x="0" y="5"/>
                    </a:cubicBezTo>
                    <a:cubicBezTo>
                      <a:pt x="7" y="12"/>
                      <a:pt x="7" y="12"/>
                      <a:pt x="7" y="12"/>
                    </a:cubicBezTo>
                    <a:cubicBezTo>
                      <a:pt x="11" y="16"/>
                      <a:pt x="17" y="17"/>
                      <a:pt x="22" y="17"/>
                    </a:cubicBezTo>
                    <a:lnTo>
                      <a:pt x="5" y="0"/>
                    </a:lnTo>
                    <a:close/>
                  </a:path>
                </a:pathLst>
              </a:custGeom>
              <a:solidFill>
                <a:srgbClr val="C693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6" name="Freeform 351"/>
              <p:cNvSpPr>
                <a:spLocks/>
              </p:cNvSpPr>
              <p:nvPr/>
            </p:nvSpPr>
            <p:spPr bwMode="auto">
              <a:xfrm>
                <a:off x="9564688" y="4078288"/>
                <a:ext cx="161925" cy="427037"/>
              </a:xfrm>
              <a:custGeom>
                <a:avLst/>
                <a:gdLst>
                  <a:gd name="T0" fmla="*/ 74 w 74"/>
                  <a:gd name="T1" fmla="*/ 0 h 194"/>
                  <a:gd name="T2" fmla="*/ 0 w 74"/>
                  <a:gd name="T3" fmla="*/ 97 h 194"/>
                  <a:gd name="T4" fmla="*/ 74 w 74"/>
                  <a:gd name="T5" fmla="*/ 194 h 194"/>
                  <a:gd name="T6" fmla="*/ 74 w 74"/>
                  <a:gd name="T7" fmla="*/ 0 h 194"/>
                </a:gdLst>
                <a:ahLst/>
                <a:cxnLst>
                  <a:cxn ang="0">
                    <a:pos x="T0" y="T1"/>
                  </a:cxn>
                  <a:cxn ang="0">
                    <a:pos x="T2" y="T3"/>
                  </a:cxn>
                  <a:cxn ang="0">
                    <a:pos x="T4" y="T5"/>
                  </a:cxn>
                  <a:cxn ang="0">
                    <a:pos x="T6" y="T7"/>
                  </a:cxn>
                </a:cxnLst>
                <a:rect l="0" t="0" r="r" b="b"/>
                <a:pathLst>
                  <a:path w="74" h="194">
                    <a:moveTo>
                      <a:pt x="74" y="0"/>
                    </a:moveTo>
                    <a:cubicBezTo>
                      <a:pt x="32" y="12"/>
                      <a:pt x="0" y="51"/>
                      <a:pt x="0" y="97"/>
                    </a:cubicBezTo>
                    <a:cubicBezTo>
                      <a:pt x="0" y="143"/>
                      <a:pt x="32" y="182"/>
                      <a:pt x="74" y="194"/>
                    </a:cubicBezTo>
                    <a:lnTo>
                      <a:pt x="74" y="0"/>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7" name="Line 352"/>
              <p:cNvSpPr>
                <a:spLocks noChangeShapeType="1"/>
              </p:cNvSpPr>
              <p:nvPr/>
            </p:nvSpPr>
            <p:spPr bwMode="auto">
              <a:xfrm flipH="1">
                <a:off x="8505825" y="368617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8" name="Line 353"/>
              <p:cNvSpPr>
                <a:spLocks noChangeShapeType="1"/>
              </p:cNvSpPr>
              <p:nvPr/>
            </p:nvSpPr>
            <p:spPr bwMode="auto">
              <a:xfrm flipH="1">
                <a:off x="8505825" y="371792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39" name="Line 354"/>
              <p:cNvSpPr>
                <a:spLocks noChangeShapeType="1"/>
              </p:cNvSpPr>
              <p:nvPr/>
            </p:nvSpPr>
            <p:spPr bwMode="auto">
              <a:xfrm flipH="1">
                <a:off x="8505825" y="3746500"/>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0" name="Line 355"/>
              <p:cNvSpPr>
                <a:spLocks noChangeShapeType="1"/>
              </p:cNvSpPr>
              <p:nvPr/>
            </p:nvSpPr>
            <p:spPr bwMode="auto">
              <a:xfrm flipH="1">
                <a:off x="8505825" y="3776663"/>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1" name="Line 356"/>
              <p:cNvSpPr>
                <a:spLocks noChangeShapeType="1"/>
              </p:cNvSpPr>
              <p:nvPr/>
            </p:nvSpPr>
            <p:spPr bwMode="auto">
              <a:xfrm flipH="1">
                <a:off x="8505825" y="3808413"/>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2" name="Line 357"/>
              <p:cNvSpPr>
                <a:spLocks noChangeShapeType="1"/>
              </p:cNvSpPr>
              <p:nvPr/>
            </p:nvSpPr>
            <p:spPr bwMode="auto">
              <a:xfrm flipH="1">
                <a:off x="8505825" y="383857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3" name="Line 358"/>
              <p:cNvSpPr>
                <a:spLocks noChangeShapeType="1"/>
              </p:cNvSpPr>
              <p:nvPr/>
            </p:nvSpPr>
            <p:spPr bwMode="auto">
              <a:xfrm flipH="1">
                <a:off x="8505825" y="387032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pic>
            <p:nvPicPr>
              <p:cNvPr id="44" name="Picture 43"/>
              <p:cNvPicPr>
                <a:picLocks noChangeAspect="1"/>
              </p:cNvPicPr>
              <p:nvPr/>
            </p:nvPicPr>
            <p:blipFill>
              <a:blip r:embed="rId2"/>
              <a:stretch>
                <a:fillRect/>
              </a:stretch>
            </p:blipFill>
            <p:spPr>
              <a:xfrm>
                <a:off x="8749942" y="3693929"/>
                <a:ext cx="307105" cy="443035"/>
              </a:xfrm>
              <a:prstGeom prst="rect">
                <a:avLst/>
              </a:prstGeom>
            </p:spPr>
          </p:pic>
          <p:grpSp>
            <p:nvGrpSpPr>
              <p:cNvPr id="45" name="Group 44"/>
              <p:cNvGrpSpPr/>
              <p:nvPr/>
            </p:nvGrpSpPr>
            <p:grpSpPr>
              <a:xfrm rot="5400000">
                <a:off x="9166188" y="3758283"/>
                <a:ext cx="306387" cy="444499"/>
                <a:chOff x="6878638" y="-701675"/>
                <a:chExt cx="306387" cy="444499"/>
              </a:xfrm>
            </p:grpSpPr>
            <p:sp>
              <p:nvSpPr>
                <p:cNvPr id="46" name="AutoShape 374"/>
                <p:cNvSpPr>
                  <a:spLocks noChangeAspect="1" noChangeArrowheads="1" noTextEdit="1"/>
                </p:cNvSpPr>
                <p:nvPr/>
              </p:nvSpPr>
              <p:spPr bwMode="auto">
                <a:xfrm>
                  <a:off x="6878638" y="-701675"/>
                  <a:ext cx="306387"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7" name="Freeform 376"/>
                <p:cNvSpPr>
                  <a:spLocks/>
                </p:cNvSpPr>
                <p:nvPr/>
              </p:nvSpPr>
              <p:spPr bwMode="auto">
                <a:xfrm>
                  <a:off x="6878638" y="-598488"/>
                  <a:ext cx="52387" cy="60325"/>
                </a:xfrm>
                <a:custGeom>
                  <a:avLst/>
                  <a:gdLst>
                    <a:gd name="T0" fmla="*/ 6 w 31"/>
                    <a:gd name="T1" fmla="*/ 35 h 35"/>
                    <a:gd name="T2" fmla="*/ 31 w 31"/>
                    <a:gd name="T3" fmla="*/ 35 h 35"/>
                    <a:gd name="T4" fmla="*/ 31 w 31"/>
                    <a:gd name="T5" fmla="*/ 0 h 35"/>
                    <a:gd name="T6" fmla="*/ 6 w 31"/>
                    <a:gd name="T7" fmla="*/ 0 h 35"/>
                    <a:gd name="T8" fmla="*/ 0 w 31"/>
                    <a:gd name="T9" fmla="*/ 6 h 35"/>
                    <a:gd name="T10" fmla="*/ 0 w 31"/>
                    <a:gd name="T11" fmla="*/ 29 h 35"/>
                    <a:gd name="T12" fmla="*/ 6 w 3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31" h="35">
                      <a:moveTo>
                        <a:pt x="6" y="35"/>
                      </a:moveTo>
                      <a:cubicBezTo>
                        <a:pt x="31" y="35"/>
                        <a:pt x="31" y="35"/>
                        <a:pt x="31" y="35"/>
                      </a:cubicBezTo>
                      <a:cubicBezTo>
                        <a:pt x="31" y="0"/>
                        <a:pt x="31" y="0"/>
                        <a:pt x="31" y="0"/>
                      </a:cubicBezTo>
                      <a:cubicBezTo>
                        <a:pt x="6" y="0"/>
                        <a:pt x="6" y="0"/>
                        <a:pt x="6" y="0"/>
                      </a:cubicBezTo>
                      <a:cubicBezTo>
                        <a:pt x="3" y="0"/>
                        <a:pt x="0" y="3"/>
                        <a:pt x="0" y="6"/>
                      </a:cubicBezTo>
                      <a:cubicBezTo>
                        <a:pt x="0" y="29"/>
                        <a:pt x="0" y="29"/>
                        <a:pt x="0" y="29"/>
                      </a:cubicBezTo>
                      <a:cubicBezTo>
                        <a:pt x="0" y="32"/>
                        <a:pt x="3" y="35"/>
                        <a:pt x="6" y="35"/>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8" name="Rectangle 377"/>
                <p:cNvSpPr>
                  <a:spLocks noChangeArrowheads="1"/>
                </p:cNvSpPr>
                <p:nvPr/>
              </p:nvSpPr>
              <p:spPr bwMode="auto">
                <a:xfrm>
                  <a:off x="6897688" y="-538163"/>
                  <a:ext cx="20637" cy="61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49" name="Rectangle 378"/>
                <p:cNvSpPr>
                  <a:spLocks noChangeArrowheads="1"/>
                </p:cNvSpPr>
                <p:nvPr/>
              </p:nvSpPr>
              <p:spPr bwMode="auto">
                <a:xfrm>
                  <a:off x="6897688" y="-538163"/>
                  <a:ext cx="20637"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0" name="Rectangle 379"/>
                <p:cNvSpPr>
                  <a:spLocks noChangeArrowheads="1"/>
                </p:cNvSpPr>
                <p:nvPr/>
              </p:nvSpPr>
              <p:spPr bwMode="auto">
                <a:xfrm>
                  <a:off x="6897688" y="-439738"/>
                  <a:ext cx="20637" cy="4762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1" name="Rectangle 380"/>
                <p:cNvSpPr>
                  <a:spLocks noChangeArrowheads="1"/>
                </p:cNvSpPr>
                <p:nvPr/>
              </p:nvSpPr>
              <p:spPr bwMode="auto">
                <a:xfrm>
                  <a:off x="6897688" y="-439738"/>
                  <a:ext cx="20637"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2" name="Freeform 381"/>
                <p:cNvSpPr>
                  <a:spLocks/>
                </p:cNvSpPr>
                <p:nvPr/>
              </p:nvSpPr>
              <p:spPr bwMode="auto">
                <a:xfrm>
                  <a:off x="6884988" y="-501650"/>
                  <a:ext cx="44450" cy="61912"/>
                </a:xfrm>
                <a:custGeom>
                  <a:avLst/>
                  <a:gdLst>
                    <a:gd name="T0" fmla="*/ 26 w 26"/>
                    <a:gd name="T1" fmla="*/ 29 h 36"/>
                    <a:gd name="T2" fmla="*/ 18 w 26"/>
                    <a:gd name="T3" fmla="*/ 36 h 36"/>
                    <a:gd name="T4" fmla="*/ 7 w 26"/>
                    <a:gd name="T5" fmla="*/ 36 h 36"/>
                    <a:gd name="T6" fmla="*/ 0 w 26"/>
                    <a:gd name="T7" fmla="*/ 29 h 36"/>
                    <a:gd name="T8" fmla="*/ 0 w 26"/>
                    <a:gd name="T9" fmla="*/ 7 h 36"/>
                    <a:gd name="T10" fmla="*/ 7 w 26"/>
                    <a:gd name="T11" fmla="*/ 0 h 36"/>
                    <a:gd name="T12" fmla="*/ 18 w 26"/>
                    <a:gd name="T13" fmla="*/ 0 h 36"/>
                    <a:gd name="T14" fmla="*/ 26 w 26"/>
                    <a:gd name="T15" fmla="*/ 7 h 36"/>
                    <a:gd name="T16" fmla="*/ 26 w 26"/>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26" y="29"/>
                      </a:moveTo>
                      <a:cubicBezTo>
                        <a:pt x="26" y="33"/>
                        <a:pt x="22" y="36"/>
                        <a:pt x="18" y="36"/>
                      </a:cubicBezTo>
                      <a:cubicBezTo>
                        <a:pt x="7" y="36"/>
                        <a:pt x="7" y="36"/>
                        <a:pt x="7" y="36"/>
                      </a:cubicBezTo>
                      <a:cubicBezTo>
                        <a:pt x="3" y="36"/>
                        <a:pt x="0" y="33"/>
                        <a:pt x="0" y="29"/>
                      </a:cubicBezTo>
                      <a:cubicBezTo>
                        <a:pt x="0" y="7"/>
                        <a:pt x="0" y="7"/>
                        <a:pt x="0" y="7"/>
                      </a:cubicBezTo>
                      <a:cubicBezTo>
                        <a:pt x="0" y="3"/>
                        <a:pt x="3" y="0"/>
                        <a:pt x="7" y="0"/>
                      </a:cubicBezTo>
                      <a:cubicBezTo>
                        <a:pt x="18" y="0"/>
                        <a:pt x="18" y="0"/>
                        <a:pt x="18" y="0"/>
                      </a:cubicBezTo>
                      <a:cubicBezTo>
                        <a:pt x="22" y="0"/>
                        <a:pt x="26" y="3"/>
                        <a:pt x="26" y="7"/>
                      </a:cubicBezTo>
                      <a:lnTo>
                        <a:pt x="26" y="29"/>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3" name="Rectangle 382"/>
                <p:cNvSpPr>
                  <a:spLocks noChangeArrowheads="1"/>
                </p:cNvSpPr>
                <p:nvPr/>
              </p:nvSpPr>
              <p:spPr bwMode="auto">
                <a:xfrm>
                  <a:off x="6978650" y="-506413"/>
                  <a:ext cx="109537" cy="603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4" name="Rectangle 383"/>
                <p:cNvSpPr>
                  <a:spLocks noChangeArrowheads="1"/>
                </p:cNvSpPr>
                <p:nvPr/>
              </p:nvSpPr>
              <p:spPr bwMode="auto">
                <a:xfrm>
                  <a:off x="6978650" y="-519113"/>
                  <a:ext cx="10953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5" name="Rectangle 384"/>
                <p:cNvSpPr>
                  <a:spLocks noChangeArrowheads="1"/>
                </p:cNvSpPr>
                <p:nvPr/>
              </p:nvSpPr>
              <p:spPr bwMode="auto">
                <a:xfrm>
                  <a:off x="6931025" y="-620713"/>
                  <a:ext cx="201612" cy="10477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6" name="Freeform 385"/>
                <p:cNvSpPr>
                  <a:spLocks/>
                </p:cNvSpPr>
                <p:nvPr/>
              </p:nvSpPr>
              <p:spPr bwMode="auto">
                <a:xfrm>
                  <a:off x="6967538" y="-681038"/>
                  <a:ext cx="130175" cy="63500"/>
                </a:xfrm>
                <a:custGeom>
                  <a:avLst/>
                  <a:gdLst>
                    <a:gd name="T0" fmla="*/ 39 w 77"/>
                    <a:gd name="T1" fmla="*/ 0 h 38"/>
                    <a:gd name="T2" fmla="*/ 0 w 77"/>
                    <a:gd name="T3" fmla="*/ 38 h 38"/>
                    <a:gd name="T4" fmla="*/ 77 w 77"/>
                    <a:gd name="T5" fmla="*/ 38 h 38"/>
                    <a:gd name="T6" fmla="*/ 39 w 77"/>
                    <a:gd name="T7" fmla="*/ 0 h 38"/>
                  </a:gdLst>
                  <a:ahLst/>
                  <a:cxnLst>
                    <a:cxn ang="0">
                      <a:pos x="T0" y="T1"/>
                    </a:cxn>
                    <a:cxn ang="0">
                      <a:pos x="T2" y="T3"/>
                    </a:cxn>
                    <a:cxn ang="0">
                      <a:pos x="T4" y="T5"/>
                    </a:cxn>
                    <a:cxn ang="0">
                      <a:pos x="T6" y="T7"/>
                    </a:cxn>
                  </a:cxnLst>
                  <a:rect l="0" t="0" r="r" b="b"/>
                  <a:pathLst>
                    <a:path w="77" h="38">
                      <a:moveTo>
                        <a:pt x="39" y="0"/>
                      </a:moveTo>
                      <a:cubicBezTo>
                        <a:pt x="18" y="0"/>
                        <a:pt x="0" y="17"/>
                        <a:pt x="0" y="38"/>
                      </a:cubicBezTo>
                      <a:cubicBezTo>
                        <a:pt x="77" y="38"/>
                        <a:pt x="77" y="38"/>
                        <a:pt x="77" y="38"/>
                      </a:cubicBezTo>
                      <a:cubicBezTo>
                        <a:pt x="77" y="17"/>
                        <a:pt x="60" y="0"/>
                        <a:pt x="39"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7" name="Oval 386"/>
                <p:cNvSpPr>
                  <a:spLocks noChangeArrowheads="1"/>
                </p:cNvSpPr>
                <p:nvPr/>
              </p:nvSpPr>
              <p:spPr bwMode="auto">
                <a:xfrm>
                  <a:off x="6992938" y="-650875"/>
                  <a:ext cx="17462" cy="17462"/>
                </a:xfrm>
                <a:prstGeom prst="ellipse">
                  <a:avLst/>
                </a:prstGeom>
                <a:solidFill>
                  <a:schemeClr val="tx2"/>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8" name="Oval 387"/>
                <p:cNvSpPr>
                  <a:spLocks noChangeArrowheads="1"/>
                </p:cNvSpPr>
                <p:nvPr/>
              </p:nvSpPr>
              <p:spPr bwMode="auto">
                <a:xfrm>
                  <a:off x="7058025" y="-650875"/>
                  <a:ext cx="15875" cy="17462"/>
                </a:xfrm>
                <a:prstGeom prst="ellipse">
                  <a:avLst/>
                </a:prstGeom>
                <a:solidFill>
                  <a:schemeClr val="tx2"/>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59" name="Freeform 388"/>
                <p:cNvSpPr>
                  <a:spLocks/>
                </p:cNvSpPr>
                <p:nvPr/>
              </p:nvSpPr>
              <p:spPr bwMode="auto">
                <a:xfrm>
                  <a:off x="6973888" y="-588963"/>
                  <a:ext cx="114300" cy="41275"/>
                </a:xfrm>
                <a:custGeom>
                  <a:avLst/>
                  <a:gdLst>
                    <a:gd name="T0" fmla="*/ 67 w 67"/>
                    <a:gd name="T1" fmla="*/ 13 h 25"/>
                    <a:gd name="T2" fmla="*/ 55 w 67"/>
                    <a:gd name="T3" fmla="*/ 25 h 25"/>
                    <a:gd name="T4" fmla="*/ 12 w 67"/>
                    <a:gd name="T5" fmla="*/ 25 h 25"/>
                    <a:gd name="T6" fmla="*/ 0 w 67"/>
                    <a:gd name="T7" fmla="*/ 13 h 25"/>
                    <a:gd name="T8" fmla="*/ 0 w 67"/>
                    <a:gd name="T9" fmla="*/ 13 h 25"/>
                    <a:gd name="T10" fmla="*/ 12 w 67"/>
                    <a:gd name="T11" fmla="*/ 0 h 25"/>
                    <a:gd name="T12" fmla="*/ 55 w 67"/>
                    <a:gd name="T13" fmla="*/ 0 h 25"/>
                    <a:gd name="T14" fmla="*/ 67 w 67"/>
                    <a:gd name="T15" fmla="*/ 13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25">
                      <a:moveTo>
                        <a:pt x="67" y="13"/>
                      </a:moveTo>
                      <a:cubicBezTo>
                        <a:pt x="67" y="19"/>
                        <a:pt x="62" y="25"/>
                        <a:pt x="55" y="25"/>
                      </a:cubicBezTo>
                      <a:cubicBezTo>
                        <a:pt x="12" y="25"/>
                        <a:pt x="12" y="25"/>
                        <a:pt x="12" y="25"/>
                      </a:cubicBezTo>
                      <a:cubicBezTo>
                        <a:pt x="6" y="25"/>
                        <a:pt x="0" y="19"/>
                        <a:pt x="0" y="13"/>
                      </a:cubicBezTo>
                      <a:cubicBezTo>
                        <a:pt x="0" y="13"/>
                        <a:pt x="0" y="13"/>
                        <a:pt x="0" y="13"/>
                      </a:cubicBezTo>
                      <a:cubicBezTo>
                        <a:pt x="0" y="6"/>
                        <a:pt x="6" y="0"/>
                        <a:pt x="12" y="0"/>
                      </a:cubicBezTo>
                      <a:cubicBezTo>
                        <a:pt x="55" y="0"/>
                        <a:pt x="55" y="0"/>
                        <a:pt x="55" y="0"/>
                      </a:cubicBezTo>
                      <a:cubicBezTo>
                        <a:pt x="62" y="0"/>
                        <a:pt x="67" y="6"/>
                        <a:pt x="6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0" name="Freeform 389"/>
                <p:cNvSpPr>
                  <a:spLocks/>
                </p:cNvSpPr>
                <p:nvPr/>
              </p:nvSpPr>
              <p:spPr bwMode="auto">
                <a:xfrm>
                  <a:off x="7027863" y="-579438"/>
                  <a:ext cx="6350"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1" name="Freeform 390"/>
                <p:cNvSpPr>
                  <a:spLocks/>
                </p:cNvSpPr>
                <p:nvPr/>
              </p:nvSpPr>
              <p:spPr bwMode="auto">
                <a:xfrm>
                  <a:off x="7016750" y="-579438"/>
                  <a:ext cx="4762"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0" y="15"/>
                        <a:pt x="0" y="14"/>
                        <a:pt x="0" y="14"/>
                      </a:cubicBezTo>
                      <a:cubicBezTo>
                        <a:pt x="0" y="2"/>
                        <a:pt x="0" y="2"/>
                        <a:pt x="0" y="2"/>
                      </a:cubicBezTo>
                      <a:cubicBezTo>
                        <a:pt x="0" y="1"/>
                        <a:pt x="0"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2" name="Freeform 391"/>
                <p:cNvSpPr>
                  <a:spLocks/>
                </p:cNvSpPr>
                <p:nvPr/>
              </p:nvSpPr>
              <p:spPr bwMode="auto">
                <a:xfrm>
                  <a:off x="70024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3" name="Freeform 392"/>
                <p:cNvSpPr>
                  <a:spLocks/>
                </p:cNvSpPr>
                <p:nvPr/>
              </p:nvSpPr>
              <p:spPr bwMode="auto">
                <a:xfrm>
                  <a:off x="6991350" y="-579438"/>
                  <a:ext cx="4762"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1" y="15"/>
                        <a:pt x="0" y="14"/>
                        <a:pt x="0" y="14"/>
                      </a:cubicBezTo>
                      <a:cubicBezTo>
                        <a:pt x="0" y="2"/>
                        <a:pt x="0" y="2"/>
                        <a:pt x="0" y="2"/>
                      </a:cubicBezTo>
                      <a:cubicBezTo>
                        <a:pt x="0" y="1"/>
                        <a:pt x="1"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4" name="Freeform 393"/>
                <p:cNvSpPr>
                  <a:spLocks/>
                </p:cNvSpPr>
                <p:nvPr/>
              </p:nvSpPr>
              <p:spPr bwMode="auto">
                <a:xfrm>
                  <a:off x="70659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5" name="Freeform 394"/>
                <p:cNvSpPr>
                  <a:spLocks/>
                </p:cNvSpPr>
                <p:nvPr/>
              </p:nvSpPr>
              <p:spPr bwMode="auto">
                <a:xfrm>
                  <a:off x="7053263" y="-579438"/>
                  <a:ext cx="6350"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1" y="15"/>
                        <a:pt x="0" y="14"/>
                        <a:pt x="0" y="14"/>
                      </a:cubicBezTo>
                      <a:cubicBezTo>
                        <a:pt x="0" y="2"/>
                        <a:pt x="0" y="2"/>
                        <a:pt x="0" y="2"/>
                      </a:cubicBezTo>
                      <a:cubicBezTo>
                        <a:pt x="0" y="1"/>
                        <a:pt x="1"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6" name="Freeform 395"/>
                <p:cNvSpPr>
                  <a:spLocks/>
                </p:cNvSpPr>
                <p:nvPr/>
              </p:nvSpPr>
              <p:spPr bwMode="auto">
                <a:xfrm>
                  <a:off x="70405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7" name="Freeform 396"/>
                <p:cNvSpPr>
                  <a:spLocks/>
                </p:cNvSpPr>
                <p:nvPr/>
              </p:nvSpPr>
              <p:spPr bwMode="auto">
                <a:xfrm>
                  <a:off x="6953250" y="-454025"/>
                  <a:ext cx="155575" cy="44450"/>
                </a:xfrm>
                <a:custGeom>
                  <a:avLst/>
                  <a:gdLst>
                    <a:gd name="T0" fmla="*/ 7 w 91"/>
                    <a:gd name="T1" fmla="*/ 26 h 26"/>
                    <a:gd name="T2" fmla="*/ 0 w 91"/>
                    <a:gd name="T3" fmla="*/ 19 h 26"/>
                    <a:gd name="T4" fmla="*/ 0 w 91"/>
                    <a:gd name="T5" fmla="*/ 8 h 26"/>
                    <a:gd name="T6" fmla="*/ 7 w 91"/>
                    <a:gd name="T7" fmla="*/ 0 h 26"/>
                    <a:gd name="T8" fmla="*/ 84 w 91"/>
                    <a:gd name="T9" fmla="*/ 0 h 26"/>
                    <a:gd name="T10" fmla="*/ 91 w 91"/>
                    <a:gd name="T11" fmla="*/ 8 h 26"/>
                    <a:gd name="T12" fmla="*/ 91 w 91"/>
                    <a:gd name="T13" fmla="*/ 19 h 26"/>
                    <a:gd name="T14" fmla="*/ 84 w 91"/>
                    <a:gd name="T15" fmla="*/ 26 h 26"/>
                    <a:gd name="T16" fmla="*/ 7 w 91"/>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26">
                      <a:moveTo>
                        <a:pt x="7" y="26"/>
                      </a:moveTo>
                      <a:cubicBezTo>
                        <a:pt x="3" y="26"/>
                        <a:pt x="0" y="23"/>
                        <a:pt x="0" y="19"/>
                      </a:cubicBezTo>
                      <a:cubicBezTo>
                        <a:pt x="0" y="8"/>
                        <a:pt x="0" y="8"/>
                        <a:pt x="0" y="8"/>
                      </a:cubicBezTo>
                      <a:cubicBezTo>
                        <a:pt x="0" y="4"/>
                        <a:pt x="3" y="0"/>
                        <a:pt x="7" y="0"/>
                      </a:cubicBezTo>
                      <a:cubicBezTo>
                        <a:pt x="84" y="0"/>
                        <a:pt x="84" y="0"/>
                        <a:pt x="84" y="0"/>
                      </a:cubicBezTo>
                      <a:cubicBezTo>
                        <a:pt x="88" y="0"/>
                        <a:pt x="91" y="4"/>
                        <a:pt x="91" y="8"/>
                      </a:cubicBezTo>
                      <a:cubicBezTo>
                        <a:pt x="91" y="19"/>
                        <a:pt x="91" y="19"/>
                        <a:pt x="91" y="19"/>
                      </a:cubicBezTo>
                      <a:cubicBezTo>
                        <a:pt x="91" y="23"/>
                        <a:pt x="88" y="26"/>
                        <a:pt x="84" y="26"/>
                      </a:cubicBezTo>
                      <a:lnTo>
                        <a:pt x="7" y="26"/>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8" name="Rectangle 397"/>
                <p:cNvSpPr>
                  <a:spLocks noChangeArrowheads="1"/>
                </p:cNvSpPr>
                <p:nvPr/>
              </p:nvSpPr>
              <p:spPr bwMode="auto">
                <a:xfrm>
                  <a:off x="6980238" y="-409575"/>
                  <a:ext cx="20637" cy="1238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69" name="Rectangle 398"/>
                <p:cNvSpPr>
                  <a:spLocks noChangeArrowheads="1"/>
                </p:cNvSpPr>
                <p:nvPr/>
              </p:nvSpPr>
              <p:spPr bwMode="auto">
                <a:xfrm>
                  <a:off x="6980238" y="-409575"/>
                  <a:ext cx="20637"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0" name="Rectangle 399"/>
                <p:cNvSpPr>
                  <a:spLocks noChangeArrowheads="1"/>
                </p:cNvSpPr>
                <p:nvPr/>
              </p:nvSpPr>
              <p:spPr bwMode="auto">
                <a:xfrm>
                  <a:off x="7069138" y="-409575"/>
                  <a:ext cx="19050" cy="123825"/>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1" name="Rectangle 400"/>
                <p:cNvSpPr>
                  <a:spLocks noChangeArrowheads="1"/>
                </p:cNvSpPr>
                <p:nvPr/>
              </p:nvSpPr>
              <p:spPr bwMode="auto">
                <a:xfrm>
                  <a:off x="7069138" y="-409575"/>
                  <a:ext cx="19050"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2" name="Freeform 401"/>
                <p:cNvSpPr>
                  <a:spLocks/>
                </p:cNvSpPr>
                <p:nvPr/>
              </p:nvSpPr>
              <p:spPr bwMode="auto">
                <a:xfrm>
                  <a:off x="7104063" y="-649288"/>
                  <a:ext cx="11112" cy="22225"/>
                </a:xfrm>
                <a:custGeom>
                  <a:avLst/>
                  <a:gdLst>
                    <a:gd name="T0" fmla="*/ 0 w 7"/>
                    <a:gd name="T1" fmla="*/ 0 h 13"/>
                    <a:gd name="T2" fmla="*/ 0 w 7"/>
                    <a:gd name="T3" fmla="*/ 0 h 13"/>
                    <a:gd name="T4" fmla="*/ 0 w 7"/>
                    <a:gd name="T5" fmla="*/ 13 h 13"/>
                    <a:gd name="T6" fmla="*/ 0 w 7"/>
                    <a:gd name="T7" fmla="*/ 13 h 13"/>
                    <a:gd name="T8" fmla="*/ 7 w 7"/>
                    <a:gd name="T9" fmla="*/ 6 h 13"/>
                    <a:gd name="T10" fmla="*/ 0 w 7"/>
                    <a:gd name="T11" fmla="*/ 0 h 13"/>
                  </a:gdLst>
                  <a:ahLst/>
                  <a:cxnLst>
                    <a:cxn ang="0">
                      <a:pos x="T0" y="T1"/>
                    </a:cxn>
                    <a:cxn ang="0">
                      <a:pos x="T2" y="T3"/>
                    </a:cxn>
                    <a:cxn ang="0">
                      <a:pos x="T4" y="T5"/>
                    </a:cxn>
                    <a:cxn ang="0">
                      <a:pos x="T6" y="T7"/>
                    </a:cxn>
                    <a:cxn ang="0">
                      <a:pos x="T8" y="T9"/>
                    </a:cxn>
                    <a:cxn ang="0">
                      <a:pos x="T10" y="T11"/>
                    </a:cxn>
                  </a:cxnLst>
                  <a:rect l="0" t="0" r="r" b="b"/>
                  <a:pathLst>
                    <a:path w="7" h="13">
                      <a:moveTo>
                        <a:pt x="0" y="0"/>
                      </a:moveTo>
                      <a:cubicBezTo>
                        <a:pt x="0" y="0"/>
                        <a:pt x="0" y="0"/>
                        <a:pt x="0" y="0"/>
                      </a:cubicBezTo>
                      <a:cubicBezTo>
                        <a:pt x="0" y="13"/>
                        <a:pt x="0" y="13"/>
                        <a:pt x="0" y="13"/>
                      </a:cubicBezTo>
                      <a:cubicBezTo>
                        <a:pt x="0" y="13"/>
                        <a:pt x="0" y="13"/>
                        <a:pt x="0" y="13"/>
                      </a:cubicBezTo>
                      <a:cubicBezTo>
                        <a:pt x="4" y="13"/>
                        <a:pt x="7" y="10"/>
                        <a:pt x="7" y="6"/>
                      </a:cubicBezTo>
                      <a:cubicBezTo>
                        <a:pt x="7" y="3"/>
                        <a:pt x="4" y="0"/>
                        <a:pt x="0"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3" name="Rectangle 402"/>
                <p:cNvSpPr>
                  <a:spLocks noChangeArrowheads="1"/>
                </p:cNvSpPr>
                <p:nvPr/>
              </p:nvSpPr>
              <p:spPr bwMode="auto">
                <a:xfrm>
                  <a:off x="7104063" y="-700088"/>
                  <a:ext cx="1587" cy="61912"/>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4" name="Freeform 403"/>
                <p:cNvSpPr>
                  <a:spLocks/>
                </p:cNvSpPr>
                <p:nvPr/>
              </p:nvSpPr>
              <p:spPr bwMode="auto">
                <a:xfrm>
                  <a:off x="6951663" y="-649288"/>
                  <a:ext cx="12700" cy="22225"/>
                </a:xfrm>
                <a:custGeom>
                  <a:avLst/>
                  <a:gdLst>
                    <a:gd name="T0" fmla="*/ 7 w 7"/>
                    <a:gd name="T1" fmla="*/ 0 h 13"/>
                    <a:gd name="T2" fmla="*/ 7 w 7"/>
                    <a:gd name="T3" fmla="*/ 0 h 13"/>
                    <a:gd name="T4" fmla="*/ 7 w 7"/>
                    <a:gd name="T5" fmla="*/ 13 h 13"/>
                    <a:gd name="T6" fmla="*/ 7 w 7"/>
                    <a:gd name="T7" fmla="*/ 13 h 13"/>
                    <a:gd name="T8" fmla="*/ 0 w 7"/>
                    <a:gd name="T9" fmla="*/ 6 h 13"/>
                    <a:gd name="T10" fmla="*/ 7 w 7"/>
                    <a:gd name="T11" fmla="*/ 0 h 13"/>
                  </a:gdLst>
                  <a:ahLst/>
                  <a:cxnLst>
                    <a:cxn ang="0">
                      <a:pos x="T0" y="T1"/>
                    </a:cxn>
                    <a:cxn ang="0">
                      <a:pos x="T2" y="T3"/>
                    </a:cxn>
                    <a:cxn ang="0">
                      <a:pos x="T4" y="T5"/>
                    </a:cxn>
                    <a:cxn ang="0">
                      <a:pos x="T6" y="T7"/>
                    </a:cxn>
                    <a:cxn ang="0">
                      <a:pos x="T8" y="T9"/>
                    </a:cxn>
                    <a:cxn ang="0">
                      <a:pos x="T10" y="T11"/>
                    </a:cxn>
                  </a:cxnLst>
                  <a:rect l="0" t="0" r="r" b="b"/>
                  <a:pathLst>
                    <a:path w="7" h="13">
                      <a:moveTo>
                        <a:pt x="7" y="0"/>
                      </a:moveTo>
                      <a:cubicBezTo>
                        <a:pt x="7" y="0"/>
                        <a:pt x="7" y="0"/>
                        <a:pt x="7" y="0"/>
                      </a:cubicBezTo>
                      <a:cubicBezTo>
                        <a:pt x="7" y="13"/>
                        <a:pt x="7" y="13"/>
                        <a:pt x="7" y="13"/>
                      </a:cubicBezTo>
                      <a:cubicBezTo>
                        <a:pt x="7" y="13"/>
                        <a:pt x="7" y="13"/>
                        <a:pt x="7" y="13"/>
                      </a:cubicBezTo>
                      <a:cubicBezTo>
                        <a:pt x="3" y="13"/>
                        <a:pt x="0" y="10"/>
                        <a:pt x="0" y="6"/>
                      </a:cubicBezTo>
                      <a:cubicBezTo>
                        <a:pt x="0" y="3"/>
                        <a:pt x="3" y="0"/>
                        <a:pt x="7" y="0"/>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5" name="Rectangle 404"/>
                <p:cNvSpPr>
                  <a:spLocks noChangeArrowheads="1"/>
                </p:cNvSpPr>
                <p:nvPr/>
              </p:nvSpPr>
              <p:spPr bwMode="auto">
                <a:xfrm>
                  <a:off x="6959600" y="-700088"/>
                  <a:ext cx="4762" cy="61912"/>
                </a:xfrm>
                <a:prstGeom prst="rect">
                  <a:avLst/>
                </a:pr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6" name="Freeform 405"/>
                <p:cNvSpPr>
                  <a:spLocks/>
                </p:cNvSpPr>
                <p:nvPr/>
              </p:nvSpPr>
              <p:spPr bwMode="auto">
                <a:xfrm>
                  <a:off x="6959600" y="-288925"/>
                  <a:ext cx="61912" cy="20637"/>
                </a:xfrm>
                <a:custGeom>
                  <a:avLst/>
                  <a:gdLst>
                    <a:gd name="T0" fmla="*/ 36 w 36"/>
                    <a:gd name="T1" fmla="*/ 12 h 12"/>
                    <a:gd name="T2" fmla="*/ 23 w 36"/>
                    <a:gd name="T3" fmla="*/ 0 h 12"/>
                    <a:gd name="T4" fmla="*/ 13 w 36"/>
                    <a:gd name="T5" fmla="*/ 0 h 12"/>
                    <a:gd name="T6" fmla="*/ 0 w 36"/>
                    <a:gd name="T7" fmla="*/ 12 h 12"/>
                    <a:gd name="T8" fmla="*/ 36 w 36"/>
                    <a:gd name="T9" fmla="*/ 12 h 12"/>
                  </a:gdLst>
                  <a:ahLst/>
                  <a:cxnLst>
                    <a:cxn ang="0">
                      <a:pos x="T0" y="T1"/>
                    </a:cxn>
                    <a:cxn ang="0">
                      <a:pos x="T2" y="T3"/>
                    </a:cxn>
                    <a:cxn ang="0">
                      <a:pos x="T4" y="T5"/>
                    </a:cxn>
                    <a:cxn ang="0">
                      <a:pos x="T6" y="T7"/>
                    </a:cxn>
                    <a:cxn ang="0">
                      <a:pos x="T8" y="T9"/>
                    </a:cxn>
                  </a:cxnLst>
                  <a:rect l="0" t="0" r="r" b="b"/>
                  <a:pathLst>
                    <a:path w="36" h="12">
                      <a:moveTo>
                        <a:pt x="36" y="12"/>
                      </a:moveTo>
                      <a:cubicBezTo>
                        <a:pt x="36" y="5"/>
                        <a:pt x="30" y="0"/>
                        <a:pt x="23" y="0"/>
                      </a:cubicBezTo>
                      <a:cubicBezTo>
                        <a:pt x="13" y="0"/>
                        <a:pt x="13" y="0"/>
                        <a:pt x="13" y="0"/>
                      </a:cubicBezTo>
                      <a:cubicBezTo>
                        <a:pt x="6" y="0"/>
                        <a:pt x="0" y="5"/>
                        <a:pt x="0" y="12"/>
                      </a:cubicBezTo>
                      <a:lnTo>
                        <a:pt x="36" y="12"/>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7" name="Rectangle 406"/>
                <p:cNvSpPr>
                  <a:spLocks noChangeArrowheads="1"/>
                </p:cNvSpPr>
                <p:nvPr/>
              </p:nvSpPr>
              <p:spPr bwMode="auto">
                <a:xfrm>
                  <a:off x="6959600" y="-268288"/>
                  <a:ext cx="6191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8" name="Freeform 407"/>
                <p:cNvSpPr>
                  <a:spLocks/>
                </p:cNvSpPr>
                <p:nvPr/>
              </p:nvSpPr>
              <p:spPr bwMode="auto">
                <a:xfrm>
                  <a:off x="7046913" y="-288925"/>
                  <a:ext cx="63500" cy="20637"/>
                </a:xfrm>
                <a:custGeom>
                  <a:avLst/>
                  <a:gdLst>
                    <a:gd name="T0" fmla="*/ 37 w 37"/>
                    <a:gd name="T1" fmla="*/ 12 h 12"/>
                    <a:gd name="T2" fmla="*/ 23 w 37"/>
                    <a:gd name="T3" fmla="*/ 0 h 12"/>
                    <a:gd name="T4" fmla="*/ 14 w 37"/>
                    <a:gd name="T5" fmla="*/ 0 h 12"/>
                    <a:gd name="T6" fmla="*/ 0 w 37"/>
                    <a:gd name="T7" fmla="*/ 12 h 12"/>
                    <a:gd name="T8" fmla="*/ 37 w 37"/>
                    <a:gd name="T9" fmla="*/ 12 h 12"/>
                  </a:gdLst>
                  <a:ahLst/>
                  <a:cxnLst>
                    <a:cxn ang="0">
                      <a:pos x="T0" y="T1"/>
                    </a:cxn>
                    <a:cxn ang="0">
                      <a:pos x="T2" y="T3"/>
                    </a:cxn>
                    <a:cxn ang="0">
                      <a:pos x="T4" y="T5"/>
                    </a:cxn>
                    <a:cxn ang="0">
                      <a:pos x="T6" y="T7"/>
                    </a:cxn>
                    <a:cxn ang="0">
                      <a:pos x="T8" y="T9"/>
                    </a:cxn>
                  </a:cxnLst>
                  <a:rect l="0" t="0" r="r" b="b"/>
                  <a:pathLst>
                    <a:path w="37" h="12">
                      <a:moveTo>
                        <a:pt x="37" y="12"/>
                      </a:moveTo>
                      <a:cubicBezTo>
                        <a:pt x="36" y="5"/>
                        <a:pt x="30" y="0"/>
                        <a:pt x="23" y="0"/>
                      </a:cubicBezTo>
                      <a:cubicBezTo>
                        <a:pt x="14" y="0"/>
                        <a:pt x="14" y="0"/>
                        <a:pt x="14" y="0"/>
                      </a:cubicBezTo>
                      <a:cubicBezTo>
                        <a:pt x="7" y="0"/>
                        <a:pt x="1" y="5"/>
                        <a:pt x="0" y="12"/>
                      </a:cubicBezTo>
                      <a:lnTo>
                        <a:pt x="37" y="12"/>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79" name="Rectangle 408"/>
                <p:cNvSpPr>
                  <a:spLocks noChangeArrowheads="1"/>
                </p:cNvSpPr>
                <p:nvPr/>
              </p:nvSpPr>
              <p:spPr bwMode="auto">
                <a:xfrm>
                  <a:off x="7046913" y="-268288"/>
                  <a:ext cx="63500"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0" name="Freeform 409"/>
                <p:cNvSpPr>
                  <a:spLocks/>
                </p:cNvSpPr>
                <p:nvPr/>
              </p:nvSpPr>
              <p:spPr bwMode="auto">
                <a:xfrm>
                  <a:off x="6878638" y="-404813"/>
                  <a:ext cx="57150" cy="50800"/>
                </a:xfrm>
                <a:custGeom>
                  <a:avLst/>
                  <a:gdLst>
                    <a:gd name="T0" fmla="*/ 11 w 34"/>
                    <a:gd name="T1" fmla="*/ 24 h 30"/>
                    <a:gd name="T2" fmla="*/ 8 w 34"/>
                    <a:gd name="T3" fmla="*/ 18 h 30"/>
                    <a:gd name="T4" fmla="*/ 17 w 34"/>
                    <a:gd name="T5" fmla="*/ 9 h 30"/>
                    <a:gd name="T6" fmla="*/ 26 w 34"/>
                    <a:gd name="T7" fmla="*/ 18 h 30"/>
                    <a:gd name="T8" fmla="*/ 23 w 34"/>
                    <a:gd name="T9" fmla="*/ 24 h 30"/>
                    <a:gd name="T10" fmla="*/ 29 w 34"/>
                    <a:gd name="T11" fmla="*/ 30 h 30"/>
                    <a:gd name="T12" fmla="*/ 34 w 34"/>
                    <a:gd name="T13" fmla="*/ 18 h 30"/>
                    <a:gd name="T14" fmla="*/ 17 w 34"/>
                    <a:gd name="T15" fmla="*/ 0 h 30"/>
                    <a:gd name="T16" fmla="*/ 0 w 34"/>
                    <a:gd name="T17" fmla="*/ 18 h 30"/>
                    <a:gd name="T18" fmla="*/ 5 w 34"/>
                    <a:gd name="T19" fmla="*/ 30 h 30"/>
                    <a:gd name="T20" fmla="*/ 11 w 34"/>
                    <a:gd name="T2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0">
                      <a:moveTo>
                        <a:pt x="11" y="24"/>
                      </a:moveTo>
                      <a:cubicBezTo>
                        <a:pt x="9" y="22"/>
                        <a:pt x="8" y="20"/>
                        <a:pt x="8" y="18"/>
                      </a:cubicBezTo>
                      <a:cubicBezTo>
                        <a:pt x="8" y="13"/>
                        <a:pt x="12" y="9"/>
                        <a:pt x="17" y="9"/>
                      </a:cubicBezTo>
                      <a:cubicBezTo>
                        <a:pt x="22" y="9"/>
                        <a:pt x="26" y="13"/>
                        <a:pt x="26" y="18"/>
                      </a:cubicBezTo>
                      <a:cubicBezTo>
                        <a:pt x="26" y="20"/>
                        <a:pt x="25" y="22"/>
                        <a:pt x="23" y="24"/>
                      </a:cubicBezTo>
                      <a:cubicBezTo>
                        <a:pt x="29" y="30"/>
                        <a:pt x="29" y="30"/>
                        <a:pt x="29" y="30"/>
                      </a:cubicBezTo>
                      <a:cubicBezTo>
                        <a:pt x="32" y="27"/>
                        <a:pt x="34" y="22"/>
                        <a:pt x="34" y="18"/>
                      </a:cubicBezTo>
                      <a:cubicBezTo>
                        <a:pt x="34" y="8"/>
                        <a:pt x="27" y="0"/>
                        <a:pt x="17" y="0"/>
                      </a:cubicBezTo>
                      <a:cubicBezTo>
                        <a:pt x="7" y="0"/>
                        <a:pt x="0" y="8"/>
                        <a:pt x="0" y="18"/>
                      </a:cubicBezTo>
                      <a:cubicBezTo>
                        <a:pt x="0" y="22"/>
                        <a:pt x="2" y="27"/>
                        <a:pt x="5" y="30"/>
                      </a:cubicBezTo>
                      <a:lnTo>
                        <a:pt x="11" y="24"/>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1" name="Freeform 410"/>
                <p:cNvSpPr>
                  <a:spLocks/>
                </p:cNvSpPr>
                <p:nvPr/>
              </p:nvSpPr>
              <p:spPr bwMode="auto">
                <a:xfrm>
                  <a:off x="7131050" y="-598488"/>
                  <a:ext cx="50800" cy="60325"/>
                </a:xfrm>
                <a:custGeom>
                  <a:avLst/>
                  <a:gdLst>
                    <a:gd name="T0" fmla="*/ 24 w 30"/>
                    <a:gd name="T1" fmla="*/ 35 h 35"/>
                    <a:gd name="T2" fmla="*/ 0 w 30"/>
                    <a:gd name="T3" fmla="*/ 35 h 35"/>
                    <a:gd name="T4" fmla="*/ 0 w 30"/>
                    <a:gd name="T5" fmla="*/ 0 h 35"/>
                    <a:gd name="T6" fmla="*/ 24 w 30"/>
                    <a:gd name="T7" fmla="*/ 0 h 35"/>
                    <a:gd name="T8" fmla="*/ 30 w 30"/>
                    <a:gd name="T9" fmla="*/ 6 h 35"/>
                    <a:gd name="T10" fmla="*/ 30 w 30"/>
                    <a:gd name="T11" fmla="*/ 29 h 35"/>
                    <a:gd name="T12" fmla="*/ 24 w 30"/>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30" h="35">
                      <a:moveTo>
                        <a:pt x="24" y="35"/>
                      </a:moveTo>
                      <a:cubicBezTo>
                        <a:pt x="0" y="35"/>
                        <a:pt x="0" y="35"/>
                        <a:pt x="0" y="35"/>
                      </a:cubicBezTo>
                      <a:cubicBezTo>
                        <a:pt x="0" y="0"/>
                        <a:pt x="0" y="0"/>
                        <a:pt x="0" y="0"/>
                      </a:cubicBezTo>
                      <a:cubicBezTo>
                        <a:pt x="24" y="0"/>
                        <a:pt x="24" y="0"/>
                        <a:pt x="24" y="0"/>
                      </a:cubicBezTo>
                      <a:cubicBezTo>
                        <a:pt x="28" y="0"/>
                        <a:pt x="30" y="3"/>
                        <a:pt x="30" y="6"/>
                      </a:cubicBezTo>
                      <a:cubicBezTo>
                        <a:pt x="30" y="29"/>
                        <a:pt x="30" y="29"/>
                        <a:pt x="30" y="29"/>
                      </a:cubicBezTo>
                      <a:cubicBezTo>
                        <a:pt x="30" y="32"/>
                        <a:pt x="28" y="35"/>
                        <a:pt x="24" y="35"/>
                      </a:cubicBez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2" name="Rectangle 411"/>
                <p:cNvSpPr>
                  <a:spLocks noChangeArrowheads="1"/>
                </p:cNvSpPr>
                <p:nvPr/>
              </p:nvSpPr>
              <p:spPr bwMode="auto">
                <a:xfrm>
                  <a:off x="7143750" y="-538163"/>
                  <a:ext cx="19050" cy="61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3" name="Rectangle 412"/>
                <p:cNvSpPr>
                  <a:spLocks noChangeArrowheads="1"/>
                </p:cNvSpPr>
                <p:nvPr/>
              </p:nvSpPr>
              <p:spPr bwMode="auto">
                <a:xfrm>
                  <a:off x="7143750" y="-538163"/>
                  <a:ext cx="19050"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4" name="Rectangle 413"/>
                <p:cNvSpPr>
                  <a:spLocks noChangeArrowheads="1"/>
                </p:cNvSpPr>
                <p:nvPr/>
              </p:nvSpPr>
              <p:spPr bwMode="auto">
                <a:xfrm>
                  <a:off x="7143750" y="-439738"/>
                  <a:ext cx="19050" cy="4762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5" name="Rectangle 414"/>
                <p:cNvSpPr>
                  <a:spLocks noChangeArrowheads="1"/>
                </p:cNvSpPr>
                <p:nvPr/>
              </p:nvSpPr>
              <p:spPr bwMode="auto">
                <a:xfrm>
                  <a:off x="7143750" y="-439738"/>
                  <a:ext cx="19050"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6" name="Freeform 415"/>
                <p:cNvSpPr>
                  <a:spLocks/>
                </p:cNvSpPr>
                <p:nvPr/>
              </p:nvSpPr>
              <p:spPr bwMode="auto">
                <a:xfrm>
                  <a:off x="7132638" y="-501650"/>
                  <a:ext cx="42862" cy="61912"/>
                </a:xfrm>
                <a:custGeom>
                  <a:avLst/>
                  <a:gdLst>
                    <a:gd name="T0" fmla="*/ 0 w 25"/>
                    <a:gd name="T1" fmla="*/ 29 h 36"/>
                    <a:gd name="T2" fmla="*/ 7 w 25"/>
                    <a:gd name="T3" fmla="*/ 36 h 36"/>
                    <a:gd name="T4" fmla="*/ 18 w 25"/>
                    <a:gd name="T5" fmla="*/ 36 h 36"/>
                    <a:gd name="T6" fmla="*/ 25 w 25"/>
                    <a:gd name="T7" fmla="*/ 29 h 36"/>
                    <a:gd name="T8" fmla="*/ 25 w 25"/>
                    <a:gd name="T9" fmla="*/ 7 h 36"/>
                    <a:gd name="T10" fmla="*/ 18 w 25"/>
                    <a:gd name="T11" fmla="*/ 0 h 36"/>
                    <a:gd name="T12" fmla="*/ 7 w 25"/>
                    <a:gd name="T13" fmla="*/ 0 h 36"/>
                    <a:gd name="T14" fmla="*/ 0 w 25"/>
                    <a:gd name="T15" fmla="*/ 7 h 36"/>
                    <a:gd name="T16" fmla="*/ 0 w 25"/>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36">
                      <a:moveTo>
                        <a:pt x="0" y="29"/>
                      </a:moveTo>
                      <a:cubicBezTo>
                        <a:pt x="0" y="33"/>
                        <a:pt x="3" y="36"/>
                        <a:pt x="7" y="36"/>
                      </a:cubicBezTo>
                      <a:cubicBezTo>
                        <a:pt x="18" y="36"/>
                        <a:pt x="18" y="36"/>
                        <a:pt x="18" y="36"/>
                      </a:cubicBezTo>
                      <a:cubicBezTo>
                        <a:pt x="22" y="36"/>
                        <a:pt x="25" y="33"/>
                        <a:pt x="25" y="29"/>
                      </a:cubicBezTo>
                      <a:cubicBezTo>
                        <a:pt x="25" y="7"/>
                        <a:pt x="25" y="7"/>
                        <a:pt x="25" y="7"/>
                      </a:cubicBezTo>
                      <a:cubicBezTo>
                        <a:pt x="25" y="3"/>
                        <a:pt x="22" y="0"/>
                        <a:pt x="18" y="0"/>
                      </a:cubicBezTo>
                      <a:cubicBezTo>
                        <a:pt x="7" y="0"/>
                        <a:pt x="7" y="0"/>
                        <a:pt x="7" y="0"/>
                      </a:cubicBezTo>
                      <a:cubicBezTo>
                        <a:pt x="3" y="0"/>
                        <a:pt x="0" y="3"/>
                        <a:pt x="0" y="7"/>
                      </a:cubicBezTo>
                      <a:lnTo>
                        <a:pt x="0" y="29"/>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87" name="Freeform 416"/>
                <p:cNvSpPr>
                  <a:spLocks/>
                </p:cNvSpPr>
                <p:nvPr/>
              </p:nvSpPr>
              <p:spPr bwMode="auto">
                <a:xfrm>
                  <a:off x="7123113" y="-404813"/>
                  <a:ext cx="60325" cy="50800"/>
                </a:xfrm>
                <a:custGeom>
                  <a:avLst/>
                  <a:gdLst>
                    <a:gd name="T0" fmla="*/ 24 w 35"/>
                    <a:gd name="T1" fmla="*/ 24 h 30"/>
                    <a:gd name="T2" fmla="*/ 26 w 35"/>
                    <a:gd name="T3" fmla="*/ 18 h 30"/>
                    <a:gd name="T4" fmla="*/ 18 w 35"/>
                    <a:gd name="T5" fmla="*/ 9 h 30"/>
                    <a:gd name="T6" fmla="*/ 9 w 35"/>
                    <a:gd name="T7" fmla="*/ 18 h 30"/>
                    <a:gd name="T8" fmla="*/ 11 w 35"/>
                    <a:gd name="T9" fmla="*/ 24 h 30"/>
                    <a:gd name="T10" fmla="*/ 5 w 35"/>
                    <a:gd name="T11" fmla="*/ 30 h 30"/>
                    <a:gd name="T12" fmla="*/ 0 w 35"/>
                    <a:gd name="T13" fmla="*/ 18 h 30"/>
                    <a:gd name="T14" fmla="*/ 18 w 35"/>
                    <a:gd name="T15" fmla="*/ 0 h 30"/>
                    <a:gd name="T16" fmla="*/ 35 w 35"/>
                    <a:gd name="T17" fmla="*/ 18 h 30"/>
                    <a:gd name="T18" fmla="*/ 30 w 35"/>
                    <a:gd name="T19" fmla="*/ 30 h 30"/>
                    <a:gd name="T20" fmla="*/ 24 w 35"/>
                    <a:gd name="T2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0">
                      <a:moveTo>
                        <a:pt x="24" y="24"/>
                      </a:moveTo>
                      <a:cubicBezTo>
                        <a:pt x="25" y="22"/>
                        <a:pt x="26" y="20"/>
                        <a:pt x="26" y="18"/>
                      </a:cubicBezTo>
                      <a:cubicBezTo>
                        <a:pt x="26" y="13"/>
                        <a:pt x="22" y="9"/>
                        <a:pt x="18" y="9"/>
                      </a:cubicBezTo>
                      <a:cubicBezTo>
                        <a:pt x="13" y="9"/>
                        <a:pt x="9" y="13"/>
                        <a:pt x="9" y="18"/>
                      </a:cubicBezTo>
                      <a:cubicBezTo>
                        <a:pt x="9" y="20"/>
                        <a:pt x="10" y="22"/>
                        <a:pt x="11" y="24"/>
                      </a:cubicBezTo>
                      <a:cubicBezTo>
                        <a:pt x="5" y="30"/>
                        <a:pt x="5" y="30"/>
                        <a:pt x="5" y="30"/>
                      </a:cubicBezTo>
                      <a:cubicBezTo>
                        <a:pt x="2" y="27"/>
                        <a:pt x="0" y="22"/>
                        <a:pt x="0" y="18"/>
                      </a:cubicBezTo>
                      <a:cubicBezTo>
                        <a:pt x="0" y="8"/>
                        <a:pt x="8" y="0"/>
                        <a:pt x="18" y="0"/>
                      </a:cubicBezTo>
                      <a:cubicBezTo>
                        <a:pt x="27" y="0"/>
                        <a:pt x="35" y="8"/>
                        <a:pt x="35" y="18"/>
                      </a:cubicBezTo>
                      <a:cubicBezTo>
                        <a:pt x="35" y="22"/>
                        <a:pt x="33" y="27"/>
                        <a:pt x="30" y="30"/>
                      </a:cubicBezTo>
                      <a:lnTo>
                        <a:pt x="24" y="24"/>
                      </a:lnTo>
                      <a:close/>
                    </a:path>
                  </a:pathLst>
                </a:custGeom>
                <a:solidFill>
                  <a:schemeClr val="accent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grpSp>
      </p:grpSp>
      <p:grpSp>
        <p:nvGrpSpPr>
          <p:cNvPr id="88" name="Group 87"/>
          <p:cNvGrpSpPr/>
          <p:nvPr userDrawn="1"/>
        </p:nvGrpSpPr>
        <p:grpSpPr>
          <a:xfrm>
            <a:off x="4423075" y="4916478"/>
            <a:ext cx="1777011" cy="1604991"/>
            <a:chOff x="4362450" y="4945063"/>
            <a:chExt cx="1738312" cy="1570037"/>
          </a:xfrm>
        </p:grpSpPr>
        <p:sp>
          <p:nvSpPr>
            <p:cNvPr id="89" name="Rectangle 179"/>
            <p:cNvSpPr>
              <a:spLocks noChangeArrowheads="1"/>
            </p:cNvSpPr>
            <p:nvPr/>
          </p:nvSpPr>
          <p:spPr bwMode="auto">
            <a:xfrm>
              <a:off x="4362450" y="4945063"/>
              <a:ext cx="1738312" cy="1570037"/>
            </a:xfrm>
            <a:prstGeom prst="rect">
              <a:avLst/>
            </a:prstGeom>
            <a:solidFill>
              <a:schemeClr val="bg2">
                <a:lumMod val="8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pic>
          <p:nvPicPr>
            <p:cNvPr id="90" name="Picture 89"/>
            <p:cNvPicPr>
              <a:picLocks noChangeAspect="1"/>
            </p:cNvPicPr>
            <p:nvPr/>
          </p:nvPicPr>
          <p:blipFill>
            <a:blip r:embed="rId3"/>
            <a:stretch>
              <a:fillRect/>
            </a:stretch>
          </p:blipFill>
          <p:spPr>
            <a:xfrm>
              <a:off x="4411773" y="5203812"/>
              <a:ext cx="1639667" cy="1052538"/>
            </a:xfrm>
            <a:prstGeom prst="rect">
              <a:avLst/>
            </a:prstGeom>
          </p:spPr>
        </p:pic>
      </p:grpSp>
      <p:grpSp>
        <p:nvGrpSpPr>
          <p:cNvPr id="91" name="Group 90"/>
          <p:cNvGrpSpPr/>
          <p:nvPr userDrawn="1"/>
        </p:nvGrpSpPr>
        <p:grpSpPr>
          <a:xfrm>
            <a:off x="6055136" y="1212184"/>
            <a:ext cx="2072415" cy="1863601"/>
            <a:chOff x="6312693" y="1447156"/>
            <a:chExt cx="1766094" cy="1588144"/>
          </a:xfrm>
        </p:grpSpPr>
        <p:sp>
          <p:nvSpPr>
            <p:cNvPr id="92" name="Rectangle 98"/>
            <p:cNvSpPr>
              <a:spLocks noChangeArrowheads="1"/>
            </p:cNvSpPr>
            <p:nvPr/>
          </p:nvSpPr>
          <p:spPr bwMode="auto">
            <a:xfrm>
              <a:off x="6312693" y="1447156"/>
              <a:ext cx="1766094" cy="1588144"/>
            </a:xfrm>
            <a:prstGeom prst="rect">
              <a:avLst/>
            </a:prstGeom>
            <a:solidFill>
              <a:schemeClr val="bg2">
                <a:lumMod val="85000"/>
              </a:schemeClr>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nvGrpSpPr>
            <p:cNvPr id="93" name="Group 92"/>
            <p:cNvGrpSpPr/>
            <p:nvPr/>
          </p:nvGrpSpPr>
          <p:grpSpPr>
            <a:xfrm>
              <a:off x="6318250" y="1458913"/>
              <a:ext cx="1733550" cy="1576387"/>
              <a:chOff x="6318250" y="1458913"/>
              <a:chExt cx="1733550" cy="1576387"/>
            </a:xfrm>
          </p:grpSpPr>
          <p:sp>
            <p:nvSpPr>
              <p:cNvPr id="94" name="AutoShape 96"/>
              <p:cNvSpPr>
                <a:spLocks noChangeAspect="1" noChangeArrowheads="1" noTextEdit="1"/>
              </p:cNvSpPr>
              <p:nvPr/>
            </p:nvSpPr>
            <p:spPr bwMode="auto">
              <a:xfrm>
                <a:off x="6318250" y="1458913"/>
                <a:ext cx="1733550" cy="157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95" name="Freeform 420"/>
              <p:cNvSpPr>
                <a:spLocks/>
              </p:cNvSpPr>
              <p:nvPr/>
            </p:nvSpPr>
            <p:spPr bwMode="auto">
              <a:xfrm>
                <a:off x="6389688" y="2171700"/>
                <a:ext cx="550863" cy="644525"/>
              </a:xfrm>
              <a:custGeom>
                <a:avLst/>
                <a:gdLst>
                  <a:gd name="T0" fmla="*/ 0 w 228"/>
                  <a:gd name="T1" fmla="*/ 266 h 266"/>
                  <a:gd name="T2" fmla="*/ 89 w 228"/>
                  <a:gd name="T3" fmla="*/ 153 h 266"/>
                  <a:gd name="T4" fmla="*/ 83 w 228"/>
                  <a:gd name="T5" fmla="*/ 119 h 266"/>
                  <a:gd name="T6" fmla="*/ 83 w 228"/>
                  <a:gd name="T7" fmla="*/ 78 h 266"/>
                  <a:gd name="T8" fmla="*/ 150 w 228"/>
                  <a:gd name="T9" fmla="*/ 0 h 266"/>
                  <a:gd name="T10" fmla="*/ 228 w 228"/>
                  <a:gd name="T11" fmla="*/ 78 h 266"/>
                  <a:gd name="T12" fmla="*/ 228 w 228"/>
                  <a:gd name="T13" fmla="*/ 119 h 266"/>
                  <a:gd name="T14" fmla="*/ 185 w 228"/>
                  <a:gd name="T15" fmla="*/ 189 h 266"/>
                  <a:gd name="T16" fmla="*/ 129 w 228"/>
                  <a:gd name="T17" fmla="*/ 266 h 266"/>
                  <a:gd name="T18" fmla="*/ 0 w 228"/>
                  <a:gd name="T19"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266">
                    <a:moveTo>
                      <a:pt x="0" y="266"/>
                    </a:moveTo>
                    <a:cubicBezTo>
                      <a:pt x="89" y="153"/>
                      <a:pt x="89" y="153"/>
                      <a:pt x="89" y="153"/>
                    </a:cubicBezTo>
                    <a:cubicBezTo>
                      <a:pt x="85" y="143"/>
                      <a:pt x="83" y="131"/>
                      <a:pt x="83" y="119"/>
                    </a:cubicBezTo>
                    <a:cubicBezTo>
                      <a:pt x="83" y="78"/>
                      <a:pt x="83" y="78"/>
                      <a:pt x="83" y="78"/>
                    </a:cubicBezTo>
                    <a:cubicBezTo>
                      <a:pt x="83" y="35"/>
                      <a:pt x="108" y="0"/>
                      <a:pt x="150" y="0"/>
                    </a:cubicBezTo>
                    <a:cubicBezTo>
                      <a:pt x="193" y="0"/>
                      <a:pt x="228" y="35"/>
                      <a:pt x="228" y="78"/>
                    </a:cubicBezTo>
                    <a:cubicBezTo>
                      <a:pt x="228" y="119"/>
                      <a:pt x="228" y="119"/>
                      <a:pt x="228" y="119"/>
                    </a:cubicBezTo>
                    <a:cubicBezTo>
                      <a:pt x="228" y="150"/>
                      <a:pt x="210" y="176"/>
                      <a:pt x="185" y="189"/>
                    </a:cubicBezTo>
                    <a:cubicBezTo>
                      <a:pt x="129" y="266"/>
                      <a:pt x="129" y="266"/>
                      <a:pt x="129" y="266"/>
                    </a:cubicBezTo>
                    <a:cubicBezTo>
                      <a:pt x="0" y="266"/>
                      <a:pt x="0" y="266"/>
                      <a:pt x="0" y="266"/>
                    </a:cubicBezTo>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96" name="Freeform 421"/>
              <p:cNvSpPr>
                <a:spLocks/>
              </p:cNvSpPr>
              <p:nvPr/>
            </p:nvSpPr>
            <p:spPr bwMode="auto">
              <a:xfrm>
                <a:off x="6805613" y="2508250"/>
                <a:ext cx="130175" cy="82550"/>
              </a:xfrm>
              <a:custGeom>
                <a:avLst/>
                <a:gdLst>
                  <a:gd name="T0" fmla="*/ 34 w 54"/>
                  <a:gd name="T1" fmla="*/ 34 h 34"/>
                  <a:gd name="T2" fmla="*/ 0 w 54"/>
                  <a:gd name="T3" fmla="*/ 0 h 34"/>
                  <a:gd name="T4" fmla="*/ 54 w 54"/>
                  <a:gd name="T5" fmla="*/ 0 h 34"/>
                  <a:gd name="T6" fmla="*/ 34 w 54"/>
                  <a:gd name="T7" fmla="*/ 34 h 34"/>
                </a:gdLst>
                <a:ahLst/>
                <a:cxnLst>
                  <a:cxn ang="0">
                    <a:pos x="T0" y="T1"/>
                  </a:cxn>
                  <a:cxn ang="0">
                    <a:pos x="T2" y="T3"/>
                  </a:cxn>
                  <a:cxn ang="0">
                    <a:pos x="T4" y="T5"/>
                  </a:cxn>
                  <a:cxn ang="0">
                    <a:pos x="T6" y="T7"/>
                  </a:cxn>
                </a:cxnLst>
                <a:rect l="0" t="0" r="r" b="b"/>
                <a:pathLst>
                  <a:path w="54" h="34">
                    <a:moveTo>
                      <a:pt x="34" y="34"/>
                    </a:moveTo>
                    <a:cubicBezTo>
                      <a:pt x="0" y="0"/>
                      <a:pt x="0" y="0"/>
                      <a:pt x="0" y="0"/>
                    </a:cubicBezTo>
                    <a:cubicBezTo>
                      <a:pt x="54" y="0"/>
                      <a:pt x="54" y="0"/>
                      <a:pt x="54" y="0"/>
                    </a:cubicBezTo>
                    <a:cubicBezTo>
                      <a:pt x="50" y="13"/>
                      <a:pt x="44" y="25"/>
                      <a:pt x="34" y="34"/>
                    </a:cubicBezTo>
                  </a:path>
                </a:pathLst>
              </a:custGeom>
              <a:solidFill>
                <a:srgbClr val="CF8D17"/>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97" name="Freeform 422"/>
              <p:cNvSpPr>
                <a:spLocks/>
              </p:cNvSpPr>
              <p:nvPr/>
            </p:nvSpPr>
            <p:spPr bwMode="auto">
              <a:xfrm>
                <a:off x="6686551" y="1739900"/>
                <a:ext cx="1241425" cy="771525"/>
              </a:xfrm>
              <a:custGeom>
                <a:avLst/>
                <a:gdLst>
                  <a:gd name="T0" fmla="*/ 0 w 513"/>
                  <a:gd name="T1" fmla="*/ 311 h 318"/>
                  <a:gd name="T2" fmla="*/ 8 w 513"/>
                  <a:gd name="T3" fmla="*/ 318 h 318"/>
                  <a:gd name="T4" fmla="*/ 506 w 513"/>
                  <a:gd name="T5" fmla="*/ 318 h 318"/>
                  <a:gd name="T6" fmla="*/ 513 w 513"/>
                  <a:gd name="T7" fmla="*/ 311 h 318"/>
                  <a:gd name="T8" fmla="*/ 513 w 513"/>
                  <a:gd name="T9" fmla="*/ 7 h 318"/>
                  <a:gd name="T10" fmla="*/ 506 w 513"/>
                  <a:gd name="T11" fmla="*/ 0 h 318"/>
                  <a:gd name="T12" fmla="*/ 8 w 513"/>
                  <a:gd name="T13" fmla="*/ 0 h 318"/>
                  <a:gd name="T14" fmla="*/ 0 w 513"/>
                  <a:gd name="T15" fmla="*/ 7 h 318"/>
                  <a:gd name="T16" fmla="*/ 0 w 513"/>
                  <a:gd name="T17" fmla="*/ 311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318">
                    <a:moveTo>
                      <a:pt x="0" y="311"/>
                    </a:moveTo>
                    <a:cubicBezTo>
                      <a:pt x="0" y="315"/>
                      <a:pt x="4" y="318"/>
                      <a:pt x="8" y="318"/>
                    </a:cubicBezTo>
                    <a:cubicBezTo>
                      <a:pt x="506" y="318"/>
                      <a:pt x="506" y="318"/>
                      <a:pt x="506" y="318"/>
                    </a:cubicBezTo>
                    <a:cubicBezTo>
                      <a:pt x="510" y="318"/>
                      <a:pt x="513" y="315"/>
                      <a:pt x="513" y="311"/>
                    </a:cubicBezTo>
                    <a:cubicBezTo>
                      <a:pt x="513" y="7"/>
                      <a:pt x="513" y="7"/>
                      <a:pt x="513" y="7"/>
                    </a:cubicBezTo>
                    <a:cubicBezTo>
                      <a:pt x="513" y="3"/>
                      <a:pt x="510" y="0"/>
                      <a:pt x="506" y="0"/>
                    </a:cubicBezTo>
                    <a:cubicBezTo>
                      <a:pt x="8" y="0"/>
                      <a:pt x="8" y="0"/>
                      <a:pt x="8" y="0"/>
                    </a:cubicBezTo>
                    <a:cubicBezTo>
                      <a:pt x="4" y="0"/>
                      <a:pt x="0" y="3"/>
                      <a:pt x="0" y="7"/>
                    </a:cubicBezTo>
                    <a:cubicBezTo>
                      <a:pt x="0" y="311"/>
                      <a:pt x="0" y="311"/>
                      <a:pt x="0" y="31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98" name="Freeform 423"/>
              <p:cNvSpPr>
                <a:spLocks/>
              </p:cNvSpPr>
              <p:nvPr/>
            </p:nvSpPr>
            <p:spPr bwMode="auto">
              <a:xfrm>
                <a:off x="6783388" y="1831975"/>
                <a:ext cx="1047750" cy="579438"/>
              </a:xfrm>
              <a:custGeom>
                <a:avLst/>
                <a:gdLst>
                  <a:gd name="T0" fmla="*/ 0 w 433"/>
                  <a:gd name="T1" fmla="*/ 233 h 239"/>
                  <a:gd name="T2" fmla="*/ 6 w 433"/>
                  <a:gd name="T3" fmla="*/ 239 h 239"/>
                  <a:gd name="T4" fmla="*/ 427 w 433"/>
                  <a:gd name="T5" fmla="*/ 239 h 239"/>
                  <a:gd name="T6" fmla="*/ 433 w 433"/>
                  <a:gd name="T7" fmla="*/ 233 h 239"/>
                  <a:gd name="T8" fmla="*/ 433 w 433"/>
                  <a:gd name="T9" fmla="*/ 6 h 239"/>
                  <a:gd name="T10" fmla="*/ 427 w 433"/>
                  <a:gd name="T11" fmla="*/ 0 h 239"/>
                  <a:gd name="T12" fmla="*/ 6 w 433"/>
                  <a:gd name="T13" fmla="*/ 0 h 239"/>
                  <a:gd name="T14" fmla="*/ 0 w 433"/>
                  <a:gd name="T15" fmla="*/ 6 h 239"/>
                  <a:gd name="T16" fmla="*/ 0 w 433"/>
                  <a:gd name="T17" fmla="*/ 233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3" h="239">
                    <a:moveTo>
                      <a:pt x="0" y="233"/>
                    </a:moveTo>
                    <a:cubicBezTo>
                      <a:pt x="0" y="236"/>
                      <a:pt x="3" y="239"/>
                      <a:pt x="6" y="239"/>
                    </a:cubicBezTo>
                    <a:cubicBezTo>
                      <a:pt x="427" y="239"/>
                      <a:pt x="427" y="239"/>
                      <a:pt x="427" y="239"/>
                    </a:cubicBezTo>
                    <a:cubicBezTo>
                      <a:pt x="431" y="239"/>
                      <a:pt x="433" y="236"/>
                      <a:pt x="433" y="233"/>
                    </a:cubicBezTo>
                    <a:cubicBezTo>
                      <a:pt x="433" y="6"/>
                      <a:pt x="433" y="6"/>
                      <a:pt x="433" y="6"/>
                    </a:cubicBezTo>
                    <a:cubicBezTo>
                      <a:pt x="433" y="3"/>
                      <a:pt x="431" y="0"/>
                      <a:pt x="427" y="0"/>
                    </a:cubicBezTo>
                    <a:cubicBezTo>
                      <a:pt x="6" y="0"/>
                      <a:pt x="6" y="0"/>
                      <a:pt x="6" y="0"/>
                    </a:cubicBezTo>
                    <a:cubicBezTo>
                      <a:pt x="3" y="0"/>
                      <a:pt x="0" y="3"/>
                      <a:pt x="0" y="6"/>
                    </a:cubicBezTo>
                    <a:cubicBezTo>
                      <a:pt x="0" y="233"/>
                      <a:pt x="0" y="233"/>
                      <a:pt x="0" y="233"/>
                    </a:cubicBezTo>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99" name="Rectangle 424"/>
              <p:cNvSpPr>
                <a:spLocks noChangeArrowheads="1"/>
              </p:cNvSpPr>
              <p:nvPr/>
            </p:nvSpPr>
            <p:spPr bwMode="auto">
              <a:xfrm>
                <a:off x="6865938" y="1965325"/>
                <a:ext cx="244475"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0" name="Rectangle 425"/>
              <p:cNvSpPr>
                <a:spLocks noChangeArrowheads="1"/>
              </p:cNvSpPr>
              <p:nvPr/>
            </p:nvSpPr>
            <p:spPr bwMode="auto">
              <a:xfrm>
                <a:off x="6865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1" name="Rectangle 426"/>
              <p:cNvSpPr>
                <a:spLocks noChangeArrowheads="1"/>
              </p:cNvSpPr>
              <p:nvPr/>
            </p:nvSpPr>
            <p:spPr bwMode="auto">
              <a:xfrm>
                <a:off x="7119938" y="1965325"/>
                <a:ext cx="244475"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2" name="Rectangle 427"/>
              <p:cNvSpPr>
                <a:spLocks noChangeArrowheads="1"/>
              </p:cNvSpPr>
              <p:nvPr/>
            </p:nvSpPr>
            <p:spPr bwMode="auto">
              <a:xfrm>
                <a:off x="7119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3" name="Rectangle 428"/>
              <p:cNvSpPr>
                <a:spLocks noChangeArrowheads="1"/>
              </p:cNvSpPr>
              <p:nvPr/>
            </p:nvSpPr>
            <p:spPr bwMode="auto">
              <a:xfrm>
                <a:off x="7372351" y="1965325"/>
                <a:ext cx="1174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4" name="Rectangle 429"/>
              <p:cNvSpPr>
                <a:spLocks noChangeArrowheads="1"/>
              </p:cNvSpPr>
              <p:nvPr/>
            </p:nvSpPr>
            <p:spPr bwMode="auto">
              <a:xfrm>
                <a:off x="7372351" y="1965325"/>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5" name="Rectangle 430"/>
              <p:cNvSpPr>
                <a:spLocks noChangeArrowheads="1"/>
              </p:cNvSpPr>
              <p:nvPr/>
            </p:nvSpPr>
            <p:spPr bwMode="auto">
              <a:xfrm>
                <a:off x="7497763" y="1965325"/>
                <a:ext cx="115888"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6" name="Rectangle 431"/>
              <p:cNvSpPr>
                <a:spLocks noChangeArrowheads="1"/>
              </p:cNvSpPr>
              <p:nvPr/>
            </p:nvSpPr>
            <p:spPr bwMode="auto">
              <a:xfrm>
                <a:off x="7497763" y="1965325"/>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7" name="Rectangle 432"/>
              <p:cNvSpPr>
                <a:spLocks noChangeArrowheads="1"/>
              </p:cNvSpPr>
              <p:nvPr/>
            </p:nvSpPr>
            <p:spPr bwMode="auto">
              <a:xfrm>
                <a:off x="7372351" y="2090738"/>
                <a:ext cx="117475"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8" name="Rectangle 433"/>
              <p:cNvSpPr>
                <a:spLocks noChangeArrowheads="1"/>
              </p:cNvSpPr>
              <p:nvPr/>
            </p:nvSpPr>
            <p:spPr bwMode="auto">
              <a:xfrm>
                <a:off x="7372351" y="2090738"/>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09" name="Rectangle 434"/>
              <p:cNvSpPr>
                <a:spLocks noChangeArrowheads="1"/>
              </p:cNvSpPr>
              <p:nvPr/>
            </p:nvSpPr>
            <p:spPr bwMode="auto">
              <a:xfrm>
                <a:off x="6865938" y="2090738"/>
                <a:ext cx="119063"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0" name="Rectangle 435"/>
              <p:cNvSpPr>
                <a:spLocks noChangeArrowheads="1"/>
              </p:cNvSpPr>
              <p:nvPr/>
            </p:nvSpPr>
            <p:spPr bwMode="auto">
              <a:xfrm>
                <a:off x="6865938" y="2090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1" name="Rectangle 436"/>
              <p:cNvSpPr>
                <a:spLocks noChangeArrowheads="1"/>
              </p:cNvSpPr>
              <p:nvPr/>
            </p:nvSpPr>
            <p:spPr bwMode="auto">
              <a:xfrm>
                <a:off x="6865938" y="2217738"/>
                <a:ext cx="119063" cy="119063"/>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2" name="Rectangle 437"/>
              <p:cNvSpPr>
                <a:spLocks noChangeArrowheads="1"/>
              </p:cNvSpPr>
              <p:nvPr/>
            </p:nvSpPr>
            <p:spPr bwMode="auto">
              <a:xfrm>
                <a:off x="6865938"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3" name="Rectangle 438"/>
              <p:cNvSpPr>
                <a:spLocks noChangeArrowheads="1"/>
              </p:cNvSpPr>
              <p:nvPr/>
            </p:nvSpPr>
            <p:spPr bwMode="auto">
              <a:xfrm>
                <a:off x="6994526" y="2217738"/>
                <a:ext cx="119063"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4" name="Rectangle 439"/>
              <p:cNvSpPr>
                <a:spLocks noChangeArrowheads="1"/>
              </p:cNvSpPr>
              <p:nvPr/>
            </p:nvSpPr>
            <p:spPr bwMode="auto">
              <a:xfrm>
                <a:off x="6994526"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5" name="Rectangle 440"/>
              <p:cNvSpPr>
                <a:spLocks noChangeArrowheads="1"/>
              </p:cNvSpPr>
              <p:nvPr/>
            </p:nvSpPr>
            <p:spPr bwMode="auto">
              <a:xfrm>
                <a:off x="7119938" y="2090738"/>
                <a:ext cx="244475" cy="119063"/>
              </a:xfrm>
              <a:prstGeom prst="rect">
                <a:avLst/>
              </a:prstGeom>
              <a:solidFill>
                <a:srgbClr val="F9F7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6" name="Rectangle 441"/>
              <p:cNvSpPr>
                <a:spLocks noChangeArrowheads="1"/>
              </p:cNvSpPr>
              <p:nvPr/>
            </p:nvSpPr>
            <p:spPr bwMode="auto">
              <a:xfrm>
                <a:off x="7119938" y="2090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7" name="Rectangle 442"/>
              <p:cNvSpPr>
                <a:spLocks noChangeArrowheads="1"/>
              </p:cNvSpPr>
              <p:nvPr/>
            </p:nvSpPr>
            <p:spPr bwMode="auto">
              <a:xfrm>
                <a:off x="7119938" y="2217738"/>
                <a:ext cx="2444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8" name="Rectangle 443"/>
              <p:cNvSpPr>
                <a:spLocks noChangeArrowheads="1"/>
              </p:cNvSpPr>
              <p:nvPr/>
            </p:nvSpPr>
            <p:spPr bwMode="auto">
              <a:xfrm>
                <a:off x="7119938" y="2217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19" name="Rectangle 444"/>
              <p:cNvSpPr>
                <a:spLocks noChangeArrowheads="1"/>
              </p:cNvSpPr>
              <p:nvPr/>
            </p:nvSpPr>
            <p:spPr bwMode="auto">
              <a:xfrm>
                <a:off x="7369176" y="2297113"/>
                <a:ext cx="244475" cy="396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0" name="Rectangle 445"/>
              <p:cNvSpPr>
                <a:spLocks noChangeArrowheads="1"/>
              </p:cNvSpPr>
              <p:nvPr/>
            </p:nvSpPr>
            <p:spPr bwMode="auto">
              <a:xfrm>
                <a:off x="7369176" y="2297113"/>
                <a:ext cx="244475" cy="3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1" name="Rectangle 446"/>
              <p:cNvSpPr>
                <a:spLocks noChangeArrowheads="1"/>
              </p:cNvSpPr>
              <p:nvPr/>
            </p:nvSpPr>
            <p:spPr bwMode="auto">
              <a:xfrm>
                <a:off x="7369176" y="2217738"/>
                <a:ext cx="244475" cy="79375"/>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2" name="Rectangle 447"/>
              <p:cNvSpPr>
                <a:spLocks noChangeArrowheads="1"/>
              </p:cNvSpPr>
              <p:nvPr/>
            </p:nvSpPr>
            <p:spPr bwMode="auto">
              <a:xfrm>
                <a:off x="7369176" y="2217738"/>
                <a:ext cx="244475" cy="7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3" name="Rectangle 448"/>
              <p:cNvSpPr>
                <a:spLocks noChangeArrowheads="1"/>
              </p:cNvSpPr>
              <p:nvPr/>
            </p:nvSpPr>
            <p:spPr bwMode="auto">
              <a:xfrm>
                <a:off x="7497763" y="2090738"/>
                <a:ext cx="115888"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4" name="Rectangle 449"/>
              <p:cNvSpPr>
                <a:spLocks noChangeArrowheads="1"/>
              </p:cNvSpPr>
              <p:nvPr/>
            </p:nvSpPr>
            <p:spPr bwMode="auto">
              <a:xfrm>
                <a:off x="7497763" y="2090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5" name="Rectangle 450"/>
              <p:cNvSpPr>
                <a:spLocks noChangeArrowheads="1"/>
              </p:cNvSpPr>
              <p:nvPr/>
            </p:nvSpPr>
            <p:spPr bwMode="auto">
              <a:xfrm>
                <a:off x="7667626" y="2090738"/>
                <a:ext cx="115888" cy="119063"/>
              </a:xfrm>
              <a:prstGeom prst="rect">
                <a:avLst/>
              </a:prstGeom>
              <a:solidFill>
                <a:srgbClr val="6DC2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6" name="Rectangle 451"/>
              <p:cNvSpPr>
                <a:spLocks noChangeArrowheads="1"/>
              </p:cNvSpPr>
              <p:nvPr/>
            </p:nvSpPr>
            <p:spPr bwMode="auto">
              <a:xfrm>
                <a:off x="7667626" y="2090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7" name="Rectangle 452"/>
              <p:cNvSpPr>
                <a:spLocks noChangeArrowheads="1"/>
              </p:cNvSpPr>
              <p:nvPr/>
            </p:nvSpPr>
            <p:spPr bwMode="auto">
              <a:xfrm>
                <a:off x="7667626" y="2217738"/>
                <a:ext cx="115888"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8" name="Rectangle 453"/>
              <p:cNvSpPr>
                <a:spLocks noChangeArrowheads="1"/>
              </p:cNvSpPr>
              <p:nvPr/>
            </p:nvSpPr>
            <p:spPr bwMode="auto">
              <a:xfrm>
                <a:off x="7667626" y="2217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29" name="Rectangle 454"/>
              <p:cNvSpPr>
                <a:spLocks noChangeArrowheads="1"/>
              </p:cNvSpPr>
              <p:nvPr/>
            </p:nvSpPr>
            <p:spPr bwMode="auto">
              <a:xfrm>
                <a:off x="7789863" y="2090738"/>
                <a:ext cx="412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30" name="Rectangle 455"/>
              <p:cNvSpPr>
                <a:spLocks noChangeArrowheads="1"/>
              </p:cNvSpPr>
              <p:nvPr/>
            </p:nvSpPr>
            <p:spPr bwMode="auto">
              <a:xfrm>
                <a:off x="7789863" y="2217738"/>
                <a:ext cx="41275" cy="119063"/>
              </a:xfrm>
              <a:prstGeom prst="rect">
                <a:avLst/>
              </a:prstGeom>
              <a:solidFill>
                <a:srgbClr val="B01E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31" name="Rectangle 456"/>
              <p:cNvSpPr>
                <a:spLocks noChangeArrowheads="1"/>
              </p:cNvSpPr>
              <p:nvPr/>
            </p:nvSpPr>
            <p:spPr bwMode="auto">
              <a:xfrm>
                <a:off x="7789863" y="2217738"/>
                <a:ext cx="412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32" name="Rectangle 457"/>
              <p:cNvSpPr>
                <a:spLocks noChangeArrowheads="1"/>
              </p:cNvSpPr>
              <p:nvPr/>
            </p:nvSpPr>
            <p:spPr bwMode="auto">
              <a:xfrm>
                <a:off x="7667626" y="1965325"/>
                <a:ext cx="163513"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33" name="Freeform 458"/>
              <p:cNvSpPr>
                <a:spLocks/>
              </p:cNvSpPr>
              <p:nvPr/>
            </p:nvSpPr>
            <p:spPr bwMode="auto">
              <a:xfrm>
                <a:off x="6991351" y="2090738"/>
                <a:ext cx="119063" cy="119063"/>
              </a:xfrm>
              <a:custGeom>
                <a:avLst/>
                <a:gdLst>
                  <a:gd name="T0" fmla="*/ 38 w 75"/>
                  <a:gd name="T1" fmla="*/ 0 h 75"/>
                  <a:gd name="T2" fmla="*/ 0 w 75"/>
                  <a:gd name="T3" fmla="*/ 0 h 75"/>
                  <a:gd name="T4" fmla="*/ 0 w 75"/>
                  <a:gd name="T5" fmla="*/ 39 h 75"/>
                  <a:gd name="T6" fmla="*/ 0 w 75"/>
                  <a:gd name="T7" fmla="*/ 75 h 75"/>
                  <a:gd name="T8" fmla="*/ 38 w 75"/>
                  <a:gd name="T9" fmla="*/ 75 h 75"/>
                  <a:gd name="T10" fmla="*/ 75 w 75"/>
                  <a:gd name="T11" fmla="*/ 75 h 75"/>
                  <a:gd name="T12" fmla="*/ 75 w 75"/>
                  <a:gd name="T13" fmla="*/ 39 h 75"/>
                  <a:gd name="T14" fmla="*/ 75 w 75"/>
                  <a:gd name="T15" fmla="*/ 0 h 75"/>
                  <a:gd name="T16" fmla="*/ 38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38" y="0"/>
                    </a:moveTo>
                    <a:lnTo>
                      <a:pt x="0" y="0"/>
                    </a:lnTo>
                    <a:lnTo>
                      <a:pt x="0" y="39"/>
                    </a:lnTo>
                    <a:lnTo>
                      <a:pt x="0" y="75"/>
                    </a:lnTo>
                    <a:lnTo>
                      <a:pt x="38" y="75"/>
                    </a:lnTo>
                    <a:lnTo>
                      <a:pt x="75" y="75"/>
                    </a:lnTo>
                    <a:lnTo>
                      <a:pt x="75" y="39"/>
                    </a:lnTo>
                    <a:lnTo>
                      <a:pt x="75" y="0"/>
                    </a:lnTo>
                    <a:lnTo>
                      <a:pt x="38" y="0"/>
                    </a:lnTo>
                    <a:close/>
                  </a:path>
                </a:pathLst>
              </a:custGeom>
              <a:solidFill>
                <a:srgbClr val="00AD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34" name="Freeform 459"/>
              <p:cNvSpPr>
                <a:spLocks/>
              </p:cNvSpPr>
              <p:nvPr/>
            </p:nvSpPr>
            <p:spPr bwMode="auto">
              <a:xfrm>
                <a:off x="6991351" y="2090738"/>
                <a:ext cx="119063" cy="119063"/>
              </a:xfrm>
              <a:custGeom>
                <a:avLst/>
                <a:gdLst>
                  <a:gd name="T0" fmla="*/ 38 w 75"/>
                  <a:gd name="T1" fmla="*/ 0 h 75"/>
                  <a:gd name="T2" fmla="*/ 0 w 75"/>
                  <a:gd name="T3" fmla="*/ 0 h 75"/>
                  <a:gd name="T4" fmla="*/ 0 w 75"/>
                  <a:gd name="T5" fmla="*/ 39 h 75"/>
                  <a:gd name="T6" fmla="*/ 0 w 75"/>
                  <a:gd name="T7" fmla="*/ 75 h 75"/>
                  <a:gd name="T8" fmla="*/ 38 w 75"/>
                  <a:gd name="T9" fmla="*/ 75 h 75"/>
                  <a:gd name="T10" fmla="*/ 75 w 75"/>
                  <a:gd name="T11" fmla="*/ 75 h 75"/>
                  <a:gd name="T12" fmla="*/ 75 w 75"/>
                  <a:gd name="T13" fmla="*/ 39 h 75"/>
                  <a:gd name="T14" fmla="*/ 75 w 75"/>
                  <a:gd name="T15" fmla="*/ 0 h 75"/>
                  <a:gd name="T16" fmla="*/ 38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38" y="0"/>
                    </a:moveTo>
                    <a:lnTo>
                      <a:pt x="0" y="0"/>
                    </a:lnTo>
                    <a:lnTo>
                      <a:pt x="0" y="39"/>
                    </a:lnTo>
                    <a:lnTo>
                      <a:pt x="0" y="75"/>
                    </a:lnTo>
                    <a:lnTo>
                      <a:pt x="38" y="75"/>
                    </a:lnTo>
                    <a:lnTo>
                      <a:pt x="75" y="75"/>
                    </a:lnTo>
                    <a:lnTo>
                      <a:pt x="75" y="39"/>
                    </a:lnTo>
                    <a:lnTo>
                      <a:pt x="75" y="0"/>
                    </a:lnTo>
                    <a:lnTo>
                      <a:pt x="3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35" name="Rectangle 460"/>
              <p:cNvSpPr>
                <a:spLocks noChangeArrowheads="1"/>
              </p:cNvSpPr>
              <p:nvPr/>
            </p:nvSpPr>
            <p:spPr bwMode="auto">
              <a:xfrm>
                <a:off x="7780338" y="1870075"/>
                <a:ext cx="31750" cy="31750"/>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36" name="Rectangle 461"/>
              <p:cNvSpPr>
                <a:spLocks noChangeArrowheads="1"/>
              </p:cNvSpPr>
              <p:nvPr/>
            </p:nvSpPr>
            <p:spPr bwMode="auto">
              <a:xfrm>
                <a:off x="6865938" y="1868488"/>
                <a:ext cx="22292"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S</a:t>
                </a:r>
                <a:endParaRPr lang="en-US" altLang="en-US" sz="1764">
                  <a:solidFill>
                    <a:srgbClr val="404040"/>
                  </a:solidFill>
                </a:endParaRPr>
              </a:p>
            </p:txBody>
          </p:sp>
          <p:sp>
            <p:nvSpPr>
              <p:cNvPr id="137" name="Rectangle 462"/>
              <p:cNvSpPr>
                <a:spLocks noChangeArrowheads="1"/>
              </p:cNvSpPr>
              <p:nvPr/>
            </p:nvSpPr>
            <p:spPr bwMode="auto">
              <a:xfrm>
                <a:off x="6888163"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138" name="Rectangle 463"/>
              <p:cNvSpPr>
                <a:spLocks noChangeArrowheads="1"/>
              </p:cNvSpPr>
              <p:nvPr/>
            </p:nvSpPr>
            <p:spPr bwMode="auto">
              <a:xfrm>
                <a:off x="6902451" y="1868488"/>
                <a:ext cx="18113"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a</a:t>
                </a:r>
                <a:endParaRPr lang="en-US" altLang="en-US" sz="1764">
                  <a:solidFill>
                    <a:srgbClr val="404040"/>
                  </a:solidFill>
                </a:endParaRPr>
              </a:p>
            </p:txBody>
          </p:sp>
          <p:sp>
            <p:nvSpPr>
              <p:cNvPr id="139" name="Rectangle 464"/>
              <p:cNvSpPr>
                <a:spLocks noChangeArrowheads="1"/>
              </p:cNvSpPr>
              <p:nvPr/>
            </p:nvSpPr>
            <p:spPr bwMode="auto">
              <a:xfrm>
                <a:off x="6923088" y="1868488"/>
                <a:ext cx="11146"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r</a:t>
                </a:r>
                <a:endParaRPr lang="en-US" altLang="en-US" sz="1764">
                  <a:solidFill>
                    <a:srgbClr val="404040"/>
                  </a:solidFill>
                </a:endParaRPr>
              </a:p>
            </p:txBody>
          </p:sp>
          <p:sp>
            <p:nvSpPr>
              <p:cNvPr id="140" name="Rectangle 465"/>
              <p:cNvSpPr>
                <a:spLocks noChangeArrowheads="1"/>
              </p:cNvSpPr>
              <p:nvPr/>
            </p:nvSpPr>
            <p:spPr bwMode="auto">
              <a:xfrm>
                <a:off x="6940551"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141" name="Freeform 466"/>
              <p:cNvSpPr>
                <a:spLocks/>
              </p:cNvSpPr>
              <p:nvPr/>
            </p:nvSpPr>
            <p:spPr bwMode="auto">
              <a:xfrm>
                <a:off x="6686551" y="1739900"/>
                <a:ext cx="1241425" cy="771525"/>
              </a:xfrm>
              <a:custGeom>
                <a:avLst/>
                <a:gdLst>
                  <a:gd name="T0" fmla="*/ 209 w 513"/>
                  <a:gd name="T1" fmla="*/ 0 h 318"/>
                  <a:gd name="T2" fmla="*/ 8 w 513"/>
                  <a:gd name="T3" fmla="*/ 0 h 318"/>
                  <a:gd name="T4" fmla="*/ 0 w 513"/>
                  <a:gd name="T5" fmla="*/ 7 h 318"/>
                  <a:gd name="T6" fmla="*/ 0 w 513"/>
                  <a:gd name="T7" fmla="*/ 311 h 318"/>
                  <a:gd name="T8" fmla="*/ 8 w 513"/>
                  <a:gd name="T9" fmla="*/ 318 h 318"/>
                  <a:gd name="T10" fmla="*/ 506 w 513"/>
                  <a:gd name="T11" fmla="*/ 318 h 318"/>
                  <a:gd name="T12" fmla="*/ 513 w 513"/>
                  <a:gd name="T13" fmla="*/ 311 h 318"/>
                  <a:gd name="T14" fmla="*/ 513 w 513"/>
                  <a:gd name="T15" fmla="*/ 304 h 318"/>
                  <a:gd name="T16" fmla="*/ 473 w 513"/>
                  <a:gd name="T17" fmla="*/ 264 h 318"/>
                  <a:gd name="T18" fmla="*/ 473 w 513"/>
                  <a:gd name="T19" fmla="*/ 271 h 318"/>
                  <a:gd name="T20" fmla="*/ 467 w 513"/>
                  <a:gd name="T21" fmla="*/ 277 h 318"/>
                  <a:gd name="T22" fmla="*/ 46 w 513"/>
                  <a:gd name="T23" fmla="*/ 277 h 318"/>
                  <a:gd name="T24" fmla="*/ 40 w 513"/>
                  <a:gd name="T25" fmla="*/ 271 h 318"/>
                  <a:gd name="T26" fmla="*/ 40 w 513"/>
                  <a:gd name="T27" fmla="*/ 44 h 318"/>
                  <a:gd name="T28" fmla="*/ 46 w 513"/>
                  <a:gd name="T29" fmla="*/ 38 h 318"/>
                  <a:gd name="T30" fmla="*/ 248 w 513"/>
                  <a:gd name="T31" fmla="*/ 38 h 318"/>
                  <a:gd name="T32" fmla="*/ 209 w 513"/>
                  <a:gd name="T33"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3" h="318">
                    <a:moveTo>
                      <a:pt x="209" y="0"/>
                    </a:moveTo>
                    <a:cubicBezTo>
                      <a:pt x="8" y="0"/>
                      <a:pt x="8" y="0"/>
                      <a:pt x="8" y="0"/>
                    </a:cubicBezTo>
                    <a:cubicBezTo>
                      <a:pt x="4" y="0"/>
                      <a:pt x="0" y="3"/>
                      <a:pt x="0" y="7"/>
                    </a:cubicBezTo>
                    <a:cubicBezTo>
                      <a:pt x="0" y="311"/>
                      <a:pt x="0" y="311"/>
                      <a:pt x="0" y="311"/>
                    </a:cubicBezTo>
                    <a:cubicBezTo>
                      <a:pt x="0" y="315"/>
                      <a:pt x="4" y="318"/>
                      <a:pt x="8" y="318"/>
                    </a:cubicBezTo>
                    <a:cubicBezTo>
                      <a:pt x="506" y="318"/>
                      <a:pt x="506" y="318"/>
                      <a:pt x="506" y="318"/>
                    </a:cubicBezTo>
                    <a:cubicBezTo>
                      <a:pt x="510" y="318"/>
                      <a:pt x="513" y="315"/>
                      <a:pt x="513" y="311"/>
                    </a:cubicBezTo>
                    <a:cubicBezTo>
                      <a:pt x="513" y="304"/>
                      <a:pt x="513" y="304"/>
                      <a:pt x="513" y="304"/>
                    </a:cubicBezTo>
                    <a:cubicBezTo>
                      <a:pt x="473" y="264"/>
                      <a:pt x="473" y="264"/>
                      <a:pt x="473" y="264"/>
                    </a:cubicBezTo>
                    <a:cubicBezTo>
                      <a:pt x="473" y="271"/>
                      <a:pt x="473" y="271"/>
                      <a:pt x="473" y="271"/>
                    </a:cubicBezTo>
                    <a:cubicBezTo>
                      <a:pt x="473" y="274"/>
                      <a:pt x="471" y="277"/>
                      <a:pt x="467" y="277"/>
                    </a:cubicBezTo>
                    <a:cubicBezTo>
                      <a:pt x="46" y="277"/>
                      <a:pt x="46" y="277"/>
                      <a:pt x="46" y="277"/>
                    </a:cubicBezTo>
                    <a:cubicBezTo>
                      <a:pt x="43" y="277"/>
                      <a:pt x="40" y="274"/>
                      <a:pt x="40" y="271"/>
                    </a:cubicBezTo>
                    <a:cubicBezTo>
                      <a:pt x="40" y="44"/>
                      <a:pt x="40" y="44"/>
                      <a:pt x="40" y="44"/>
                    </a:cubicBezTo>
                    <a:cubicBezTo>
                      <a:pt x="40" y="41"/>
                      <a:pt x="43" y="38"/>
                      <a:pt x="46" y="38"/>
                    </a:cubicBezTo>
                    <a:cubicBezTo>
                      <a:pt x="248" y="38"/>
                      <a:pt x="248" y="38"/>
                      <a:pt x="248" y="38"/>
                    </a:cubicBezTo>
                    <a:cubicBezTo>
                      <a:pt x="209" y="0"/>
                      <a:pt x="209" y="0"/>
                      <a:pt x="209" y="0"/>
                    </a:cubicBezTo>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42" name="Freeform 467"/>
              <p:cNvSpPr>
                <a:spLocks noEditPoints="1"/>
              </p:cNvSpPr>
              <p:nvPr/>
            </p:nvSpPr>
            <p:spPr bwMode="auto">
              <a:xfrm>
                <a:off x="6783388" y="1831975"/>
                <a:ext cx="1047750" cy="579438"/>
              </a:xfrm>
              <a:custGeom>
                <a:avLst/>
                <a:gdLst>
                  <a:gd name="T0" fmla="*/ 242 w 433"/>
                  <a:gd name="T1" fmla="*/ 192 h 239"/>
                  <a:gd name="T2" fmla="*/ 343 w 433"/>
                  <a:gd name="T3" fmla="*/ 208 h 239"/>
                  <a:gd name="T4" fmla="*/ 34 w 433"/>
                  <a:gd name="T5" fmla="*/ 208 h 239"/>
                  <a:gd name="T6" fmla="*/ 83 w 433"/>
                  <a:gd name="T7" fmla="*/ 159 h 239"/>
                  <a:gd name="T8" fmla="*/ 34 w 433"/>
                  <a:gd name="T9" fmla="*/ 208 h 239"/>
                  <a:gd name="T10" fmla="*/ 87 w 433"/>
                  <a:gd name="T11" fmla="*/ 159 h 239"/>
                  <a:gd name="T12" fmla="*/ 136 w 433"/>
                  <a:gd name="T13" fmla="*/ 208 h 239"/>
                  <a:gd name="T14" fmla="*/ 139 w 433"/>
                  <a:gd name="T15" fmla="*/ 208 h 239"/>
                  <a:gd name="T16" fmla="*/ 240 w 433"/>
                  <a:gd name="T17" fmla="*/ 159 h 239"/>
                  <a:gd name="T18" fmla="*/ 139 w 433"/>
                  <a:gd name="T19" fmla="*/ 208 h 239"/>
                  <a:gd name="T20" fmla="*/ 242 w 433"/>
                  <a:gd name="T21" fmla="*/ 159 h 239"/>
                  <a:gd name="T22" fmla="*/ 343 w 433"/>
                  <a:gd name="T23" fmla="*/ 192 h 239"/>
                  <a:gd name="T24" fmla="*/ 34 w 433"/>
                  <a:gd name="T25" fmla="*/ 156 h 239"/>
                  <a:gd name="T26" fmla="*/ 83 w 433"/>
                  <a:gd name="T27" fmla="*/ 107 h 239"/>
                  <a:gd name="T28" fmla="*/ 34 w 433"/>
                  <a:gd name="T29" fmla="*/ 156 h 239"/>
                  <a:gd name="T30" fmla="*/ 86 w 433"/>
                  <a:gd name="T31" fmla="*/ 132 h 239"/>
                  <a:gd name="T32" fmla="*/ 111 w 433"/>
                  <a:gd name="T33" fmla="*/ 107 h 239"/>
                  <a:gd name="T34" fmla="*/ 135 w 433"/>
                  <a:gd name="T35" fmla="*/ 132 h 239"/>
                  <a:gd name="T36" fmla="*/ 111 w 433"/>
                  <a:gd name="T37" fmla="*/ 156 h 239"/>
                  <a:gd name="T38" fmla="*/ 139 w 433"/>
                  <a:gd name="T39" fmla="*/ 156 h 239"/>
                  <a:gd name="T40" fmla="*/ 240 w 433"/>
                  <a:gd name="T41" fmla="*/ 107 h 239"/>
                  <a:gd name="T42" fmla="*/ 139 w 433"/>
                  <a:gd name="T43" fmla="*/ 156 h 239"/>
                  <a:gd name="T44" fmla="*/ 243 w 433"/>
                  <a:gd name="T45" fmla="*/ 107 h 239"/>
                  <a:gd name="T46" fmla="*/ 292 w 433"/>
                  <a:gd name="T47" fmla="*/ 156 h 239"/>
                  <a:gd name="T48" fmla="*/ 34 w 433"/>
                  <a:gd name="T49" fmla="*/ 104 h 239"/>
                  <a:gd name="T50" fmla="*/ 135 w 433"/>
                  <a:gd name="T51" fmla="*/ 55 h 239"/>
                  <a:gd name="T52" fmla="*/ 34 w 433"/>
                  <a:gd name="T53" fmla="*/ 104 h 239"/>
                  <a:gd name="T54" fmla="*/ 139 w 433"/>
                  <a:gd name="T55" fmla="*/ 55 h 239"/>
                  <a:gd name="T56" fmla="*/ 240 w 433"/>
                  <a:gd name="T57" fmla="*/ 104 h 239"/>
                  <a:gd name="T58" fmla="*/ 35 w 433"/>
                  <a:gd name="T59" fmla="*/ 30 h 239"/>
                  <a:gd name="T60" fmla="*/ 70 w 433"/>
                  <a:gd name="T61" fmla="*/ 17 h 239"/>
                  <a:gd name="T62" fmla="*/ 35 w 433"/>
                  <a:gd name="T63" fmla="*/ 30 h 239"/>
                  <a:gd name="T64" fmla="*/ 6 w 433"/>
                  <a:gd name="T65" fmla="*/ 0 h 239"/>
                  <a:gd name="T66" fmla="*/ 0 w 433"/>
                  <a:gd name="T67" fmla="*/ 233 h 239"/>
                  <a:gd name="T68" fmla="*/ 427 w 433"/>
                  <a:gd name="T69" fmla="*/ 239 h 239"/>
                  <a:gd name="T70" fmla="*/ 433 w 433"/>
                  <a:gd name="T71" fmla="*/ 226 h 239"/>
                  <a:gd name="T72" fmla="*/ 413 w 433"/>
                  <a:gd name="T73" fmla="*/ 208 h 239"/>
                  <a:gd name="T74" fmla="*/ 365 w 433"/>
                  <a:gd name="T75" fmla="*/ 159 h 239"/>
                  <a:gd name="T76" fmla="*/ 343 w 433"/>
                  <a:gd name="T77" fmla="*/ 136 h 239"/>
                  <a:gd name="T78" fmla="*/ 295 w 433"/>
                  <a:gd name="T79" fmla="*/ 156 h 239"/>
                  <a:gd name="T80" fmla="*/ 315 w 433"/>
                  <a:gd name="T81" fmla="*/ 107 h 239"/>
                  <a:gd name="T82" fmla="*/ 295 w 433"/>
                  <a:gd name="T83" fmla="*/ 104 h 239"/>
                  <a:gd name="T84" fmla="*/ 292 w 433"/>
                  <a:gd name="T85" fmla="*/ 84 h 239"/>
                  <a:gd name="T86" fmla="*/ 243 w 433"/>
                  <a:gd name="T87" fmla="*/ 104 h 239"/>
                  <a:gd name="T88" fmla="*/ 263 w 433"/>
                  <a:gd name="T89" fmla="*/ 5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33" h="239">
                    <a:moveTo>
                      <a:pt x="242" y="208"/>
                    </a:moveTo>
                    <a:cubicBezTo>
                      <a:pt x="242" y="192"/>
                      <a:pt x="242" y="192"/>
                      <a:pt x="242" y="192"/>
                    </a:cubicBezTo>
                    <a:cubicBezTo>
                      <a:pt x="343" y="192"/>
                      <a:pt x="343" y="192"/>
                      <a:pt x="343" y="192"/>
                    </a:cubicBezTo>
                    <a:cubicBezTo>
                      <a:pt x="343" y="208"/>
                      <a:pt x="343" y="208"/>
                      <a:pt x="343" y="208"/>
                    </a:cubicBezTo>
                    <a:cubicBezTo>
                      <a:pt x="242" y="208"/>
                      <a:pt x="242" y="208"/>
                      <a:pt x="242" y="208"/>
                    </a:cubicBezTo>
                    <a:moveTo>
                      <a:pt x="34" y="208"/>
                    </a:moveTo>
                    <a:cubicBezTo>
                      <a:pt x="34" y="159"/>
                      <a:pt x="34" y="159"/>
                      <a:pt x="34" y="159"/>
                    </a:cubicBezTo>
                    <a:cubicBezTo>
                      <a:pt x="83" y="159"/>
                      <a:pt x="83" y="159"/>
                      <a:pt x="83" y="159"/>
                    </a:cubicBezTo>
                    <a:cubicBezTo>
                      <a:pt x="83" y="208"/>
                      <a:pt x="83" y="208"/>
                      <a:pt x="83" y="208"/>
                    </a:cubicBezTo>
                    <a:cubicBezTo>
                      <a:pt x="34" y="208"/>
                      <a:pt x="34" y="208"/>
                      <a:pt x="34" y="208"/>
                    </a:cubicBezTo>
                    <a:moveTo>
                      <a:pt x="87" y="208"/>
                    </a:moveTo>
                    <a:cubicBezTo>
                      <a:pt x="87" y="159"/>
                      <a:pt x="87" y="159"/>
                      <a:pt x="87" y="159"/>
                    </a:cubicBezTo>
                    <a:cubicBezTo>
                      <a:pt x="136" y="159"/>
                      <a:pt x="136" y="159"/>
                      <a:pt x="136" y="159"/>
                    </a:cubicBezTo>
                    <a:cubicBezTo>
                      <a:pt x="136" y="208"/>
                      <a:pt x="136" y="208"/>
                      <a:pt x="136" y="208"/>
                    </a:cubicBezTo>
                    <a:cubicBezTo>
                      <a:pt x="87" y="208"/>
                      <a:pt x="87" y="208"/>
                      <a:pt x="87" y="208"/>
                    </a:cubicBezTo>
                    <a:moveTo>
                      <a:pt x="139" y="208"/>
                    </a:moveTo>
                    <a:cubicBezTo>
                      <a:pt x="139" y="159"/>
                      <a:pt x="139" y="159"/>
                      <a:pt x="139" y="159"/>
                    </a:cubicBezTo>
                    <a:cubicBezTo>
                      <a:pt x="240" y="159"/>
                      <a:pt x="240" y="159"/>
                      <a:pt x="240" y="159"/>
                    </a:cubicBezTo>
                    <a:cubicBezTo>
                      <a:pt x="240" y="208"/>
                      <a:pt x="240" y="208"/>
                      <a:pt x="240" y="208"/>
                    </a:cubicBezTo>
                    <a:cubicBezTo>
                      <a:pt x="139" y="208"/>
                      <a:pt x="139" y="208"/>
                      <a:pt x="139" y="208"/>
                    </a:cubicBezTo>
                    <a:moveTo>
                      <a:pt x="242" y="192"/>
                    </a:moveTo>
                    <a:cubicBezTo>
                      <a:pt x="242" y="159"/>
                      <a:pt x="242" y="159"/>
                      <a:pt x="242" y="159"/>
                    </a:cubicBezTo>
                    <a:cubicBezTo>
                      <a:pt x="343" y="159"/>
                      <a:pt x="343" y="159"/>
                      <a:pt x="343" y="159"/>
                    </a:cubicBezTo>
                    <a:cubicBezTo>
                      <a:pt x="343" y="192"/>
                      <a:pt x="343" y="192"/>
                      <a:pt x="343" y="192"/>
                    </a:cubicBezTo>
                    <a:cubicBezTo>
                      <a:pt x="242" y="192"/>
                      <a:pt x="242" y="192"/>
                      <a:pt x="242" y="192"/>
                    </a:cubicBezTo>
                    <a:moveTo>
                      <a:pt x="34" y="156"/>
                    </a:moveTo>
                    <a:cubicBezTo>
                      <a:pt x="34" y="107"/>
                      <a:pt x="34" y="107"/>
                      <a:pt x="34" y="107"/>
                    </a:cubicBezTo>
                    <a:cubicBezTo>
                      <a:pt x="83" y="107"/>
                      <a:pt x="83" y="107"/>
                      <a:pt x="83" y="107"/>
                    </a:cubicBezTo>
                    <a:cubicBezTo>
                      <a:pt x="83" y="156"/>
                      <a:pt x="83" y="156"/>
                      <a:pt x="83" y="156"/>
                    </a:cubicBezTo>
                    <a:cubicBezTo>
                      <a:pt x="34" y="156"/>
                      <a:pt x="34" y="156"/>
                      <a:pt x="34" y="156"/>
                    </a:cubicBezTo>
                    <a:moveTo>
                      <a:pt x="86" y="156"/>
                    </a:moveTo>
                    <a:cubicBezTo>
                      <a:pt x="86" y="132"/>
                      <a:pt x="86" y="132"/>
                      <a:pt x="86" y="132"/>
                    </a:cubicBezTo>
                    <a:cubicBezTo>
                      <a:pt x="86" y="107"/>
                      <a:pt x="86" y="107"/>
                      <a:pt x="86" y="107"/>
                    </a:cubicBezTo>
                    <a:cubicBezTo>
                      <a:pt x="111" y="107"/>
                      <a:pt x="111" y="107"/>
                      <a:pt x="111" y="107"/>
                    </a:cubicBezTo>
                    <a:cubicBezTo>
                      <a:pt x="135" y="107"/>
                      <a:pt x="135" y="107"/>
                      <a:pt x="135" y="107"/>
                    </a:cubicBezTo>
                    <a:cubicBezTo>
                      <a:pt x="135" y="132"/>
                      <a:pt x="135" y="132"/>
                      <a:pt x="135" y="132"/>
                    </a:cubicBezTo>
                    <a:cubicBezTo>
                      <a:pt x="135" y="156"/>
                      <a:pt x="135" y="156"/>
                      <a:pt x="135" y="156"/>
                    </a:cubicBezTo>
                    <a:cubicBezTo>
                      <a:pt x="111" y="156"/>
                      <a:pt x="111" y="156"/>
                      <a:pt x="111" y="156"/>
                    </a:cubicBezTo>
                    <a:cubicBezTo>
                      <a:pt x="86" y="156"/>
                      <a:pt x="86" y="156"/>
                      <a:pt x="86" y="156"/>
                    </a:cubicBezTo>
                    <a:moveTo>
                      <a:pt x="139" y="156"/>
                    </a:moveTo>
                    <a:cubicBezTo>
                      <a:pt x="139" y="107"/>
                      <a:pt x="139" y="107"/>
                      <a:pt x="139" y="107"/>
                    </a:cubicBezTo>
                    <a:cubicBezTo>
                      <a:pt x="240" y="107"/>
                      <a:pt x="240" y="107"/>
                      <a:pt x="240" y="107"/>
                    </a:cubicBezTo>
                    <a:cubicBezTo>
                      <a:pt x="240" y="156"/>
                      <a:pt x="240" y="156"/>
                      <a:pt x="240" y="156"/>
                    </a:cubicBezTo>
                    <a:cubicBezTo>
                      <a:pt x="139" y="156"/>
                      <a:pt x="139" y="156"/>
                      <a:pt x="139" y="156"/>
                    </a:cubicBezTo>
                    <a:moveTo>
                      <a:pt x="243" y="156"/>
                    </a:moveTo>
                    <a:cubicBezTo>
                      <a:pt x="243" y="107"/>
                      <a:pt x="243" y="107"/>
                      <a:pt x="243" y="107"/>
                    </a:cubicBezTo>
                    <a:cubicBezTo>
                      <a:pt x="292" y="107"/>
                      <a:pt x="292" y="107"/>
                      <a:pt x="292" y="107"/>
                    </a:cubicBezTo>
                    <a:cubicBezTo>
                      <a:pt x="292" y="156"/>
                      <a:pt x="292" y="156"/>
                      <a:pt x="292" y="156"/>
                    </a:cubicBezTo>
                    <a:cubicBezTo>
                      <a:pt x="243" y="156"/>
                      <a:pt x="243" y="156"/>
                      <a:pt x="243" y="156"/>
                    </a:cubicBezTo>
                    <a:moveTo>
                      <a:pt x="34" y="104"/>
                    </a:moveTo>
                    <a:cubicBezTo>
                      <a:pt x="34" y="55"/>
                      <a:pt x="34" y="55"/>
                      <a:pt x="34" y="55"/>
                    </a:cubicBezTo>
                    <a:cubicBezTo>
                      <a:pt x="135" y="55"/>
                      <a:pt x="135" y="55"/>
                      <a:pt x="135" y="55"/>
                    </a:cubicBezTo>
                    <a:cubicBezTo>
                      <a:pt x="135" y="104"/>
                      <a:pt x="135" y="104"/>
                      <a:pt x="135" y="104"/>
                    </a:cubicBezTo>
                    <a:cubicBezTo>
                      <a:pt x="34" y="104"/>
                      <a:pt x="34" y="104"/>
                      <a:pt x="34" y="104"/>
                    </a:cubicBezTo>
                    <a:moveTo>
                      <a:pt x="139" y="104"/>
                    </a:moveTo>
                    <a:cubicBezTo>
                      <a:pt x="139" y="55"/>
                      <a:pt x="139" y="55"/>
                      <a:pt x="139" y="55"/>
                    </a:cubicBezTo>
                    <a:cubicBezTo>
                      <a:pt x="240" y="55"/>
                      <a:pt x="240" y="55"/>
                      <a:pt x="240" y="55"/>
                    </a:cubicBezTo>
                    <a:cubicBezTo>
                      <a:pt x="240" y="104"/>
                      <a:pt x="240" y="104"/>
                      <a:pt x="240" y="104"/>
                    </a:cubicBezTo>
                    <a:cubicBezTo>
                      <a:pt x="139" y="104"/>
                      <a:pt x="139" y="104"/>
                      <a:pt x="139" y="104"/>
                    </a:cubicBezTo>
                    <a:moveTo>
                      <a:pt x="35" y="30"/>
                    </a:moveTo>
                    <a:cubicBezTo>
                      <a:pt x="35" y="17"/>
                      <a:pt x="35" y="17"/>
                      <a:pt x="35" y="17"/>
                    </a:cubicBezTo>
                    <a:cubicBezTo>
                      <a:pt x="70" y="17"/>
                      <a:pt x="70" y="17"/>
                      <a:pt x="70" y="17"/>
                    </a:cubicBezTo>
                    <a:cubicBezTo>
                      <a:pt x="70" y="30"/>
                      <a:pt x="70" y="30"/>
                      <a:pt x="70" y="30"/>
                    </a:cubicBezTo>
                    <a:cubicBezTo>
                      <a:pt x="35" y="30"/>
                      <a:pt x="35" y="30"/>
                      <a:pt x="35" y="30"/>
                    </a:cubicBezTo>
                    <a:moveTo>
                      <a:pt x="208" y="0"/>
                    </a:moveTo>
                    <a:cubicBezTo>
                      <a:pt x="6" y="0"/>
                      <a:pt x="6" y="0"/>
                      <a:pt x="6" y="0"/>
                    </a:cubicBezTo>
                    <a:cubicBezTo>
                      <a:pt x="3" y="0"/>
                      <a:pt x="0" y="3"/>
                      <a:pt x="0" y="6"/>
                    </a:cubicBezTo>
                    <a:cubicBezTo>
                      <a:pt x="0" y="233"/>
                      <a:pt x="0" y="233"/>
                      <a:pt x="0" y="233"/>
                    </a:cubicBezTo>
                    <a:cubicBezTo>
                      <a:pt x="0" y="236"/>
                      <a:pt x="3" y="239"/>
                      <a:pt x="6" y="239"/>
                    </a:cubicBezTo>
                    <a:cubicBezTo>
                      <a:pt x="427" y="239"/>
                      <a:pt x="427" y="239"/>
                      <a:pt x="427" y="239"/>
                    </a:cubicBezTo>
                    <a:cubicBezTo>
                      <a:pt x="431" y="239"/>
                      <a:pt x="433" y="236"/>
                      <a:pt x="433" y="233"/>
                    </a:cubicBezTo>
                    <a:cubicBezTo>
                      <a:pt x="433" y="226"/>
                      <a:pt x="433" y="226"/>
                      <a:pt x="433" y="226"/>
                    </a:cubicBezTo>
                    <a:cubicBezTo>
                      <a:pt x="413" y="206"/>
                      <a:pt x="413" y="206"/>
                      <a:pt x="413" y="206"/>
                    </a:cubicBezTo>
                    <a:cubicBezTo>
                      <a:pt x="413" y="208"/>
                      <a:pt x="413" y="208"/>
                      <a:pt x="413" y="208"/>
                    </a:cubicBezTo>
                    <a:cubicBezTo>
                      <a:pt x="365" y="208"/>
                      <a:pt x="365" y="208"/>
                      <a:pt x="365" y="208"/>
                    </a:cubicBezTo>
                    <a:cubicBezTo>
                      <a:pt x="365" y="159"/>
                      <a:pt x="365" y="159"/>
                      <a:pt x="365" y="159"/>
                    </a:cubicBezTo>
                    <a:cubicBezTo>
                      <a:pt x="366" y="159"/>
                      <a:pt x="366" y="159"/>
                      <a:pt x="366" y="159"/>
                    </a:cubicBezTo>
                    <a:cubicBezTo>
                      <a:pt x="343" y="136"/>
                      <a:pt x="343" y="136"/>
                      <a:pt x="343" y="136"/>
                    </a:cubicBezTo>
                    <a:cubicBezTo>
                      <a:pt x="343" y="156"/>
                      <a:pt x="343" y="156"/>
                      <a:pt x="343" y="156"/>
                    </a:cubicBezTo>
                    <a:cubicBezTo>
                      <a:pt x="295" y="156"/>
                      <a:pt x="295" y="156"/>
                      <a:pt x="295" y="156"/>
                    </a:cubicBezTo>
                    <a:cubicBezTo>
                      <a:pt x="295" y="107"/>
                      <a:pt x="295" y="107"/>
                      <a:pt x="295" y="107"/>
                    </a:cubicBezTo>
                    <a:cubicBezTo>
                      <a:pt x="315" y="107"/>
                      <a:pt x="315" y="107"/>
                      <a:pt x="315" y="107"/>
                    </a:cubicBezTo>
                    <a:cubicBezTo>
                      <a:pt x="311" y="104"/>
                      <a:pt x="311" y="104"/>
                      <a:pt x="311" y="104"/>
                    </a:cubicBezTo>
                    <a:cubicBezTo>
                      <a:pt x="295" y="104"/>
                      <a:pt x="295" y="104"/>
                      <a:pt x="295" y="104"/>
                    </a:cubicBezTo>
                    <a:cubicBezTo>
                      <a:pt x="295" y="87"/>
                      <a:pt x="295" y="87"/>
                      <a:pt x="295" y="87"/>
                    </a:cubicBezTo>
                    <a:cubicBezTo>
                      <a:pt x="292" y="84"/>
                      <a:pt x="292" y="84"/>
                      <a:pt x="292" y="84"/>
                    </a:cubicBezTo>
                    <a:cubicBezTo>
                      <a:pt x="292" y="104"/>
                      <a:pt x="292" y="104"/>
                      <a:pt x="292" y="104"/>
                    </a:cubicBezTo>
                    <a:cubicBezTo>
                      <a:pt x="243" y="104"/>
                      <a:pt x="243" y="104"/>
                      <a:pt x="243" y="104"/>
                    </a:cubicBezTo>
                    <a:cubicBezTo>
                      <a:pt x="243" y="55"/>
                      <a:pt x="243" y="55"/>
                      <a:pt x="243" y="55"/>
                    </a:cubicBezTo>
                    <a:cubicBezTo>
                      <a:pt x="263" y="55"/>
                      <a:pt x="263" y="55"/>
                      <a:pt x="263" y="55"/>
                    </a:cubicBezTo>
                    <a:cubicBezTo>
                      <a:pt x="208" y="0"/>
                      <a:pt x="208" y="0"/>
                      <a:pt x="208" y="0"/>
                    </a:cubicBezTo>
                  </a:path>
                </a:pathLst>
              </a:custGeom>
              <a:solidFill>
                <a:srgbClr val="F033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43" name="Rectangle 468"/>
              <p:cNvSpPr>
                <a:spLocks noChangeArrowheads="1"/>
              </p:cNvSpPr>
              <p:nvPr/>
            </p:nvSpPr>
            <p:spPr bwMode="auto">
              <a:xfrm>
                <a:off x="6865938" y="1965325"/>
                <a:ext cx="244475"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44" name="Rectangle 469"/>
              <p:cNvSpPr>
                <a:spLocks noChangeArrowheads="1"/>
              </p:cNvSpPr>
              <p:nvPr/>
            </p:nvSpPr>
            <p:spPr bwMode="auto">
              <a:xfrm>
                <a:off x="6865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45" name="Rectangle 470"/>
              <p:cNvSpPr>
                <a:spLocks noChangeArrowheads="1"/>
              </p:cNvSpPr>
              <p:nvPr/>
            </p:nvSpPr>
            <p:spPr bwMode="auto">
              <a:xfrm>
                <a:off x="7119938" y="1965325"/>
                <a:ext cx="244475"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46" name="Rectangle 471"/>
              <p:cNvSpPr>
                <a:spLocks noChangeArrowheads="1"/>
              </p:cNvSpPr>
              <p:nvPr/>
            </p:nvSpPr>
            <p:spPr bwMode="auto">
              <a:xfrm>
                <a:off x="7119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47" name="Freeform 472"/>
              <p:cNvSpPr>
                <a:spLocks/>
              </p:cNvSpPr>
              <p:nvPr/>
            </p:nvSpPr>
            <p:spPr bwMode="auto">
              <a:xfrm>
                <a:off x="7372351" y="1965325"/>
                <a:ext cx="117475" cy="119063"/>
              </a:xfrm>
              <a:custGeom>
                <a:avLst/>
                <a:gdLst>
                  <a:gd name="T0" fmla="*/ 30 w 74"/>
                  <a:gd name="T1" fmla="*/ 0 h 75"/>
                  <a:gd name="T2" fmla="*/ 0 w 74"/>
                  <a:gd name="T3" fmla="*/ 0 h 75"/>
                  <a:gd name="T4" fmla="*/ 0 w 74"/>
                  <a:gd name="T5" fmla="*/ 75 h 75"/>
                  <a:gd name="T6" fmla="*/ 74 w 74"/>
                  <a:gd name="T7" fmla="*/ 75 h 75"/>
                  <a:gd name="T8" fmla="*/ 74 w 74"/>
                  <a:gd name="T9" fmla="*/ 44 h 75"/>
                  <a:gd name="T10" fmla="*/ 30 w 74"/>
                  <a:gd name="T11" fmla="*/ 0 h 75"/>
                </a:gdLst>
                <a:ahLst/>
                <a:cxnLst>
                  <a:cxn ang="0">
                    <a:pos x="T0" y="T1"/>
                  </a:cxn>
                  <a:cxn ang="0">
                    <a:pos x="T2" y="T3"/>
                  </a:cxn>
                  <a:cxn ang="0">
                    <a:pos x="T4" y="T5"/>
                  </a:cxn>
                  <a:cxn ang="0">
                    <a:pos x="T6" y="T7"/>
                  </a:cxn>
                  <a:cxn ang="0">
                    <a:pos x="T8" y="T9"/>
                  </a:cxn>
                  <a:cxn ang="0">
                    <a:pos x="T10" y="T11"/>
                  </a:cxn>
                </a:cxnLst>
                <a:rect l="0" t="0" r="r" b="b"/>
                <a:pathLst>
                  <a:path w="74" h="75">
                    <a:moveTo>
                      <a:pt x="30" y="0"/>
                    </a:moveTo>
                    <a:lnTo>
                      <a:pt x="0" y="0"/>
                    </a:lnTo>
                    <a:lnTo>
                      <a:pt x="0" y="75"/>
                    </a:lnTo>
                    <a:lnTo>
                      <a:pt x="74" y="75"/>
                    </a:lnTo>
                    <a:lnTo>
                      <a:pt x="74" y="44"/>
                    </a:lnTo>
                    <a:lnTo>
                      <a:pt x="30" y="0"/>
                    </a:lnTo>
                    <a:close/>
                  </a:path>
                </a:pathLst>
              </a:custGeom>
              <a:solidFill>
                <a:srgbClr val="3346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48" name="Freeform 473"/>
              <p:cNvSpPr>
                <a:spLocks/>
              </p:cNvSpPr>
              <p:nvPr/>
            </p:nvSpPr>
            <p:spPr bwMode="auto">
              <a:xfrm>
                <a:off x="7372351" y="1965325"/>
                <a:ext cx="117475" cy="119063"/>
              </a:xfrm>
              <a:custGeom>
                <a:avLst/>
                <a:gdLst>
                  <a:gd name="T0" fmla="*/ 30 w 74"/>
                  <a:gd name="T1" fmla="*/ 0 h 75"/>
                  <a:gd name="T2" fmla="*/ 0 w 74"/>
                  <a:gd name="T3" fmla="*/ 0 h 75"/>
                  <a:gd name="T4" fmla="*/ 0 w 74"/>
                  <a:gd name="T5" fmla="*/ 75 h 75"/>
                  <a:gd name="T6" fmla="*/ 74 w 74"/>
                  <a:gd name="T7" fmla="*/ 75 h 75"/>
                  <a:gd name="T8" fmla="*/ 74 w 74"/>
                  <a:gd name="T9" fmla="*/ 44 h 75"/>
                  <a:gd name="T10" fmla="*/ 30 w 74"/>
                  <a:gd name="T11" fmla="*/ 0 h 75"/>
                </a:gdLst>
                <a:ahLst/>
                <a:cxnLst>
                  <a:cxn ang="0">
                    <a:pos x="T0" y="T1"/>
                  </a:cxn>
                  <a:cxn ang="0">
                    <a:pos x="T2" y="T3"/>
                  </a:cxn>
                  <a:cxn ang="0">
                    <a:pos x="T4" y="T5"/>
                  </a:cxn>
                  <a:cxn ang="0">
                    <a:pos x="T6" y="T7"/>
                  </a:cxn>
                  <a:cxn ang="0">
                    <a:pos x="T8" y="T9"/>
                  </a:cxn>
                  <a:cxn ang="0">
                    <a:pos x="T10" y="T11"/>
                  </a:cxn>
                </a:cxnLst>
                <a:rect l="0" t="0" r="r" b="b"/>
                <a:pathLst>
                  <a:path w="74" h="75">
                    <a:moveTo>
                      <a:pt x="30" y="0"/>
                    </a:moveTo>
                    <a:lnTo>
                      <a:pt x="0" y="0"/>
                    </a:lnTo>
                    <a:lnTo>
                      <a:pt x="0" y="75"/>
                    </a:lnTo>
                    <a:lnTo>
                      <a:pt x="74" y="75"/>
                    </a:lnTo>
                    <a:lnTo>
                      <a:pt x="74" y="44"/>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49" name="Freeform 474"/>
              <p:cNvSpPr>
                <a:spLocks/>
              </p:cNvSpPr>
              <p:nvPr/>
            </p:nvSpPr>
            <p:spPr bwMode="auto">
              <a:xfrm>
                <a:off x="7497763" y="2043113"/>
                <a:ext cx="38100" cy="41275"/>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lnTo>
                      <a:pt x="0" y="26"/>
                    </a:lnTo>
                    <a:lnTo>
                      <a:pt x="24" y="26"/>
                    </a:lnTo>
                    <a:lnTo>
                      <a:pt x="0" y="0"/>
                    </a:lnTo>
                    <a:close/>
                  </a:path>
                </a:pathLst>
              </a:custGeom>
              <a:solidFill>
                <a:srgbClr val="99C8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0" name="Freeform 475"/>
              <p:cNvSpPr>
                <a:spLocks/>
              </p:cNvSpPr>
              <p:nvPr/>
            </p:nvSpPr>
            <p:spPr bwMode="auto">
              <a:xfrm>
                <a:off x="7497763" y="2043113"/>
                <a:ext cx="38100" cy="41275"/>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lnTo>
                      <a:pt x="0" y="26"/>
                    </a:lnTo>
                    <a:lnTo>
                      <a:pt x="24" y="2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1" name="Rectangle 476"/>
              <p:cNvSpPr>
                <a:spLocks noChangeArrowheads="1"/>
              </p:cNvSpPr>
              <p:nvPr/>
            </p:nvSpPr>
            <p:spPr bwMode="auto">
              <a:xfrm>
                <a:off x="7372351" y="2090738"/>
                <a:ext cx="117475"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2" name="Rectangle 477"/>
              <p:cNvSpPr>
                <a:spLocks noChangeArrowheads="1"/>
              </p:cNvSpPr>
              <p:nvPr/>
            </p:nvSpPr>
            <p:spPr bwMode="auto">
              <a:xfrm>
                <a:off x="7372351" y="2090738"/>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3" name="Rectangle 478"/>
              <p:cNvSpPr>
                <a:spLocks noChangeArrowheads="1"/>
              </p:cNvSpPr>
              <p:nvPr/>
            </p:nvSpPr>
            <p:spPr bwMode="auto">
              <a:xfrm>
                <a:off x="6865938" y="2090738"/>
                <a:ext cx="119063" cy="119063"/>
              </a:xfrm>
              <a:prstGeom prst="rect">
                <a:avLst/>
              </a:prstGeom>
              <a:solidFill>
                <a:srgbClr val="99C8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4" name="Rectangle 479"/>
              <p:cNvSpPr>
                <a:spLocks noChangeArrowheads="1"/>
              </p:cNvSpPr>
              <p:nvPr/>
            </p:nvSpPr>
            <p:spPr bwMode="auto">
              <a:xfrm>
                <a:off x="6865938" y="2090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5" name="Rectangle 480"/>
              <p:cNvSpPr>
                <a:spLocks noChangeArrowheads="1"/>
              </p:cNvSpPr>
              <p:nvPr/>
            </p:nvSpPr>
            <p:spPr bwMode="auto">
              <a:xfrm>
                <a:off x="6865938" y="2217738"/>
                <a:ext cx="119063" cy="119063"/>
              </a:xfrm>
              <a:prstGeom prst="rect">
                <a:avLst/>
              </a:prstGeom>
              <a:solidFill>
                <a:srgbClr val="33BD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6" name="Rectangle 481"/>
              <p:cNvSpPr>
                <a:spLocks noChangeArrowheads="1"/>
              </p:cNvSpPr>
              <p:nvPr/>
            </p:nvSpPr>
            <p:spPr bwMode="auto">
              <a:xfrm>
                <a:off x="6865938"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7" name="Rectangle 482"/>
              <p:cNvSpPr>
                <a:spLocks noChangeArrowheads="1"/>
              </p:cNvSpPr>
              <p:nvPr/>
            </p:nvSpPr>
            <p:spPr bwMode="auto">
              <a:xfrm>
                <a:off x="6994526" y="2217738"/>
                <a:ext cx="119063"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8" name="Rectangle 483"/>
              <p:cNvSpPr>
                <a:spLocks noChangeArrowheads="1"/>
              </p:cNvSpPr>
              <p:nvPr/>
            </p:nvSpPr>
            <p:spPr bwMode="auto">
              <a:xfrm>
                <a:off x="6994526"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59" name="Rectangle 484"/>
              <p:cNvSpPr>
                <a:spLocks noChangeArrowheads="1"/>
              </p:cNvSpPr>
              <p:nvPr/>
            </p:nvSpPr>
            <p:spPr bwMode="auto">
              <a:xfrm>
                <a:off x="7119938" y="2090738"/>
                <a:ext cx="244475" cy="119063"/>
              </a:xfrm>
              <a:prstGeom prst="rect">
                <a:avLst/>
              </a:prstGeom>
              <a:solidFill>
                <a:srgbClr val="FAF9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0" name="Rectangle 485"/>
              <p:cNvSpPr>
                <a:spLocks noChangeArrowheads="1"/>
              </p:cNvSpPr>
              <p:nvPr/>
            </p:nvSpPr>
            <p:spPr bwMode="auto">
              <a:xfrm>
                <a:off x="7119938" y="2090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1" name="Rectangle 486"/>
              <p:cNvSpPr>
                <a:spLocks noChangeArrowheads="1"/>
              </p:cNvSpPr>
              <p:nvPr/>
            </p:nvSpPr>
            <p:spPr bwMode="auto">
              <a:xfrm>
                <a:off x="7119938" y="2217738"/>
                <a:ext cx="244475" cy="119063"/>
              </a:xfrm>
              <a:prstGeom prst="rect">
                <a:avLst/>
              </a:prstGeom>
              <a:solidFill>
                <a:srgbClr val="3346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2" name="Rectangle 487"/>
              <p:cNvSpPr>
                <a:spLocks noChangeArrowheads="1"/>
              </p:cNvSpPr>
              <p:nvPr/>
            </p:nvSpPr>
            <p:spPr bwMode="auto">
              <a:xfrm>
                <a:off x="7119938" y="2217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3" name="Rectangle 488"/>
              <p:cNvSpPr>
                <a:spLocks noChangeArrowheads="1"/>
              </p:cNvSpPr>
              <p:nvPr/>
            </p:nvSpPr>
            <p:spPr bwMode="auto">
              <a:xfrm>
                <a:off x="7369176" y="2297113"/>
                <a:ext cx="244475" cy="396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4" name="Rectangle 489"/>
              <p:cNvSpPr>
                <a:spLocks noChangeArrowheads="1"/>
              </p:cNvSpPr>
              <p:nvPr/>
            </p:nvSpPr>
            <p:spPr bwMode="auto">
              <a:xfrm>
                <a:off x="7369176" y="2297113"/>
                <a:ext cx="244475" cy="3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5" name="Rectangle 490"/>
              <p:cNvSpPr>
                <a:spLocks noChangeArrowheads="1"/>
              </p:cNvSpPr>
              <p:nvPr/>
            </p:nvSpPr>
            <p:spPr bwMode="auto">
              <a:xfrm>
                <a:off x="7369176" y="2217738"/>
                <a:ext cx="244475" cy="79375"/>
              </a:xfrm>
              <a:prstGeom prst="rect">
                <a:avLst/>
              </a:prstGeom>
              <a:solidFill>
                <a:srgbClr val="33BD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6" name="Rectangle 491"/>
              <p:cNvSpPr>
                <a:spLocks noChangeArrowheads="1"/>
              </p:cNvSpPr>
              <p:nvPr/>
            </p:nvSpPr>
            <p:spPr bwMode="auto">
              <a:xfrm>
                <a:off x="7369176" y="2217738"/>
                <a:ext cx="244475" cy="7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7" name="Freeform 492"/>
              <p:cNvSpPr>
                <a:spLocks/>
              </p:cNvSpPr>
              <p:nvPr/>
            </p:nvSpPr>
            <p:spPr bwMode="auto">
              <a:xfrm>
                <a:off x="7497763" y="2090738"/>
                <a:ext cx="115888" cy="119063"/>
              </a:xfrm>
              <a:custGeom>
                <a:avLst/>
                <a:gdLst>
                  <a:gd name="T0" fmla="*/ 30 w 73"/>
                  <a:gd name="T1" fmla="*/ 0 h 75"/>
                  <a:gd name="T2" fmla="*/ 0 w 73"/>
                  <a:gd name="T3" fmla="*/ 0 h 75"/>
                  <a:gd name="T4" fmla="*/ 0 w 73"/>
                  <a:gd name="T5" fmla="*/ 75 h 75"/>
                  <a:gd name="T6" fmla="*/ 73 w 73"/>
                  <a:gd name="T7" fmla="*/ 75 h 75"/>
                  <a:gd name="T8" fmla="*/ 73 w 73"/>
                  <a:gd name="T9" fmla="*/ 45 h 75"/>
                  <a:gd name="T10" fmla="*/ 30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30" y="0"/>
                    </a:moveTo>
                    <a:lnTo>
                      <a:pt x="0" y="0"/>
                    </a:lnTo>
                    <a:lnTo>
                      <a:pt x="0" y="75"/>
                    </a:lnTo>
                    <a:lnTo>
                      <a:pt x="73" y="75"/>
                    </a:lnTo>
                    <a:lnTo>
                      <a:pt x="73" y="45"/>
                    </a:lnTo>
                    <a:lnTo>
                      <a:pt x="30" y="0"/>
                    </a:lnTo>
                    <a:close/>
                  </a:path>
                </a:pathLst>
              </a:custGeom>
              <a:solidFill>
                <a:srgbClr val="3346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8" name="Freeform 493"/>
              <p:cNvSpPr>
                <a:spLocks/>
              </p:cNvSpPr>
              <p:nvPr/>
            </p:nvSpPr>
            <p:spPr bwMode="auto">
              <a:xfrm>
                <a:off x="7497763" y="2090738"/>
                <a:ext cx="115888" cy="119063"/>
              </a:xfrm>
              <a:custGeom>
                <a:avLst/>
                <a:gdLst>
                  <a:gd name="T0" fmla="*/ 30 w 73"/>
                  <a:gd name="T1" fmla="*/ 0 h 75"/>
                  <a:gd name="T2" fmla="*/ 0 w 73"/>
                  <a:gd name="T3" fmla="*/ 0 h 75"/>
                  <a:gd name="T4" fmla="*/ 0 w 73"/>
                  <a:gd name="T5" fmla="*/ 75 h 75"/>
                  <a:gd name="T6" fmla="*/ 73 w 73"/>
                  <a:gd name="T7" fmla="*/ 75 h 75"/>
                  <a:gd name="T8" fmla="*/ 73 w 73"/>
                  <a:gd name="T9" fmla="*/ 45 h 75"/>
                  <a:gd name="T10" fmla="*/ 30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30" y="0"/>
                    </a:moveTo>
                    <a:lnTo>
                      <a:pt x="0" y="0"/>
                    </a:lnTo>
                    <a:lnTo>
                      <a:pt x="0" y="75"/>
                    </a:lnTo>
                    <a:lnTo>
                      <a:pt x="73" y="75"/>
                    </a:lnTo>
                    <a:lnTo>
                      <a:pt x="73" y="45"/>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69" name="Freeform 494"/>
              <p:cNvSpPr>
                <a:spLocks/>
              </p:cNvSpPr>
              <p:nvPr/>
            </p:nvSpPr>
            <p:spPr bwMode="auto">
              <a:xfrm>
                <a:off x="7667626" y="2217738"/>
                <a:ext cx="115888" cy="119063"/>
              </a:xfrm>
              <a:custGeom>
                <a:avLst/>
                <a:gdLst>
                  <a:gd name="T0" fmla="*/ 1 w 73"/>
                  <a:gd name="T1" fmla="*/ 0 h 75"/>
                  <a:gd name="T2" fmla="*/ 0 w 73"/>
                  <a:gd name="T3" fmla="*/ 0 h 75"/>
                  <a:gd name="T4" fmla="*/ 0 w 73"/>
                  <a:gd name="T5" fmla="*/ 75 h 75"/>
                  <a:gd name="T6" fmla="*/ 73 w 73"/>
                  <a:gd name="T7" fmla="*/ 75 h 75"/>
                  <a:gd name="T8" fmla="*/ 73 w 73"/>
                  <a:gd name="T9" fmla="*/ 72 h 75"/>
                  <a:gd name="T10" fmla="*/ 1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1" y="0"/>
                    </a:moveTo>
                    <a:lnTo>
                      <a:pt x="0" y="0"/>
                    </a:lnTo>
                    <a:lnTo>
                      <a:pt x="0" y="75"/>
                    </a:lnTo>
                    <a:lnTo>
                      <a:pt x="73" y="75"/>
                    </a:lnTo>
                    <a:lnTo>
                      <a:pt x="73" y="72"/>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70" name="Freeform 495"/>
              <p:cNvSpPr>
                <a:spLocks/>
              </p:cNvSpPr>
              <p:nvPr/>
            </p:nvSpPr>
            <p:spPr bwMode="auto">
              <a:xfrm>
                <a:off x="7667626" y="2217738"/>
                <a:ext cx="115888" cy="119063"/>
              </a:xfrm>
              <a:custGeom>
                <a:avLst/>
                <a:gdLst>
                  <a:gd name="T0" fmla="*/ 1 w 73"/>
                  <a:gd name="T1" fmla="*/ 0 h 75"/>
                  <a:gd name="T2" fmla="*/ 0 w 73"/>
                  <a:gd name="T3" fmla="*/ 0 h 75"/>
                  <a:gd name="T4" fmla="*/ 0 w 73"/>
                  <a:gd name="T5" fmla="*/ 75 h 75"/>
                  <a:gd name="T6" fmla="*/ 73 w 73"/>
                  <a:gd name="T7" fmla="*/ 75 h 75"/>
                  <a:gd name="T8" fmla="*/ 73 w 73"/>
                  <a:gd name="T9" fmla="*/ 72 h 75"/>
                  <a:gd name="T10" fmla="*/ 1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1" y="0"/>
                    </a:moveTo>
                    <a:lnTo>
                      <a:pt x="0" y="0"/>
                    </a:lnTo>
                    <a:lnTo>
                      <a:pt x="0" y="75"/>
                    </a:lnTo>
                    <a:lnTo>
                      <a:pt x="73" y="75"/>
                    </a:lnTo>
                    <a:lnTo>
                      <a:pt x="73" y="72"/>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71" name="Freeform 496"/>
              <p:cNvSpPr>
                <a:spLocks/>
              </p:cNvSpPr>
              <p:nvPr/>
            </p:nvSpPr>
            <p:spPr bwMode="auto">
              <a:xfrm>
                <a:off x="6991351" y="2090738"/>
                <a:ext cx="119063" cy="119063"/>
              </a:xfrm>
              <a:custGeom>
                <a:avLst/>
                <a:gdLst>
                  <a:gd name="T0" fmla="*/ 75 w 75"/>
                  <a:gd name="T1" fmla="*/ 0 h 75"/>
                  <a:gd name="T2" fmla="*/ 38 w 75"/>
                  <a:gd name="T3" fmla="*/ 0 h 75"/>
                  <a:gd name="T4" fmla="*/ 0 w 75"/>
                  <a:gd name="T5" fmla="*/ 0 h 75"/>
                  <a:gd name="T6" fmla="*/ 0 w 75"/>
                  <a:gd name="T7" fmla="*/ 39 h 75"/>
                  <a:gd name="T8" fmla="*/ 0 w 75"/>
                  <a:gd name="T9" fmla="*/ 75 h 75"/>
                  <a:gd name="T10" fmla="*/ 38 w 75"/>
                  <a:gd name="T11" fmla="*/ 75 h 75"/>
                  <a:gd name="T12" fmla="*/ 75 w 75"/>
                  <a:gd name="T13" fmla="*/ 75 h 75"/>
                  <a:gd name="T14" fmla="*/ 75 w 75"/>
                  <a:gd name="T15" fmla="*/ 39 h 75"/>
                  <a:gd name="T16" fmla="*/ 75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75" y="0"/>
                    </a:moveTo>
                    <a:lnTo>
                      <a:pt x="38" y="0"/>
                    </a:lnTo>
                    <a:lnTo>
                      <a:pt x="0" y="0"/>
                    </a:lnTo>
                    <a:lnTo>
                      <a:pt x="0" y="39"/>
                    </a:lnTo>
                    <a:lnTo>
                      <a:pt x="0" y="75"/>
                    </a:lnTo>
                    <a:lnTo>
                      <a:pt x="38" y="75"/>
                    </a:lnTo>
                    <a:lnTo>
                      <a:pt x="75" y="75"/>
                    </a:lnTo>
                    <a:lnTo>
                      <a:pt x="75" y="39"/>
                    </a:lnTo>
                    <a:lnTo>
                      <a:pt x="75" y="0"/>
                    </a:lnTo>
                    <a:close/>
                  </a:path>
                </a:pathLst>
              </a:custGeom>
              <a:solidFill>
                <a:srgbClr val="33BD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72" name="Freeform 497"/>
              <p:cNvSpPr>
                <a:spLocks/>
              </p:cNvSpPr>
              <p:nvPr/>
            </p:nvSpPr>
            <p:spPr bwMode="auto">
              <a:xfrm>
                <a:off x="6991351" y="2090738"/>
                <a:ext cx="119063" cy="119063"/>
              </a:xfrm>
              <a:custGeom>
                <a:avLst/>
                <a:gdLst>
                  <a:gd name="T0" fmla="*/ 75 w 75"/>
                  <a:gd name="T1" fmla="*/ 0 h 75"/>
                  <a:gd name="T2" fmla="*/ 38 w 75"/>
                  <a:gd name="T3" fmla="*/ 0 h 75"/>
                  <a:gd name="T4" fmla="*/ 0 w 75"/>
                  <a:gd name="T5" fmla="*/ 0 h 75"/>
                  <a:gd name="T6" fmla="*/ 0 w 75"/>
                  <a:gd name="T7" fmla="*/ 39 h 75"/>
                  <a:gd name="T8" fmla="*/ 0 w 75"/>
                  <a:gd name="T9" fmla="*/ 75 h 75"/>
                  <a:gd name="T10" fmla="*/ 38 w 75"/>
                  <a:gd name="T11" fmla="*/ 75 h 75"/>
                  <a:gd name="T12" fmla="*/ 75 w 75"/>
                  <a:gd name="T13" fmla="*/ 75 h 75"/>
                  <a:gd name="T14" fmla="*/ 75 w 75"/>
                  <a:gd name="T15" fmla="*/ 39 h 75"/>
                  <a:gd name="T16" fmla="*/ 75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75" y="0"/>
                    </a:moveTo>
                    <a:lnTo>
                      <a:pt x="38" y="0"/>
                    </a:lnTo>
                    <a:lnTo>
                      <a:pt x="0" y="0"/>
                    </a:lnTo>
                    <a:lnTo>
                      <a:pt x="0" y="39"/>
                    </a:lnTo>
                    <a:lnTo>
                      <a:pt x="0" y="75"/>
                    </a:lnTo>
                    <a:lnTo>
                      <a:pt x="38" y="75"/>
                    </a:lnTo>
                    <a:lnTo>
                      <a:pt x="75" y="75"/>
                    </a:lnTo>
                    <a:lnTo>
                      <a:pt x="75" y="39"/>
                    </a:lnTo>
                    <a:lnTo>
                      <a:pt x="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73" name="Rectangle 498"/>
              <p:cNvSpPr>
                <a:spLocks noChangeArrowheads="1"/>
              </p:cNvSpPr>
              <p:nvPr/>
            </p:nvSpPr>
            <p:spPr bwMode="auto">
              <a:xfrm>
                <a:off x="6869113" y="1873250"/>
                <a:ext cx="84138" cy="31750"/>
              </a:xfrm>
              <a:prstGeom prst="rect">
                <a:avLst/>
              </a:prstGeom>
              <a:solidFill>
                <a:srgbClr val="F03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74" name="Rectangle 499"/>
              <p:cNvSpPr>
                <a:spLocks noChangeArrowheads="1"/>
              </p:cNvSpPr>
              <p:nvPr/>
            </p:nvSpPr>
            <p:spPr bwMode="auto">
              <a:xfrm>
                <a:off x="6865938" y="1868488"/>
                <a:ext cx="22292"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S</a:t>
                </a:r>
                <a:endParaRPr lang="en-US" altLang="en-US" sz="1764">
                  <a:solidFill>
                    <a:srgbClr val="404040"/>
                  </a:solidFill>
                </a:endParaRPr>
              </a:p>
            </p:txBody>
          </p:sp>
          <p:sp>
            <p:nvSpPr>
              <p:cNvPr id="175" name="Rectangle 500"/>
              <p:cNvSpPr>
                <a:spLocks noChangeArrowheads="1"/>
              </p:cNvSpPr>
              <p:nvPr/>
            </p:nvSpPr>
            <p:spPr bwMode="auto">
              <a:xfrm>
                <a:off x="6888163"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176" name="Rectangle 501"/>
              <p:cNvSpPr>
                <a:spLocks noChangeArrowheads="1"/>
              </p:cNvSpPr>
              <p:nvPr/>
            </p:nvSpPr>
            <p:spPr bwMode="auto">
              <a:xfrm>
                <a:off x="6902451" y="1868488"/>
                <a:ext cx="18113"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a</a:t>
                </a:r>
                <a:endParaRPr lang="en-US" altLang="en-US" sz="1764">
                  <a:solidFill>
                    <a:srgbClr val="404040"/>
                  </a:solidFill>
                </a:endParaRPr>
              </a:p>
            </p:txBody>
          </p:sp>
          <p:sp>
            <p:nvSpPr>
              <p:cNvPr id="177" name="Rectangle 502"/>
              <p:cNvSpPr>
                <a:spLocks noChangeArrowheads="1"/>
              </p:cNvSpPr>
              <p:nvPr/>
            </p:nvSpPr>
            <p:spPr bwMode="auto">
              <a:xfrm>
                <a:off x="6923088" y="1868488"/>
                <a:ext cx="11146"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r</a:t>
                </a:r>
                <a:endParaRPr lang="en-US" altLang="en-US" sz="1764">
                  <a:solidFill>
                    <a:srgbClr val="404040"/>
                  </a:solidFill>
                </a:endParaRPr>
              </a:p>
            </p:txBody>
          </p:sp>
          <p:sp>
            <p:nvSpPr>
              <p:cNvPr id="178" name="Rectangle 503"/>
              <p:cNvSpPr>
                <a:spLocks noChangeArrowheads="1"/>
              </p:cNvSpPr>
              <p:nvPr/>
            </p:nvSpPr>
            <p:spPr bwMode="auto">
              <a:xfrm>
                <a:off x="6940551" y="1868488"/>
                <a:ext cx="9754" cy="3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32319">
                  <a:defRPr/>
                </a:pPr>
                <a:r>
                  <a:rPr lang="en-US" altLang="en-US" sz="294">
                    <a:solidFill>
                      <a:srgbClr val="FFFFFF"/>
                    </a:solidFill>
                    <a:latin typeface="Segoe Light" charset="0"/>
                  </a:rPr>
                  <a:t>t</a:t>
                </a:r>
                <a:endParaRPr lang="en-US" altLang="en-US" sz="1764">
                  <a:solidFill>
                    <a:srgbClr val="404040"/>
                  </a:solidFill>
                </a:endParaRPr>
              </a:p>
            </p:txBody>
          </p:sp>
          <p:sp>
            <p:nvSpPr>
              <p:cNvPr id="179" name="Freeform 504"/>
              <p:cNvSpPr>
                <a:spLocks/>
              </p:cNvSpPr>
              <p:nvPr/>
            </p:nvSpPr>
            <p:spPr bwMode="auto">
              <a:xfrm>
                <a:off x="6589713" y="2085975"/>
                <a:ext cx="155575" cy="165100"/>
              </a:xfrm>
              <a:custGeom>
                <a:avLst/>
                <a:gdLst>
                  <a:gd name="T0" fmla="*/ 57 w 64"/>
                  <a:gd name="T1" fmla="*/ 11 h 68"/>
                  <a:gd name="T2" fmla="*/ 57 w 64"/>
                  <a:gd name="T3" fmla="*/ 34 h 68"/>
                  <a:gd name="T4" fmla="*/ 29 w 64"/>
                  <a:gd name="T5" fmla="*/ 62 h 68"/>
                  <a:gd name="T6" fmla="*/ 7 w 64"/>
                  <a:gd name="T7" fmla="*/ 62 h 68"/>
                  <a:gd name="T8" fmla="*/ 7 w 64"/>
                  <a:gd name="T9" fmla="*/ 40 h 68"/>
                  <a:gd name="T10" fmla="*/ 46 w 64"/>
                  <a:gd name="T11" fmla="*/ 0 h 68"/>
                  <a:gd name="T12" fmla="*/ 57 w 64"/>
                  <a:gd name="T13" fmla="*/ 11 h 68"/>
                </a:gdLst>
                <a:ahLst/>
                <a:cxnLst>
                  <a:cxn ang="0">
                    <a:pos x="T0" y="T1"/>
                  </a:cxn>
                  <a:cxn ang="0">
                    <a:pos x="T2" y="T3"/>
                  </a:cxn>
                  <a:cxn ang="0">
                    <a:pos x="T4" y="T5"/>
                  </a:cxn>
                  <a:cxn ang="0">
                    <a:pos x="T6" y="T7"/>
                  </a:cxn>
                  <a:cxn ang="0">
                    <a:pos x="T8" y="T9"/>
                  </a:cxn>
                  <a:cxn ang="0">
                    <a:pos x="T10" y="T11"/>
                  </a:cxn>
                  <a:cxn ang="0">
                    <a:pos x="T12" y="T13"/>
                  </a:cxn>
                </a:cxnLst>
                <a:rect l="0" t="0" r="r" b="b"/>
                <a:pathLst>
                  <a:path w="64" h="68">
                    <a:moveTo>
                      <a:pt x="57" y="11"/>
                    </a:moveTo>
                    <a:cubicBezTo>
                      <a:pt x="64" y="17"/>
                      <a:pt x="64" y="27"/>
                      <a:pt x="57" y="34"/>
                    </a:cubicBezTo>
                    <a:cubicBezTo>
                      <a:pt x="29" y="62"/>
                      <a:pt x="29" y="62"/>
                      <a:pt x="29" y="62"/>
                    </a:cubicBezTo>
                    <a:cubicBezTo>
                      <a:pt x="23" y="68"/>
                      <a:pt x="13" y="68"/>
                      <a:pt x="7" y="62"/>
                    </a:cubicBezTo>
                    <a:cubicBezTo>
                      <a:pt x="0" y="56"/>
                      <a:pt x="0" y="46"/>
                      <a:pt x="7" y="40"/>
                    </a:cubicBezTo>
                    <a:cubicBezTo>
                      <a:pt x="46" y="0"/>
                      <a:pt x="46" y="0"/>
                      <a:pt x="46" y="0"/>
                    </a:cubicBezTo>
                    <a:lnTo>
                      <a:pt x="57" y="11"/>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80" name="Freeform 505"/>
              <p:cNvSpPr>
                <a:spLocks/>
              </p:cNvSpPr>
              <p:nvPr/>
            </p:nvSpPr>
            <p:spPr bwMode="auto">
              <a:xfrm>
                <a:off x="6589713" y="2162175"/>
                <a:ext cx="95250" cy="234950"/>
              </a:xfrm>
              <a:custGeom>
                <a:avLst/>
                <a:gdLst>
                  <a:gd name="T0" fmla="*/ 0 w 39"/>
                  <a:gd name="T1" fmla="*/ 73 h 97"/>
                  <a:gd name="T2" fmla="*/ 20 w 39"/>
                  <a:gd name="T3" fmla="*/ 93 h 97"/>
                  <a:gd name="T4" fmla="*/ 39 w 39"/>
                  <a:gd name="T5" fmla="*/ 87 h 97"/>
                  <a:gd name="T6" fmla="*/ 39 w 39"/>
                  <a:gd name="T7" fmla="*/ 10 h 97"/>
                  <a:gd name="T8" fmla="*/ 20 w 39"/>
                  <a:gd name="T9" fmla="*/ 4 h 97"/>
                  <a:gd name="T10" fmla="*/ 0 w 39"/>
                  <a:gd name="T11" fmla="*/ 24 h 97"/>
                  <a:gd name="T12" fmla="*/ 0 w 39"/>
                  <a:gd name="T13" fmla="*/ 73 h 97"/>
                </a:gdLst>
                <a:ahLst/>
                <a:cxnLst>
                  <a:cxn ang="0">
                    <a:pos x="T0" y="T1"/>
                  </a:cxn>
                  <a:cxn ang="0">
                    <a:pos x="T2" y="T3"/>
                  </a:cxn>
                  <a:cxn ang="0">
                    <a:pos x="T4" y="T5"/>
                  </a:cxn>
                  <a:cxn ang="0">
                    <a:pos x="T6" y="T7"/>
                  </a:cxn>
                  <a:cxn ang="0">
                    <a:pos x="T8" y="T9"/>
                  </a:cxn>
                  <a:cxn ang="0">
                    <a:pos x="T10" y="T11"/>
                  </a:cxn>
                  <a:cxn ang="0">
                    <a:pos x="T12" y="T13"/>
                  </a:cxn>
                </a:cxnLst>
                <a:rect l="0" t="0" r="r" b="b"/>
                <a:pathLst>
                  <a:path w="39" h="97">
                    <a:moveTo>
                      <a:pt x="0" y="73"/>
                    </a:moveTo>
                    <a:cubicBezTo>
                      <a:pt x="0" y="84"/>
                      <a:pt x="9" y="93"/>
                      <a:pt x="20" y="93"/>
                    </a:cubicBezTo>
                    <a:cubicBezTo>
                      <a:pt x="31" y="93"/>
                      <a:pt x="39" y="97"/>
                      <a:pt x="39" y="87"/>
                    </a:cubicBezTo>
                    <a:cubicBezTo>
                      <a:pt x="39" y="10"/>
                      <a:pt x="39" y="10"/>
                      <a:pt x="39" y="10"/>
                    </a:cubicBezTo>
                    <a:cubicBezTo>
                      <a:pt x="39" y="0"/>
                      <a:pt x="31" y="4"/>
                      <a:pt x="20" y="4"/>
                    </a:cubicBezTo>
                    <a:cubicBezTo>
                      <a:pt x="9" y="4"/>
                      <a:pt x="0" y="13"/>
                      <a:pt x="0" y="24"/>
                    </a:cubicBezTo>
                    <a:lnTo>
                      <a:pt x="0" y="73"/>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81" name="Freeform 506"/>
              <p:cNvSpPr>
                <a:spLocks/>
              </p:cNvSpPr>
              <p:nvPr/>
            </p:nvSpPr>
            <p:spPr bwMode="auto">
              <a:xfrm>
                <a:off x="6667501" y="2085975"/>
                <a:ext cx="42863" cy="36513"/>
              </a:xfrm>
              <a:custGeom>
                <a:avLst/>
                <a:gdLst>
                  <a:gd name="T0" fmla="*/ 14 w 18"/>
                  <a:gd name="T1" fmla="*/ 0 h 15"/>
                  <a:gd name="T2" fmla="*/ 18 w 18"/>
                  <a:gd name="T3" fmla="*/ 4 h 15"/>
                  <a:gd name="T4" fmla="*/ 12 w 18"/>
                  <a:gd name="T5" fmla="*/ 10 h 15"/>
                  <a:gd name="T6" fmla="*/ 0 w 18"/>
                  <a:gd name="T7" fmla="*/ 14 h 15"/>
                  <a:gd name="T8" fmla="*/ 14 w 18"/>
                  <a:gd name="T9" fmla="*/ 0 h 15"/>
                </a:gdLst>
                <a:ahLst/>
                <a:cxnLst>
                  <a:cxn ang="0">
                    <a:pos x="T0" y="T1"/>
                  </a:cxn>
                  <a:cxn ang="0">
                    <a:pos x="T2" y="T3"/>
                  </a:cxn>
                  <a:cxn ang="0">
                    <a:pos x="T4" y="T5"/>
                  </a:cxn>
                  <a:cxn ang="0">
                    <a:pos x="T6" y="T7"/>
                  </a:cxn>
                  <a:cxn ang="0">
                    <a:pos x="T8" y="T9"/>
                  </a:cxn>
                </a:cxnLst>
                <a:rect l="0" t="0" r="r" b="b"/>
                <a:pathLst>
                  <a:path w="18" h="15">
                    <a:moveTo>
                      <a:pt x="14" y="0"/>
                    </a:moveTo>
                    <a:cubicBezTo>
                      <a:pt x="18" y="4"/>
                      <a:pt x="18" y="4"/>
                      <a:pt x="18" y="4"/>
                    </a:cubicBezTo>
                    <a:cubicBezTo>
                      <a:pt x="12" y="10"/>
                      <a:pt x="12" y="10"/>
                      <a:pt x="12" y="10"/>
                    </a:cubicBezTo>
                    <a:cubicBezTo>
                      <a:pt x="9" y="13"/>
                      <a:pt x="4" y="15"/>
                      <a:pt x="0" y="14"/>
                    </a:cubicBezTo>
                    <a:lnTo>
                      <a:pt x="14" y="0"/>
                    </a:lnTo>
                    <a:close/>
                  </a:path>
                </a:pathLst>
              </a:custGeom>
              <a:solidFill>
                <a:schemeClr val="accent3"/>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82" name="Freeform 507"/>
              <p:cNvSpPr>
                <a:spLocks/>
              </p:cNvSpPr>
              <p:nvPr/>
            </p:nvSpPr>
            <p:spPr bwMode="auto">
              <a:xfrm>
                <a:off x="6650038" y="2322513"/>
                <a:ext cx="155575" cy="406400"/>
              </a:xfrm>
              <a:custGeom>
                <a:avLst/>
                <a:gdLst>
                  <a:gd name="T0" fmla="*/ 0 w 64"/>
                  <a:gd name="T1" fmla="*/ 0 h 168"/>
                  <a:gd name="T2" fmla="*/ 64 w 64"/>
                  <a:gd name="T3" fmla="*/ 84 h 168"/>
                  <a:gd name="T4" fmla="*/ 0 w 64"/>
                  <a:gd name="T5" fmla="*/ 168 h 168"/>
                  <a:gd name="T6" fmla="*/ 0 w 64"/>
                  <a:gd name="T7" fmla="*/ 0 h 168"/>
                </a:gdLst>
                <a:ahLst/>
                <a:cxnLst>
                  <a:cxn ang="0">
                    <a:pos x="T0" y="T1"/>
                  </a:cxn>
                  <a:cxn ang="0">
                    <a:pos x="T2" y="T3"/>
                  </a:cxn>
                  <a:cxn ang="0">
                    <a:pos x="T4" y="T5"/>
                  </a:cxn>
                  <a:cxn ang="0">
                    <a:pos x="T6" y="T7"/>
                  </a:cxn>
                </a:cxnLst>
                <a:rect l="0" t="0" r="r" b="b"/>
                <a:pathLst>
                  <a:path w="64" h="168">
                    <a:moveTo>
                      <a:pt x="0" y="0"/>
                    </a:moveTo>
                    <a:cubicBezTo>
                      <a:pt x="37" y="11"/>
                      <a:pt x="64" y="44"/>
                      <a:pt x="64" y="84"/>
                    </a:cubicBezTo>
                    <a:cubicBezTo>
                      <a:pt x="64" y="124"/>
                      <a:pt x="37" y="158"/>
                      <a:pt x="0" y="168"/>
                    </a:cubicBezTo>
                    <a:lnTo>
                      <a:pt x="0" y="0"/>
                    </a:lnTo>
                    <a:close/>
                  </a:path>
                </a:pathLst>
              </a:custGeom>
              <a:solidFill>
                <a:srgbClr val="EEBD64"/>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83" name="Freeform 508"/>
              <p:cNvSpPr>
                <a:spLocks/>
              </p:cNvSpPr>
              <p:nvPr/>
            </p:nvSpPr>
            <p:spPr bwMode="auto">
              <a:xfrm>
                <a:off x="7281863" y="2435225"/>
                <a:ext cx="50800" cy="50800"/>
              </a:xfrm>
              <a:custGeom>
                <a:avLst/>
                <a:gdLst>
                  <a:gd name="T0" fmla="*/ 0 w 32"/>
                  <a:gd name="T1" fmla="*/ 32 h 32"/>
                  <a:gd name="T2" fmla="*/ 32 w 32"/>
                  <a:gd name="T3" fmla="*/ 28 h 32"/>
                  <a:gd name="T4" fmla="*/ 32 w 32"/>
                  <a:gd name="T5" fmla="*/ 6 h 32"/>
                  <a:gd name="T6" fmla="*/ 0 w 32"/>
                  <a:gd name="T7" fmla="*/ 0 h 32"/>
                  <a:gd name="T8" fmla="*/ 0 w 32"/>
                  <a:gd name="T9" fmla="*/ 32 h 32"/>
                </a:gdLst>
                <a:ahLst/>
                <a:cxnLst>
                  <a:cxn ang="0">
                    <a:pos x="T0" y="T1"/>
                  </a:cxn>
                  <a:cxn ang="0">
                    <a:pos x="T2" y="T3"/>
                  </a:cxn>
                  <a:cxn ang="0">
                    <a:pos x="T4" y="T5"/>
                  </a:cxn>
                  <a:cxn ang="0">
                    <a:pos x="T6" y="T7"/>
                  </a:cxn>
                  <a:cxn ang="0">
                    <a:pos x="T8" y="T9"/>
                  </a:cxn>
                </a:cxnLst>
                <a:rect l="0" t="0" r="r" b="b"/>
                <a:pathLst>
                  <a:path w="32" h="32">
                    <a:moveTo>
                      <a:pt x="0" y="32"/>
                    </a:moveTo>
                    <a:lnTo>
                      <a:pt x="32" y="28"/>
                    </a:lnTo>
                    <a:lnTo>
                      <a:pt x="32" y="6"/>
                    </a:lnTo>
                    <a:lnTo>
                      <a:pt x="0" y="0"/>
                    </a:lnTo>
                    <a:lnTo>
                      <a:pt x="0" y="32"/>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grpSp>
      <p:grpSp>
        <p:nvGrpSpPr>
          <p:cNvPr id="184" name="Group 183"/>
          <p:cNvGrpSpPr/>
          <p:nvPr userDrawn="1"/>
        </p:nvGrpSpPr>
        <p:grpSpPr>
          <a:xfrm>
            <a:off x="449017" y="3155933"/>
            <a:ext cx="3893183" cy="3355959"/>
            <a:chOff x="446695" y="3155795"/>
            <a:chExt cx="3894750" cy="3357310"/>
          </a:xfrm>
        </p:grpSpPr>
        <p:grpSp>
          <p:nvGrpSpPr>
            <p:cNvPr id="185" name="Group 184"/>
            <p:cNvGrpSpPr/>
            <p:nvPr/>
          </p:nvGrpSpPr>
          <p:grpSpPr>
            <a:xfrm>
              <a:off x="446695" y="3155795"/>
              <a:ext cx="1862135" cy="3357310"/>
              <a:chOff x="446695" y="3155795"/>
              <a:chExt cx="1862135" cy="3357310"/>
            </a:xfrm>
          </p:grpSpPr>
          <p:sp>
            <p:nvSpPr>
              <p:cNvPr id="187" name="Rectangle 203"/>
              <p:cNvSpPr>
                <a:spLocks noChangeArrowheads="1"/>
              </p:cNvSpPr>
              <p:nvPr/>
            </p:nvSpPr>
            <p:spPr bwMode="auto">
              <a:xfrm>
                <a:off x="446695" y="3155795"/>
                <a:ext cx="1862135" cy="3357310"/>
              </a:xfrm>
              <a:prstGeom prst="rect">
                <a:avLst/>
              </a:prstGeom>
              <a:solidFill>
                <a:schemeClr val="accent6"/>
              </a:solid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nvGrpSpPr>
              <p:cNvPr id="188" name="Group 120"/>
              <p:cNvGrpSpPr/>
              <p:nvPr/>
            </p:nvGrpSpPr>
            <p:grpSpPr>
              <a:xfrm>
                <a:off x="882393" y="3526501"/>
                <a:ext cx="1006676" cy="1102030"/>
                <a:chOff x="4924425" y="-1920875"/>
                <a:chExt cx="1173163" cy="1284287"/>
              </a:xfrm>
              <a:solidFill>
                <a:schemeClr val="bg1"/>
              </a:solidFill>
            </p:grpSpPr>
            <p:sp>
              <p:nvSpPr>
                <p:cNvPr id="189" name="Freeform 320"/>
                <p:cNvSpPr>
                  <a:spLocks/>
                </p:cNvSpPr>
                <p:nvPr/>
              </p:nvSpPr>
              <p:spPr bwMode="auto">
                <a:xfrm>
                  <a:off x="4924425" y="-1100138"/>
                  <a:ext cx="130175" cy="290512"/>
                </a:xfrm>
                <a:custGeom>
                  <a:avLst/>
                  <a:gdLst>
                    <a:gd name="T0" fmla="*/ 82 w 82"/>
                    <a:gd name="T1" fmla="*/ 176 h 183"/>
                    <a:gd name="T2" fmla="*/ 18 w 82"/>
                    <a:gd name="T3" fmla="*/ 183 h 183"/>
                    <a:gd name="T4" fmla="*/ 0 w 82"/>
                    <a:gd name="T5" fmla="*/ 5 h 183"/>
                    <a:gd name="T6" fmla="*/ 65 w 82"/>
                    <a:gd name="T7" fmla="*/ 0 h 183"/>
                    <a:gd name="T8" fmla="*/ 82 w 82"/>
                    <a:gd name="T9" fmla="*/ 176 h 183"/>
                  </a:gdLst>
                  <a:ahLst/>
                  <a:cxnLst>
                    <a:cxn ang="0">
                      <a:pos x="T0" y="T1"/>
                    </a:cxn>
                    <a:cxn ang="0">
                      <a:pos x="T2" y="T3"/>
                    </a:cxn>
                    <a:cxn ang="0">
                      <a:pos x="T4" y="T5"/>
                    </a:cxn>
                    <a:cxn ang="0">
                      <a:pos x="T6" y="T7"/>
                    </a:cxn>
                    <a:cxn ang="0">
                      <a:pos x="T8" y="T9"/>
                    </a:cxn>
                  </a:cxnLst>
                  <a:rect l="0" t="0" r="r" b="b"/>
                  <a:pathLst>
                    <a:path w="82" h="183">
                      <a:moveTo>
                        <a:pt x="82" y="176"/>
                      </a:moveTo>
                      <a:lnTo>
                        <a:pt x="18" y="183"/>
                      </a:lnTo>
                      <a:lnTo>
                        <a:pt x="0" y="5"/>
                      </a:lnTo>
                      <a:lnTo>
                        <a:pt x="65" y="0"/>
                      </a:lnTo>
                      <a:lnTo>
                        <a:pt x="82" y="176"/>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90" name="Freeform 321"/>
                <p:cNvSpPr>
                  <a:spLocks/>
                </p:cNvSpPr>
                <p:nvPr/>
              </p:nvSpPr>
              <p:spPr bwMode="auto">
                <a:xfrm>
                  <a:off x="5962650" y="-1103313"/>
                  <a:ext cx="134938" cy="293687"/>
                </a:xfrm>
                <a:custGeom>
                  <a:avLst/>
                  <a:gdLst>
                    <a:gd name="T0" fmla="*/ 62 w 85"/>
                    <a:gd name="T1" fmla="*/ 185 h 185"/>
                    <a:gd name="T2" fmla="*/ 0 w 85"/>
                    <a:gd name="T3" fmla="*/ 176 h 185"/>
                    <a:gd name="T4" fmla="*/ 21 w 85"/>
                    <a:gd name="T5" fmla="*/ 0 h 185"/>
                    <a:gd name="T6" fmla="*/ 85 w 85"/>
                    <a:gd name="T7" fmla="*/ 9 h 185"/>
                    <a:gd name="T8" fmla="*/ 62 w 85"/>
                    <a:gd name="T9" fmla="*/ 185 h 185"/>
                  </a:gdLst>
                  <a:ahLst/>
                  <a:cxnLst>
                    <a:cxn ang="0">
                      <a:pos x="T0" y="T1"/>
                    </a:cxn>
                    <a:cxn ang="0">
                      <a:pos x="T2" y="T3"/>
                    </a:cxn>
                    <a:cxn ang="0">
                      <a:pos x="T4" y="T5"/>
                    </a:cxn>
                    <a:cxn ang="0">
                      <a:pos x="T6" y="T7"/>
                    </a:cxn>
                    <a:cxn ang="0">
                      <a:pos x="T8" y="T9"/>
                    </a:cxn>
                  </a:cxnLst>
                  <a:rect l="0" t="0" r="r" b="b"/>
                  <a:pathLst>
                    <a:path w="85" h="185">
                      <a:moveTo>
                        <a:pt x="62" y="185"/>
                      </a:moveTo>
                      <a:lnTo>
                        <a:pt x="0" y="176"/>
                      </a:lnTo>
                      <a:lnTo>
                        <a:pt x="21" y="0"/>
                      </a:lnTo>
                      <a:lnTo>
                        <a:pt x="85" y="9"/>
                      </a:lnTo>
                      <a:lnTo>
                        <a:pt x="62" y="185"/>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91" name="Freeform 322"/>
                <p:cNvSpPr>
                  <a:spLocks/>
                </p:cNvSpPr>
                <p:nvPr/>
              </p:nvSpPr>
              <p:spPr bwMode="auto">
                <a:xfrm>
                  <a:off x="5010150" y="-1304925"/>
                  <a:ext cx="260350" cy="668337"/>
                </a:xfrm>
                <a:custGeom>
                  <a:avLst/>
                  <a:gdLst>
                    <a:gd name="T0" fmla="*/ 90 w 92"/>
                    <a:gd name="T1" fmla="*/ 206 h 236"/>
                    <a:gd name="T2" fmla="*/ 69 w 92"/>
                    <a:gd name="T3" fmla="*/ 232 h 236"/>
                    <a:gd name="T4" fmla="*/ 46 w 92"/>
                    <a:gd name="T5" fmla="*/ 234 h 236"/>
                    <a:gd name="T6" fmla="*/ 20 w 92"/>
                    <a:gd name="T7" fmla="*/ 213 h 236"/>
                    <a:gd name="T8" fmla="*/ 2 w 92"/>
                    <a:gd name="T9" fmla="*/ 30 h 236"/>
                    <a:gd name="T10" fmla="*/ 23 w 92"/>
                    <a:gd name="T11" fmla="*/ 4 h 236"/>
                    <a:gd name="T12" fmla="*/ 46 w 92"/>
                    <a:gd name="T13" fmla="*/ 1 h 236"/>
                    <a:gd name="T14" fmla="*/ 72 w 92"/>
                    <a:gd name="T15" fmla="*/ 23 h 236"/>
                    <a:gd name="T16" fmla="*/ 90 w 92"/>
                    <a:gd name="T17" fmla="*/ 20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236">
                      <a:moveTo>
                        <a:pt x="90" y="206"/>
                      </a:moveTo>
                      <a:cubicBezTo>
                        <a:pt x="92" y="219"/>
                        <a:pt x="82" y="231"/>
                        <a:pt x="69" y="232"/>
                      </a:cubicBezTo>
                      <a:cubicBezTo>
                        <a:pt x="46" y="234"/>
                        <a:pt x="46" y="234"/>
                        <a:pt x="46" y="234"/>
                      </a:cubicBezTo>
                      <a:cubicBezTo>
                        <a:pt x="33" y="236"/>
                        <a:pt x="21" y="226"/>
                        <a:pt x="20" y="213"/>
                      </a:cubicBezTo>
                      <a:cubicBezTo>
                        <a:pt x="2" y="30"/>
                        <a:pt x="2" y="30"/>
                        <a:pt x="2" y="30"/>
                      </a:cubicBezTo>
                      <a:cubicBezTo>
                        <a:pt x="0" y="17"/>
                        <a:pt x="10" y="5"/>
                        <a:pt x="23" y="4"/>
                      </a:cubicBezTo>
                      <a:cubicBezTo>
                        <a:pt x="46" y="1"/>
                        <a:pt x="46" y="1"/>
                        <a:pt x="46" y="1"/>
                      </a:cubicBezTo>
                      <a:cubicBezTo>
                        <a:pt x="59" y="0"/>
                        <a:pt x="71" y="10"/>
                        <a:pt x="72" y="23"/>
                      </a:cubicBezTo>
                      <a:lnTo>
                        <a:pt x="90" y="206"/>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92" name="Freeform 323"/>
                <p:cNvSpPr>
                  <a:spLocks/>
                </p:cNvSpPr>
                <p:nvPr/>
              </p:nvSpPr>
              <p:spPr bwMode="auto">
                <a:xfrm>
                  <a:off x="5740400" y="-1309688"/>
                  <a:ext cx="274638" cy="666750"/>
                </a:xfrm>
                <a:custGeom>
                  <a:avLst/>
                  <a:gdLst>
                    <a:gd name="T0" fmla="*/ 72 w 97"/>
                    <a:gd name="T1" fmla="*/ 214 h 236"/>
                    <a:gd name="T2" fmla="*/ 45 w 97"/>
                    <a:gd name="T3" fmla="*/ 235 h 236"/>
                    <a:gd name="T4" fmla="*/ 22 w 97"/>
                    <a:gd name="T5" fmla="*/ 232 h 236"/>
                    <a:gd name="T6" fmla="*/ 2 w 97"/>
                    <a:gd name="T7" fmla="*/ 205 h 236"/>
                    <a:gd name="T8" fmla="*/ 26 w 97"/>
                    <a:gd name="T9" fmla="*/ 22 h 236"/>
                    <a:gd name="T10" fmla="*/ 52 w 97"/>
                    <a:gd name="T11" fmla="*/ 2 h 236"/>
                    <a:gd name="T12" fmla="*/ 75 w 97"/>
                    <a:gd name="T13" fmla="*/ 5 h 236"/>
                    <a:gd name="T14" fmla="*/ 96 w 97"/>
                    <a:gd name="T15" fmla="*/ 31 h 236"/>
                    <a:gd name="T16" fmla="*/ 72 w 97"/>
                    <a:gd name="T17" fmla="*/ 2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236">
                      <a:moveTo>
                        <a:pt x="72" y="214"/>
                      </a:moveTo>
                      <a:cubicBezTo>
                        <a:pt x="70" y="227"/>
                        <a:pt x="58" y="236"/>
                        <a:pt x="45" y="235"/>
                      </a:cubicBezTo>
                      <a:cubicBezTo>
                        <a:pt x="22" y="232"/>
                        <a:pt x="22" y="232"/>
                        <a:pt x="22" y="232"/>
                      </a:cubicBezTo>
                      <a:cubicBezTo>
                        <a:pt x="9" y="230"/>
                        <a:pt x="0" y="218"/>
                        <a:pt x="2" y="205"/>
                      </a:cubicBezTo>
                      <a:cubicBezTo>
                        <a:pt x="26" y="22"/>
                        <a:pt x="26" y="22"/>
                        <a:pt x="26" y="22"/>
                      </a:cubicBezTo>
                      <a:cubicBezTo>
                        <a:pt x="27" y="9"/>
                        <a:pt x="39" y="0"/>
                        <a:pt x="52" y="2"/>
                      </a:cubicBezTo>
                      <a:cubicBezTo>
                        <a:pt x="75" y="5"/>
                        <a:pt x="75" y="5"/>
                        <a:pt x="75" y="5"/>
                      </a:cubicBezTo>
                      <a:cubicBezTo>
                        <a:pt x="88" y="6"/>
                        <a:pt x="97" y="18"/>
                        <a:pt x="96" y="31"/>
                      </a:cubicBezTo>
                      <a:lnTo>
                        <a:pt x="72" y="214"/>
                      </a:ln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93" name="Freeform 324"/>
                <p:cNvSpPr>
                  <a:spLocks/>
                </p:cNvSpPr>
                <p:nvPr/>
              </p:nvSpPr>
              <p:spPr bwMode="auto">
                <a:xfrm>
                  <a:off x="4959350" y="-1901825"/>
                  <a:ext cx="1109663" cy="823912"/>
                </a:xfrm>
                <a:custGeom>
                  <a:avLst/>
                  <a:gdLst>
                    <a:gd name="T0" fmla="*/ 386 w 392"/>
                    <a:gd name="T1" fmla="*/ 291 h 291"/>
                    <a:gd name="T2" fmla="*/ 380 w 392"/>
                    <a:gd name="T3" fmla="*/ 285 h 291"/>
                    <a:gd name="T4" fmla="*/ 380 w 392"/>
                    <a:gd name="T5" fmla="*/ 174 h 291"/>
                    <a:gd name="T6" fmla="*/ 218 w 392"/>
                    <a:gd name="T7" fmla="*/ 12 h 291"/>
                    <a:gd name="T8" fmla="*/ 174 w 392"/>
                    <a:gd name="T9" fmla="*/ 12 h 291"/>
                    <a:gd name="T10" fmla="*/ 12 w 392"/>
                    <a:gd name="T11" fmla="*/ 174 h 291"/>
                    <a:gd name="T12" fmla="*/ 12 w 392"/>
                    <a:gd name="T13" fmla="*/ 285 h 291"/>
                    <a:gd name="T14" fmla="*/ 6 w 392"/>
                    <a:gd name="T15" fmla="*/ 291 h 291"/>
                    <a:gd name="T16" fmla="*/ 0 w 392"/>
                    <a:gd name="T17" fmla="*/ 285 h 291"/>
                    <a:gd name="T18" fmla="*/ 0 w 392"/>
                    <a:gd name="T19" fmla="*/ 174 h 291"/>
                    <a:gd name="T20" fmla="*/ 174 w 392"/>
                    <a:gd name="T21" fmla="*/ 0 h 291"/>
                    <a:gd name="T22" fmla="*/ 218 w 392"/>
                    <a:gd name="T23" fmla="*/ 0 h 291"/>
                    <a:gd name="T24" fmla="*/ 392 w 392"/>
                    <a:gd name="T25" fmla="*/ 174 h 291"/>
                    <a:gd name="T26" fmla="*/ 392 w 392"/>
                    <a:gd name="T27" fmla="*/ 285 h 291"/>
                    <a:gd name="T28" fmla="*/ 386 w 392"/>
                    <a:gd name="T29" fmla="*/ 291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2" h="291">
                      <a:moveTo>
                        <a:pt x="386" y="291"/>
                      </a:moveTo>
                      <a:cubicBezTo>
                        <a:pt x="383" y="291"/>
                        <a:pt x="380" y="288"/>
                        <a:pt x="380" y="285"/>
                      </a:cubicBezTo>
                      <a:cubicBezTo>
                        <a:pt x="380" y="174"/>
                        <a:pt x="380" y="174"/>
                        <a:pt x="380" y="174"/>
                      </a:cubicBezTo>
                      <a:cubicBezTo>
                        <a:pt x="380" y="85"/>
                        <a:pt x="307" y="12"/>
                        <a:pt x="218" y="12"/>
                      </a:cubicBezTo>
                      <a:cubicBezTo>
                        <a:pt x="174" y="12"/>
                        <a:pt x="174" y="12"/>
                        <a:pt x="174" y="12"/>
                      </a:cubicBezTo>
                      <a:cubicBezTo>
                        <a:pt x="85" y="12"/>
                        <a:pt x="12" y="85"/>
                        <a:pt x="12" y="174"/>
                      </a:cubicBezTo>
                      <a:cubicBezTo>
                        <a:pt x="12" y="285"/>
                        <a:pt x="12" y="285"/>
                        <a:pt x="12" y="285"/>
                      </a:cubicBezTo>
                      <a:cubicBezTo>
                        <a:pt x="12" y="288"/>
                        <a:pt x="9" y="291"/>
                        <a:pt x="6" y="291"/>
                      </a:cubicBezTo>
                      <a:cubicBezTo>
                        <a:pt x="2" y="291"/>
                        <a:pt x="0" y="288"/>
                        <a:pt x="0" y="285"/>
                      </a:cubicBezTo>
                      <a:cubicBezTo>
                        <a:pt x="0" y="174"/>
                        <a:pt x="0" y="174"/>
                        <a:pt x="0" y="174"/>
                      </a:cubicBezTo>
                      <a:cubicBezTo>
                        <a:pt x="0" y="78"/>
                        <a:pt x="78" y="0"/>
                        <a:pt x="174" y="0"/>
                      </a:cubicBezTo>
                      <a:cubicBezTo>
                        <a:pt x="218" y="0"/>
                        <a:pt x="218" y="0"/>
                        <a:pt x="218" y="0"/>
                      </a:cubicBezTo>
                      <a:cubicBezTo>
                        <a:pt x="314" y="0"/>
                        <a:pt x="392" y="78"/>
                        <a:pt x="392" y="174"/>
                      </a:cubicBezTo>
                      <a:cubicBezTo>
                        <a:pt x="392" y="285"/>
                        <a:pt x="392" y="285"/>
                        <a:pt x="392" y="285"/>
                      </a:cubicBezTo>
                      <a:cubicBezTo>
                        <a:pt x="392" y="288"/>
                        <a:pt x="389" y="291"/>
                        <a:pt x="386" y="291"/>
                      </a:cubicBez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sp>
              <p:nvSpPr>
                <p:cNvPr id="194" name="Freeform 325"/>
                <p:cNvSpPr>
                  <a:spLocks/>
                </p:cNvSpPr>
                <p:nvPr/>
              </p:nvSpPr>
              <p:spPr bwMode="auto">
                <a:xfrm>
                  <a:off x="4995863" y="-1920875"/>
                  <a:ext cx="1033463" cy="317500"/>
                </a:xfrm>
                <a:custGeom>
                  <a:avLst/>
                  <a:gdLst>
                    <a:gd name="T0" fmla="*/ 350 w 365"/>
                    <a:gd name="T1" fmla="*/ 110 h 112"/>
                    <a:gd name="T2" fmla="*/ 339 w 365"/>
                    <a:gd name="T3" fmla="*/ 103 h 112"/>
                    <a:gd name="T4" fmla="*/ 205 w 365"/>
                    <a:gd name="T5" fmla="*/ 26 h 112"/>
                    <a:gd name="T6" fmla="*/ 161 w 365"/>
                    <a:gd name="T7" fmla="*/ 26 h 112"/>
                    <a:gd name="T8" fmla="*/ 27 w 365"/>
                    <a:gd name="T9" fmla="*/ 103 h 112"/>
                    <a:gd name="T10" fmla="*/ 9 w 365"/>
                    <a:gd name="T11" fmla="*/ 108 h 112"/>
                    <a:gd name="T12" fmla="*/ 4 w 365"/>
                    <a:gd name="T13" fmla="*/ 90 h 112"/>
                    <a:gd name="T14" fmla="*/ 161 w 365"/>
                    <a:gd name="T15" fmla="*/ 0 h 112"/>
                    <a:gd name="T16" fmla="*/ 205 w 365"/>
                    <a:gd name="T17" fmla="*/ 0 h 112"/>
                    <a:gd name="T18" fmla="*/ 362 w 365"/>
                    <a:gd name="T19" fmla="*/ 90 h 112"/>
                    <a:gd name="T20" fmla="*/ 357 w 365"/>
                    <a:gd name="T21" fmla="*/ 108 h 112"/>
                    <a:gd name="T22" fmla="*/ 350 w 365"/>
                    <a:gd name="T23" fmla="*/ 11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5" h="112">
                      <a:moveTo>
                        <a:pt x="350" y="110"/>
                      </a:moveTo>
                      <a:cubicBezTo>
                        <a:pt x="345" y="110"/>
                        <a:pt x="341" y="108"/>
                        <a:pt x="339" y="103"/>
                      </a:cubicBezTo>
                      <a:cubicBezTo>
                        <a:pt x="311" y="56"/>
                        <a:pt x="259" y="26"/>
                        <a:pt x="205" y="26"/>
                      </a:cubicBezTo>
                      <a:cubicBezTo>
                        <a:pt x="161" y="26"/>
                        <a:pt x="161" y="26"/>
                        <a:pt x="161" y="26"/>
                      </a:cubicBezTo>
                      <a:cubicBezTo>
                        <a:pt x="106" y="26"/>
                        <a:pt x="55" y="56"/>
                        <a:pt x="27" y="103"/>
                      </a:cubicBezTo>
                      <a:cubicBezTo>
                        <a:pt x="23" y="110"/>
                        <a:pt x="15" y="112"/>
                        <a:pt x="9" y="108"/>
                      </a:cubicBezTo>
                      <a:cubicBezTo>
                        <a:pt x="3" y="105"/>
                        <a:pt x="0" y="96"/>
                        <a:pt x="4" y="90"/>
                      </a:cubicBezTo>
                      <a:cubicBezTo>
                        <a:pt x="37" y="34"/>
                        <a:pt x="97" y="0"/>
                        <a:pt x="161" y="0"/>
                      </a:cubicBezTo>
                      <a:cubicBezTo>
                        <a:pt x="205" y="0"/>
                        <a:pt x="205" y="0"/>
                        <a:pt x="205" y="0"/>
                      </a:cubicBezTo>
                      <a:cubicBezTo>
                        <a:pt x="269" y="0"/>
                        <a:pt x="329" y="34"/>
                        <a:pt x="362" y="90"/>
                      </a:cubicBezTo>
                      <a:cubicBezTo>
                        <a:pt x="365" y="96"/>
                        <a:pt x="363" y="105"/>
                        <a:pt x="357" y="108"/>
                      </a:cubicBezTo>
                      <a:cubicBezTo>
                        <a:pt x="355" y="109"/>
                        <a:pt x="352" y="110"/>
                        <a:pt x="350" y="110"/>
                      </a:cubicBezTo>
                      <a:close/>
                    </a:path>
                  </a:pathLst>
                </a:custGeom>
                <a:grpFill/>
                <a:ln>
                  <a:noFill/>
                </a:ln>
              </p:spPr>
              <p:txBody>
                <a:bodyPr vert="horz" wrap="square" lIns="89606" tIns="44802" rIns="89606" bIns="44802" numCol="1" anchor="t" anchorCtr="0" compatLnSpc="1">
                  <a:prstTxWarp prst="textNoShape">
                    <a:avLst/>
                  </a:prstTxWarp>
                </a:bodyPr>
                <a:lstStyle/>
                <a:p>
                  <a:pPr defTabSz="914005">
                    <a:defRPr/>
                  </a:pPr>
                  <a:endParaRPr lang="en-US" sz="1764">
                    <a:solidFill>
                      <a:srgbClr val="404040"/>
                    </a:solidFill>
                  </a:endParaRPr>
                </a:p>
              </p:txBody>
            </p:sp>
          </p:grpSp>
        </p:grpSp>
        <p:sp>
          <p:nvSpPr>
            <p:cNvPr id="186" name="Rectangle 203"/>
            <p:cNvSpPr>
              <a:spLocks noChangeArrowheads="1"/>
            </p:cNvSpPr>
            <p:nvPr/>
          </p:nvSpPr>
          <p:spPr bwMode="auto">
            <a:xfrm>
              <a:off x="461603" y="4916603"/>
              <a:ext cx="3879842" cy="1596502"/>
            </a:xfrm>
            <a:prstGeom prst="rect">
              <a:avLst/>
            </a:prstGeom>
            <a:solidFill>
              <a:schemeClr val="accent6"/>
            </a:solidFill>
            <a:ln>
              <a:noFill/>
            </a:ln>
          </p:spPr>
          <p:txBody>
            <a:bodyPr vert="horz" wrap="square" lIns="89606" tIns="44802" rIns="89606" bIns="44802" numCol="1" anchor="ctr" anchorCtr="0" compatLnSpc="1">
              <a:prstTxWarp prst="textNoShape">
                <a:avLst/>
              </a:prstTxWarp>
            </a:bodyPr>
            <a:lstStyle/>
            <a:p>
              <a:pPr algn="ctr" defTabSz="914005">
                <a:defRPr/>
              </a:pPr>
              <a:r>
                <a:rPr lang="en-US" sz="3998" b="1" dirty="0">
                  <a:gradFill>
                    <a:gsLst>
                      <a:gs pos="0">
                        <a:srgbClr val="FFFFFF"/>
                      </a:gs>
                      <a:gs pos="100000">
                        <a:srgbClr val="FFFFFF"/>
                      </a:gs>
                    </a:gsLst>
                    <a:lin ang="5400000" scaled="0"/>
                  </a:gradFill>
                  <a:latin typeface="Segoe UI Light"/>
                </a:rPr>
                <a:t>Podcasts</a:t>
              </a:r>
              <a:r>
                <a:rPr lang="en-US" sz="1764" dirty="0">
                  <a:solidFill>
                    <a:srgbClr val="404040"/>
                  </a:solidFill>
                </a:rPr>
                <a:t/>
              </a:r>
              <a:br>
                <a:rPr lang="en-US" sz="1764" dirty="0">
                  <a:solidFill>
                    <a:srgbClr val="404040"/>
                  </a:solidFill>
                </a:rPr>
              </a:br>
              <a:r>
                <a:rPr lang="en-US" sz="1799" u="sng" spc="-50" dirty="0">
                  <a:solidFill>
                    <a:srgbClr val="FFFFFF"/>
                  </a:solidFill>
                </a:rPr>
                <a:t>http://</a:t>
              </a:r>
              <a:r>
                <a:rPr lang="en-US" sz="1799" u="sng" dirty="0">
                  <a:solidFill>
                    <a:srgbClr val="FFFFFF"/>
                  </a:solidFill>
                </a:rPr>
                <a:t>dev.office.com/podcasts</a:t>
              </a:r>
              <a:r>
                <a:rPr lang="en-US" sz="1799" u="sng" spc="-50" dirty="0">
                  <a:solidFill>
                    <a:srgbClr val="FFFFFF"/>
                  </a:solidFill>
                </a:rPr>
                <a:t> </a:t>
              </a:r>
            </a:p>
            <a:p>
              <a:pPr algn="ctr" defTabSz="914005">
                <a:defRPr/>
              </a:pPr>
              <a:endParaRPr lang="en-US" sz="1764" dirty="0">
                <a:solidFill>
                  <a:srgbClr val="404040"/>
                </a:solidFill>
              </a:endParaRPr>
            </a:p>
          </p:txBody>
        </p:sp>
      </p:grpSp>
      <p:grpSp>
        <p:nvGrpSpPr>
          <p:cNvPr id="195" name="Group 194"/>
          <p:cNvGrpSpPr/>
          <p:nvPr userDrawn="1"/>
        </p:nvGrpSpPr>
        <p:grpSpPr>
          <a:xfrm>
            <a:off x="10132721" y="4916033"/>
            <a:ext cx="1844238" cy="1597854"/>
            <a:chOff x="10134295" y="4916603"/>
            <a:chExt cx="1844980" cy="1598497"/>
          </a:xfrm>
        </p:grpSpPr>
        <p:sp>
          <p:nvSpPr>
            <p:cNvPr id="196" name="Rectangle 153"/>
            <p:cNvSpPr>
              <a:spLocks noChangeArrowheads="1"/>
            </p:cNvSpPr>
            <p:nvPr/>
          </p:nvSpPr>
          <p:spPr bwMode="auto">
            <a:xfrm>
              <a:off x="10134295" y="4916603"/>
              <a:ext cx="1844980" cy="1598497"/>
            </a:xfrm>
            <a:prstGeom prst="rect">
              <a:avLst/>
            </a:prstGeom>
            <a:solidFill>
              <a:schemeClr val="accent5"/>
            </a:solidFill>
            <a:ln>
              <a:noFill/>
            </a:ln>
          </p:spPr>
          <p:txBody>
            <a:bodyPr vert="horz" wrap="square" lIns="89606" tIns="44802" rIns="89606" bIns="44802" numCol="1" anchor="t" anchorCtr="0" compatLnSpc="1">
              <a:prstTxWarp prst="textNoShape">
                <a:avLst/>
              </a:prstTxWarp>
            </a:bodyPr>
            <a:lstStyle/>
            <a:p>
              <a:pPr defTabSz="914005">
                <a:defRPr/>
              </a:pPr>
              <a:r>
                <a:rPr lang="en-US" sz="1799" b="1" dirty="0" err="1">
                  <a:gradFill>
                    <a:gsLst>
                      <a:gs pos="0">
                        <a:srgbClr val="FFFFFF"/>
                      </a:gs>
                      <a:gs pos="100000">
                        <a:srgbClr val="FFFFFF"/>
                      </a:gs>
                    </a:gsLst>
                    <a:lin ang="5400000" scaled="0"/>
                  </a:gradFill>
                  <a:latin typeface="Segoe UI Light"/>
                </a:rPr>
                <a:t>UserVoice</a:t>
              </a: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endParaRPr lang="en-US" sz="1799" b="1" dirty="0">
                <a:gradFill>
                  <a:gsLst>
                    <a:gs pos="0">
                      <a:srgbClr val="FFFFFF"/>
                    </a:gs>
                    <a:gs pos="100000">
                      <a:srgbClr val="FFFFFF"/>
                    </a:gs>
                  </a:gsLst>
                  <a:lin ang="5400000" scaled="0"/>
                </a:gradFill>
                <a:latin typeface="Segoe UI Light"/>
              </a:endParaRPr>
            </a:p>
            <a:p>
              <a:pPr defTabSz="914005">
                <a:defRPr/>
              </a:pPr>
              <a:r>
                <a:rPr lang="en-US" sz="1199" u="sng" dirty="0">
                  <a:solidFill>
                    <a:srgbClr val="FFFFFF"/>
                  </a:solidFill>
                </a:rPr>
                <a:t>http://officespdev.uservoice.com/ </a:t>
              </a:r>
            </a:p>
            <a:p>
              <a:pPr defTabSz="914005">
                <a:defRPr/>
              </a:pPr>
              <a:endParaRPr lang="en-US" sz="1799" b="1" dirty="0">
                <a:gradFill>
                  <a:gsLst>
                    <a:gs pos="0">
                      <a:srgbClr val="FFFFFF"/>
                    </a:gs>
                    <a:gs pos="100000">
                      <a:srgbClr val="FFFFFF"/>
                    </a:gs>
                  </a:gsLst>
                  <a:lin ang="5400000" scaled="0"/>
                </a:gradFill>
                <a:latin typeface="Segoe UI Light"/>
              </a:endParaRPr>
            </a:p>
          </p:txBody>
        </p:sp>
        <p:sp>
          <p:nvSpPr>
            <p:cNvPr id="197" name="Freeform 64"/>
            <p:cNvSpPr>
              <a:spLocks noChangeAspect="1" noEditPoints="1"/>
            </p:cNvSpPr>
            <p:nvPr/>
          </p:nvSpPr>
          <p:spPr bwMode="black">
            <a:xfrm>
              <a:off x="10672381" y="5344472"/>
              <a:ext cx="794805" cy="610410"/>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272" tIns="41137" rIns="82272" bIns="41137" numCol="1" anchor="t" anchorCtr="0" compatLnSpc="1">
              <a:prstTxWarp prst="textNoShape">
                <a:avLst/>
              </a:prstTxWarp>
            </a:bodyPr>
            <a:lstStyle/>
            <a:p>
              <a:pPr defTabSz="932319">
                <a:defRPr/>
              </a:pPr>
              <a:endParaRPr lang="en-US" sz="1599">
                <a:solidFill>
                  <a:srgbClr val="000000"/>
                </a:solidFill>
              </a:endParaRPr>
            </a:p>
          </p:txBody>
        </p:sp>
      </p:grpSp>
      <p:grpSp>
        <p:nvGrpSpPr>
          <p:cNvPr id="198" name="Group 197"/>
          <p:cNvGrpSpPr/>
          <p:nvPr userDrawn="1"/>
        </p:nvGrpSpPr>
        <p:grpSpPr>
          <a:xfrm>
            <a:off x="2399409" y="3155336"/>
            <a:ext cx="1942791" cy="1681580"/>
            <a:chOff x="2397872" y="3155198"/>
            <a:chExt cx="1943573" cy="1682257"/>
          </a:xfrm>
        </p:grpSpPr>
        <p:sp>
          <p:nvSpPr>
            <p:cNvPr id="199" name="Rectangle 266"/>
            <p:cNvSpPr>
              <a:spLocks noChangeArrowheads="1"/>
            </p:cNvSpPr>
            <p:nvPr/>
          </p:nvSpPr>
          <p:spPr bwMode="auto">
            <a:xfrm>
              <a:off x="2397872" y="3155198"/>
              <a:ext cx="1943573" cy="1682257"/>
            </a:xfrm>
            <a:prstGeom prst="rect">
              <a:avLst/>
            </a:prstGeom>
            <a:solidFill>
              <a:srgbClr val="BAD80A"/>
            </a:solidFill>
            <a:ln>
              <a:noFill/>
            </a:ln>
          </p:spPr>
          <p:txBody>
            <a:bodyPr vert="horz" wrap="square" lIns="89606" tIns="44802" rIns="89606" bIns="44802" numCol="1" anchor="t" anchorCtr="0" compatLnSpc="1">
              <a:prstTxWarp prst="textNoShape">
                <a:avLst/>
              </a:prstTxWarp>
            </a:bodyPr>
            <a:lstStyle/>
            <a:p>
              <a:pPr defTabSz="914005">
                <a:lnSpc>
                  <a:spcPct val="95000"/>
                </a:lnSpc>
                <a:defRPr/>
              </a:pPr>
              <a:r>
                <a:rPr lang="en-US" sz="1764" dirty="0">
                  <a:gradFill>
                    <a:gsLst>
                      <a:gs pos="0">
                        <a:srgbClr val="505050"/>
                      </a:gs>
                      <a:gs pos="100000">
                        <a:srgbClr val="505050"/>
                      </a:gs>
                    </a:gsLst>
                    <a:lin ang="5400000" scaled="0"/>
                  </a:gradFill>
                </a:rPr>
                <a:t>Stack overflow</a:t>
              </a:r>
            </a:p>
            <a:p>
              <a:pPr defTabSz="914005">
                <a:lnSpc>
                  <a:spcPct val="95000"/>
                </a:lnSpc>
                <a:defRPr/>
              </a:pPr>
              <a:endParaRPr lang="en-US" sz="1764" dirty="0">
                <a:gradFill>
                  <a:gsLst>
                    <a:gs pos="0">
                      <a:srgbClr val="505050"/>
                    </a:gs>
                    <a:gs pos="100000">
                      <a:srgbClr val="505050"/>
                    </a:gs>
                  </a:gsLst>
                  <a:lin ang="5400000" scaled="0"/>
                </a:gradFill>
              </a:endParaRPr>
            </a:p>
            <a:p>
              <a:pPr defTabSz="914005">
                <a:lnSpc>
                  <a:spcPct val="95000"/>
                </a:lnSpc>
                <a:defRPr/>
              </a:pPr>
              <a:endParaRPr lang="en-US" sz="1764" dirty="0">
                <a:gradFill>
                  <a:gsLst>
                    <a:gs pos="0">
                      <a:srgbClr val="505050"/>
                    </a:gs>
                    <a:gs pos="100000">
                      <a:srgbClr val="505050"/>
                    </a:gs>
                  </a:gsLst>
                  <a:lin ang="5400000" scaled="0"/>
                </a:gradFill>
              </a:endParaRPr>
            </a:p>
            <a:p>
              <a:pPr defTabSz="914005">
                <a:lnSpc>
                  <a:spcPct val="95000"/>
                </a:lnSpc>
                <a:defRPr/>
              </a:pPr>
              <a:endParaRPr lang="en-US" sz="1764" dirty="0">
                <a:gradFill>
                  <a:gsLst>
                    <a:gs pos="0">
                      <a:srgbClr val="505050"/>
                    </a:gs>
                    <a:gs pos="100000">
                      <a:srgbClr val="505050"/>
                    </a:gs>
                  </a:gsLst>
                  <a:lin ang="5400000" scaled="0"/>
                </a:gradFill>
              </a:endParaRPr>
            </a:p>
            <a:p>
              <a:pPr defTabSz="914005">
                <a:lnSpc>
                  <a:spcPct val="95000"/>
                </a:lnSpc>
                <a:defRPr/>
              </a:pPr>
              <a:endParaRPr lang="en-US" sz="1764" dirty="0">
                <a:gradFill>
                  <a:gsLst>
                    <a:gs pos="0">
                      <a:srgbClr val="505050"/>
                    </a:gs>
                    <a:gs pos="100000">
                      <a:srgbClr val="505050"/>
                    </a:gs>
                  </a:gsLst>
                  <a:lin ang="5400000" scaled="0"/>
                </a:gradFill>
              </a:endParaRPr>
            </a:p>
            <a:p>
              <a:pPr defTabSz="914005">
                <a:lnSpc>
                  <a:spcPct val="95000"/>
                </a:lnSpc>
                <a:defRPr/>
              </a:pPr>
              <a:r>
                <a:rPr lang="en-US" sz="1764" dirty="0">
                  <a:gradFill>
                    <a:gsLst>
                      <a:gs pos="0">
                        <a:srgbClr val="505050"/>
                      </a:gs>
                      <a:gs pos="100000">
                        <a:srgbClr val="505050"/>
                      </a:gs>
                    </a:gsLst>
                    <a:lin ang="5400000" scaled="0"/>
                  </a:gradFill>
                </a:rPr>
                <a:t>[</a:t>
              </a:r>
              <a:r>
                <a:rPr lang="en-US" sz="1764" dirty="0" err="1">
                  <a:gradFill>
                    <a:gsLst>
                      <a:gs pos="0">
                        <a:srgbClr val="505050"/>
                      </a:gs>
                      <a:gs pos="100000">
                        <a:srgbClr val="505050"/>
                      </a:gs>
                    </a:gsLst>
                    <a:lin ang="5400000" scaled="0"/>
                  </a:gradFill>
                </a:rPr>
                <a:t>ms</a:t>
              </a:r>
              <a:r>
                <a:rPr lang="en-US" sz="1764" dirty="0">
                  <a:gradFill>
                    <a:gsLst>
                      <a:gs pos="0">
                        <a:srgbClr val="505050"/>
                      </a:gs>
                      <a:gs pos="100000">
                        <a:srgbClr val="505050"/>
                      </a:gs>
                    </a:gsLst>
                    <a:lin ang="5400000" scaled="0"/>
                  </a:gradFill>
                </a:rPr>
                <a:t>-office]</a:t>
              </a:r>
            </a:p>
          </p:txBody>
        </p:sp>
        <p:sp>
          <p:nvSpPr>
            <p:cNvPr id="200" name="Freeform 15"/>
            <p:cNvSpPr>
              <a:spLocks noEditPoints="1"/>
            </p:cNvSpPr>
            <p:nvPr/>
          </p:nvSpPr>
          <p:spPr bwMode="black">
            <a:xfrm>
              <a:off x="2964290" y="3587555"/>
              <a:ext cx="760544" cy="761422"/>
            </a:xfrm>
            <a:custGeom>
              <a:avLst/>
              <a:gdLst>
                <a:gd name="T0" fmla="*/ 455 w 708"/>
                <a:gd name="T1" fmla="*/ 121 h 709"/>
                <a:gd name="T2" fmla="*/ 392 w 708"/>
                <a:gd name="T3" fmla="*/ 121 h 709"/>
                <a:gd name="T4" fmla="*/ 392 w 708"/>
                <a:gd name="T5" fmla="*/ 206 h 709"/>
                <a:gd name="T6" fmla="*/ 316 w 708"/>
                <a:gd name="T7" fmla="*/ 206 h 709"/>
                <a:gd name="T8" fmla="*/ 316 w 708"/>
                <a:gd name="T9" fmla="*/ 121 h 709"/>
                <a:gd name="T10" fmla="*/ 250 w 708"/>
                <a:gd name="T11" fmla="*/ 121 h 709"/>
                <a:gd name="T12" fmla="*/ 354 w 708"/>
                <a:gd name="T13" fmla="*/ 0 h 709"/>
                <a:gd name="T14" fmla="*/ 455 w 708"/>
                <a:gd name="T15" fmla="*/ 121 h 709"/>
                <a:gd name="T16" fmla="*/ 205 w 708"/>
                <a:gd name="T17" fmla="*/ 371 h 709"/>
                <a:gd name="T18" fmla="*/ 139 w 708"/>
                <a:gd name="T19" fmla="*/ 371 h 709"/>
                <a:gd name="T20" fmla="*/ 139 w 708"/>
                <a:gd name="T21" fmla="*/ 456 h 709"/>
                <a:gd name="T22" fmla="*/ 63 w 708"/>
                <a:gd name="T23" fmla="*/ 456 h 709"/>
                <a:gd name="T24" fmla="*/ 63 w 708"/>
                <a:gd name="T25" fmla="*/ 371 h 709"/>
                <a:gd name="T26" fmla="*/ 0 w 708"/>
                <a:gd name="T27" fmla="*/ 371 h 709"/>
                <a:gd name="T28" fmla="*/ 101 w 708"/>
                <a:gd name="T29" fmla="*/ 251 h 709"/>
                <a:gd name="T30" fmla="*/ 205 w 708"/>
                <a:gd name="T31" fmla="*/ 371 h 709"/>
                <a:gd name="T32" fmla="*/ 205 w 708"/>
                <a:gd name="T33" fmla="*/ 503 h 709"/>
                <a:gd name="T34" fmla="*/ 0 w 708"/>
                <a:gd name="T35" fmla="*/ 503 h 709"/>
                <a:gd name="T36" fmla="*/ 0 w 708"/>
                <a:gd name="T37" fmla="*/ 709 h 709"/>
                <a:gd name="T38" fmla="*/ 205 w 708"/>
                <a:gd name="T39" fmla="*/ 709 h 709"/>
                <a:gd name="T40" fmla="*/ 205 w 708"/>
                <a:gd name="T41" fmla="*/ 503 h 709"/>
                <a:gd name="T42" fmla="*/ 708 w 708"/>
                <a:gd name="T43" fmla="*/ 503 h 709"/>
                <a:gd name="T44" fmla="*/ 503 w 708"/>
                <a:gd name="T45" fmla="*/ 503 h 709"/>
                <a:gd name="T46" fmla="*/ 503 w 708"/>
                <a:gd name="T47" fmla="*/ 709 h 709"/>
                <a:gd name="T48" fmla="*/ 708 w 708"/>
                <a:gd name="T49" fmla="*/ 709 h 709"/>
                <a:gd name="T50" fmla="*/ 708 w 708"/>
                <a:gd name="T51" fmla="*/ 503 h 709"/>
                <a:gd name="T52" fmla="*/ 708 w 708"/>
                <a:gd name="T53" fmla="*/ 0 h 709"/>
                <a:gd name="T54" fmla="*/ 503 w 708"/>
                <a:gd name="T55" fmla="*/ 0 h 709"/>
                <a:gd name="T56" fmla="*/ 503 w 708"/>
                <a:gd name="T57" fmla="*/ 206 h 709"/>
                <a:gd name="T58" fmla="*/ 708 w 708"/>
                <a:gd name="T59" fmla="*/ 206 h 709"/>
                <a:gd name="T60" fmla="*/ 708 w 708"/>
                <a:gd name="T61" fmla="*/ 0 h 709"/>
                <a:gd name="T62" fmla="*/ 708 w 708"/>
                <a:gd name="T63" fmla="*/ 251 h 709"/>
                <a:gd name="T64" fmla="*/ 503 w 708"/>
                <a:gd name="T65" fmla="*/ 251 h 709"/>
                <a:gd name="T66" fmla="*/ 503 w 708"/>
                <a:gd name="T67" fmla="*/ 456 h 709"/>
                <a:gd name="T68" fmla="*/ 708 w 708"/>
                <a:gd name="T69" fmla="*/ 456 h 709"/>
                <a:gd name="T70" fmla="*/ 708 w 708"/>
                <a:gd name="T71" fmla="*/ 251 h 709"/>
                <a:gd name="T72" fmla="*/ 455 w 708"/>
                <a:gd name="T73" fmla="*/ 251 h 709"/>
                <a:gd name="T74" fmla="*/ 250 w 708"/>
                <a:gd name="T75" fmla="*/ 251 h 709"/>
                <a:gd name="T76" fmla="*/ 250 w 708"/>
                <a:gd name="T77" fmla="*/ 456 h 709"/>
                <a:gd name="T78" fmla="*/ 455 w 708"/>
                <a:gd name="T79" fmla="*/ 456 h 709"/>
                <a:gd name="T80" fmla="*/ 455 w 708"/>
                <a:gd name="T81" fmla="*/ 251 h 709"/>
                <a:gd name="T82" fmla="*/ 455 w 708"/>
                <a:gd name="T83" fmla="*/ 503 h 709"/>
                <a:gd name="T84" fmla="*/ 250 w 708"/>
                <a:gd name="T85" fmla="*/ 503 h 709"/>
                <a:gd name="T86" fmla="*/ 250 w 708"/>
                <a:gd name="T87" fmla="*/ 709 h 709"/>
                <a:gd name="T88" fmla="*/ 455 w 708"/>
                <a:gd name="T89" fmla="*/ 709 h 709"/>
                <a:gd name="T90" fmla="*/ 455 w 708"/>
                <a:gd name="T91" fmla="*/ 503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8" h="709">
                  <a:moveTo>
                    <a:pt x="455" y="121"/>
                  </a:moveTo>
                  <a:lnTo>
                    <a:pt x="392" y="121"/>
                  </a:lnTo>
                  <a:lnTo>
                    <a:pt x="392" y="206"/>
                  </a:lnTo>
                  <a:lnTo>
                    <a:pt x="316" y="206"/>
                  </a:lnTo>
                  <a:lnTo>
                    <a:pt x="316" y="121"/>
                  </a:lnTo>
                  <a:lnTo>
                    <a:pt x="250" y="121"/>
                  </a:lnTo>
                  <a:lnTo>
                    <a:pt x="354" y="0"/>
                  </a:lnTo>
                  <a:lnTo>
                    <a:pt x="455" y="121"/>
                  </a:lnTo>
                  <a:close/>
                  <a:moveTo>
                    <a:pt x="205" y="371"/>
                  </a:moveTo>
                  <a:lnTo>
                    <a:pt x="139" y="371"/>
                  </a:lnTo>
                  <a:lnTo>
                    <a:pt x="139" y="456"/>
                  </a:lnTo>
                  <a:lnTo>
                    <a:pt x="63" y="456"/>
                  </a:lnTo>
                  <a:lnTo>
                    <a:pt x="63" y="371"/>
                  </a:lnTo>
                  <a:lnTo>
                    <a:pt x="0" y="371"/>
                  </a:lnTo>
                  <a:lnTo>
                    <a:pt x="101" y="251"/>
                  </a:lnTo>
                  <a:lnTo>
                    <a:pt x="205" y="371"/>
                  </a:lnTo>
                  <a:close/>
                  <a:moveTo>
                    <a:pt x="205" y="503"/>
                  </a:moveTo>
                  <a:lnTo>
                    <a:pt x="0" y="503"/>
                  </a:lnTo>
                  <a:lnTo>
                    <a:pt x="0" y="709"/>
                  </a:lnTo>
                  <a:lnTo>
                    <a:pt x="205" y="709"/>
                  </a:lnTo>
                  <a:lnTo>
                    <a:pt x="205" y="503"/>
                  </a:lnTo>
                  <a:close/>
                  <a:moveTo>
                    <a:pt x="708" y="503"/>
                  </a:moveTo>
                  <a:lnTo>
                    <a:pt x="503" y="503"/>
                  </a:lnTo>
                  <a:lnTo>
                    <a:pt x="503" y="709"/>
                  </a:lnTo>
                  <a:lnTo>
                    <a:pt x="708" y="709"/>
                  </a:lnTo>
                  <a:lnTo>
                    <a:pt x="708" y="503"/>
                  </a:lnTo>
                  <a:close/>
                  <a:moveTo>
                    <a:pt x="708" y="0"/>
                  </a:moveTo>
                  <a:lnTo>
                    <a:pt x="503" y="0"/>
                  </a:lnTo>
                  <a:lnTo>
                    <a:pt x="503" y="206"/>
                  </a:lnTo>
                  <a:lnTo>
                    <a:pt x="708" y="206"/>
                  </a:lnTo>
                  <a:lnTo>
                    <a:pt x="708" y="0"/>
                  </a:lnTo>
                  <a:close/>
                  <a:moveTo>
                    <a:pt x="708" y="251"/>
                  </a:moveTo>
                  <a:lnTo>
                    <a:pt x="503" y="251"/>
                  </a:lnTo>
                  <a:lnTo>
                    <a:pt x="503" y="456"/>
                  </a:lnTo>
                  <a:lnTo>
                    <a:pt x="708" y="456"/>
                  </a:lnTo>
                  <a:lnTo>
                    <a:pt x="708" y="251"/>
                  </a:lnTo>
                  <a:close/>
                  <a:moveTo>
                    <a:pt x="455" y="251"/>
                  </a:moveTo>
                  <a:lnTo>
                    <a:pt x="250" y="251"/>
                  </a:lnTo>
                  <a:lnTo>
                    <a:pt x="250" y="456"/>
                  </a:lnTo>
                  <a:lnTo>
                    <a:pt x="455" y="456"/>
                  </a:lnTo>
                  <a:lnTo>
                    <a:pt x="455" y="251"/>
                  </a:lnTo>
                  <a:close/>
                  <a:moveTo>
                    <a:pt x="455" y="503"/>
                  </a:moveTo>
                  <a:lnTo>
                    <a:pt x="250" y="503"/>
                  </a:lnTo>
                  <a:lnTo>
                    <a:pt x="250" y="709"/>
                  </a:lnTo>
                  <a:lnTo>
                    <a:pt x="455" y="709"/>
                  </a:lnTo>
                  <a:lnTo>
                    <a:pt x="455" y="503"/>
                  </a:lnTo>
                  <a:close/>
                </a:path>
              </a:pathLst>
            </a:custGeom>
            <a:solidFill>
              <a:schemeClr val="tx2"/>
            </a:solidFill>
            <a:ln>
              <a:noFill/>
            </a:ln>
          </p:spPr>
          <p:txBody>
            <a:bodyPr vert="horz" wrap="square" lIns="0" tIns="41137" rIns="82272" bIns="41137" numCol="1" anchor="t" anchorCtr="0" compatLnSpc="1">
              <a:prstTxWarp prst="textNoShape">
                <a:avLst/>
              </a:prstTxWarp>
            </a:bodyPr>
            <a:lstStyle/>
            <a:p>
              <a:pPr algn="ctr" defTabSz="914001">
                <a:defRPr/>
              </a:pPr>
              <a:endParaRPr lang="en-US" sz="1599">
                <a:gradFill>
                  <a:gsLst>
                    <a:gs pos="0">
                      <a:srgbClr val="FFFFFF"/>
                    </a:gs>
                    <a:gs pos="100000">
                      <a:srgbClr val="FFFFFF"/>
                    </a:gs>
                  </a:gsLst>
                  <a:lin ang="5400000" scaled="0"/>
                </a:gradFill>
              </a:endParaRPr>
            </a:p>
          </p:txBody>
        </p:sp>
      </p:grpSp>
      <p:grpSp>
        <p:nvGrpSpPr>
          <p:cNvPr id="201" name="Group 200"/>
          <p:cNvGrpSpPr/>
          <p:nvPr userDrawn="1"/>
        </p:nvGrpSpPr>
        <p:grpSpPr>
          <a:xfrm>
            <a:off x="4426635" y="3160646"/>
            <a:ext cx="3702219" cy="1678717"/>
            <a:chOff x="4425913" y="3160511"/>
            <a:chExt cx="3703709" cy="1679392"/>
          </a:xfrm>
        </p:grpSpPr>
        <p:sp>
          <p:nvSpPr>
            <p:cNvPr id="202" name="Rectangle 153"/>
            <p:cNvSpPr>
              <a:spLocks noChangeArrowheads="1"/>
            </p:cNvSpPr>
            <p:nvPr/>
          </p:nvSpPr>
          <p:spPr bwMode="auto">
            <a:xfrm>
              <a:off x="4425913" y="3160511"/>
              <a:ext cx="3703709" cy="1679392"/>
            </a:xfrm>
            <a:prstGeom prst="rect">
              <a:avLst/>
            </a:prstGeom>
            <a:solidFill>
              <a:srgbClr val="008272"/>
            </a:solidFill>
            <a:ln>
              <a:noFill/>
            </a:ln>
          </p:spPr>
          <p:txBody>
            <a:bodyPr vert="horz" wrap="square" lIns="1188242" tIns="44802" rIns="89606" bIns="44802" numCol="1" anchor="ctr" anchorCtr="0" compatLnSpc="1">
              <a:prstTxWarp prst="textNoShape">
                <a:avLst/>
              </a:prstTxWarp>
            </a:bodyPr>
            <a:lstStyle/>
            <a:p>
              <a:pPr defTabSz="914005">
                <a:lnSpc>
                  <a:spcPct val="90000"/>
                </a:lnSpc>
                <a:spcBef>
                  <a:spcPts val="587"/>
                </a:spcBef>
                <a:spcAft>
                  <a:spcPts val="587"/>
                </a:spcAft>
                <a:defRPr/>
              </a:pPr>
              <a:r>
                <a:rPr lang="en-US" sz="3998" b="1" dirty="0">
                  <a:gradFill>
                    <a:gsLst>
                      <a:gs pos="0">
                        <a:srgbClr val="FFFFFF"/>
                      </a:gs>
                      <a:gs pos="100000">
                        <a:srgbClr val="FFFFFF"/>
                      </a:gs>
                    </a:gsLst>
                    <a:lin ang="5400000" scaled="0"/>
                  </a:gradFill>
                  <a:latin typeface="Segoe UI Light"/>
                </a:rPr>
                <a:t>Channel 9 </a:t>
              </a:r>
              <a:br>
                <a:rPr lang="en-US" sz="3998" b="1" dirty="0">
                  <a:gradFill>
                    <a:gsLst>
                      <a:gs pos="0">
                        <a:srgbClr val="FFFFFF"/>
                      </a:gs>
                      <a:gs pos="100000">
                        <a:srgbClr val="FFFFFF"/>
                      </a:gs>
                    </a:gsLst>
                    <a:lin ang="5400000" scaled="0"/>
                  </a:gradFill>
                  <a:latin typeface="Segoe UI Light"/>
                </a:rPr>
              </a:br>
              <a:r>
                <a:rPr lang="en-US" sz="3998" b="1" dirty="0">
                  <a:gradFill>
                    <a:gsLst>
                      <a:gs pos="0">
                        <a:srgbClr val="FFFFFF"/>
                      </a:gs>
                      <a:gs pos="100000">
                        <a:srgbClr val="FFFFFF"/>
                      </a:gs>
                    </a:gsLst>
                    <a:lin ang="5400000" scaled="0"/>
                  </a:gradFill>
                  <a:latin typeface="Segoe UI Light"/>
                </a:rPr>
                <a:t>Dev Show</a:t>
              </a:r>
            </a:p>
            <a:p>
              <a:pPr defTabSz="914005">
                <a:lnSpc>
                  <a:spcPct val="90000"/>
                </a:lnSpc>
                <a:spcBef>
                  <a:spcPts val="587"/>
                </a:spcBef>
                <a:spcAft>
                  <a:spcPts val="587"/>
                </a:spcAft>
                <a:defRPr/>
              </a:pPr>
              <a:r>
                <a:rPr lang="en-US" sz="1399" u="sng" dirty="0">
                  <a:solidFill>
                    <a:srgbClr val="FFFFFF"/>
                  </a:solidFill>
                </a:rPr>
                <a:t>http://aka.ms/O365DevShow </a:t>
              </a:r>
            </a:p>
          </p:txBody>
        </p:sp>
        <p:pic>
          <p:nvPicPr>
            <p:cNvPr id="203" name="Picture 202"/>
            <p:cNvPicPr>
              <a:picLocks noChangeAspect="1"/>
            </p:cNvPicPr>
            <p:nvPr/>
          </p:nvPicPr>
          <p:blipFill rotWithShape="1">
            <a:blip r:embed="rId4" cstate="print">
              <a:extLst>
                <a:ext uri="{28A0092B-C50C-407E-A947-70E740481C1C}">
                  <a14:useLocalDpi xmlns:a14="http://schemas.microsoft.com/office/drawing/2010/main" val="0"/>
                </a:ext>
              </a:extLst>
            </a:blip>
            <a:srcRect l="21000" r="22284" b="14513"/>
            <a:stretch/>
          </p:blipFill>
          <p:spPr>
            <a:xfrm>
              <a:off x="4616146" y="3328808"/>
              <a:ext cx="774394" cy="1366521"/>
            </a:xfrm>
            <a:prstGeom prst="rect">
              <a:avLst/>
            </a:prstGeom>
          </p:spPr>
        </p:pic>
      </p:grpSp>
      <p:grpSp>
        <p:nvGrpSpPr>
          <p:cNvPr id="204" name="Group 203"/>
          <p:cNvGrpSpPr/>
          <p:nvPr userDrawn="1"/>
        </p:nvGrpSpPr>
        <p:grpSpPr>
          <a:xfrm>
            <a:off x="6275951" y="4916033"/>
            <a:ext cx="3780906" cy="1597853"/>
            <a:chOff x="6275951" y="4916033"/>
            <a:chExt cx="3780906" cy="1597853"/>
          </a:xfrm>
        </p:grpSpPr>
        <p:sp>
          <p:nvSpPr>
            <p:cNvPr id="205" name="Rectangle 153"/>
            <p:cNvSpPr>
              <a:spLocks noChangeArrowheads="1"/>
            </p:cNvSpPr>
            <p:nvPr/>
          </p:nvSpPr>
          <p:spPr bwMode="auto">
            <a:xfrm>
              <a:off x="6275951" y="4916033"/>
              <a:ext cx="3780906" cy="1597853"/>
            </a:xfrm>
            <a:prstGeom prst="rect">
              <a:avLst/>
            </a:prstGeom>
            <a:solidFill>
              <a:srgbClr val="BAD80A"/>
            </a:solidFill>
            <a:ln>
              <a:noFill/>
            </a:ln>
          </p:spPr>
          <p:txBody>
            <a:bodyPr vert="horz" wrap="square" lIns="89606" tIns="44802" rIns="89606" bIns="44802" numCol="1" anchor="t" anchorCtr="0" compatLnSpc="1">
              <a:prstTxWarp prst="textNoShape">
                <a:avLst/>
              </a:prstTxWarp>
            </a:bodyPr>
            <a:lstStyle/>
            <a:p>
              <a:pPr defTabSz="914005">
                <a:defRPr/>
              </a:pPr>
              <a:r>
                <a:rPr lang="en-US" sz="3198" b="1" dirty="0">
                  <a:gradFill>
                    <a:gsLst>
                      <a:gs pos="0">
                        <a:srgbClr val="505050"/>
                      </a:gs>
                      <a:gs pos="100000">
                        <a:srgbClr val="505050"/>
                      </a:gs>
                    </a:gsLst>
                    <a:lin ang="5400000" scaled="0"/>
                  </a:gradFill>
                  <a:latin typeface="Segoe UI Light"/>
                </a:rPr>
                <a:t>Snack Demos</a:t>
              </a:r>
            </a:p>
            <a:p>
              <a:pPr defTabSz="914005">
                <a:defRPr/>
              </a:pPr>
              <a:endParaRPr lang="en-US" sz="3198" b="1" dirty="0">
                <a:gradFill>
                  <a:gsLst>
                    <a:gs pos="0">
                      <a:srgbClr val="505050"/>
                    </a:gs>
                    <a:gs pos="100000">
                      <a:srgbClr val="505050"/>
                    </a:gs>
                  </a:gsLst>
                  <a:lin ang="5400000" scaled="0"/>
                </a:gradFill>
                <a:latin typeface="Segoe UI Light"/>
              </a:endParaRPr>
            </a:p>
            <a:p>
              <a:pPr defTabSz="914005">
                <a:defRPr/>
              </a:pPr>
              <a:endParaRPr lang="en-US" sz="1599" u="sng" dirty="0">
                <a:gradFill>
                  <a:gsLst>
                    <a:gs pos="0">
                      <a:srgbClr val="505050"/>
                    </a:gs>
                    <a:gs pos="100000">
                      <a:srgbClr val="505050"/>
                    </a:gs>
                  </a:gsLst>
                  <a:lin ang="5400000" scaled="0"/>
                </a:gradFill>
              </a:endParaRPr>
            </a:p>
            <a:p>
              <a:pPr defTabSz="914005">
                <a:defRPr/>
              </a:pPr>
              <a:r>
                <a:rPr lang="en-US" sz="1599" u="sng" dirty="0">
                  <a:gradFill>
                    <a:gsLst>
                      <a:gs pos="0">
                        <a:srgbClr val="505050"/>
                      </a:gs>
                      <a:gs pos="100000">
                        <a:srgbClr val="505050"/>
                      </a:gs>
                    </a:gsLst>
                    <a:lin ang="5400000" scaled="0"/>
                  </a:gradFill>
                </a:rPr>
                <a:t>http://aka.ms/o365DevSnackDemos </a:t>
              </a:r>
            </a:p>
          </p:txBody>
        </p:sp>
        <p:pic>
          <p:nvPicPr>
            <p:cNvPr id="206" name="Picture 205"/>
            <p:cNvPicPr>
              <a:picLocks noChangeAspect="1"/>
            </p:cNvPicPr>
            <p:nvPr/>
          </p:nvPicPr>
          <p:blipFill rotWithShape="1">
            <a:blip r:embed="rId5">
              <a:extLst>
                <a:ext uri="{28A0092B-C50C-407E-A947-70E740481C1C}">
                  <a14:useLocalDpi xmlns:a14="http://schemas.microsoft.com/office/drawing/2010/main" val="0"/>
                </a:ext>
              </a:extLst>
            </a:blip>
            <a:srcRect l="7293" t="22006" r="6690" b="17389"/>
            <a:stretch/>
          </p:blipFill>
          <p:spPr>
            <a:xfrm>
              <a:off x="7426104" y="5489581"/>
              <a:ext cx="1480601" cy="624925"/>
            </a:xfrm>
            <a:prstGeom prst="rect">
              <a:avLst/>
            </a:prstGeom>
          </p:spPr>
        </p:pic>
      </p:grpSp>
      <p:sp>
        <p:nvSpPr>
          <p:cNvPr id="207" name="Title 2"/>
          <p:cNvSpPr>
            <a:spLocks noGrp="1"/>
          </p:cNvSpPr>
          <p:nvPr>
            <p:ph type="title" idx="4294967295"/>
          </p:nvPr>
        </p:nvSpPr>
        <p:spPr>
          <a:xfrm>
            <a:off x="273844" y="295275"/>
            <a:ext cx="11888787" cy="917575"/>
          </a:xfrm>
        </p:spPr>
        <p:txBody>
          <a:bodyPr/>
          <a:lstStyle/>
          <a:p>
            <a:r>
              <a:rPr lang="en-US" dirty="0" smtClean="0"/>
              <a:t>Engage</a:t>
            </a:r>
            <a:endParaRPr lang="en-US" dirty="0"/>
          </a:p>
        </p:txBody>
      </p:sp>
      <p:sp>
        <p:nvSpPr>
          <p:cNvPr id="2" name="Rectangle 1">
            <a:hlinkClick r:id="rId6"/>
          </p:cNvPr>
          <p:cNvSpPr/>
          <p:nvPr userDrawn="1"/>
        </p:nvSpPr>
        <p:spPr bwMode="auto">
          <a:xfrm>
            <a:off x="6314720" y="6148471"/>
            <a:ext cx="3321109" cy="306117"/>
          </a:xfrm>
          <a:prstGeom prst="rect">
            <a:avLst/>
          </a:prstGeom>
          <a:no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8" name="Rectangle 207">
            <a:hlinkClick r:id="rId7"/>
          </p:cNvPr>
          <p:cNvSpPr/>
          <p:nvPr userDrawn="1"/>
        </p:nvSpPr>
        <p:spPr bwMode="auto">
          <a:xfrm>
            <a:off x="547687" y="2300766"/>
            <a:ext cx="4114800" cy="306117"/>
          </a:xfrm>
          <a:prstGeom prst="rect">
            <a:avLst/>
          </a:prstGeom>
          <a:no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9" name="Rectangle 208">
            <a:hlinkClick r:id="rId8"/>
          </p:cNvPr>
          <p:cNvSpPr/>
          <p:nvPr userDrawn="1"/>
        </p:nvSpPr>
        <p:spPr bwMode="auto">
          <a:xfrm>
            <a:off x="9290179" y="2232511"/>
            <a:ext cx="1515412" cy="306117"/>
          </a:xfrm>
          <a:prstGeom prst="rect">
            <a:avLst/>
          </a:prstGeom>
          <a:no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0" name="Rectangle 209">
            <a:hlinkClick r:id="rId9"/>
          </p:cNvPr>
          <p:cNvSpPr/>
          <p:nvPr userDrawn="1"/>
        </p:nvSpPr>
        <p:spPr bwMode="auto">
          <a:xfrm>
            <a:off x="5508330" y="4469572"/>
            <a:ext cx="2442252" cy="306117"/>
          </a:xfrm>
          <a:prstGeom prst="rect">
            <a:avLst/>
          </a:prstGeom>
          <a:no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1" name="Rectangle 210">
            <a:hlinkClick r:id="rId10"/>
          </p:cNvPr>
          <p:cNvSpPr/>
          <p:nvPr userDrawn="1"/>
        </p:nvSpPr>
        <p:spPr bwMode="auto">
          <a:xfrm>
            <a:off x="808814" y="5713962"/>
            <a:ext cx="3200400" cy="306117"/>
          </a:xfrm>
          <a:prstGeom prst="rect">
            <a:avLst/>
          </a:prstGeom>
          <a:no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12" name="Rectangle 211">
            <a:hlinkClick r:id="rId11"/>
          </p:cNvPr>
          <p:cNvSpPr/>
          <p:nvPr userDrawn="1"/>
        </p:nvSpPr>
        <p:spPr bwMode="auto">
          <a:xfrm>
            <a:off x="10132720" y="6055066"/>
            <a:ext cx="1739741" cy="399522"/>
          </a:xfrm>
          <a:prstGeom prst="rect">
            <a:avLst/>
          </a:prstGeom>
          <a:no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476785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500"/>
                                        <p:tgtEl>
                                          <p:spTgt spid="201"/>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91"/>
                                        </p:tgtEl>
                                        <p:attrNameLst>
                                          <p:attrName>style.visibility</p:attrName>
                                        </p:attrNameLst>
                                      </p:cBhvr>
                                      <p:to>
                                        <p:strVal val="visible"/>
                                      </p:to>
                                    </p:set>
                                    <p:anim calcmode="lin" valueType="num">
                                      <p:cBhvr additive="base">
                                        <p:cTn id="11" dur="750" fill="hold"/>
                                        <p:tgtEl>
                                          <p:spTgt spid="91"/>
                                        </p:tgtEl>
                                        <p:attrNameLst>
                                          <p:attrName>ppt_x</p:attrName>
                                        </p:attrNameLst>
                                      </p:cBhvr>
                                      <p:tavLst>
                                        <p:tav tm="0">
                                          <p:val>
                                            <p:strVal val="#ppt_x"/>
                                          </p:val>
                                        </p:tav>
                                        <p:tav tm="100000">
                                          <p:val>
                                            <p:strVal val="#ppt_x"/>
                                          </p:val>
                                        </p:tav>
                                      </p:tavLst>
                                    </p:anim>
                                    <p:anim calcmode="lin" valueType="num">
                                      <p:cBhvr additive="base">
                                        <p:cTn id="12" dur="750" fill="hold"/>
                                        <p:tgtEl>
                                          <p:spTgt spid="91"/>
                                        </p:tgtEl>
                                        <p:attrNameLst>
                                          <p:attrName>ppt_y</p:attrName>
                                        </p:attrNameLst>
                                      </p:cBhvr>
                                      <p:tavLst>
                                        <p:tav tm="0">
                                          <p:val>
                                            <p:strVal val="0-#ppt_h/2"/>
                                          </p:val>
                                        </p:tav>
                                        <p:tav tm="100000">
                                          <p:val>
                                            <p:strVal val="#ppt_y"/>
                                          </p:val>
                                        </p:tav>
                                      </p:tavLst>
                                    </p:anim>
                                  </p:childTnLst>
                                </p:cTn>
                              </p:par>
                              <p:par>
                                <p:cTn id="13" presetID="2" presetClass="entr" presetSubtype="4" decel="100000" fill="hold" nodeType="withEffect">
                                  <p:stCondLst>
                                    <p:cond delay="250"/>
                                  </p:stCondLst>
                                  <p:childTnLst>
                                    <p:set>
                                      <p:cBhvr>
                                        <p:cTn id="14" dur="1" fill="hold">
                                          <p:stCondLst>
                                            <p:cond delay="0"/>
                                          </p:stCondLst>
                                        </p:cTn>
                                        <p:tgtEl>
                                          <p:spTgt spid="88"/>
                                        </p:tgtEl>
                                        <p:attrNameLst>
                                          <p:attrName>style.visibility</p:attrName>
                                        </p:attrNameLst>
                                      </p:cBhvr>
                                      <p:to>
                                        <p:strVal val="visible"/>
                                      </p:to>
                                    </p:set>
                                    <p:anim calcmode="lin" valueType="num">
                                      <p:cBhvr additive="base">
                                        <p:cTn id="15" dur="750" fill="hold"/>
                                        <p:tgtEl>
                                          <p:spTgt spid="88"/>
                                        </p:tgtEl>
                                        <p:attrNameLst>
                                          <p:attrName>ppt_x</p:attrName>
                                        </p:attrNameLst>
                                      </p:cBhvr>
                                      <p:tavLst>
                                        <p:tav tm="0">
                                          <p:val>
                                            <p:strVal val="#ppt_x"/>
                                          </p:val>
                                        </p:tav>
                                        <p:tav tm="100000">
                                          <p:val>
                                            <p:strVal val="#ppt_x"/>
                                          </p:val>
                                        </p:tav>
                                      </p:tavLst>
                                    </p:anim>
                                    <p:anim calcmode="lin" valueType="num">
                                      <p:cBhvr additive="base">
                                        <p:cTn id="16" dur="750" fill="hold"/>
                                        <p:tgtEl>
                                          <p:spTgt spid="88"/>
                                        </p:tgtEl>
                                        <p:attrNameLst>
                                          <p:attrName>ppt_y</p:attrName>
                                        </p:attrNameLst>
                                      </p:cBhvr>
                                      <p:tavLst>
                                        <p:tav tm="0">
                                          <p:val>
                                            <p:strVal val="1+#ppt_h/2"/>
                                          </p:val>
                                        </p:tav>
                                        <p:tav tm="100000">
                                          <p:val>
                                            <p:strVal val="#ppt_y"/>
                                          </p:val>
                                        </p:tav>
                                      </p:tavLst>
                                    </p:anim>
                                  </p:childTnLst>
                                </p:cTn>
                              </p:par>
                              <p:par>
                                <p:cTn id="17" presetID="2" presetClass="entr" presetSubtype="2" decel="100000" fill="hold" nodeType="withEffect">
                                  <p:stCondLst>
                                    <p:cond delay="50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750" fill="hold"/>
                                        <p:tgtEl>
                                          <p:spTgt spid="22"/>
                                        </p:tgtEl>
                                        <p:attrNameLst>
                                          <p:attrName>ppt_x</p:attrName>
                                        </p:attrNameLst>
                                      </p:cBhvr>
                                      <p:tavLst>
                                        <p:tav tm="0">
                                          <p:val>
                                            <p:strVal val="1+#ppt_w/2"/>
                                          </p:val>
                                        </p:tav>
                                        <p:tav tm="100000">
                                          <p:val>
                                            <p:strVal val="#ppt_x"/>
                                          </p:val>
                                        </p:tav>
                                      </p:tavLst>
                                    </p:anim>
                                    <p:anim calcmode="lin" valueType="num">
                                      <p:cBhvr additive="base">
                                        <p:cTn id="20" dur="750" fill="hold"/>
                                        <p:tgtEl>
                                          <p:spTgt spid="22"/>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750"/>
                                  </p:stCondLst>
                                  <p:childTnLst>
                                    <p:set>
                                      <p:cBhvr>
                                        <p:cTn id="22" dur="1" fill="hold">
                                          <p:stCondLst>
                                            <p:cond delay="0"/>
                                          </p:stCondLst>
                                        </p:cTn>
                                        <p:tgtEl>
                                          <p:spTgt spid="198"/>
                                        </p:tgtEl>
                                        <p:attrNameLst>
                                          <p:attrName>style.visibility</p:attrName>
                                        </p:attrNameLst>
                                      </p:cBhvr>
                                      <p:to>
                                        <p:strVal val="visible"/>
                                      </p:to>
                                    </p:set>
                                    <p:anim calcmode="lin" valueType="num">
                                      <p:cBhvr additive="base">
                                        <p:cTn id="23" dur="750" fill="hold"/>
                                        <p:tgtEl>
                                          <p:spTgt spid="198"/>
                                        </p:tgtEl>
                                        <p:attrNameLst>
                                          <p:attrName>ppt_x</p:attrName>
                                        </p:attrNameLst>
                                      </p:cBhvr>
                                      <p:tavLst>
                                        <p:tav tm="0">
                                          <p:val>
                                            <p:strVal val="0-#ppt_w/2"/>
                                          </p:val>
                                        </p:tav>
                                        <p:tav tm="100000">
                                          <p:val>
                                            <p:strVal val="#ppt_x"/>
                                          </p:val>
                                        </p:tav>
                                      </p:tavLst>
                                    </p:anim>
                                    <p:anim calcmode="lin" valueType="num">
                                      <p:cBhvr additive="base">
                                        <p:cTn id="24" dur="750" fill="hold"/>
                                        <p:tgtEl>
                                          <p:spTgt spid="198"/>
                                        </p:tgtEl>
                                        <p:attrNameLst>
                                          <p:attrName>ppt_y</p:attrName>
                                        </p:attrNameLst>
                                      </p:cBhvr>
                                      <p:tavLst>
                                        <p:tav tm="0">
                                          <p:val>
                                            <p:strVal val="#ppt_y"/>
                                          </p:val>
                                        </p:tav>
                                        <p:tav tm="100000">
                                          <p:val>
                                            <p:strVal val="#ppt_y"/>
                                          </p:val>
                                        </p:tav>
                                      </p:tavLst>
                                    </p:anim>
                                  </p:childTnLst>
                                </p:cTn>
                              </p:par>
                              <p:par>
                                <p:cTn id="25" presetID="2" presetClass="entr" presetSubtype="2" decel="100000" fill="hold" nodeType="withEffect">
                                  <p:stCondLst>
                                    <p:cond delay="1000"/>
                                  </p:stCondLst>
                                  <p:childTnLst>
                                    <p:set>
                                      <p:cBhvr>
                                        <p:cTn id="26" dur="1" fill="hold">
                                          <p:stCondLst>
                                            <p:cond delay="0"/>
                                          </p:stCondLst>
                                        </p:cTn>
                                        <p:tgtEl>
                                          <p:spTgt spid="195"/>
                                        </p:tgtEl>
                                        <p:attrNameLst>
                                          <p:attrName>style.visibility</p:attrName>
                                        </p:attrNameLst>
                                      </p:cBhvr>
                                      <p:to>
                                        <p:strVal val="visible"/>
                                      </p:to>
                                    </p:set>
                                    <p:anim calcmode="lin" valueType="num">
                                      <p:cBhvr additive="base">
                                        <p:cTn id="27" dur="750" fill="hold"/>
                                        <p:tgtEl>
                                          <p:spTgt spid="195"/>
                                        </p:tgtEl>
                                        <p:attrNameLst>
                                          <p:attrName>ppt_x</p:attrName>
                                        </p:attrNameLst>
                                      </p:cBhvr>
                                      <p:tavLst>
                                        <p:tav tm="0">
                                          <p:val>
                                            <p:strVal val="1+#ppt_w/2"/>
                                          </p:val>
                                        </p:tav>
                                        <p:tav tm="100000">
                                          <p:val>
                                            <p:strVal val="#ppt_x"/>
                                          </p:val>
                                        </p:tav>
                                      </p:tavLst>
                                    </p:anim>
                                    <p:anim calcmode="lin" valueType="num">
                                      <p:cBhvr additive="base">
                                        <p:cTn id="28" dur="750" fill="hold"/>
                                        <p:tgtEl>
                                          <p:spTgt spid="195"/>
                                        </p:tgtEl>
                                        <p:attrNameLst>
                                          <p:attrName>ppt_y</p:attrName>
                                        </p:attrNameLst>
                                      </p:cBhvr>
                                      <p:tavLst>
                                        <p:tav tm="0">
                                          <p:val>
                                            <p:strVal val="#ppt_y"/>
                                          </p:val>
                                        </p:tav>
                                        <p:tav tm="100000">
                                          <p:val>
                                            <p:strVal val="#ppt_y"/>
                                          </p:val>
                                        </p:tav>
                                      </p:tavLst>
                                    </p:anim>
                                  </p:childTnLst>
                                </p:cTn>
                              </p:par>
                              <p:par>
                                <p:cTn id="29" presetID="2" presetClass="entr" presetSubtype="4" decel="100000" fill="hold" nodeType="withEffect">
                                  <p:stCondLst>
                                    <p:cond delay="1250"/>
                                  </p:stCondLst>
                                  <p:childTnLst>
                                    <p:set>
                                      <p:cBhvr>
                                        <p:cTn id="30" dur="1" fill="hold">
                                          <p:stCondLst>
                                            <p:cond delay="0"/>
                                          </p:stCondLst>
                                        </p:cTn>
                                        <p:tgtEl>
                                          <p:spTgt spid="204"/>
                                        </p:tgtEl>
                                        <p:attrNameLst>
                                          <p:attrName>style.visibility</p:attrName>
                                        </p:attrNameLst>
                                      </p:cBhvr>
                                      <p:to>
                                        <p:strVal val="visible"/>
                                      </p:to>
                                    </p:set>
                                    <p:anim calcmode="lin" valueType="num">
                                      <p:cBhvr additive="base">
                                        <p:cTn id="31" dur="750" fill="hold"/>
                                        <p:tgtEl>
                                          <p:spTgt spid="204"/>
                                        </p:tgtEl>
                                        <p:attrNameLst>
                                          <p:attrName>ppt_x</p:attrName>
                                        </p:attrNameLst>
                                      </p:cBhvr>
                                      <p:tavLst>
                                        <p:tav tm="0">
                                          <p:val>
                                            <p:strVal val="#ppt_x"/>
                                          </p:val>
                                        </p:tav>
                                        <p:tav tm="100000">
                                          <p:val>
                                            <p:strVal val="#ppt_x"/>
                                          </p:val>
                                        </p:tav>
                                      </p:tavLst>
                                    </p:anim>
                                    <p:anim calcmode="lin" valueType="num">
                                      <p:cBhvr additive="base">
                                        <p:cTn id="32" dur="750" fill="hold"/>
                                        <p:tgtEl>
                                          <p:spTgt spid="204"/>
                                        </p:tgtEl>
                                        <p:attrNameLst>
                                          <p:attrName>ppt_y</p:attrName>
                                        </p:attrNameLst>
                                      </p:cBhvr>
                                      <p:tavLst>
                                        <p:tav tm="0">
                                          <p:val>
                                            <p:strVal val="1+#ppt_h/2"/>
                                          </p:val>
                                        </p:tav>
                                        <p:tav tm="100000">
                                          <p:val>
                                            <p:strVal val="#ppt_y"/>
                                          </p:val>
                                        </p:tav>
                                      </p:tavLst>
                                    </p:anim>
                                  </p:childTnLst>
                                </p:cTn>
                              </p:par>
                              <p:par>
                                <p:cTn id="33" presetID="2" presetClass="entr" presetSubtype="8" decel="100000" fill="hold" nodeType="withEffect">
                                  <p:stCondLst>
                                    <p:cond delay="150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750" fill="hold"/>
                                        <p:tgtEl>
                                          <p:spTgt spid="11"/>
                                        </p:tgtEl>
                                        <p:attrNameLst>
                                          <p:attrName>ppt_x</p:attrName>
                                        </p:attrNameLst>
                                      </p:cBhvr>
                                      <p:tavLst>
                                        <p:tav tm="0">
                                          <p:val>
                                            <p:strVal val="0-#ppt_w/2"/>
                                          </p:val>
                                        </p:tav>
                                        <p:tav tm="100000">
                                          <p:val>
                                            <p:strVal val="#ppt_x"/>
                                          </p:val>
                                        </p:tav>
                                      </p:tavLst>
                                    </p:anim>
                                    <p:anim calcmode="lin" valueType="num">
                                      <p:cBhvr additive="base">
                                        <p:cTn id="36" dur="75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12" decel="100000" fill="hold" nodeType="withEffect">
                                  <p:stCondLst>
                                    <p:cond delay="1750"/>
                                  </p:stCondLst>
                                  <p:childTnLst>
                                    <p:set>
                                      <p:cBhvr>
                                        <p:cTn id="38" dur="1" fill="hold">
                                          <p:stCondLst>
                                            <p:cond delay="0"/>
                                          </p:stCondLst>
                                        </p:cTn>
                                        <p:tgtEl>
                                          <p:spTgt spid="184"/>
                                        </p:tgtEl>
                                        <p:attrNameLst>
                                          <p:attrName>style.visibility</p:attrName>
                                        </p:attrNameLst>
                                      </p:cBhvr>
                                      <p:to>
                                        <p:strVal val="visible"/>
                                      </p:to>
                                    </p:set>
                                    <p:anim calcmode="lin" valueType="num">
                                      <p:cBhvr additive="base">
                                        <p:cTn id="39" dur="750" fill="hold"/>
                                        <p:tgtEl>
                                          <p:spTgt spid="184"/>
                                        </p:tgtEl>
                                        <p:attrNameLst>
                                          <p:attrName>ppt_x</p:attrName>
                                        </p:attrNameLst>
                                      </p:cBhvr>
                                      <p:tavLst>
                                        <p:tav tm="0">
                                          <p:val>
                                            <p:strVal val="0-#ppt_w/2"/>
                                          </p:val>
                                        </p:tav>
                                        <p:tav tm="100000">
                                          <p:val>
                                            <p:strVal val="#ppt_x"/>
                                          </p:val>
                                        </p:tav>
                                      </p:tavLst>
                                    </p:anim>
                                    <p:anim calcmode="lin" valueType="num">
                                      <p:cBhvr additive="base">
                                        <p:cTn id="40" dur="750" fill="hold"/>
                                        <p:tgtEl>
                                          <p:spTgt spid="184"/>
                                        </p:tgtEl>
                                        <p:attrNameLst>
                                          <p:attrName>ppt_y</p:attrName>
                                        </p:attrNameLst>
                                      </p:cBhvr>
                                      <p:tavLst>
                                        <p:tav tm="0">
                                          <p:val>
                                            <p:strVal val="1+#ppt_h/2"/>
                                          </p:val>
                                        </p:tav>
                                        <p:tav tm="100000">
                                          <p:val>
                                            <p:strVal val="#ppt_y"/>
                                          </p:val>
                                        </p:tav>
                                      </p:tavLst>
                                    </p:anim>
                                  </p:childTnLst>
                                </p:cTn>
                              </p:par>
                              <p:par>
                                <p:cTn id="41" presetID="2" presetClass="entr" presetSubtype="3" decel="100000" fill="hold" nodeType="withEffect">
                                  <p:stCondLst>
                                    <p:cond delay="20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750" fill="hold"/>
                                        <p:tgtEl>
                                          <p:spTgt spid="14"/>
                                        </p:tgtEl>
                                        <p:attrNameLst>
                                          <p:attrName>ppt_x</p:attrName>
                                        </p:attrNameLst>
                                      </p:cBhvr>
                                      <p:tavLst>
                                        <p:tav tm="0">
                                          <p:val>
                                            <p:strVal val="1+#ppt_w/2"/>
                                          </p:val>
                                        </p:tav>
                                        <p:tav tm="100000">
                                          <p:val>
                                            <p:strVal val="#ppt_x"/>
                                          </p:val>
                                        </p:tav>
                                      </p:tavLst>
                                    </p:anim>
                                    <p:anim calcmode="lin" valueType="num">
                                      <p:cBhvr additive="base">
                                        <p:cTn id="44" dur="75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gradFill>
                  <a:gsLst>
                    <a:gs pos="8383">
                      <a:srgbClr val="262626"/>
                    </a:gs>
                    <a:gs pos="20000">
                      <a:srgbClr val="262626"/>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Box 11"/>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pPr>
            <a:r>
              <a:rPr lang="en-US" sz="1000" dirty="0" smtClean="0">
                <a:gradFill>
                  <a:gsLst>
                    <a:gs pos="2917">
                      <a:srgbClr val="000000"/>
                    </a:gs>
                    <a:gs pos="30000">
                      <a:srgbClr val="000000"/>
                    </a:gs>
                  </a:gsLst>
                  <a:lin ang="5400000" scaled="0"/>
                </a:gradFill>
              </a:rPr>
              <a:t>http://dev.office.com/</a:t>
            </a:r>
          </a:p>
        </p:txBody>
      </p:sp>
      <p:sp>
        <p:nvSpPr>
          <p:cNvPr id="9"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sp>
        <p:nvSpPr>
          <p:cNvPr id="4" name="Footer Placeholder 3"/>
          <p:cNvSpPr>
            <a:spLocks noGrp="1"/>
          </p:cNvSpPr>
          <p:nvPr>
            <p:ph type="ftr" sz="quarter" idx="11"/>
          </p:nvPr>
        </p:nvSpPr>
        <p:spPr/>
        <p:txBody>
          <a:bodyPr/>
          <a:lstStyle/>
          <a:p>
            <a:pPr>
              <a:defRPr/>
            </a:pPr>
            <a:r>
              <a:rPr lang="en-US" sz="1400" smtClean="0">
                <a:gradFill>
                  <a:gsLst>
                    <a:gs pos="8367">
                      <a:srgbClr val="000000"/>
                    </a:gs>
                    <a:gs pos="31000">
                      <a:srgbClr val="000000"/>
                    </a:gs>
                  </a:gsLst>
                  <a:lin ang="5400000" scaled="0"/>
                </a:gradFill>
              </a:rPr>
              <a:t>&lt;</a:t>
            </a:r>
            <a:r>
              <a:rPr lang="en-US" sz="140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pic>
        <p:nvPicPr>
          <p:cNvPr id="10" name="Picture 9"/>
          <p:cNvPicPr>
            <a:picLocks noChangeAspect="1"/>
          </p:cNvPicPr>
          <p:nvPr userDrawn="1"/>
        </p:nvPicPr>
        <p:blipFill>
          <a:blip r:embed="rId2"/>
          <a:stretch>
            <a:fillRect/>
          </a:stretch>
        </p:blipFill>
        <p:spPr>
          <a:xfrm>
            <a:off x="436564" y="6474800"/>
            <a:ext cx="704088" cy="222863"/>
          </a:xfrm>
          <a:prstGeom prst="rect">
            <a:avLst/>
          </a:prstGeom>
        </p:spPr>
      </p:pic>
    </p:spTree>
    <p:extLst>
      <p:ext uri="{BB962C8B-B14F-4D97-AF65-F5344CB8AC3E}">
        <p14:creationId xmlns:p14="http://schemas.microsoft.com/office/powerpoint/2010/main" val="309347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rgbClr val="000000"/>
                    </a:gs>
                    <a:gs pos="100000">
                      <a:srgbClr val="000000"/>
                    </a:gs>
                  </a:gsLst>
                  <a:lin ang="5400000" scaled="0"/>
                </a:gradFill>
                <a:cs typeface="Segoe UI" pitchFamily="34" charset="0"/>
              </a:rPr>
              <a:t>© </a:t>
            </a:r>
            <a:r>
              <a:rPr lang="en-US" sz="700" dirty="0" smtClean="0">
                <a:gradFill>
                  <a:gsLst>
                    <a:gs pos="0">
                      <a:srgbClr val="000000"/>
                    </a:gs>
                    <a:gs pos="100000">
                      <a:srgbClr val="000000"/>
                    </a:gs>
                  </a:gsLst>
                  <a:lin ang="5400000" scaled="0"/>
                </a:gradFill>
                <a:cs typeface="Segoe UI" pitchFamily="34" charset="0"/>
              </a:rPr>
              <a:t>2016 </a:t>
            </a:r>
            <a:r>
              <a:rPr lang="en-US" sz="700" dirty="0">
                <a:gradFill>
                  <a:gsLst>
                    <a:gs pos="0">
                      <a:srgbClr val="000000"/>
                    </a:gs>
                    <a:gs pos="100000">
                      <a:srgbClr val="000000"/>
                    </a:gs>
                  </a:gsLst>
                  <a:lin ang="5400000" scaled="0"/>
                </a:gradFill>
                <a:cs typeface="Segoe UI" pitchFamily="34" charset="0"/>
              </a:rPr>
              <a:t>Microsoft Corporation. All rights reserved. </a:t>
            </a:r>
          </a:p>
        </p:txBody>
      </p:sp>
      <p:pic>
        <p:nvPicPr>
          <p:cNvPr id="4" name="Picture 3"/>
          <p:cNvPicPr>
            <a:picLocks noChangeAspect="1"/>
          </p:cNvPicPr>
          <p:nvPr userDrawn="1"/>
        </p:nvPicPr>
        <p:blipFill>
          <a:blip r:embed="rId2"/>
          <a:stretch>
            <a:fillRect/>
          </a:stretch>
        </p:blipFill>
        <p:spPr>
          <a:xfrm>
            <a:off x="459230" y="3145040"/>
            <a:ext cx="3291840" cy="705834"/>
          </a:xfrm>
          <a:prstGeom prst="rect">
            <a:avLst/>
          </a:prstGeom>
        </p:spPr>
      </p:pic>
    </p:spTree>
    <p:extLst>
      <p:ext uri="{BB962C8B-B14F-4D97-AF65-F5344CB8AC3E}">
        <p14:creationId xmlns:p14="http://schemas.microsoft.com/office/powerpoint/2010/main" val="377589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losing logo slide_color">
    <p:bg>
      <p:bgPr>
        <a:solidFill>
          <a:schemeClr val="accent2"/>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rgbClr val="FFFFFF"/>
                    </a:gs>
                    <a:gs pos="100000">
                      <a:srgbClr val="FFFFFF"/>
                    </a:gs>
                  </a:gsLst>
                  <a:lin ang="5400000" scaled="0"/>
                </a:gradFill>
                <a:cs typeface="Segoe UI" pitchFamily="34" charset="0"/>
              </a:rPr>
              <a:t>© </a:t>
            </a:r>
            <a:r>
              <a:rPr lang="en-US" sz="700" dirty="0" smtClean="0">
                <a:gradFill>
                  <a:gsLst>
                    <a:gs pos="0">
                      <a:srgbClr val="FFFFFF"/>
                    </a:gs>
                    <a:gs pos="100000">
                      <a:srgbClr val="FFFFFF"/>
                    </a:gs>
                  </a:gsLst>
                  <a:lin ang="5400000" scaled="0"/>
                </a:gradFill>
                <a:cs typeface="Segoe UI" pitchFamily="34" charset="0"/>
              </a:rPr>
              <a:t>2016 </a:t>
            </a:r>
            <a:r>
              <a:rPr lang="en-US" sz="700" dirty="0">
                <a:gradFill>
                  <a:gsLst>
                    <a:gs pos="0">
                      <a:srgbClr val="FFFFFF"/>
                    </a:gs>
                    <a:gs pos="100000">
                      <a:srgbClr val="FFFFFF"/>
                    </a:gs>
                  </a:gsLst>
                  <a:lin ang="5400000" scaled="0"/>
                </a:gradFill>
                <a:cs typeface="Segoe UI" pitchFamily="34" charset="0"/>
              </a:rPr>
              <a:t>Microsoft Corporation. All rights reserved. </a:t>
            </a:r>
          </a:p>
        </p:txBody>
      </p:sp>
      <p:pic>
        <p:nvPicPr>
          <p:cNvPr id="4" name="Picture 3"/>
          <p:cNvPicPr>
            <a:picLocks noChangeAspect="1"/>
          </p:cNvPicPr>
          <p:nvPr userDrawn="1"/>
        </p:nvPicPr>
        <p:blipFill>
          <a:blip r:embed="rId2"/>
          <a:stretch>
            <a:fillRect/>
          </a:stretch>
        </p:blipFill>
        <p:spPr bwMode="invGray">
          <a:xfrm>
            <a:off x="459232" y="3145040"/>
            <a:ext cx="3291840" cy="705836"/>
          </a:xfrm>
          <a:prstGeom prst="rect">
            <a:avLst/>
          </a:prstGeom>
        </p:spPr>
      </p:pic>
    </p:spTree>
    <p:extLst>
      <p:ext uri="{BB962C8B-B14F-4D97-AF65-F5344CB8AC3E}">
        <p14:creationId xmlns:p14="http://schemas.microsoft.com/office/powerpoint/2010/main" val="38507988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2772184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49"/>
          <a:stretch>
            <a:fillRect/>
          </a:stretch>
        </p:blipFill>
        <p:spPr>
          <a:xfrm rot="5400000">
            <a:off x="9393899" y="3050513"/>
            <a:ext cx="6995160" cy="894134"/>
          </a:xfrm>
          <a:prstGeom prst="rect">
            <a:avLst/>
          </a:prstGeom>
        </p:spPr>
      </p:pic>
      <p:sp>
        <p:nvSpPr>
          <p:cNvPr id="3" name="Footer Placeholder 2"/>
          <p:cNvSpPr>
            <a:spLocks noGrp="1"/>
          </p:cNvSpPr>
          <p:nvPr>
            <p:ph type="ftr" sz="quarter" idx="3"/>
          </p:nvPr>
        </p:nvSpPr>
        <p:spPr>
          <a:xfrm>
            <a:off x="7964488" y="295272"/>
            <a:ext cx="4197350" cy="371475"/>
          </a:xfrm>
          <a:prstGeom prst="rect">
            <a:avLst/>
          </a:prstGeom>
        </p:spPr>
        <p:txBody>
          <a:bodyPr vert="horz" lIns="91440" tIns="45720" rIns="182880" bIns="45720" rtlCol="0" anchor="ctr"/>
          <a:lstStyle>
            <a:lvl1pPr algn="r">
              <a:defRPr sz="1200">
                <a:solidFill>
                  <a:schemeClr val="tx1">
                    <a:tint val="75000"/>
                  </a:schemeClr>
                </a:solidFill>
              </a:defRPr>
            </a:lvl1pPr>
          </a:lstStyle>
          <a:p>
            <a:pPr>
              <a:defRPr/>
            </a:pPr>
            <a:r>
              <a:rPr lang="en-US" sz="1400" dirty="0" smtClean="0">
                <a:gradFill>
                  <a:gsLst>
                    <a:gs pos="8367">
                      <a:srgbClr val="000000"/>
                    </a:gs>
                    <a:gs pos="31000">
                      <a:srgbClr val="000000"/>
                    </a:gs>
                  </a:gsLst>
                  <a:lin ang="5400000" scaled="0"/>
                </a:gradFill>
              </a:rPr>
              <a:t>&lt;</a:t>
            </a:r>
            <a:r>
              <a:rPr lang="en-US" sz="1400" dirty="0" smtClean="0">
                <a:solidFill>
                  <a:sysClr val="windowText" lastClr="000000"/>
                </a:solidFill>
                <a:latin typeface="Segoe UI Black" panose="020B0A02040204020203" pitchFamily="34" charset="0"/>
                <a:ea typeface="Segoe UI Black" panose="020B0A02040204020203" pitchFamily="34" charset="0"/>
                <a:cs typeface="Segoe UI Black" panose="020B0A02040204020203" pitchFamily="34" charset="0"/>
              </a:rPr>
              <a:t>#</a:t>
            </a:r>
            <a:r>
              <a:rPr lang="en-US" sz="1400" dirty="0" smtClean="0">
                <a:gradFill>
                  <a:gsLst>
                    <a:gs pos="8367">
                      <a:srgbClr val="000000"/>
                    </a:gs>
                    <a:gs pos="31000">
                      <a:srgbClr val="000000"/>
                    </a:gs>
                  </a:gsLst>
                  <a:lin ang="5400000" scaled="0"/>
                </a:gradFill>
              </a:rPr>
              <a:t>&gt;&lt;Section title goes here&gt;</a:t>
            </a:r>
          </a:p>
          <a:p>
            <a:endParaRPr lang="en-US" dirty="0">
              <a:solidFill>
                <a:srgbClr val="000000">
                  <a:tint val="75000"/>
                </a:srgbClr>
              </a:solidFill>
            </a:endParaRPr>
          </a:p>
        </p:txBody>
      </p:sp>
      <p:sp>
        <p:nvSpPr>
          <p:cNvPr id="6" name="Date Placeholder 5"/>
          <p:cNvSpPr>
            <a:spLocks noGrp="1"/>
          </p:cNvSpPr>
          <p:nvPr>
            <p:ph type="dt" sz="half" idx="2"/>
          </p:nvPr>
        </p:nvSpPr>
        <p:spPr>
          <a:xfrm>
            <a:off x="4822654" y="6471920"/>
            <a:ext cx="2797175" cy="371475"/>
          </a:xfrm>
          <a:prstGeom prst="rect">
            <a:avLst/>
          </a:prstGeom>
        </p:spPr>
        <p:txBody>
          <a:bodyPr vert="horz" lIns="91440" tIns="45720" rIns="91440" bIns="45720" rtlCol="0" anchor="ctr"/>
          <a:lstStyle>
            <a:lvl1pPr marL="0" algn="l" defTabSz="932742" rtl="0" eaLnBrk="1" latinLnBrk="0" hangingPunct="1">
              <a:lnSpc>
                <a:spcPct val="90000"/>
              </a:lnSpc>
              <a:spcAft>
                <a:spcPts val="0"/>
              </a:spcAft>
              <a:defRPr lang="en-US" sz="1000" kern="1200" smtClean="0">
                <a:gradFill>
                  <a:gsLst>
                    <a:gs pos="2917">
                      <a:schemeClr val="tx1"/>
                    </a:gs>
                    <a:gs pos="30000">
                      <a:schemeClr val="tx1"/>
                    </a:gs>
                  </a:gsLst>
                  <a:lin ang="5400000" scaled="0"/>
                </a:gradFill>
                <a:latin typeface="+mn-lt"/>
                <a:ea typeface="+mn-ea"/>
                <a:cs typeface="+mn-cs"/>
              </a:defRPr>
            </a:lvl1pPr>
          </a:lstStyle>
          <a:p>
            <a:r>
              <a:rPr lang="en-US" smtClean="0">
                <a:gradFill>
                  <a:gsLst>
                    <a:gs pos="2917">
                      <a:srgbClr val="000000"/>
                    </a:gs>
                    <a:gs pos="30000">
                      <a:srgbClr val="000000"/>
                    </a:gs>
                  </a:gsLst>
                  <a:lin ang="5400000" scaled="0"/>
                </a:gradFill>
              </a:rPr>
              <a:t>Microsoft Confidential</a:t>
            </a:r>
            <a:endParaRPr dirty="0">
              <a:gradFill>
                <a:gsLst>
                  <a:gs pos="2917">
                    <a:srgbClr val="000000"/>
                  </a:gs>
                  <a:gs pos="30000">
                    <a:srgbClr val="000000"/>
                  </a:gs>
                </a:gsLst>
                <a:lin ang="5400000" scaled="0"/>
              </a:gradFill>
            </a:endParaRPr>
          </a:p>
        </p:txBody>
      </p:sp>
    </p:spTree>
    <p:extLst>
      <p:ext uri="{BB962C8B-B14F-4D97-AF65-F5344CB8AC3E}">
        <p14:creationId xmlns:p14="http://schemas.microsoft.com/office/powerpoint/2010/main" val="1469499061"/>
      </p:ext>
    </p:extLst>
  </p:cSld>
  <p:clrMap bg1="lt1" tx1="dk1" bg2="lt2" tx2="dk2" accent1="accent1" accent2="accent2" accent3="accent3" accent4="accent4" accent5="accent5" accent6="accent6" hlink="hlink" folHlink="folHlink"/>
  <p:sldLayoutIdLst>
    <p:sldLayoutId id="2147484371" r:id="rId1"/>
    <p:sldLayoutId id="2147484372" r:id="rId2"/>
    <p:sldLayoutId id="2147484373" r:id="rId3"/>
    <p:sldLayoutId id="2147484374" r:id="rId4"/>
    <p:sldLayoutId id="2147484375" r:id="rId5"/>
    <p:sldLayoutId id="2147484376" r:id="rId6"/>
    <p:sldLayoutId id="2147484377" r:id="rId7"/>
    <p:sldLayoutId id="2147484378" r:id="rId8"/>
    <p:sldLayoutId id="2147484379" r:id="rId9"/>
    <p:sldLayoutId id="2147484380" r:id="rId10"/>
    <p:sldLayoutId id="2147484381" r:id="rId11"/>
    <p:sldLayoutId id="2147484382" r:id="rId12"/>
    <p:sldLayoutId id="2147484383" r:id="rId13"/>
    <p:sldLayoutId id="2147484384" r:id="rId14"/>
    <p:sldLayoutId id="2147484385" r:id="rId15"/>
    <p:sldLayoutId id="2147484386" r:id="rId16"/>
    <p:sldLayoutId id="2147484387" r:id="rId17"/>
    <p:sldLayoutId id="2147484388" r:id="rId18"/>
    <p:sldLayoutId id="2147484389" r:id="rId19"/>
    <p:sldLayoutId id="2147484390" r:id="rId20"/>
    <p:sldLayoutId id="2147484391" r:id="rId21"/>
    <p:sldLayoutId id="2147484392" r:id="rId22"/>
    <p:sldLayoutId id="2147484393" r:id="rId23"/>
    <p:sldLayoutId id="2147484394" r:id="rId24"/>
    <p:sldLayoutId id="2147484395" r:id="rId25"/>
    <p:sldLayoutId id="2147484396" r:id="rId26"/>
    <p:sldLayoutId id="2147484397" r:id="rId27"/>
    <p:sldLayoutId id="2147484398" r:id="rId28"/>
    <p:sldLayoutId id="2147484399" r:id="rId29"/>
    <p:sldLayoutId id="2147484400" r:id="rId30"/>
    <p:sldLayoutId id="2147484401" r:id="rId31"/>
    <p:sldLayoutId id="2147484402" r:id="rId32"/>
    <p:sldLayoutId id="2147484403" r:id="rId33"/>
    <p:sldLayoutId id="2147484404" r:id="rId34"/>
    <p:sldLayoutId id="2147484405" r:id="rId35"/>
    <p:sldLayoutId id="2147484406" r:id="rId36"/>
    <p:sldLayoutId id="2147484407" r:id="rId37"/>
    <p:sldLayoutId id="2147484408" r:id="rId38"/>
    <p:sldLayoutId id="2147484409" r:id="rId39"/>
    <p:sldLayoutId id="2147484410" r:id="rId40"/>
    <p:sldLayoutId id="2147484411" r:id="rId41"/>
    <p:sldLayoutId id="2147484412" r:id="rId42"/>
    <p:sldLayoutId id="2147484413" r:id="rId43"/>
    <p:sldLayoutId id="2147484414" r:id="rId44"/>
    <p:sldLayoutId id="2147484415" r:id="rId45"/>
    <p:sldLayoutId id="2147484416" r:id="rId46"/>
    <p:sldLayoutId id="2147484417" r:id="rId4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dt="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3174">
                <a:srgbClr val="262626"/>
              </a:gs>
              <a:gs pos="25000">
                <a:srgbClr val="262626"/>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92515">
                <a:srgbClr val="262626"/>
              </a:gs>
              <a:gs pos="75000">
                <a:srgbClr val="262626"/>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92515">
                <a:srgbClr val="262626"/>
              </a:gs>
              <a:gs pos="75000">
                <a:srgbClr val="262626"/>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92515">
                <a:srgbClr val="262626"/>
              </a:gs>
              <a:gs pos="75000">
                <a:srgbClr val="262626"/>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92515">
                <a:srgbClr val="262626"/>
              </a:gs>
              <a:gs pos="75000">
                <a:srgbClr val="262626"/>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72">
          <p15:clr>
            <a:srgbClr val="5ACBF0"/>
          </p15:clr>
        </p15:guide>
        <p15:guide id="2" pos="155">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75">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notesSlide" Target="../notesSlides/notesSlide5.xml"/><Relationship Id="rId7" Type="http://schemas.openxmlformats.org/officeDocument/2006/relationships/image" Target="../media/image21.png"/><Relationship Id="rId12" Type="http://schemas.openxmlformats.org/officeDocument/2006/relationships/image" Target="../media/image26.jpg"/><Relationship Id="rId2" Type="http://schemas.openxmlformats.org/officeDocument/2006/relationships/slideLayout" Target="../slideLayouts/slideLayout11.xml"/><Relationship Id="rId1" Type="http://schemas.openxmlformats.org/officeDocument/2006/relationships/tags" Target="../tags/tag1.xml"/><Relationship Id="rId6" Type="http://schemas.openxmlformats.org/officeDocument/2006/relationships/image" Target="../media/image20.png"/><Relationship Id="rId11" Type="http://schemas.openxmlformats.org/officeDocument/2006/relationships/image" Target="../media/image25.jp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jpg"/><Relationship Id="rId14"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notesSlide" Target="../notesSlides/notesSlide6.xml"/><Relationship Id="rId7" Type="http://schemas.openxmlformats.org/officeDocument/2006/relationships/image" Target="../media/image25.jpg"/><Relationship Id="rId2" Type="http://schemas.openxmlformats.org/officeDocument/2006/relationships/slideLayout" Target="../slideLayouts/slideLayout11.xml"/><Relationship Id="rId1" Type="http://schemas.openxmlformats.org/officeDocument/2006/relationships/tags" Target="../tags/tag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hyperlink" Target="https://graph.windows.net/contoso.com/groups" TargetMode="External"/><Relationship Id="rId10" Type="http://schemas.openxmlformats.org/officeDocument/2006/relationships/image" Target="../media/image28.png"/><Relationship Id="rId4" Type="http://schemas.openxmlformats.org/officeDocument/2006/relationships/hyperlink" Target="https://graph.windows.net/contoso.com/users" TargetMode="External"/><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notesSlide" Target="../notesSlides/notesSlide7.xml"/><Relationship Id="rId7" Type="http://schemas.openxmlformats.org/officeDocument/2006/relationships/image" Target="../media/image25.jpg"/><Relationship Id="rId2" Type="http://schemas.openxmlformats.org/officeDocument/2006/relationships/slideLayout" Target="../slideLayouts/slideLayout11.xml"/><Relationship Id="rId1" Type="http://schemas.openxmlformats.org/officeDocument/2006/relationships/tags" Target="../tags/tag3.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hyperlink" Target="https://graph.microsoft.com/v1.0/me/photo" TargetMode="External"/><Relationship Id="rId10" Type="http://schemas.openxmlformats.org/officeDocument/2006/relationships/image" Target="../media/image28.png"/><Relationship Id="rId4" Type="http://schemas.openxmlformats.org/officeDocument/2006/relationships/hyperlink" Target="https://contoso.sharepoint.com/_api/SP.UserProfiles.PeopleManager/GetMyProperties" TargetMode="External"/><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notesSlide" Target="../notesSlides/notesSlide8.xml"/><Relationship Id="rId7" Type="http://schemas.openxmlformats.org/officeDocument/2006/relationships/image" Target="../media/image24.png"/><Relationship Id="rId2" Type="http://schemas.openxmlformats.org/officeDocument/2006/relationships/slideLayout" Target="../slideLayouts/slideLayout11.xml"/><Relationship Id="rId1" Type="http://schemas.openxmlformats.org/officeDocument/2006/relationships/tags" Target="../tags/tag4.xml"/><Relationship Id="rId6" Type="http://schemas.openxmlformats.org/officeDocument/2006/relationships/image" Target="../media/image18.png"/><Relationship Id="rId5" Type="http://schemas.openxmlformats.org/officeDocument/2006/relationships/hyperlink" Target="https://outlook.office365.com/api/v1.0/me/Events" TargetMode="External"/><Relationship Id="rId4" Type="http://schemas.openxmlformats.org/officeDocument/2006/relationships/hyperlink" Target="https://outlook.office365.com/api/v1.0/me/Messages"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9.png"/><Relationship Id="rId3" Type="http://schemas.openxmlformats.org/officeDocument/2006/relationships/notesSlide" Target="../notesSlides/notesSlide9.xml"/><Relationship Id="rId7" Type="http://schemas.openxmlformats.org/officeDocument/2006/relationships/image" Target="../media/image21.png"/><Relationship Id="rId12" Type="http://schemas.openxmlformats.org/officeDocument/2006/relationships/image" Target="../media/image28.png"/><Relationship Id="rId2" Type="http://schemas.openxmlformats.org/officeDocument/2006/relationships/slideLayout" Target="../slideLayouts/slideLayout11.xml"/><Relationship Id="rId1" Type="http://schemas.openxmlformats.org/officeDocument/2006/relationships/tags" Target="../tags/tag5.xml"/><Relationship Id="rId6" Type="http://schemas.openxmlformats.org/officeDocument/2006/relationships/image" Target="../media/image20.png"/><Relationship Id="rId11" Type="http://schemas.openxmlformats.org/officeDocument/2006/relationships/image" Target="../media/image27.png"/><Relationship Id="rId5" Type="http://schemas.openxmlformats.org/officeDocument/2006/relationships/hyperlink" Target="https://contoso.sharepoint.com/sites/designCouncil/_api/v1.0/files" TargetMode="External"/><Relationship Id="rId15" Type="http://schemas.openxmlformats.org/officeDocument/2006/relationships/image" Target="../media/image25.jpg"/><Relationship Id="rId10" Type="http://schemas.openxmlformats.org/officeDocument/2006/relationships/image" Target="../media/image26.jpg"/><Relationship Id="rId4" Type="http://schemas.openxmlformats.org/officeDocument/2006/relationships/hyperlink" Target="https://contoso-my.sharepoint.com/personal/yina_contoso_com/_api/v1.0/files" TargetMode="External"/><Relationship Id="rId9" Type="http://schemas.openxmlformats.org/officeDocument/2006/relationships/image" Target="../media/image23.jp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23.jpg"/><Relationship Id="rId13" Type="http://schemas.openxmlformats.org/officeDocument/2006/relationships/image" Target="../media/image24.png"/><Relationship Id="rId3" Type="http://schemas.openxmlformats.org/officeDocument/2006/relationships/notesSlide" Target="../notesSlides/notesSlide10.xml"/><Relationship Id="rId7" Type="http://schemas.openxmlformats.org/officeDocument/2006/relationships/image" Target="../media/image22.png"/><Relationship Id="rId12" Type="http://schemas.openxmlformats.org/officeDocument/2006/relationships/image" Target="../media/image29.png"/><Relationship Id="rId2" Type="http://schemas.openxmlformats.org/officeDocument/2006/relationships/slideLayout" Target="../slideLayouts/slideLayout11.xml"/><Relationship Id="rId1" Type="http://schemas.openxmlformats.org/officeDocument/2006/relationships/tags" Target="../tags/tag6.xml"/><Relationship Id="rId6" Type="http://schemas.openxmlformats.org/officeDocument/2006/relationships/image" Target="../media/image21.png"/><Relationship Id="rId11" Type="http://schemas.openxmlformats.org/officeDocument/2006/relationships/image" Target="../media/image28.png"/><Relationship Id="rId5" Type="http://schemas.openxmlformats.org/officeDocument/2006/relationships/image" Target="../media/image20.png"/><Relationship Id="rId10" Type="http://schemas.openxmlformats.org/officeDocument/2006/relationships/image" Target="../media/image27.png"/><Relationship Id="rId4" Type="http://schemas.openxmlformats.org/officeDocument/2006/relationships/hyperlink" Target="https://contoso.sharepoint.com/_api/search/query?Querytext='*'&amp;Properties='GraphQuery:actor(ME,action\:1020,or(action\:1020\,action\:1003,action\:1001,action\:1024,action\:1005,action\:1037,action\:1039,action\:1036)'&amp;SelectProperties='Docid,Title" TargetMode="External"/><Relationship Id="rId9" Type="http://schemas.openxmlformats.org/officeDocument/2006/relationships/image" Target="../media/image26.jp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9.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11.xml"/><Relationship Id="rId7" Type="http://schemas.openxmlformats.org/officeDocument/2006/relationships/image" Target="../media/image32.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1.png"/><Relationship Id="rId11" Type="http://schemas.openxmlformats.org/officeDocument/2006/relationships/image" Target="../media/image25.jpg"/><Relationship Id="rId5" Type="http://schemas.openxmlformats.org/officeDocument/2006/relationships/image" Target="../media/image30.png"/><Relationship Id="rId10" Type="http://schemas.openxmlformats.org/officeDocument/2006/relationships/image" Target="../media/image24.png"/><Relationship Id="rId4" Type="http://schemas.openxmlformats.org/officeDocument/2006/relationships/notesSlide" Target="../notesSlides/notesSlide12.xml"/><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notesSlide" Target="../notesSlides/notesSlide13.xml"/><Relationship Id="rId7" Type="http://schemas.openxmlformats.org/officeDocument/2006/relationships/image" Target="../media/image21.png"/><Relationship Id="rId12" Type="http://schemas.openxmlformats.org/officeDocument/2006/relationships/image" Target="../media/image26.jpg"/><Relationship Id="rId2" Type="http://schemas.openxmlformats.org/officeDocument/2006/relationships/slideLayout" Target="../slideLayouts/slideLayout11.xml"/><Relationship Id="rId1" Type="http://schemas.openxmlformats.org/officeDocument/2006/relationships/tags" Target="../tags/tag10.xml"/><Relationship Id="rId6" Type="http://schemas.openxmlformats.org/officeDocument/2006/relationships/image" Target="../media/image20.png"/><Relationship Id="rId11" Type="http://schemas.openxmlformats.org/officeDocument/2006/relationships/image" Target="../media/image25.jp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jpg"/><Relationship Id="rId1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tags" Target="../tags/tag1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4.xml"/><Relationship Id="rId1" Type="http://schemas.openxmlformats.org/officeDocument/2006/relationships/tags" Target="../tags/tag1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5.jpg"/><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25.jpg"/><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image" Target="../media/image25.jpg"/><Relationship Id="rId5" Type="http://schemas.openxmlformats.org/officeDocument/2006/relationships/image" Target="../media/image26.jp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image" Target="../media/image25.jpg"/><Relationship Id="rId5" Type="http://schemas.openxmlformats.org/officeDocument/2006/relationships/image" Target="../media/image26.jpg"/><Relationship Id="rId4" Type="http://schemas.openxmlformats.org/officeDocument/2006/relationships/image" Target="../media/image27.png"/><Relationship Id="rId9"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2.png"/><Relationship Id="rId7"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27.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4.xml"/></Relationships>
</file>

<file path=ppt/slides/_rels/slide29.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18.png"/><Relationship Id="rId7" Type="http://schemas.openxmlformats.org/officeDocument/2006/relationships/image" Target="../media/image20.png"/><Relationship Id="rId12"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1.xml"/><Relationship Id="rId6" Type="http://schemas.openxmlformats.org/officeDocument/2006/relationships/image" Target="../media/image27.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9.png"/><Relationship Id="rId4" Type="http://schemas.openxmlformats.org/officeDocument/2006/relationships/image" Target="../media/image21.png"/><Relationship Id="rId9" Type="http://schemas.openxmlformats.org/officeDocument/2006/relationships/image" Target="../media/image25.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9.png"/><Relationship Id="rId7" Type="http://schemas.openxmlformats.org/officeDocument/2006/relationships/image" Target="../media/image27.png"/><Relationship Id="rId12"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image" Target="../media/image18.png"/><Relationship Id="rId11" Type="http://schemas.openxmlformats.org/officeDocument/2006/relationships/image" Target="../media/image25.jpg"/><Relationship Id="rId5" Type="http://schemas.openxmlformats.org/officeDocument/2006/relationships/image" Target="../media/image22.png"/><Relationship Id="rId10" Type="http://schemas.openxmlformats.org/officeDocument/2006/relationships/image" Target="../media/image26.jpg"/><Relationship Id="rId4" Type="http://schemas.openxmlformats.org/officeDocument/2006/relationships/image" Target="../media/image28.png"/><Relationship Id="rId9"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5.jpg"/><Relationship Id="rId3" Type="http://schemas.openxmlformats.org/officeDocument/2006/relationships/image" Target="../media/image20.png"/><Relationship Id="rId7" Type="http://schemas.openxmlformats.org/officeDocument/2006/relationships/image" Target="../media/image28.png"/><Relationship Id="rId12"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26.jpg"/><Relationship Id="rId11" Type="http://schemas.openxmlformats.org/officeDocument/2006/relationships/image" Target="../media/image23.jpg"/><Relationship Id="rId5" Type="http://schemas.openxmlformats.org/officeDocument/2006/relationships/image" Target="../media/image18.png"/><Relationship Id="rId10" Type="http://schemas.openxmlformats.org/officeDocument/2006/relationships/image" Target="../media/image21.png"/><Relationship Id="rId4" Type="http://schemas.openxmlformats.org/officeDocument/2006/relationships/image" Target="../media/image22.png"/><Relationship Id="rId9" Type="http://schemas.openxmlformats.org/officeDocument/2006/relationships/image" Target="../media/image27.png"/></Relationships>
</file>

<file path=ppt/slides/_rels/slide3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5.jpg"/><Relationship Id="rId3" Type="http://schemas.openxmlformats.org/officeDocument/2006/relationships/image" Target="../media/image20.png"/><Relationship Id="rId7" Type="http://schemas.openxmlformats.org/officeDocument/2006/relationships/image" Target="../media/image28.png"/><Relationship Id="rId12"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26.jpg"/><Relationship Id="rId11" Type="http://schemas.openxmlformats.org/officeDocument/2006/relationships/image" Target="../media/image23.jpg"/><Relationship Id="rId5" Type="http://schemas.openxmlformats.org/officeDocument/2006/relationships/image" Target="../media/image18.png"/><Relationship Id="rId10" Type="http://schemas.openxmlformats.org/officeDocument/2006/relationships/image" Target="../media/image21.png"/><Relationship Id="rId4" Type="http://schemas.openxmlformats.org/officeDocument/2006/relationships/image" Target="../media/image22.png"/><Relationship Id="rId9" Type="http://schemas.openxmlformats.org/officeDocument/2006/relationships/image" Target="../media/image2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5.jpg"/><Relationship Id="rId3" Type="http://schemas.openxmlformats.org/officeDocument/2006/relationships/image" Target="../media/image20.png"/><Relationship Id="rId7" Type="http://schemas.openxmlformats.org/officeDocument/2006/relationships/image" Target="../media/image28.png"/><Relationship Id="rId12"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26.jpg"/><Relationship Id="rId11" Type="http://schemas.openxmlformats.org/officeDocument/2006/relationships/image" Target="../media/image23.jpg"/><Relationship Id="rId5" Type="http://schemas.openxmlformats.org/officeDocument/2006/relationships/image" Target="../media/image18.png"/><Relationship Id="rId10" Type="http://schemas.openxmlformats.org/officeDocument/2006/relationships/image" Target="../media/image21.png"/><Relationship Id="rId4" Type="http://schemas.openxmlformats.org/officeDocument/2006/relationships/image" Target="../media/image22.png"/><Relationship Id="rId9" Type="http://schemas.openxmlformats.org/officeDocument/2006/relationships/image" Target="../media/image2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hyperlink" Target="http://dev.office.com/getting-started/office365apis" TargetMode="External"/><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hyperlink" Target="https://msdn.microsoft.com/en-us/office/office365/howto/rest-api-overview#sectionLanguagesIDEs" TargetMode="External"/><Relationship Id="rId5" Type="http://schemas.openxmlformats.org/officeDocument/2006/relationships/hyperlink" Target="http://dev.office.com/training#?filters=deep%20dive%20integrate%20office%20365%20apis%20in%20your%20web%20apps" TargetMode="External"/><Relationship Id="rId4" Type="http://schemas.openxmlformats.org/officeDocument/2006/relationships/hyperlink" Target="http://dev.office.com/codesamples"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dev.office.com/devprogram" TargetMode="External"/><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35.emf"/><Relationship Id="rId4" Type="http://schemas.openxmlformats.org/officeDocument/2006/relationships/image" Target="../media/image34.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Office 365 </a:t>
            </a:r>
            <a:r>
              <a:rPr lang="en-US" dirty="0" smtClean="0"/>
              <a:t>development</a:t>
            </a:r>
            <a:endParaRPr lang="en-US" dirty="0"/>
          </a:p>
        </p:txBody>
      </p:sp>
      <p:sp>
        <p:nvSpPr>
          <p:cNvPr id="5" name="Text Placeholder 4"/>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022235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8" y="1128466"/>
            <a:ext cx="11887200" cy="2179058"/>
          </a:xfrm>
        </p:spPr>
        <p:txBody>
          <a:bodyPr/>
          <a:lstStyle/>
          <a:p>
            <a:r>
              <a:rPr lang="en-GB" dirty="0" smtClean="0"/>
              <a:t>Deep </a:t>
            </a:r>
            <a:r>
              <a:rPr lang="en-GB" dirty="0" smtClean="0"/>
              <a:t>dive </a:t>
            </a:r>
            <a:r>
              <a:rPr lang="en-GB" dirty="0" smtClean="0"/>
              <a:t>into the Office 365 </a:t>
            </a:r>
            <a:r>
              <a:rPr lang="en-US" dirty="0" smtClean="0"/>
              <a:t>Microsoft Graph</a:t>
            </a:r>
            <a:r>
              <a:rPr lang="en-GB" dirty="0" smtClean="0"/>
              <a:t> API</a:t>
            </a:r>
            <a:endParaRPr lang="en-US" dirty="0"/>
          </a:p>
        </p:txBody>
      </p:sp>
      <p:grpSp>
        <p:nvGrpSpPr>
          <p:cNvPr id="3" name="Group 2"/>
          <p:cNvGrpSpPr/>
          <p:nvPr/>
        </p:nvGrpSpPr>
        <p:grpSpPr>
          <a:xfrm>
            <a:off x="6462713" y="3222945"/>
            <a:ext cx="5516562" cy="3258297"/>
            <a:chOff x="5240338" y="3342655"/>
            <a:chExt cx="5516562" cy="3258297"/>
          </a:xfrm>
        </p:grpSpPr>
        <p:grpSp>
          <p:nvGrpSpPr>
            <p:cNvPr id="5" name="Group 4"/>
            <p:cNvGrpSpPr/>
            <p:nvPr/>
          </p:nvGrpSpPr>
          <p:grpSpPr>
            <a:xfrm>
              <a:off x="5240338" y="3342655"/>
              <a:ext cx="5516562" cy="3258297"/>
              <a:chOff x="503238" y="38100"/>
              <a:chExt cx="11425238" cy="6748191"/>
            </a:xfrm>
          </p:grpSpPr>
          <p:sp>
            <p:nvSpPr>
              <p:cNvPr id="7" name="Freeform 6"/>
              <p:cNvSpPr>
                <a:spLocks noEditPoints="1"/>
              </p:cNvSpPr>
              <p:nvPr/>
            </p:nvSpPr>
            <p:spPr bwMode="auto">
              <a:xfrm>
                <a:off x="2139951" y="38100"/>
                <a:ext cx="8156575" cy="5713413"/>
              </a:xfrm>
              <a:custGeom>
                <a:avLst/>
                <a:gdLst>
                  <a:gd name="T0" fmla="*/ 2173 w 2173"/>
                  <a:gd name="T1" fmla="*/ 1521 h 1521"/>
                  <a:gd name="T2" fmla="*/ 0 w 2173"/>
                  <a:gd name="T3" fmla="*/ 1521 h 1521"/>
                  <a:gd name="T4" fmla="*/ 0 w 2173"/>
                  <a:gd name="T5" fmla="*/ 1507 h 1521"/>
                  <a:gd name="T6" fmla="*/ 0 w 2173"/>
                  <a:gd name="T7" fmla="*/ 113 h 1521"/>
                  <a:gd name="T8" fmla="*/ 113 w 2173"/>
                  <a:gd name="T9" fmla="*/ 1 h 1521"/>
                  <a:gd name="T10" fmla="*/ 2058 w 2173"/>
                  <a:gd name="T11" fmla="*/ 0 h 1521"/>
                  <a:gd name="T12" fmla="*/ 2173 w 2173"/>
                  <a:gd name="T13" fmla="*/ 116 h 1521"/>
                  <a:gd name="T14" fmla="*/ 2173 w 2173"/>
                  <a:gd name="T15" fmla="*/ 1469 h 1521"/>
                  <a:gd name="T16" fmla="*/ 2173 w 2173"/>
                  <a:gd name="T17" fmla="*/ 1521 h 1521"/>
                  <a:gd name="T18" fmla="*/ 2070 w 2173"/>
                  <a:gd name="T19" fmla="*/ 1419 h 1521"/>
                  <a:gd name="T20" fmla="*/ 2070 w 2173"/>
                  <a:gd name="T21" fmla="*/ 101 h 1521"/>
                  <a:gd name="T22" fmla="*/ 102 w 2173"/>
                  <a:gd name="T23" fmla="*/ 101 h 1521"/>
                  <a:gd name="T24" fmla="*/ 102 w 2173"/>
                  <a:gd name="T25" fmla="*/ 1419 h 1521"/>
                  <a:gd name="T26" fmla="*/ 2070 w 2173"/>
                  <a:gd name="T27" fmla="*/ 1419 h 1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3" h="1521">
                    <a:moveTo>
                      <a:pt x="2173" y="1521"/>
                    </a:moveTo>
                    <a:cubicBezTo>
                      <a:pt x="1448" y="1521"/>
                      <a:pt x="725" y="1521"/>
                      <a:pt x="0" y="1521"/>
                    </a:cubicBezTo>
                    <a:cubicBezTo>
                      <a:pt x="0" y="1516"/>
                      <a:pt x="0" y="1512"/>
                      <a:pt x="0" y="1507"/>
                    </a:cubicBezTo>
                    <a:cubicBezTo>
                      <a:pt x="0" y="1042"/>
                      <a:pt x="0" y="578"/>
                      <a:pt x="0" y="113"/>
                    </a:cubicBezTo>
                    <a:cubicBezTo>
                      <a:pt x="0" y="47"/>
                      <a:pt x="47" y="1"/>
                      <a:pt x="113" y="1"/>
                    </a:cubicBezTo>
                    <a:cubicBezTo>
                      <a:pt x="761" y="1"/>
                      <a:pt x="1409" y="1"/>
                      <a:pt x="2058" y="0"/>
                    </a:cubicBezTo>
                    <a:cubicBezTo>
                      <a:pt x="2125" y="0"/>
                      <a:pt x="2173" y="52"/>
                      <a:pt x="2173" y="116"/>
                    </a:cubicBezTo>
                    <a:cubicBezTo>
                      <a:pt x="2173" y="567"/>
                      <a:pt x="2173" y="1018"/>
                      <a:pt x="2173" y="1469"/>
                    </a:cubicBezTo>
                    <a:cubicBezTo>
                      <a:pt x="2173" y="1486"/>
                      <a:pt x="2173" y="1503"/>
                      <a:pt x="2173" y="1521"/>
                    </a:cubicBezTo>
                    <a:close/>
                    <a:moveTo>
                      <a:pt x="2070" y="1419"/>
                    </a:moveTo>
                    <a:cubicBezTo>
                      <a:pt x="2070" y="979"/>
                      <a:pt x="2070" y="540"/>
                      <a:pt x="2070" y="101"/>
                    </a:cubicBezTo>
                    <a:cubicBezTo>
                      <a:pt x="1413" y="101"/>
                      <a:pt x="758" y="101"/>
                      <a:pt x="102" y="101"/>
                    </a:cubicBezTo>
                    <a:cubicBezTo>
                      <a:pt x="102" y="541"/>
                      <a:pt x="102" y="980"/>
                      <a:pt x="102" y="1419"/>
                    </a:cubicBezTo>
                    <a:cubicBezTo>
                      <a:pt x="758" y="1419"/>
                      <a:pt x="1413" y="1419"/>
                      <a:pt x="2070" y="141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p:cNvSpPr>
                <a:spLocks/>
              </p:cNvSpPr>
              <p:nvPr/>
            </p:nvSpPr>
            <p:spPr bwMode="auto">
              <a:xfrm>
                <a:off x="503238" y="5960792"/>
                <a:ext cx="11425238" cy="825499"/>
              </a:xfrm>
              <a:custGeom>
                <a:avLst/>
                <a:gdLst>
                  <a:gd name="T0" fmla="*/ 1 w 3044"/>
                  <a:gd name="T1" fmla="*/ 0 h 220"/>
                  <a:gd name="T2" fmla="*/ 1250 w 3044"/>
                  <a:gd name="T3" fmla="*/ 0 h 220"/>
                  <a:gd name="T4" fmla="*/ 1250 w 3044"/>
                  <a:gd name="T5" fmla="*/ 16 h 220"/>
                  <a:gd name="T6" fmla="*/ 1318 w 3044"/>
                  <a:gd name="T7" fmla="*/ 83 h 220"/>
                  <a:gd name="T8" fmla="*/ 1752 w 3044"/>
                  <a:gd name="T9" fmla="*/ 83 h 220"/>
                  <a:gd name="T10" fmla="*/ 1763 w 3044"/>
                  <a:gd name="T11" fmla="*/ 83 h 220"/>
                  <a:gd name="T12" fmla="*/ 1794 w 3044"/>
                  <a:gd name="T13" fmla="*/ 52 h 220"/>
                  <a:gd name="T14" fmla="*/ 1794 w 3044"/>
                  <a:gd name="T15" fmla="*/ 4 h 220"/>
                  <a:gd name="T16" fmla="*/ 1795 w 3044"/>
                  <a:gd name="T17" fmla="*/ 0 h 220"/>
                  <a:gd name="T18" fmla="*/ 3042 w 3044"/>
                  <a:gd name="T19" fmla="*/ 0 h 220"/>
                  <a:gd name="T20" fmla="*/ 3042 w 3044"/>
                  <a:gd name="T21" fmla="*/ 112 h 220"/>
                  <a:gd name="T22" fmla="*/ 3022 w 3044"/>
                  <a:gd name="T23" fmla="*/ 139 h 220"/>
                  <a:gd name="T24" fmla="*/ 2927 w 3044"/>
                  <a:gd name="T25" fmla="*/ 176 h 220"/>
                  <a:gd name="T26" fmla="*/ 2741 w 3044"/>
                  <a:gd name="T27" fmla="*/ 206 h 220"/>
                  <a:gd name="T28" fmla="*/ 2402 w 3044"/>
                  <a:gd name="T29" fmla="*/ 217 h 220"/>
                  <a:gd name="T30" fmla="*/ 535 w 3044"/>
                  <a:gd name="T31" fmla="*/ 217 h 220"/>
                  <a:gd name="T32" fmla="*/ 345 w 3044"/>
                  <a:gd name="T33" fmla="*/ 211 h 220"/>
                  <a:gd name="T34" fmla="*/ 103 w 3044"/>
                  <a:gd name="T35" fmla="*/ 173 h 220"/>
                  <a:gd name="T36" fmla="*/ 22 w 3044"/>
                  <a:gd name="T37" fmla="*/ 139 h 220"/>
                  <a:gd name="T38" fmla="*/ 1 w 3044"/>
                  <a:gd name="T39" fmla="*/ 100 h 220"/>
                  <a:gd name="T40" fmla="*/ 1 w 3044"/>
                  <a:gd name="T41"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44" h="220">
                    <a:moveTo>
                      <a:pt x="1" y="0"/>
                    </a:moveTo>
                    <a:cubicBezTo>
                      <a:pt x="417" y="0"/>
                      <a:pt x="833" y="0"/>
                      <a:pt x="1250" y="0"/>
                    </a:cubicBezTo>
                    <a:cubicBezTo>
                      <a:pt x="1250" y="6"/>
                      <a:pt x="1251" y="11"/>
                      <a:pt x="1250" y="16"/>
                    </a:cubicBezTo>
                    <a:cubicBezTo>
                      <a:pt x="1249" y="83"/>
                      <a:pt x="1250" y="84"/>
                      <a:pt x="1318" y="83"/>
                    </a:cubicBezTo>
                    <a:cubicBezTo>
                      <a:pt x="1463" y="83"/>
                      <a:pt x="1608" y="83"/>
                      <a:pt x="1752" y="83"/>
                    </a:cubicBezTo>
                    <a:cubicBezTo>
                      <a:pt x="1756" y="83"/>
                      <a:pt x="1759" y="83"/>
                      <a:pt x="1763" y="83"/>
                    </a:cubicBezTo>
                    <a:cubicBezTo>
                      <a:pt x="1783" y="83"/>
                      <a:pt x="1794" y="72"/>
                      <a:pt x="1794" y="52"/>
                    </a:cubicBezTo>
                    <a:cubicBezTo>
                      <a:pt x="1794" y="36"/>
                      <a:pt x="1794" y="20"/>
                      <a:pt x="1794" y="4"/>
                    </a:cubicBezTo>
                    <a:cubicBezTo>
                      <a:pt x="1794" y="3"/>
                      <a:pt x="1794" y="2"/>
                      <a:pt x="1795" y="0"/>
                    </a:cubicBezTo>
                    <a:cubicBezTo>
                      <a:pt x="2210" y="0"/>
                      <a:pt x="2627" y="0"/>
                      <a:pt x="3042" y="0"/>
                    </a:cubicBezTo>
                    <a:cubicBezTo>
                      <a:pt x="3042" y="38"/>
                      <a:pt x="3044" y="75"/>
                      <a:pt x="3042" y="112"/>
                    </a:cubicBezTo>
                    <a:cubicBezTo>
                      <a:pt x="3041" y="121"/>
                      <a:pt x="3030" y="132"/>
                      <a:pt x="3022" y="139"/>
                    </a:cubicBezTo>
                    <a:cubicBezTo>
                      <a:pt x="2994" y="159"/>
                      <a:pt x="2960" y="170"/>
                      <a:pt x="2927" y="176"/>
                    </a:cubicBezTo>
                    <a:cubicBezTo>
                      <a:pt x="2865" y="188"/>
                      <a:pt x="2803" y="198"/>
                      <a:pt x="2741" y="206"/>
                    </a:cubicBezTo>
                    <a:cubicBezTo>
                      <a:pt x="2628" y="220"/>
                      <a:pt x="2515" y="217"/>
                      <a:pt x="2402" y="217"/>
                    </a:cubicBezTo>
                    <a:cubicBezTo>
                      <a:pt x="1779" y="217"/>
                      <a:pt x="1157" y="218"/>
                      <a:pt x="535" y="217"/>
                    </a:cubicBezTo>
                    <a:cubicBezTo>
                      <a:pt x="472" y="217"/>
                      <a:pt x="408" y="215"/>
                      <a:pt x="345" y="211"/>
                    </a:cubicBezTo>
                    <a:cubicBezTo>
                      <a:pt x="263" y="206"/>
                      <a:pt x="182" y="194"/>
                      <a:pt x="103" y="173"/>
                    </a:cubicBezTo>
                    <a:cubicBezTo>
                      <a:pt x="75" y="166"/>
                      <a:pt x="48" y="151"/>
                      <a:pt x="22" y="139"/>
                    </a:cubicBezTo>
                    <a:cubicBezTo>
                      <a:pt x="7" y="131"/>
                      <a:pt x="0" y="117"/>
                      <a:pt x="1" y="100"/>
                    </a:cubicBezTo>
                    <a:cubicBezTo>
                      <a:pt x="2" y="67"/>
                      <a:pt x="1" y="34"/>
                      <a:pt x="1"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p:cNvSpPr>
              <p:nvPr/>
            </p:nvSpPr>
            <p:spPr bwMode="auto">
              <a:xfrm>
                <a:off x="2522538" y="417512"/>
                <a:ext cx="7386638" cy="4951413"/>
              </a:xfrm>
              <a:custGeom>
                <a:avLst/>
                <a:gdLst>
                  <a:gd name="T0" fmla="*/ 1968 w 1968"/>
                  <a:gd name="T1" fmla="*/ 1318 h 1318"/>
                  <a:gd name="T2" fmla="*/ 0 w 1968"/>
                  <a:gd name="T3" fmla="*/ 1318 h 1318"/>
                  <a:gd name="T4" fmla="*/ 0 w 1968"/>
                  <a:gd name="T5" fmla="*/ 0 h 1318"/>
                  <a:gd name="T6" fmla="*/ 1968 w 1968"/>
                  <a:gd name="T7" fmla="*/ 0 h 1318"/>
                  <a:gd name="T8" fmla="*/ 1968 w 1968"/>
                  <a:gd name="T9" fmla="*/ 1318 h 1318"/>
                </a:gdLst>
                <a:ahLst/>
                <a:cxnLst>
                  <a:cxn ang="0">
                    <a:pos x="T0" y="T1"/>
                  </a:cxn>
                  <a:cxn ang="0">
                    <a:pos x="T2" y="T3"/>
                  </a:cxn>
                  <a:cxn ang="0">
                    <a:pos x="T4" y="T5"/>
                  </a:cxn>
                  <a:cxn ang="0">
                    <a:pos x="T6" y="T7"/>
                  </a:cxn>
                  <a:cxn ang="0">
                    <a:pos x="T8" y="T9"/>
                  </a:cxn>
                </a:cxnLst>
                <a:rect l="0" t="0" r="r" b="b"/>
                <a:pathLst>
                  <a:path w="1968" h="1318">
                    <a:moveTo>
                      <a:pt x="1968" y="1318"/>
                    </a:moveTo>
                    <a:cubicBezTo>
                      <a:pt x="1311" y="1318"/>
                      <a:pt x="656" y="1318"/>
                      <a:pt x="0" y="1318"/>
                    </a:cubicBezTo>
                    <a:cubicBezTo>
                      <a:pt x="0" y="879"/>
                      <a:pt x="0" y="440"/>
                      <a:pt x="0" y="0"/>
                    </a:cubicBezTo>
                    <a:cubicBezTo>
                      <a:pt x="656" y="0"/>
                      <a:pt x="1311" y="0"/>
                      <a:pt x="1968" y="0"/>
                    </a:cubicBezTo>
                    <a:cubicBezTo>
                      <a:pt x="1968" y="439"/>
                      <a:pt x="1968" y="878"/>
                      <a:pt x="1968" y="1318"/>
                    </a:cubicBezTo>
                    <a:close/>
                  </a:path>
                </a:pathLst>
              </a:custGeom>
              <a:solidFill>
                <a:schemeClr val="tx1">
                  <a:lumMod val="10000"/>
                  <a:lumOff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 name="TextBox 5"/>
            <p:cNvSpPr txBox="1"/>
            <p:nvPr/>
          </p:nvSpPr>
          <p:spPr>
            <a:xfrm>
              <a:off x="6402829" y="3765574"/>
              <a:ext cx="3191579" cy="1911292"/>
            </a:xfrm>
            <a:prstGeom prst="rect">
              <a:avLst/>
            </a:prstGeom>
            <a:noFill/>
          </p:spPr>
          <p:txBody>
            <a:bodyPr wrap="none" lIns="0" tIns="0" rIns="0" bIns="0" rtlCol="0">
              <a:spAutoFit/>
            </a:bodyPr>
            <a:lstStyle/>
            <a:p>
              <a:pPr>
                <a:lnSpc>
                  <a:spcPct val="90000"/>
                </a:lnSpc>
              </a:pPr>
              <a:r>
                <a:rPr lang="en-US" sz="13800" dirty="0" smtClean="0">
                  <a:gradFill>
                    <a:gsLst>
                      <a:gs pos="3187">
                        <a:schemeClr val="accent1"/>
                      </a:gs>
                      <a:gs pos="14000">
                        <a:schemeClr val="accent1"/>
                      </a:gs>
                    </a:gsLst>
                    <a:lin ang="5400000" scaled="0"/>
                  </a:gradFill>
                  <a:latin typeface="Segoe UI Semibold" panose="020B0702040204020203" pitchFamily="34" charset="0"/>
                  <a:ea typeface="Segoe UI Black" panose="020B0A02040204020203" pitchFamily="34" charset="0"/>
                  <a:cs typeface="Segoe UI Semibold" panose="020B0702040204020203" pitchFamily="34" charset="0"/>
                </a:rPr>
                <a:t>&lt;/&gt;</a:t>
              </a:r>
            </a:p>
          </p:txBody>
        </p:sp>
      </p:grpSp>
    </p:spTree>
    <p:extLst>
      <p:ext uri="{BB962C8B-B14F-4D97-AF65-F5344CB8AC3E}">
        <p14:creationId xmlns:p14="http://schemas.microsoft.com/office/powerpoint/2010/main" val="4073491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Developer vision</a:t>
            </a:r>
            <a:endParaRPr lang="en-US" dirty="0"/>
          </a:p>
        </p:txBody>
      </p:sp>
    </p:spTree>
    <p:extLst>
      <p:ext uri="{BB962C8B-B14F-4D97-AF65-F5344CB8AC3E}">
        <p14:creationId xmlns:p14="http://schemas.microsoft.com/office/powerpoint/2010/main" val="283305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Agenda</a:t>
            </a:r>
            <a:endParaRPr lang="en-US" dirty="0"/>
          </a:p>
        </p:txBody>
      </p:sp>
      <p:grpSp>
        <p:nvGrpSpPr>
          <p:cNvPr id="8" name="Group 7"/>
          <p:cNvGrpSpPr/>
          <p:nvPr/>
        </p:nvGrpSpPr>
        <p:grpSpPr>
          <a:xfrm>
            <a:off x="457580" y="2381971"/>
            <a:ext cx="364194" cy="364194"/>
            <a:chOff x="457580" y="2341896"/>
            <a:chExt cx="364194" cy="364194"/>
          </a:xfrm>
        </p:grpSpPr>
        <p:sp>
          <p:nvSpPr>
            <p:cNvPr id="6" name="Oval 5"/>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 name="Right Arrow 6"/>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9" name="Group 8"/>
          <p:cNvGrpSpPr/>
          <p:nvPr/>
        </p:nvGrpSpPr>
        <p:grpSpPr>
          <a:xfrm>
            <a:off x="457580" y="1567373"/>
            <a:ext cx="364194" cy="364194"/>
            <a:chOff x="457580" y="2341896"/>
            <a:chExt cx="364194" cy="364194"/>
          </a:xfrm>
        </p:grpSpPr>
        <p:sp>
          <p:nvSpPr>
            <p:cNvPr id="10" name="Oval 9"/>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 name="Right Arrow 10"/>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2" name="Group 11"/>
          <p:cNvGrpSpPr/>
          <p:nvPr/>
        </p:nvGrpSpPr>
        <p:grpSpPr>
          <a:xfrm>
            <a:off x="457580" y="3196569"/>
            <a:ext cx="364194" cy="364194"/>
            <a:chOff x="457580" y="2341896"/>
            <a:chExt cx="364194" cy="364194"/>
          </a:xfrm>
        </p:grpSpPr>
        <p:sp>
          <p:nvSpPr>
            <p:cNvPr id="13" name="Oval 12"/>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 name="Right Arrow 13"/>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8" name="Group 17"/>
          <p:cNvGrpSpPr/>
          <p:nvPr/>
        </p:nvGrpSpPr>
        <p:grpSpPr>
          <a:xfrm>
            <a:off x="457580" y="4011167"/>
            <a:ext cx="364194" cy="364194"/>
            <a:chOff x="457580" y="2341896"/>
            <a:chExt cx="364194" cy="364194"/>
          </a:xfrm>
        </p:grpSpPr>
        <p:sp>
          <p:nvSpPr>
            <p:cNvPr id="19" name="Oval 18"/>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 name="Right Arrow 19"/>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22" name="Text Placeholder 4"/>
          <p:cNvSpPr txBox="1">
            <a:spLocks/>
          </p:cNvSpPr>
          <p:nvPr/>
        </p:nvSpPr>
        <p:spPr>
          <a:xfrm>
            <a:off x="274638" y="1212850"/>
            <a:ext cx="7498062" cy="3343031"/>
          </a:xfrm>
          <a:prstGeom prst="rect">
            <a:avLst/>
          </a:prstGeom>
        </p:spPr>
        <p:txBody>
          <a:bodyPr vert="horz" wrap="square" lIns="146304" tIns="91440" rIns="146304" bIns="91440" rtlCol="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50000"/>
              </a:lnSpc>
            </a:pPr>
            <a:r>
              <a:rPr lang="en-US" sz="3200" dirty="0" smtClean="0"/>
              <a:t>Why the need for Microsoft Graph API</a:t>
            </a:r>
          </a:p>
          <a:p>
            <a:pPr marL="690563">
              <a:lnSpc>
                <a:spcPct val="150000"/>
              </a:lnSpc>
            </a:pPr>
            <a:r>
              <a:rPr lang="en-US" sz="3200" dirty="0" smtClean="0"/>
              <a:t>What is the Microsoft Graph API</a:t>
            </a:r>
          </a:p>
          <a:p>
            <a:pPr marL="690563">
              <a:lnSpc>
                <a:spcPct val="150000"/>
              </a:lnSpc>
            </a:pPr>
            <a:r>
              <a:rPr lang="en-US" sz="3200" dirty="0" smtClean="0"/>
              <a:t>Supported areas</a:t>
            </a:r>
          </a:p>
          <a:p>
            <a:pPr marL="690563">
              <a:lnSpc>
                <a:spcPct val="150000"/>
              </a:lnSpc>
            </a:pPr>
            <a:r>
              <a:rPr lang="en-US" sz="3200" dirty="0" smtClean="0"/>
              <a:t>Roadmap</a:t>
            </a:r>
            <a:endParaRPr lang="en-US" sz="3200" dirty="0"/>
          </a:p>
        </p:txBody>
      </p:sp>
    </p:spTree>
    <p:extLst>
      <p:ext uri="{BB962C8B-B14F-4D97-AF65-F5344CB8AC3E}">
        <p14:creationId xmlns:p14="http://schemas.microsoft.com/office/powerpoint/2010/main" val="405092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US" dirty="0" smtClean="0"/>
              <a:t>Why the need for the</a:t>
            </a:r>
            <a:br>
              <a:rPr lang="en-US" dirty="0" smtClean="0"/>
            </a:br>
            <a:r>
              <a:rPr lang="en-US" dirty="0" smtClean="0"/>
              <a:t>Microsoft Graph API?</a:t>
            </a:r>
            <a:endParaRPr lang="en-US" dirty="0"/>
          </a:p>
        </p:txBody>
      </p:sp>
      <p:sp>
        <p:nvSpPr>
          <p:cNvPr id="3" name="Text Placeholder 2"/>
          <p:cNvSpPr>
            <a:spLocks noGrp="1"/>
          </p:cNvSpPr>
          <p:nvPr>
            <p:ph type="body" sz="quarter" idx="12"/>
          </p:nvPr>
        </p:nvSpPr>
        <p:spPr/>
        <p:txBody>
          <a:bodyPr/>
          <a:lstStyle/>
          <a:p>
            <a:r>
              <a:rPr lang="en-US" smtClean="0"/>
              <a:t>1</a:t>
            </a:r>
            <a:endParaRPr lang="en-US" dirty="0"/>
          </a:p>
        </p:txBody>
      </p:sp>
    </p:spTree>
    <p:extLst>
      <p:ext uri="{BB962C8B-B14F-4D97-AF65-F5344CB8AC3E}">
        <p14:creationId xmlns:p14="http://schemas.microsoft.com/office/powerpoint/2010/main" val="1267518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mtClean="0"/>
              <a:t>Data silos in the enterprise</a:t>
            </a:r>
            <a:endParaRPr lang="en-US" dirty="0"/>
          </a:p>
        </p:txBody>
      </p:sp>
      <p:grpSp>
        <p:nvGrpSpPr>
          <p:cNvPr id="103" name="Group 102"/>
          <p:cNvGrpSpPr/>
          <p:nvPr/>
        </p:nvGrpSpPr>
        <p:grpSpPr>
          <a:xfrm>
            <a:off x="4480560" y="1942799"/>
            <a:ext cx="1737360" cy="2194561"/>
            <a:chOff x="4334256" y="2194559"/>
            <a:chExt cx="1737360" cy="2194561"/>
          </a:xfrm>
        </p:grpSpPr>
        <p:sp>
          <p:nvSpPr>
            <p:cNvPr id="25" name="Title 1"/>
            <p:cNvSpPr txBox="1">
              <a:spLocks/>
            </p:cNvSpPr>
            <p:nvPr/>
          </p:nvSpPr>
          <p:spPr>
            <a:xfrm>
              <a:off x="4334256"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EMAIL </a:t>
              </a:r>
              <a:r>
                <a:rPr lang="en-US" sz="1600" b="1" dirty="0" smtClean="0">
                  <a:gradFill>
                    <a:gsLst>
                      <a:gs pos="100000">
                        <a:srgbClr val="FF8C00"/>
                      </a:gs>
                      <a:gs pos="0">
                        <a:srgbClr val="FF8C00"/>
                      </a:gs>
                    </a:gsLst>
                    <a:lin ang="5400000" scaled="1"/>
                  </a:gradFill>
                  <a:latin typeface="+mn-lt"/>
                  <a:cs typeface="Segoe UI" panose="020B0502040204020203" pitchFamily="34" charset="0"/>
                </a:rPr>
                <a:t>AND</a:t>
              </a:r>
              <a:br>
                <a:rPr lang="en-US" sz="1600" b="1" dirty="0" smtClean="0">
                  <a:gradFill>
                    <a:gsLst>
                      <a:gs pos="100000">
                        <a:srgbClr val="FF8C00"/>
                      </a:gs>
                      <a:gs pos="0">
                        <a:srgbClr val="FF8C00"/>
                      </a:gs>
                    </a:gsLst>
                    <a:lin ang="5400000" scaled="1"/>
                  </a:gradFill>
                  <a:latin typeface="+mn-lt"/>
                  <a:cs typeface="Segoe UI" panose="020B0502040204020203" pitchFamily="34" charset="0"/>
                </a:rPr>
              </a:br>
              <a:r>
                <a:rPr lang="en-US" sz="1600" b="1" dirty="0" smtClean="0">
                  <a:gradFill>
                    <a:gsLst>
                      <a:gs pos="100000">
                        <a:srgbClr val="FF8C00"/>
                      </a:gs>
                      <a:gs pos="0">
                        <a:srgbClr val="FF8C00"/>
                      </a:gs>
                    </a:gsLst>
                    <a:lin ang="5400000" scaled="1"/>
                  </a:gradFill>
                  <a:latin typeface="+mn-lt"/>
                  <a:cs typeface="Segoe UI" panose="020B0502040204020203" pitchFamily="34" charset="0"/>
                </a:rPr>
                <a:t>CONVERSATIONS</a:t>
              </a:r>
              <a:endParaRPr lang="en-US" sz="1600" b="1" dirty="0">
                <a:gradFill>
                  <a:gsLst>
                    <a:gs pos="100000">
                      <a:srgbClr val="FF8C00"/>
                    </a:gs>
                    <a:gs pos="0">
                      <a:srgbClr val="FF8C00"/>
                    </a:gs>
                  </a:gsLst>
                  <a:lin ang="5400000" scaled="1"/>
                </a:gradFill>
                <a:latin typeface="+mn-lt"/>
                <a:cs typeface="Segoe UI" panose="020B0502040204020203" pitchFamily="34" charset="0"/>
              </a:endParaRPr>
            </a:p>
          </p:txBody>
        </p:sp>
        <p:grpSp>
          <p:nvGrpSpPr>
            <p:cNvPr id="98" name="Group 97"/>
            <p:cNvGrpSpPr/>
            <p:nvPr/>
          </p:nvGrpSpPr>
          <p:grpSpPr>
            <a:xfrm>
              <a:off x="4791456" y="2651760"/>
              <a:ext cx="822960" cy="1737360"/>
              <a:chOff x="4791456" y="2651760"/>
              <a:chExt cx="822960" cy="1737360"/>
            </a:xfrm>
          </p:grpSpPr>
          <p:grpSp>
            <p:nvGrpSpPr>
              <p:cNvPr id="95" name="Group 94"/>
              <p:cNvGrpSpPr/>
              <p:nvPr/>
            </p:nvGrpSpPr>
            <p:grpSpPr>
              <a:xfrm>
                <a:off x="4791456" y="2651760"/>
                <a:ext cx="822960" cy="822960"/>
                <a:chOff x="5082065" y="2742662"/>
                <a:chExt cx="822960" cy="822960"/>
              </a:xfrm>
            </p:grpSpPr>
            <p:sp>
              <p:nvSpPr>
                <p:cNvPr id="37"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41" name="Picture 8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nvGrpSpPr>
              <p:cNvPr id="96" name="Group 95"/>
              <p:cNvGrpSpPr/>
              <p:nvPr/>
            </p:nvGrpSpPr>
            <p:grpSpPr>
              <a:xfrm>
                <a:off x="4791456" y="3566160"/>
                <a:ext cx="822960" cy="822960"/>
                <a:chOff x="5082065" y="3642948"/>
                <a:chExt cx="822960" cy="822960"/>
              </a:xfrm>
            </p:grpSpPr>
            <p:sp>
              <p:nvSpPr>
                <p:cNvPr id="38" name="Oval 86"/>
                <p:cNvSpPr>
                  <a:spLocks noChangeAspect="1"/>
                </p:cNvSpPr>
                <p:nvPr/>
              </p:nvSpPr>
              <p:spPr>
                <a:xfrm>
                  <a:off x="5082065" y="364294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42" name="Picture 8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69946" y="3830829"/>
                  <a:ext cx="506832" cy="506832"/>
                </a:xfrm>
                <a:prstGeom prst="rect">
                  <a:avLst/>
                </a:prstGeom>
              </p:spPr>
            </p:pic>
          </p:grpSp>
        </p:grpSp>
      </p:grpSp>
      <p:grpSp>
        <p:nvGrpSpPr>
          <p:cNvPr id="102" name="Group 101"/>
          <p:cNvGrpSpPr/>
          <p:nvPr/>
        </p:nvGrpSpPr>
        <p:grpSpPr>
          <a:xfrm>
            <a:off x="2468880" y="1942799"/>
            <a:ext cx="1737360" cy="2194561"/>
            <a:chOff x="2304288" y="2194559"/>
            <a:chExt cx="1737360" cy="2194561"/>
          </a:xfrm>
        </p:grpSpPr>
        <p:sp>
          <p:nvSpPr>
            <p:cNvPr id="24" name="Title 1"/>
            <p:cNvSpPr txBox="1">
              <a:spLocks/>
            </p:cNvSpPr>
            <p:nvPr/>
          </p:nvSpPr>
          <p:spPr>
            <a:xfrm>
              <a:off x="2304288"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FILES</a:t>
              </a:r>
            </a:p>
          </p:txBody>
        </p:sp>
        <p:grpSp>
          <p:nvGrpSpPr>
            <p:cNvPr id="97" name="Group 96"/>
            <p:cNvGrpSpPr/>
            <p:nvPr/>
          </p:nvGrpSpPr>
          <p:grpSpPr>
            <a:xfrm>
              <a:off x="2304288" y="2651760"/>
              <a:ext cx="1737360" cy="1737360"/>
              <a:chOff x="2304288" y="2651760"/>
              <a:chExt cx="1737360" cy="1737360"/>
            </a:xfrm>
          </p:grpSpPr>
          <p:grpSp>
            <p:nvGrpSpPr>
              <p:cNvPr id="39" name="Group 38"/>
              <p:cNvGrpSpPr/>
              <p:nvPr/>
            </p:nvGrpSpPr>
            <p:grpSpPr>
              <a:xfrm>
                <a:off x="2304288" y="3566160"/>
                <a:ext cx="822960" cy="822960"/>
                <a:chOff x="2537808" y="3638324"/>
                <a:chExt cx="822960" cy="822960"/>
              </a:xfrm>
            </p:grpSpPr>
            <p:sp>
              <p:nvSpPr>
                <p:cNvPr id="29"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5" name="Picture 6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45" name="Group 44"/>
              <p:cNvGrpSpPr/>
              <p:nvPr/>
            </p:nvGrpSpPr>
            <p:grpSpPr>
              <a:xfrm>
                <a:off x="3218688" y="3566160"/>
                <a:ext cx="822960" cy="822960"/>
                <a:chOff x="3410463" y="3638324"/>
                <a:chExt cx="822960" cy="822960"/>
              </a:xfrm>
            </p:grpSpPr>
            <p:sp>
              <p:nvSpPr>
                <p:cNvPr id="30"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33" name="Picture 7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nvGrpSpPr>
              <p:cNvPr id="34" name="Group 33"/>
              <p:cNvGrpSpPr/>
              <p:nvPr/>
            </p:nvGrpSpPr>
            <p:grpSpPr>
              <a:xfrm>
                <a:off x="3218688" y="2651760"/>
                <a:ext cx="822960" cy="822960"/>
                <a:chOff x="3410463" y="2759251"/>
                <a:chExt cx="822960" cy="822960"/>
              </a:xfrm>
            </p:grpSpPr>
            <p:sp>
              <p:nvSpPr>
                <p:cNvPr id="28"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35" name="Picture 7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36" name="Group 35"/>
              <p:cNvGrpSpPr/>
              <p:nvPr/>
            </p:nvGrpSpPr>
            <p:grpSpPr>
              <a:xfrm>
                <a:off x="2304288" y="2651760"/>
                <a:ext cx="822960" cy="822960"/>
                <a:chOff x="2510178" y="2759251"/>
                <a:chExt cx="822960" cy="822960"/>
              </a:xfrm>
            </p:grpSpPr>
            <p:sp>
              <p:nvSpPr>
                <p:cNvPr id="27"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69" name="Picture 6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100" name="Group 99"/>
          <p:cNvGrpSpPr/>
          <p:nvPr/>
        </p:nvGrpSpPr>
        <p:grpSpPr>
          <a:xfrm>
            <a:off x="274320" y="1942799"/>
            <a:ext cx="1737360" cy="2194561"/>
            <a:chOff x="274320" y="2194559"/>
            <a:chExt cx="1737360" cy="2194561"/>
          </a:xfrm>
        </p:grpSpPr>
        <p:sp>
          <p:nvSpPr>
            <p:cNvPr id="6"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50" name="Group 49"/>
            <p:cNvGrpSpPr/>
            <p:nvPr/>
          </p:nvGrpSpPr>
          <p:grpSpPr>
            <a:xfrm>
              <a:off x="274320" y="2651760"/>
              <a:ext cx="1737360" cy="1737360"/>
              <a:chOff x="274320" y="2792483"/>
              <a:chExt cx="1737360" cy="1737360"/>
            </a:xfrm>
          </p:grpSpPr>
          <p:sp>
            <p:nvSpPr>
              <p:cNvPr id="88" name="Oval 87"/>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56" name="Oval 55"/>
              <p:cNvSpPr>
                <a:spLocks noChangeAspect="1"/>
              </p:cNvSpPr>
              <p:nvPr/>
            </p:nvSpPr>
            <p:spPr>
              <a:xfrm>
                <a:off x="320040" y="2838203"/>
                <a:ext cx="1645920" cy="1645920"/>
              </a:xfrm>
              <a:prstGeom prst="ellipse">
                <a:avLst/>
              </a:prstGeom>
              <a:blipFill>
                <a:blip r:embed="rId10"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01" name="Group 100"/>
          <p:cNvGrpSpPr/>
          <p:nvPr/>
        </p:nvGrpSpPr>
        <p:grpSpPr>
          <a:xfrm>
            <a:off x="10424160" y="1942799"/>
            <a:ext cx="1737360" cy="2194561"/>
            <a:chOff x="10424160" y="2194559"/>
            <a:chExt cx="1737360" cy="2194561"/>
          </a:xfrm>
        </p:grpSpPr>
        <p:sp>
          <p:nvSpPr>
            <p:cNvPr id="68" name="Title 1"/>
            <p:cNvSpPr txBox="1">
              <a:spLocks/>
            </p:cNvSpPr>
            <p:nvPr/>
          </p:nvSpPr>
          <p:spPr>
            <a:xfrm>
              <a:off x="1042416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89" name="Group 88"/>
            <p:cNvGrpSpPr/>
            <p:nvPr/>
          </p:nvGrpSpPr>
          <p:grpSpPr>
            <a:xfrm>
              <a:off x="10424160" y="2651760"/>
              <a:ext cx="1737360" cy="1737360"/>
              <a:chOff x="10607040" y="2719914"/>
              <a:chExt cx="1737360" cy="1737360"/>
            </a:xfrm>
          </p:grpSpPr>
          <p:sp>
            <p:nvSpPr>
              <p:cNvPr id="87" name="Oval 86"/>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3" name="Picture 2"/>
              <p:cNvPicPr>
                <a:picLocks noChangeAspect="1"/>
              </p:cNvPicPr>
              <p:nvPr/>
            </p:nvPicPr>
            <p:blipFill rotWithShape="1">
              <a:blip r:embed="rId11">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grpSp>
        <p:nvGrpSpPr>
          <p:cNvPr id="105" name="Group 104"/>
          <p:cNvGrpSpPr/>
          <p:nvPr/>
        </p:nvGrpSpPr>
        <p:grpSpPr>
          <a:xfrm>
            <a:off x="8138160" y="1942799"/>
            <a:ext cx="1737360" cy="2194561"/>
            <a:chOff x="8394192" y="2194559"/>
            <a:chExt cx="1737360" cy="2194561"/>
          </a:xfrm>
        </p:grpSpPr>
        <p:sp>
          <p:nvSpPr>
            <p:cNvPr id="31" name="Title 1"/>
            <p:cNvSpPr txBox="1">
              <a:spLocks/>
            </p:cNvSpPr>
            <p:nvPr/>
          </p:nvSpPr>
          <p:spPr>
            <a:xfrm>
              <a:off x="8394192"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PEOPLE</a:t>
              </a:r>
            </a:p>
          </p:txBody>
        </p:sp>
        <p:grpSp>
          <p:nvGrpSpPr>
            <p:cNvPr id="94" name="Group 93"/>
            <p:cNvGrpSpPr/>
            <p:nvPr/>
          </p:nvGrpSpPr>
          <p:grpSpPr>
            <a:xfrm>
              <a:off x="8394192" y="2651760"/>
              <a:ext cx="1737360" cy="1737360"/>
              <a:chOff x="8595360" y="2651760"/>
              <a:chExt cx="1737360" cy="1737360"/>
            </a:xfrm>
          </p:grpSpPr>
          <p:grpSp>
            <p:nvGrpSpPr>
              <p:cNvPr id="93" name="Group 92"/>
              <p:cNvGrpSpPr/>
              <p:nvPr/>
            </p:nvGrpSpPr>
            <p:grpSpPr>
              <a:xfrm>
                <a:off x="9509760" y="3566160"/>
                <a:ext cx="822960" cy="822960"/>
                <a:chOff x="9296150" y="3766318"/>
                <a:chExt cx="822960" cy="822960"/>
              </a:xfrm>
            </p:grpSpPr>
            <p:sp>
              <p:nvSpPr>
                <p:cNvPr id="86" name="Oval 85"/>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 name="Picture 13"/>
                <p:cNvPicPr>
                  <a:picLocks noChangeAspect="1"/>
                </p:cNvPicPr>
                <p:nvPr/>
              </p:nvPicPr>
              <p:blipFill rotWithShape="1">
                <a:blip r:embed="rId12">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90" name="Group 89"/>
              <p:cNvGrpSpPr/>
              <p:nvPr/>
            </p:nvGrpSpPr>
            <p:grpSpPr>
              <a:xfrm>
                <a:off x="8595360" y="3566160"/>
                <a:ext cx="822960" cy="822960"/>
                <a:chOff x="8216218" y="3766318"/>
                <a:chExt cx="822960" cy="822960"/>
              </a:xfrm>
            </p:grpSpPr>
            <p:sp>
              <p:nvSpPr>
                <p:cNvPr id="85" name="Oval 84"/>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58" name="Oval 57"/>
                <p:cNvSpPr>
                  <a:spLocks noChangeAspect="1"/>
                </p:cNvSpPr>
                <p:nvPr/>
              </p:nvSpPr>
              <p:spPr>
                <a:xfrm>
                  <a:off x="8261938" y="3812038"/>
                  <a:ext cx="731520" cy="731520"/>
                </a:xfrm>
                <a:prstGeom prst="ellipse">
                  <a:avLst/>
                </a:prstGeom>
                <a:blipFill>
                  <a:blip r:embed="rId13"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92" name="Group 91"/>
              <p:cNvGrpSpPr/>
              <p:nvPr/>
            </p:nvGrpSpPr>
            <p:grpSpPr>
              <a:xfrm>
                <a:off x="9509760" y="2651760"/>
                <a:ext cx="822960" cy="822960"/>
                <a:chOff x="9296150" y="2600178"/>
                <a:chExt cx="822960" cy="822960"/>
              </a:xfrm>
            </p:grpSpPr>
            <p:sp>
              <p:nvSpPr>
                <p:cNvPr id="84" name="Oval 83"/>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59" name="Oval 58"/>
                <p:cNvSpPr>
                  <a:spLocks noChangeAspect="1"/>
                </p:cNvSpPr>
                <p:nvPr/>
              </p:nvSpPr>
              <p:spPr>
                <a:xfrm>
                  <a:off x="9341870" y="2645898"/>
                  <a:ext cx="731520" cy="731520"/>
                </a:xfrm>
                <a:prstGeom prst="ellipse">
                  <a:avLst/>
                </a:prstGeom>
                <a:blipFill>
                  <a:blip r:embed="rId14"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91" name="Group 90"/>
              <p:cNvGrpSpPr/>
              <p:nvPr/>
            </p:nvGrpSpPr>
            <p:grpSpPr>
              <a:xfrm>
                <a:off x="8595360" y="2651760"/>
                <a:ext cx="822960" cy="822960"/>
                <a:chOff x="8216218" y="2600178"/>
                <a:chExt cx="822960" cy="822960"/>
              </a:xfrm>
            </p:grpSpPr>
            <p:sp>
              <p:nvSpPr>
                <p:cNvPr id="83" name="Oval 82"/>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60" name="Oval 59"/>
                <p:cNvSpPr>
                  <a:spLocks noChangeAspect="1"/>
                </p:cNvSpPr>
                <p:nvPr/>
              </p:nvSpPr>
              <p:spPr>
                <a:xfrm>
                  <a:off x="8261938" y="2645898"/>
                  <a:ext cx="731520" cy="731520"/>
                </a:xfrm>
                <a:prstGeom prst="ellipse">
                  <a:avLst/>
                </a:prstGeom>
                <a:blipFill>
                  <a:blip r:embed="rId15"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grpSp>
        <p:nvGrpSpPr>
          <p:cNvPr id="114" name="Group 113"/>
          <p:cNvGrpSpPr/>
          <p:nvPr/>
        </p:nvGrpSpPr>
        <p:grpSpPr>
          <a:xfrm>
            <a:off x="6126480" y="1942799"/>
            <a:ext cx="1737360" cy="2194561"/>
            <a:chOff x="6126480" y="1942799"/>
            <a:chExt cx="1737360" cy="2194561"/>
          </a:xfrm>
        </p:grpSpPr>
        <p:sp>
          <p:nvSpPr>
            <p:cNvPr id="115" name="Title 1"/>
            <p:cNvSpPr txBox="1">
              <a:spLocks/>
            </p:cNvSpPr>
            <p:nvPr/>
          </p:nvSpPr>
          <p:spPr>
            <a:xfrm>
              <a:off x="6126480" y="194279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EVENTS</a:t>
              </a:r>
            </a:p>
          </p:txBody>
        </p:sp>
        <p:grpSp>
          <p:nvGrpSpPr>
            <p:cNvPr id="116" name="Group 115"/>
            <p:cNvGrpSpPr/>
            <p:nvPr/>
          </p:nvGrpSpPr>
          <p:grpSpPr>
            <a:xfrm>
              <a:off x="6583680" y="2400000"/>
              <a:ext cx="822960" cy="1737360"/>
              <a:chOff x="6583680" y="2400000"/>
              <a:chExt cx="822960" cy="1737360"/>
            </a:xfrm>
          </p:grpSpPr>
          <p:grpSp>
            <p:nvGrpSpPr>
              <p:cNvPr id="117" name="Group 116"/>
              <p:cNvGrpSpPr/>
              <p:nvPr/>
            </p:nvGrpSpPr>
            <p:grpSpPr>
              <a:xfrm>
                <a:off x="6583680" y="2400000"/>
                <a:ext cx="822960" cy="822960"/>
                <a:chOff x="6583680" y="2400000"/>
                <a:chExt cx="822960" cy="822960"/>
              </a:xfrm>
            </p:grpSpPr>
            <p:sp>
              <p:nvSpPr>
                <p:cNvPr id="123" name="Oval 122"/>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24" name="Freeform 123"/>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118" name="Group 117"/>
              <p:cNvGrpSpPr>
                <a:grpSpLocks noChangeAspect="1"/>
              </p:cNvGrpSpPr>
              <p:nvPr/>
            </p:nvGrpSpPr>
            <p:grpSpPr>
              <a:xfrm>
                <a:off x="6583680" y="3314400"/>
                <a:ext cx="822960" cy="822960"/>
                <a:chOff x="8173641" y="4754880"/>
                <a:chExt cx="822960" cy="822960"/>
              </a:xfrm>
            </p:grpSpPr>
            <p:sp>
              <p:nvSpPr>
                <p:cNvPr id="119" name="Oval 118"/>
                <p:cNvSpPr/>
                <p:nvPr/>
              </p:nvSpPr>
              <p:spPr>
                <a:xfrm>
                  <a:off x="8173641" y="475488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120" name="Group 119"/>
                <p:cNvGrpSpPr>
                  <a:grpSpLocks noChangeAspect="1"/>
                </p:cNvGrpSpPr>
                <p:nvPr/>
              </p:nvGrpSpPr>
              <p:grpSpPr>
                <a:xfrm>
                  <a:off x="8429821" y="4948428"/>
                  <a:ext cx="310601" cy="411480"/>
                  <a:chOff x="8429821" y="4948428"/>
                  <a:chExt cx="310601" cy="411480"/>
                </a:xfrm>
              </p:grpSpPr>
              <p:sp>
                <p:nvSpPr>
                  <p:cNvPr id="121" name="Freeform 137"/>
                  <p:cNvSpPr>
                    <a:spLocks noChangeAspect="1" noEditPoints="1"/>
                  </p:cNvSpPr>
                  <p:nvPr/>
                </p:nvSpPr>
                <p:spPr bwMode="auto">
                  <a:xfrm>
                    <a:off x="8429821" y="4948428"/>
                    <a:ext cx="310601" cy="411480"/>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2" name="Freeform 121"/>
                  <p:cNvSpPr>
                    <a:spLocks/>
                  </p:cNvSpPr>
                  <p:nvPr/>
                </p:nvSpPr>
                <p:spPr bwMode="auto">
                  <a:xfrm>
                    <a:off x="8495345" y="5134157"/>
                    <a:ext cx="179553" cy="126863"/>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solidFill>
                    <a:srgbClr val="FF8C00"/>
                  </a:solid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sp>
        <p:nvSpPr>
          <p:cNvPr id="4" name="Footer Placeholder 3"/>
          <p:cNvSpPr>
            <a:spLocks noGrp="1"/>
          </p:cNvSpPr>
          <p:nvPr>
            <p:ph type="ftr" sz="quarter" idx="10"/>
          </p:nvPr>
        </p:nvSpPr>
        <p:spPr/>
        <p:txBody>
          <a:bodyPr/>
          <a:lstStyle/>
          <a:p>
            <a:pPr lvl="0">
              <a:defRPr/>
            </a:pPr>
            <a:r>
              <a:rPr lang="en-US" sz="1400" b="1" dirty="0">
                <a:gradFill>
                  <a:gsLst>
                    <a:gs pos="8367">
                      <a:schemeClr val="accent2"/>
                    </a:gs>
                    <a:gs pos="31000">
                      <a:schemeClr val="accent2"/>
                    </a:gs>
                  </a:gsLst>
                  <a:lin ang="5400000" scaled="0"/>
                </a:gradFill>
              </a:rPr>
              <a:t>1</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Why the need for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207100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par>
                                <p:cTn id="8" presetID="42" presetClass="path" presetSubtype="0" decel="100000" fill="hold" nodeType="withEffect">
                                  <p:stCondLst>
                                    <p:cond delay="0"/>
                                  </p:stCondLst>
                                  <p:childTnLst>
                                    <p:animMotion origin="layout" path="M 2.92826E-6 -4.5892E-6 L 2.92826E-6 0.05243 " pathEditMode="relative" rAng="0" ptsTypes="AA">
                                      <p:cBhvr>
                                        <p:cTn id="9" dur="500" spd="-100000" fill="hold"/>
                                        <p:tgtEl>
                                          <p:spTgt spid="100"/>
                                        </p:tgtEl>
                                        <p:attrNameLst>
                                          <p:attrName>ppt_x</p:attrName>
                                          <p:attrName>ppt_y</p:attrName>
                                        </p:attrNameLst>
                                      </p:cBhvr>
                                      <p:rCtr x="0" y="2610"/>
                                    </p:animMotion>
                                  </p:childTnLst>
                                </p:cTn>
                              </p:par>
                              <p:par>
                                <p:cTn id="10" presetID="10" presetClass="entr" presetSubtype="0" fill="hold" nodeType="withEffect">
                                  <p:stCondLst>
                                    <p:cond delay="10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500"/>
                                        <p:tgtEl>
                                          <p:spTgt spid="102"/>
                                        </p:tgtEl>
                                      </p:cBhvr>
                                    </p:animEffect>
                                  </p:childTnLst>
                                </p:cTn>
                              </p:par>
                              <p:par>
                                <p:cTn id="13" presetID="42" presetClass="path" presetSubtype="0" decel="100000" fill="hold" nodeType="withEffect">
                                  <p:stCondLst>
                                    <p:cond delay="100"/>
                                  </p:stCondLst>
                                  <p:childTnLst>
                                    <p:animMotion origin="layout" path="M 2.41001E-6 -4.5892E-6 L 2.41001E-6 0.05243 " pathEditMode="relative" rAng="0" ptsTypes="AA">
                                      <p:cBhvr>
                                        <p:cTn id="14" dur="500" spd="-100000" fill="hold"/>
                                        <p:tgtEl>
                                          <p:spTgt spid="102"/>
                                        </p:tgtEl>
                                        <p:attrNameLst>
                                          <p:attrName>ppt_x</p:attrName>
                                          <p:attrName>ppt_y</p:attrName>
                                        </p:attrNameLst>
                                      </p:cBhvr>
                                      <p:rCtr x="0" y="2610"/>
                                    </p:animMotion>
                                  </p:childTnLst>
                                </p:cTn>
                              </p:par>
                              <p:par>
                                <p:cTn id="15" presetID="10" presetClass="entr" presetSubtype="0" fill="hold" nodeType="withEffect">
                                  <p:stCondLst>
                                    <p:cond delay="20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500"/>
                                        <p:tgtEl>
                                          <p:spTgt spid="103"/>
                                        </p:tgtEl>
                                      </p:cBhvr>
                                    </p:animEffect>
                                  </p:childTnLst>
                                </p:cTn>
                              </p:par>
                              <p:par>
                                <p:cTn id="18" presetID="42" presetClass="path" presetSubtype="0" decel="100000" fill="hold" nodeType="withEffect">
                                  <p:stCondLst>
                                    <p:cond delay="200"/>
                                  </p:stCondLst>
                                  <p:childTnLst>
                                    <p:animMotion origin="layout" path="M 1.49349E-6 -4.5892E-6 L 1.49349E-6 0.05243 " pathEditMode="relative" rAng="0" ptsTypes="AA">
                                      <p:cBhvr>
                                        <p:cTn id="19" dur="500" spd="-100000" fill="hold"/>
                                        <p:tgtEl>
                                          <p:spTgt spid="103"/>
                                        </p:tgtEl>
                                        <p:attrNameLst>
                                          <p:attrName>ppt_x</p:attrName>
                                          <p:attrName>ppt_y</p:attrName>
                                        </p:attrNameLst>
                                      </p:cBhvr>
                                      <p:rCtr x="0" y="2610"/>
                                    </p:animMotion>
                                  </p:childTnLst>
                                </p:cTn>
                              </p:par>
                              <p:par>
                                <p:cTn id="20" presetID="10" presetClass="entr" presetSubtype="0" fill="hold" nodeType="withEffect">
                                  <p:stCondLst>
                                    <p:cond delay="300"/>
                                  </p:stCondLst>
                                  <p:childTnLst>
                                    <p:set>
                                      <p:cBhvr>
                                        <p:cTn id="21" dur="1" fill="hold">
                                          <p:stCondLst>
                                            <p:cond delay="0"/>
                                          </p:stCondLst>
                                        </p:cTn>
                                        <p:tgtEl>
                                          <p:spTgt spid="114"/>
                                        </p:tgtEl>
                                        <p:attrNameLst>
                                          <p:attrName>style.visibility</p:attrName>
                                        </p:attrNameLst>
                                      </p:cBhvr>
                                      <p:to>
                                        <p:strVal val="visible"/>
                                      </p:to>
                                    </p:set>
                                    <p:animEffect transition="in" filter="fade">
                                      <p:cBhvr>
                                        <p:cTn id="22" dur="500"/>
                                        <p:tgtEl>
                                          <p:spTgt spid="114"/>
                                        </p:tgtEl>
                                      </p:cBhvr>
                                    </p:animEffect>
                                  </p:childTnLst>
                                </p:cTn>
                              </p:par>
                              <p:par>
                                <p:cTn id="23" presetID="42" presetClass="path" presetSubtype="0" decel="100000" fill="hold" nodeType="withEffect">
                                  <p:stCondLst>
                                    <p:cond delay="300"/>
                                  </p:stCondLst>
                                  <p:childTnLst>
                                    <p:animMotion origin="layout" path="M -2.19556E-7 -4.5892E-6 L -2.19556E-7 0.05243 " pathEditMode="relative" rAng="0" ptsTypes="AA">
                                      <p:cBhvr>
                                        <p:cTn id="24" dur="500" spd="-100000" fill="hold"/>
                                        <p:tgtEl>
                                          <p:spTgt spid="114"/>
                                        </p:tgtEl>
                                        <p:attrNameLst>
                                          <p:attrName>ppt_x</p:attrName>
                                          <p:attrName>ppt_y</p:attrName>
                                        </p:attrNameLst>
                                      </p:cBhvr>
                                      <p:rCtr x="0" y="2610"/>
                                    </p:animMotion>
                                  </p:childTnLst>
                                </p:cTn>
                              </p:par>
                              <p:par>
                                <p:cTn id="25" presetID="10" presetClass="entr" presetSubtype="0" fill="hold" nodeType="withEffect">
                                  <p:stCondLst>
                                    <p:cond delay="40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500"/>
                                        <p:tgtEl>
                                          <p:spTgt spid="105"/>
                                        </p:tgtEl>
                                      </p:cBhvr>
                                    </p:animEffect>
                                  </p:childTnLst>
                                </p:cTn>
                              </p:par>
                              <p:par>
                                <p:cTn id="28" presetID="42" presetClass="path" presetSubtype="0" decel="100000" fill="hold" nodeType="withEffect">
                                  <p:stCondLst>
                                    <p:cond delay="400"/>
                                  </p:stCondLst>
                                  <p:childTnLst>
                                    <p:animMotion origin="layout" path="M -1.13607E-6 -4.5892E-6 L -1.13607E-6 0.05243 " pathEditMode="relative" rAng="0" ptsTypes="AA">
                                      <p:cBhvr>
                                        <p:cTn id="29" dur="500" spd="-100000" fill="hold"/>
                                        <p:tgtEl>
                                          <p:spTgt spid="105"/>
                                        </p:tgtEl>
                                        <p:attrNameLst>
                                          <p:attrName>ppt_x</p:attrName>
                                          <p:attrName>ppt_y</p:attrName>
                                        </p:attrNameLst>
                                      </p:cBhvr>
                                      <p:rCtr x="0" y="2610"/>
                                    </p:animMotion>
                                  </p:childTnLst>
                                </p:cTn>
                              </p:par>
                              <p:par>
                                <p:cTn id="30" presetID="10" presetClass="entr" presetSubtype="0" fill="hold" nodeType="withEffect">
                                  <p:stCondLst>
                                    <p:cond delay="500"/>
                                  </p:stCondLst>
                                  <p:childTnLst>
                                    <p:set>
                                      <p:cBhvr>
                                        <p:cTn id="31" dur="1" fill="hold">
                                          <p:stCondLst>
                                            <p:cond delay="0"/>
                                          </p:stCondLst>
                                        </p:cTn>
                                        <p:tgtEl>
                                          <p:spTgt spid="101"/>
                                        </p:tgtEl>
                                        <p:attrNameLst>
                                          <p:attrName>style.visibility</p:attrName>
                                        </p:attrNameLst>
                                      </p:cBhvr>
                                      <p:to>
                                        <p:strVal val="visible"/>
                                      </p:to>
                                    </p:set>
                                    <p:animEffect transition="in" filter="fade">
                                      <p:cBhvr>
                                        <p:cTn id="32" dur="500"/>
                                        <p:tgtEl>
                                          <p:spTgt spid="101"/>
                                        </p:tgtEl>
                                      </p:cBhvr>
                                    </p:animEffect>
                                  </p:childTnLst>
                                </p:cTn>
                              </p:par>
                              <p:par>
                                <p:cTn id="33" presetID="42" presetClass="path" presetSubtype="0" decel="100000" fill="hold" nodeType="withEffect">
                                  <p:stCondLst>
                                    <p:cond delay="500"/>
                                  </p:stCondLst>
                                  <p:childTnLst>
                                    <p:animMotion origin="layout" path="M 4.72045E-6 -4.5892E-6 L 4.72045E-6 0.05243 " pathEditMode="relative" rAng="0" ptsTypes="AA">
                                      <p:cBhvr>
                                        <p:cTn id="34" dur="500" spd="-100000" fill="hold"/>
                                        <p:tgtEl>
                                          <p:spTgt spid="101"/>
                                        </p:tgtEl>
                                        <p:attrNameLst>
                                          <p:attrName>ppt_x</p:attrName>
                                          <p:attrName>ppt_y</p:attrName>
                                        </p:attrNameLst>
                                      </p:cBhvr>
                                      <p:rCtr x="0" y="26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mtClean="0"/>
              <a:t>Directory</a:t>
            </a:r>
            <a:endParaRPr lang="en-US" dirty="0"/>
          </a:p>
        </p:txBody>
      </p:sp>
      <p:sp>
        <p:nvSpPr>
          <p:cNvPr id="50" name="TextBox 51"/>
          <p:cNvSpPr txBox="1"/>
          <p:nvPr/>
        </p:nvSpPr>
        <p:spPr>
          <a:xfrm>
            <a:off x="274701" y="4411652"/>
            <a:ext cx="11887200" cy="1501950"/>
          </a:xfrm>
          <a:prstGeom prst="rect">
            <a:avLst/>
          </a:prstGeom>
          <a:noFill/>
        </p:spPr>
        <p:txBody>
          <a:bodyPr wrap="square" lIns="186521" tIns="146304" rIns="182880" bIns="146304"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nSpc>
                <a:spcPct val="90000"/>
              </a:lnSpc>
              <a:spcBef>
                <a:spcPts val="600"/>
              </a:spcBef>
              <a:defRPr/>
            </a:pPr>
            <a:r>
              <a:rPr lang="en-US" sz="2800" dirty="0">
                <a:gradFill>
                  <a:gsLst>
                    <a:gs pos="0">
                      <a:srgbClr val="404040"/>
                    </a:gs>
                    <a:gs pos="55000">
                      <a:srgbClr val="404040"/>
                    </a:gs>
                  </a:gsLst>
                  <a:lin ang="5400000" scaled="0"/>
                </a:gradFill>
              </a:rPr>
              <a:t>Azure Active Directory Graph API </a:t>
            </a:r>
          </a:p>
          <a:p>
            <a:pPr marL="0" lvl="1">
              <a:lnSpc>
                <a:spcPct val="90000"/>
              </a:lnSpc>
              <a:spcBef>
                <a:spcPts val="600"/>
              </a:spcBef>
              <a:defRPr/>
            </a:pPr>
            <a:r>
              <a:rPr lang="en-US" sz="2400" dirty="0">
                <a:hlinkClick r:id="rId4"/>
              </a:rPr>
              <a:t>https://graph.windows.net/contoso.com/users</a:t>
            </a:r>
            <a:r>
              <a:rPr lang="en-US" sz="2400" dirty="0"/>
              <a:t> </a:t>
            </a:r>
          </a:p>
          <a:p>
            <a:pPr marL="0" lvl="1">
              <a:lnSpc>
                <a:spcPct val="90000"/>
              </a:lnSpc>
              <a:spcBef>
                <a:spcPts val="600"/>
              </a:spcBef>
              <a:defRPr/>
            </a:pPr>
            <a:r>
              <a:rPr lang="en-US" sz="2400" dirty="0">
                <a:hlinkClick r:id="rId5"/>
              </a:rPr>
              <a:t>https://graph.windows.net/contoso.com/groups</a:t>
            </a:r>
            <a:r>
              <a:rPr lang="en-US" sz="2400" dirty="0"/>
              <a:t> </a:t>
            </a:r>
          </a:p>
        </p:txBody>
      </p:sp>
      <p:grpSp>
        <p:nvGrpSpPr>
          <p:cNvPr id="98" name="Group 97"/>
          <p:cNvGrpSpPr/>
          <p:nvPr/>
        </p:nvGrpSpPr>
        <p:grpSpPr>
          <a:xfrm>
            <a:off x="274320" y="1942799"/>
            <a:ext cx="1737360" cy="2194561"/>
            <a:chOff x="274320" y="2194559"/>
            <a:chExt cx="1737360" cy="2194561"/>
          </a:xfrm>
        </p:grpSpPr>
        <p:sp>
          <p:nvSpPr>
            <p:cNvPr id="99"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00" name="Group 99"/>
            <p:cNvGrpSpPr/>
            <p:nvPr/>
          </p:nvGrpSpPr>
          <p:grpSpPr>
            <a:xfrm>
              <a:off x="274320" y="2651760"/>
              <a:ext cx="1737360" cy="1737360"/>
              <a:chOff x="274320" y="2792483"/>
              <a:chExt cx="1737360" cy="1737360"/>
            </a:xfrm>
          </p:grpSpPr>
          <p:sp>
            <p:nvSpPr>
              <p:cNvPr id="101" name="Oval 100"/>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02" name="Oval 101"/>
              <p:cNvSpPr>
                <a:spLocks noChangeAspect="1"/>
              </p:cNvSpPr>
              <p:nvPr/>
            </p:nvSpPr>
            <p:spPr>
              <a:xfrm>
                <a:off x="320040" y="2838203"/>
                <a:ext cx="1645920" cy="1645920"/>
              </a:xfrm>
              <a:prstGeom prst="ellipse">
                <a:avLst/>
              </a:prstGeom>
              <a:blipFill>
                <a:blip r:embed="rId6"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03" name="Group 102"/>
          <p:cNvGrpSpPr/>
          <p:nvPr/>
        </p:nvGrpSpPr>
        <p:grpSpPr>
          <a:xfrm>
            <a:off x="10424160" y="1942799"/>
            <a:ext cx="1737360" cy="2194561"/>
            <a:chOff x="10424160" y="2194559"/>
            <a:chExt cx="1737360" cy="2194561"/>
          </a:xfrm>
        </p:grpSpPr>
        <p:sp>
          <p:nvSpPr>
            <p:cNvPr id="104" name="Title 1"/>
            <p:cNvSpPr txBox="1">
              <a:spLocks/>
            </p:cNvSpPr>
            <p:nvPr/>
          </p:nvSpPr>
          <p:spPr>
            <a:xfrm>
              <a:off x="1042416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05" name="Group 104"/>
            <p:cNvGrpSpPr/>
            <p:nvPr/>
          </p:nvGrpSpPr>
          <p:grpSpPr>
            <a:xfrm>
              <a:off x="10424160" y="2651760"/>
              <a:ext cx="1737360" cy="1737360"/>
              <a:chOff x="10607040" y="2719914"/>
              <a:chExt cx="1737360" cy="1737360"/>
            </a:xfrm>
          </p:grpSpPr>
          <p:sp>
            <p:nvSpPr>
              <p:cNvPr id="106" name="Oval 105"/>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07" name="Picture 106"/>
              <p:cNvPicPr>
                <a:picLocks noChangeAspect="1"/>
              </p:cNvPicPr>
              <p:nvPr/>
            </p:nvPicPr>
            <p:blipFill rotWithShape="1">
              <a:blip r:embed="rId7">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grpSp>
        <p:nvGrpSpPr>
          <p:cNvPr id="108" name="Group 107"/>
          <p:cNvGrpSpPr/>
          <p:nvPr/>
        </p:nvGrpSpPr>
        <p:grpSpPr>
          <a:xfrm>
            <a:off x="8138160" y="1942799"/>
            <a:ext cx="1737360" cy="2194561"/>
            <a:chOff x="8394192" y="2194559"/>
            <a:chExt cx="1737360" cy="2194561"/>
          </a:xfrm>
        </p:grpSpPr>
        <p:sp>
          <p:nvSpPr>
            <p:cNvPr id="109" name="Title 1"/>
            <p:cNvSpPr txBox="1">
              <a:spLocks/>
            </p:cNvSpPr>
            <p:nvPr/>
          </p:nvSpPr>
          <p:spPr>
            <a:xfrm>
              <a:off x="8394192"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PEOPLE</a:t>
              </a:r>
            </a:p>
          </p:txBody>
        </p:sp>
        <p:grpSp>
          <p:nvGrpSpPr>
            <p:cNvPr id="110" name="Group 109"/>
            <p:cNvGrpSpPr/>
            <p:nvPr/>
          </p:nvGrpSpPr>
          <p:grpSpPr>
            <a:xfrm>
              <a:off x="8394192" y="2651760"/>
              <a:ext cx="1737360" cy="1737360"/>
              <a:chOff x="8595360" y="2651760"/>
              <a:chExt cx="1737360" cy="1737360"/>
            </a:xfrm>
          </p:grpSpPr>
          <p:grpSp>
            <p:nvGrpSpPr>
              <p:cNvPr id="111" name="Group 110"/>
              <p:cNvGrpSpPr/>
              <p:nvPr/>
            </p:nvGrpSpPr>
            <p:grpSpPr>
              <a:xfrm>
                <a:off x="9509760" y="3566160"/>
                <a:ext cx="822960" cy="822960"/>
                <a:chOff x="9296150" y="3766318"/>
                <a:chExt cx="822960" cy="822960"/>
              </a:xfrm>
            </p:grpSpPr>
            <p:sp>
              <p:nvSpPr>
                <p:cNvPr id="121" name="Oval 120"/>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22" name="Picture 121"/>
                <p:cNvPicPr>
                  <a:picLocks noChangeAspect="1"/>
                </p:cNvPicPr>
                <p:nvPr/>
              </p:nvPicPr>
              <p:blipFill rotWithShape="1">
                <a:blip r:embed="rId8">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112" name="Group 111"/>
              <p:cNvGrpSpPr/>
              <p:nvPr/>
            </p:nvGrpSpPr>
            <p:grpSpPr>
              <a:xfrm>
                <a:off x="8595360" y="3566160"/>
                <a:ext cx="822960" cy="822960"/>
                <a:chOff x="8216218" y="3766318"/>
                <a:chExt cx="822960" cy="822960"/>
              </a:xfrm>
            </p:grpSpPr>
            <p:sp>
              <p:nvSpPr>
                <p:cNvPr id="119" name="Oval 118"/>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20" name="Oval 119"/>
                <p:cNvSpPr>
                  <a:spLocks noChangeAspect="1"/>
                </p:cNvSpPr>
                <p:nvPr/>
              </p:nvSpPr>
              <p:spPr>
                <a:xfrm>
                  <a:off x="8261938" y="3812038"/>
                  <a:ext cx="731520" cy="731520"/>
                </a:xfrm>
                <a:prstGeom prst="ellipse">
                  <a:avLst/>
                </a:prstGeom>
                <a:blipFill>
                  <a:blip r:embed="rId9"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13" name="Group 112"/>
              <p:cNvGrpSpPr/>
              <p:nvPr/>
            </p:nvGrpSpPr>
            <p:grpSpPr>
              <a:xfrm>
                <a:off x="9509760" y="2651760"/>
                <a:ext cx="822960" cy="822960"/>
                <a:chOff x="9296150" y="2600178"/>
                <a:chExt cx="822960" cy="822960"/>
              </a:xfrm>
            </p:grpSpPr>
            <p:sp>
              <p:nvSpPr>
                <p:cNvPr id="117" name="Oval 116"/>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18" name="Oval 117"/>
                <p:cNvSpPr>
                  <a:spLocks noChangeAspect="1"/>
                </p:cNvSpPr>
                <p:nvPr/>
              </p:nvSpPr>
              <p:spPr>
                <a:xfrm>
                  <a:off x="9341870" y="2645898"/>
                  <a:ext cx="731520" cy="731520"/>
                </a:xfrm>
                <a:prstGeom prst="ellipse">
                  <a:avLst/>
                </a:prstGeom>
                <a:blipFill>
                  <a:blip r:embed="rId10"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14" name="Group 113"/>
              <p:cNvGrpSpPr/>
              <p:nvPr/>
            </p:nvGrpSpPr>
            <p:grpSpPr>
              <a:xfrm>
                <a:off x="8595360" y="2651760"/>
                <a:ext cx="822960" cy="822960"/>
                <a:chOff x="8216218" y="2600178"/>
                <a:chExt cx="822960" cy="822960"/>
              </a:xfrm>
            </p:grpSpPr>
            <p:sp>
              <p:nvSpPr>
                <p:cNvPr id="115" name="Oval 114"/>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16" name="Oval 115"/>
                <p:cNvSpPr>
                  <a:spLocks noChangeAspect="1"/>
                </p:cNvSpPr>
                <p:nvPr/>
              </p:nvSpPr>
              <p:spPr>
                <a:xfrm>
                  <a:off x="8261938" y="2645898"/>
                  <a:ext cx="731520" cy="731520"/>
                </a:xfrm>
                <a:prstGeom prst="ellipse">
                  <a:avLst/>
                </a:prstGeom>
                <a:blipFill>
                  <a:blip r:embed="rId11"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sp>
        <p:nvSpPr>
          <p:cNvPr id="3" name="Footer Placeholder 2"/>
          <p:cNvSpPr>
            <a:spLocks noGrp="1"/>
          </p:cNvSpPr>
          <p:nvPr>
            <p:ph type="ftr" sz="quarter" idx="10"/>
          </p:nvPr>
        </p:nvSpPr>
        <p:spPr/>
        <p:txBody>
          <a:bodyPr/>
          <a:lstStyle/>
          <a:p>
            <a:pPr lvl="0">
              <a:defRPr/>
            </a:pPr>
            <a:r>
              <a:rPr lang="en-US" sz="1400" b="1" dirty="0">
                <a:gradFill>
                  <a:gsLst>
                    <a:gs pos="8367">
                      <a:schemeClr val="accent2"/>
                    </a:gs>
                    <a:gs pos="31000">
                      <a:schemeClr val="accent2"/>
                    </a:gs>
                  </a:gsLst>
                  <a:lin ang="5400000" scaled="0"/>
                </a:gradFill>
              </a:rPr>
              <a:t>1</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Why the need for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336703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smtClean="0"/>
              <a:t>Extended </a:t>
            </a:r>
            <a:r>
              <a:rPr lang="en-US" dirty="0"/>
              <a:t>P</a:t>
            </a:r>
            <a:r>
              <a:rPr lang="en-US" dirty="0" smtClean="0"/>
              <a:t>rofile</a:t>
            </a:r>
            <a:endParaRPr lang="en-US" dirty="0"/>
          </a:p>
        </p:txBody>
      </p:sp>
      <p:sp>
        <p:nvSpPr>
          <p:cNvPr id="104" name="TextBox 51"/>
          <p:cNvSpPr txBox="1"/>
          <p:nvPr/>
        </p:nvSpPr>
        <p:spPr>
          <a:xfrm>
            <a:off x="274320" y="4411652"/>
            <a:ext cx="11887518" cy="1886670"/>
          </a:xfrm>
          <a:prstGeom prst="rect">
            <a:avLst/>
          </a:prstGeom>
          <a:noFill/>
        </p:spPr>
        <p:txBody>
          <a:bodyPr wrap="square" lIns="186521" tIns="146304" rIns="182880" bIns="146304" rtlCol="0">
            <a:spAutoFit/>
          </a:bodyPr>
          <a:lstStyle>
            <a:defPPr>
              <a:defRPr lang="en-US"/>
            </a:defPPr>
            <a:lvl1pPr>
              <a:lnSpc>
                <a:spcPct val="90000"/>
              </a:lnSpc>
              <a:spcBef>
                <a:spcPts val="600"/>
              </a:spcBef>
              <a:defRPr sz="2800">
                <a:gradFill>
                  <a:gsLst>
                    <a:gs pos="0">
                      <a:srgbClr val="404040"/>
                    </a:gs>
                    <a:gs pos="55000">
                      <a:srgbClr val="404040"/>
                    </a:gs>
                  </a:gsLst>
                  <a:lin ang="5400000" scaled="0"/>
                </a:gradFill>
              </a:defRPr>
            </a:lvl1pPr>
          </a:lstStyle>
          <a:p>
            <a:r>
              <a:rPr lang="en-US" dirty="0"/>
              <a:t>SharePoint User Profile</a:t>
            </a:r>
          </a:p>
          <a:p>
            <a:pPr marL="0" lvl="1"/>
            <a:r>
              <a:rPr lang="en-US" sz="2400" dirty="0">
                <a:hlinkClick r:id="rId4"/>
              </a:rPr>
              <a:t>https://contoso.sharepoint.com/_api/SP.UserProfiles.PeopleManager/GetMyProperties</a:t>
            </a:r>
            <a:r>
              <a:rPr lang="en-US" sz="2400" dirty="0"/>
              <a:t> </a:t>
            </a:r>
          </a:p>
          <a:p>
            <a:r>
              <a:rPr lang="en-US" dirty="0"/>
              <a:t>Exchange HD Picture</a:t>
            </a:r>
          </a:p>
          <a:p>
            <a:pPr marL="0" lvl="1"/>
            <a:r>
              <a:rPr lang="en-US" sz="2400" dirty="0">
                <a:hlinkClick r:id="rId5"/>
              </a:rPr>
              <a:t>https://graph.microsoft.com/v1.0/me/photo</a:t>
            </a:r>
            <a:r>
              <a:rPr lang="en-US" sz="2400" dirty="0"/>
              <a:t> </a:t>
            </a:r>
          </a:p>
        </p:txBody>
      </p:sp>
      <p:grpSp>
        <p:nvGrpSpPr>
          <p:cNvPr id="89" name="Group 88"/>
          <p:cNvGrpSpPr/>
          <p:nvPr/>
        </p:nvGrpSpPr>
        <p:grpSpPr>
          <a:xfrm>
            <a:off x="274320" y="1942799"/>
            <a:ext cx="1737360" cy="2194561"/>
            <a:chOff x="274320" y="2194559"/>
            <a:chExt cx="1737360" cy="2194561"/>
          </a:xfrm>
        </p:grpSpPr>
        <p:sp>
          <p:nvSpPr>
            <p:cNvPr id="90"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91" name="Group 90"/>
            <p:cNvGrpSpPr/>
            <p:nvPr/>
          </p:nvGrpSpPr>
          <p:grpSpPr>
            <a:xfrm>
              <a:off x="274320" y="2651760"/>
              <a:ext cx="1737360" cy="1737360"/>
              <a:chOff x="274320" y="2792483"/>
              <a:chExt cx="1737360" cy="1737360"/>
            </a:xfrm>
          </p:grpSpPr>
          <p:sp>
            <p:nvSpPr>
              <p:cNvPr id="92" name="Oval 91"/>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93" name="Oval 92"/>
              <p:cNvSpPr>
                <a:spLocks noChangeAspect="1"/>
              </p:cNvSpPr>
              <p:nvPr/>
            </p:nvSpPr>
            <p:spPr>
              <a:xfrm>
                <a:off x="320040" y="2838203"/>
                <a:ext cx="1645920" cy="1645920"/>
              </a:xfrm>
              <a:prstGeom prst="ellipse">
                <a:avLst/>
              </a:prstGeom>
              <a:blipFill>
                <a:blip r:embed="rId6"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94" name="Group 93"/>
          <p:cNvGrpSpPr/>
          <p:nvPr/>
        </p:nvGrpSpPr>
        <p:grpSpPr>
          <a:xfrm>
            <a:off x="10424160" y="1942799"/>
            <a:ext cx="1737360" cy="2194561"/>
            <a:chOff x="10424160" y="2194559"/>
            <a:chExt cx="1737360" cy="2194561"/>
          </a:xfrm>
        </p:grpSpPr>
        <p:sp>
          <p:nvSpPr>
            <p:cNvPr id="95" name="Title 1"/>
            <p:cNvSpPr txBox="1">
              <a:spLocks/>
            </p:cNvSpPr>
            <p:nvPr/>
          </p:nvSpPr>
          <p:spPr>
            <a:xfrm>
              <a:off x="1042416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96" name="Group 95"/>
            <p:cNvGrpSpPr/>
            <p:nvPr/>
          </p:nvGrpSpPr>
          <p:grpSpPr>
            <a:xfrm>
              <a:off x="10424160" y="2651760"/>
              <a:ext cx="1737360" cy="1737360"/>
              <a:chOff x="10607040" y="2719914"/>
              <a:chExt cx="1737360" cy="1737360"/>
            </a:xfrm>
          </p:grpSpPr>
          <p:sp>
            <p:nvSpPr>
              <p:cNvPr id="97" name="Oval 96"/>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98" name="Picture 97"/>
              <p:cNvPicPr>
                <a:picLocks noChangeAspect="1"/>
              </p:cNvPicPr>
              <p:nvPr/>
            </p:nvPicPr>
            <p:blipFill rotWithShape="1">
              <a:blip r:embed="rId7">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grpSp>
        <p:nvGrpSpPr>
          <p:cNvPr id="99" name="Group 98"/>
          <p:cNvGrpSpPr/>
          <p:nvPr/>
        </p:nvGrpSpPr>
        <p:grpSpPr>
          <a:xfrm>
            <a:off x="8138160" y="1942799"/>
            <a:ext cx="1737360" cy="2194561"/>
            <a:chOff x="8394192" y="2194559"/>
            <a:chExt cx="1737360" cy="2194561"/>
          </a:xfrm>
        </p:grpSpPr>
        <p:sp>
          <p:nvSpPr>
            <p:cNvPr id="100" name="Title 1"/>
            <p:cNvSpPr txBox="1">
              <a:spLocks/>
            </p:cNvSpPr>
            <p:nvPr/>
          </p:nvSpPr>
          <p:spPr>
            <a:xfrm>
              <a:off x="8394192"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PEOPLE</a:t>
              </a:r>
            </a:p>
          </p:txBody>
        </p:sp>
        <p:grpSp>
          <p:nvGrpSpPr>
            <p:cNvPr id="101" name="Group 100"/>
            <p:cNvGrpSpPr/>
            <p:nvPr/>
          </p:nvGrpSpPr>
          <p:grpSpPr>
            <a:xfrm>
              <a:off x="8394192" y="2651760"/>
              <a:ext cx="1737360" cy="1737360"/>
              <a:chOff x="8595360" y="2651760"/>
              <a:chExt cx="1737360" cy="1737360"/>
            </a:xfrm>
          </p:grpSpPr>
          <p:grpSp>
            <p:nvGrpSpPr>
              <p:cNvPr id="102" name="Group 101"/>
              <p:cNvGrpSpPr/>
              <p:nvPr/>
            </p:nvGrpSpPr>
            <p:grpSpPr>
              <a:xfrm>
                <a:off x="9509760" y="3566160"/>
                <a:ext cx="822960" cy="822960"/>
                <a:chOff x="9296150" y="3766318"/>
                <a:chExt cx="822960" cy="822960"/>
              </a:xfrm>
            </p:grpSpPr>
            <p:sp>
              <p:nvSpPr>
                <p:cNvPr id="113" name="Oval 112"/>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14" name="Picture 113"/>
                <p:cNvPicPr>
                  <a:picLocks noChangeAspect="1"/>
                </p:cNvPicPr>
                <p:nvPr/>
              </p:nvPicPr>
              <p:blipFill rotWithShape="1">
                <a:blip r:embed="rId8">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103" name="Group 102"/>
              <p:cNvGrpSpPr/>
              <p:nvPr/>
            </p:nvGrpSpPr>
            <p:grpSpPr>
              <a:xfrm>
                <a:off x="8595360" y="3566160"/>
                <a:ext cx="822960" cy="822960"/>
                <a:chOff x="8216218" y="3766318"/>
                <a:chExt cx="822960" cy="822960"/>
              </a:xfrm>
            </p:grpSpPr>
            <p:sp>
              <p:nvSpPr>
                <p:cNvPr id="111" name="Oval 110"/>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12" name="Oval 111"/>
                <p:cNvSpPr>
                  <a:spLocks noChangeAspect="1"/>
                </p:cNvSpPr>
                <p:nvPr/>
              </p:nvSpPr>
              <p:spPr>
                <a:xfrm>
                  <a:off x="8261938" y="3812038"/>
                  <a:ext cx="731520" cy="731520"/>
                </a:xfrm>
                <a:prstGeom prst="ellipse">
                  <a:avLst/>
                </a:prstGeom>
                <a:blipFill>
                  <a:blip r:embed="rId9"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05" name="Group 104"/>
              <p:cNvGrpSpPr/>
              <p:nvPr/>
            </p:nvGrpSpPr>
            <p:grpSpPr>
              <a:xfrm>
                <a:off x="9509760" y="2651760"/>
                <a:ext cx="822960" cy="822960"/>
                <a:chOff x="9296150" y="2600178"/>
                <a:chExt cx="822960" cy="822960"/>
              </a:xfrm>
            </p:grpSpPr>
            <p:sp>
              <p:nvSpPr>
                <p:cNvPr id="109" name="Oval 108"/>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10" name="Oval 109"/>
                <p:cNvSpPr>
                  <a:spLocks noChangeAspect="1"/>
                </p:cNvSpPr>
                <p:nvPr/>
              </p:nvSpPr>
              <p:spPr>
                <a:xfrm>
                  <a:off x="9341870" y="2645898"/>
                  <a:ext cx="731520" cy="731520"/>
                </a:xfrm>
                <a:prstGeom prst="ellipse">
                  <a:avLst/>
                </a:prstGeom>
                <a:blipFill>
                  <a:blip r:embed="rId10"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06" name="Group 105"/>
              <p:cNvGrpSpPr/>
              <p:nvPr/>
            </p:nvGrpSpPr>
            <p:grpSpPr>
              <a:xfrm>
                <a:off x="8595360" y="2651760"/>
                <a:ext cx="822960" cy="822960"/>
                <a:chOff x="8216218" y="2600178"/>
                <a:chExt cx="822960" cy="822960"/>
              </a:xfrm>
            </p:grpSpPr>
            <p:sp>
              <p:nvSpPr>
                <p:cNvPr id="107" name="Oval 106"/>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08" name="Oval 107"/>
                <p:cNvSpPr>
                  <a:spLocks noChangeAspect="1"/>
                </p:cNvSpPr>
                <p:nvPr/>
              </p:nvSpPr>
              <p:spPr>
                <a:xfrm>
                  <a:off x="8261938" y="2645898"/>
                  <a:ext cx="731520" cy="731520"/>
                </a:xfrm>
                <a:prstGeom prst="ellipse">
                  <a:avLst/>
                </a:prstGeom>
                <a:blipFill>
                  <a:blip r:embed="rId11"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sp>
        <p:nvSpPr>
          <p:cNvPr id="3" name="Footer Placeholder 2"/>
          <p:cNvSpPr>
            <a:spLocks noGrp="1"/>
          </p:cNvSpPr>
          <p:nvPr>
            <p:ph type="ftr" sz="quarter" idx="10"/>
          </p:nvPr>
        </p:nvSpPr>
        <p:spPr/>
        <p:txBody>
          <a:bodyPr/>
          <a:lstStyle/>
          <a:p>
            <a:pPr lvl="0">
              <a:defRPr/>
            </a:pPr>
            <a:r>
              <a:rPr lang="en-US" sz="1400" b="1" dirty="0">
                <a:gradFill>
                  <a:gsLst>
                    <a:gs pos="8367">
                      <a:schemeClr val="accent2"/>
                    </a:gs>
                    <a:gs pos="31000">
                      <a:schemeClr val="accent2"/>
                    </a:gs>
                  </a:gsLst>
                  <a:lin ang="5400000" scaled="0"/>
                </a:gradFill>
              </a:rPr>
              <a:t>1</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Why the need for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1477504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mtClean="0"/>
              <a:t>Mail, Calendar, and Conversations</a:t>
            </a:r>
            <a:endParaRPr lang="en-US" dirty="0"/>
          </a:p>
        </p:txBody>
      </p:sp>
      <p:sp>
        <p:nvSpPr>
          <p:cNvPr id="50" name="TextBox 51"/>
          <p:cNvSpPr txBox="1"/>
          <p:nvPr/>
        </p:nvSpPr>
        <p:spPr>
          <a:xfrm>
            <a:off x="274702" y="4411652"/>
            <a:ext cx="11887200" cy="1501950"/>
          </a:xfrm>
          <a:prstGeom prst="rect">
            <a:avLst/>
          </a:prstGeom>
          <a:noFill/>
        </p:spPr>
        <p:txBody>
          <a:bodyPr wrap="square" lIns="186521" tIns="146304" rIns="182880" bIns="146304" rtlCol="0">
            <a:spAutoFit/>
          </a:bodyPr>
          <a:lstStyle>
            <a:defPPr>
              <a:defRPr lang="en-US"/>
            </a:defPPr>
            <a:lvl1pPr>
              <a:lnSpc>
                <a:spcPct val="90000"/>
              </a:lnSpc>
              <a:spcBef>
                <a:spcPts val="600"/>
              </a:spcBef>
              <a:defRPr sz="2800">
                <a:gradFill>
                  <a:gsLst>
                    <a:gs pos="0">
                      <a:srgbClr val="404040"/>
                    </a:gs>
                    <a:gs pos="55000">
                      <a:srgbClr val="404040"/>
                    </a:gs>
                  </a:gsLst>
                  <a:lin ang="5400000" scaled="0"/>
                </a:gradFill>
              </a:defRPr>
            </a:lvl1pPr>
            <a:lvl2pPr marL="0" lvl="1">
              <a:lnSpc>
                <a:spcPct val="90000"/>
              </a:lnSpc>
              <a:spcBef>
                <a:spcPts val="600"/>
              </a:spcBef>
              <a:defRPr sz="2400"/>
            </a:lvl2pPr>
          </a:lstStyle>
          <a:p>
            <a:r>
              <a:rPr lang="en-US" dirty="0"/>
              <a:t>Exchange REST API </a:t>
            </a:r>
          </a:p>
          <a:p>
            <a:pPr lvl="1"/>
            <a:r>
              <a:rPr lang="en-US" dirty="0">
                <a:hlinkClick r:id="rId4"/>
              </a:rPr>
              <a:t>https://outlook.office365.com/api/v1.0/me/Messages</a:t>
            </a:r>
            <a:r>
              <a:rPr lang="en-US" dirty="0"/>
              <a:t> </a:t>
            </a:r>
          </a:p>
          <a:p>
            <a:pPr lvl="1"/>
            <a:r>
              <a:rPr lang="en-US" dirty="0">
                <a:hlinkClick r:id="rId5"/>
              </a:rPr>
              <a:t>https://outlook.office365.com/api/v1.0/me/Events</a:t>
            </a:r>
            <a:r>
              <a:rPr lang="en-US" dirty="0"/>
              <a:t>  </a:t>
            </a:r>
          </a:p>
        </p:txBody>
      </p:sp>
      <p:grpSp>
        <p:nvGrpSpPr>
          <p:cNvPr id="105" name="Group 104"/>
          <p:cNvGrpSpPr/>
          <p:nvPr/>
        </p:nvGrpSpPr>
        <p:grpSpPr>
          <a:xfrm>
            <a:off x="4480560" y="1942799"/>
            <a:ext cx="1737360" cy="1280161"/>
            <a:chOff x="4334256" y="2194559"/>
            <a:chExt cx="1737360" cy="1280161"/>
          </a:xfrm>
        </p:grpSpPr>
        <p:sp>
          <p:nvSpPr>
            <p:cNvPr id="106" name="Title 1"/>
            <p:cNvSpPr txBox="1">
              <a:spLocks/>
            </p:cNvSpPr>
            <p:nvPr/>
          </p:nvSpPr>
          <p:spPr>
            <a:xfrm>
              <a:off x="4334256"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EMAIL </a:t>
              </a:r>
              <a:r>
                <a:rPr lang="en-US" sz="1600" b="1" dirty="0" smtClean="0">
                  <a:gradFill>
                    <a:gsLst>
                      <a:gs pos="100000">
                        <a:srgbClr val="FF8C00"/>
                      </a:gs>
                      <a:gs pos="0">
                        <a:srgbClr val="FF8C00"/>
                      </a:gs>
                    </a:gsLst>
                    <a:lin ang="5400000" scaled="1"/>
                  </a:gradFill>
                  <a:latin typeface="+mn-lt"/>
                  <a:cs typeface="Segoe UI" panose="020B0502040204020203" pitchFamily="34" charset="0"/>
                </a:rPr>
                <a:t>AND</a:t>
              </a:r>
              <a:br>
                <a:rPr lang="en-US" sz="1600" b="1" dirty="0" smtClean="0">
                  <a:gradFill>
                    <a:gsLst>
                      <a:gs pos="100000">
                        <a:srgbClr val="FF8C00"/>
                      </a:gs>
                      <a:gs pos="0">
                        <a:srgbClr val="FF8C00"/>
                      </a:gs>
                    </a:gsLst>
                    <a:lin ang="5400000" scaled="1"/>
                  </a:gradFill>
                  <a:latin typeface="+mn-lt"/>
                  <a:cs typeface="Segoe UI" panose="020B0502040204020203" pitchFamily="34" charset="0"/>
                </a:rPr>
              </a:br>
              <a:r>
                <a:rPr lang="en-US" sz="1600" b="1" dirty="0" smtClean="0">
                  <a:gradFill>
                    <a:gsLst>
                      <a:gs pos="100000">
                        <a:srgbClr val="FF8C00"/>
                      </a:gs>
                      <a:gs pos="0">
                        <a:srgbClr val="FF8C00"/>
                      </a:gs>
                    </a:gsLst>
                    <a:lin ang="5400000" scaled="1"/>
                  </a:gradFill>
                  <a:latin typeface="+mn-lt"/>
                  <a:cs typeface="Segoe UI" panose="020B0502040204020203" pitchFamily="34" charset="0"/>
                </a:rPr>
                <a:t>CONVERSATIONS</a:t>
              </a:r>
              <a:endParaRPr lang="en-US" sz="1600" b="1" dirty="0">
                <a:gradFill>
                  <a:gsLst>
                    <a:gs pos="100000">
                      <a:srgbClr val="FF8C00"/>
                    </a:gs>
                    <a:gs pos="0">
                      <a:srgbClr val="FF8C00"/>
                    </a:gs>
                  </a:gsLst>
                  <a:lin ang="5400000" scaled="1"/>
                </a:gradFill>
                <a:latin typeface="+mn-lt"/>
                <a:cs typeface="Segoe UI" panose="020B0502040204020203" pitchFamily="34" charset="0"/>
              </a:endParaRPr>
            </a:p>
          </p:txBody>
        </p:sp>
        <p:grpSp>
          <p:nvGrpSpPr>
            <p:cNvPr id="108" name="Group 107"/>
            <p:cNvGrpSpPr/>
            <p:nvPr/>
          </p:nvGrpSpPr>
          <p:grpSpPr>
            <a:xfrm>
              <a:off x="4791456" y="2651760"/>
              <a:ext cx="822960" cy="822960"/>
              <a:chOff x="5082065" y="2742662"/>
              <a:chExt cx="822960" cy="822960"/>
            </a:xfrm>
          </p:grpSpPr>
          <p:sp>
            <p:nvSpPr>
              <p:cNvPr id="112"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13" name="Picture 8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nvGrpSpPr>
          <p:cNvPr id="123" name="Group 122"/>
          <p:cNvGrpSpPr/>
          <p:nvPr/>
        </p:nvGrpSpPr>
        <p:grpSpPr>
          <a:xfrm>
            <a:off x="274320" y="1942799"/>
            <a:ext cx="1737360" cy="2194561"/>
            <a:chOff x="274320" y="2194559"/>
            <a:chExt cx="1737360" cy="2194561"/>
          </a:xfrm>
        </p:grpSpPr>
        <p:sp>
          <p:nvSpPr>
            <p:cNvPr id="124"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25" name="Group 124"/>
            <p:cNvGrpSpPr/>
            <p:nvPr/>
          </p:nvGrpSpPr>
          <p:grpSpPr>
            <a:xfrm>
              <a:off x="274320" y="2651760"/>
              <a:ext cx="1737360" cy="1737360"/>
              <a:chOff x="274320" y="2792483"/>
              <a:chExt cx="1737360" cy="1737360"/>
            </a:xfrm>
          </p:grpSpPr>
          <p:sp>
            <p:nvSpPr>
              <p:cNvPr id="126" name="Oval 125"/>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27" name="Oval 126"/>
              <p:cNvSpPr>
                <a:spLocks noChangeAspect="1"/>
              </p:cNvSpPr>
              <p:nvPr/>
            </p:nvSpPr>
            <p:spPr>
              <a:xfrm>
                <a:off x="320040" y="2838203"/>
                <a:ext cx="1645920" cy="1645920"/>
              </a:xfrm>
              <a:prstGeom prst="ellipse">
                <a:avLst/>
              </a:prstGeom>
              <a:blipFill>
                <a:blip r:embed="rId7"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28" name="Group 127"/>
          <p:cNvGrpSpPr/>
          <p:nvPr/>
        </p:nvGrpSpPr>
        <p:grpSpPr>
          <a:xfrm>
            <a:off x="10424160" y="1942799"/>
            <a:ext cx="1737360" cy="2194561"/>
            <a:chOff x="10424160" y="2194559"/>
            <a:chExt cx="1737360" cy="2194561"/>
          </a:xfrm>
        </p:grpSpPr>
        <p:sp>
          <p:nvSpPr>
            <p:cNvPr id="129" name="Title 1"/>
            <p:cNvSpPr txBox="1">
              <a:spLocks/>
            </p:cNvSpPr>
            <p:nvPr/>
          </p:nvSpPr>
          <p:spPr>
            <a:xfrm>
              <a:off x="1042416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30" name="Group 129"/>
            <p:cNvGrpSpPr/>
            <p:nvPr/>
          </p:nvGrpSpPr>
          <p:grpSpPr>
            <a:xfrm>
              <a:off x="10424160" y="2651760"/>
              <a:ext cx="1737360" cy="1737360"/>
              <a:chOff x="10607040" y="2719914"/>
              <a:chExt cx="1737360" cy="1737360"/>
            </a:xfrm>
          </p:grpSpPr>
          <p:sp>
            <p:nvSpPr>
              <p:cNvPr id="131" name="Oval 130"/>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32" name="Picture 131"/>
              <p:cNvPicPr>
                <a:picLocks noChangeAspect="1"/>
              </p:cNvPicPr>
              <p:nvPr/>
            </p:nvPicPr>
            <p:blipFill rotWithShape="1">
              <a:blip r:embed="rId8">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grpSp>
        <p:nvGrpSpPr>
          <p:cNvPr id="133" name="Group 132"/>
          <p:cNvGrpSpPr/>
          <p:nvPr/>
        </p:nvGrpSpPr>
        <p:grpSpPr>
          <a:xfrm>
            <a:off x="6126480" y="1942799"/>
            <a:ext cx="1737360" cy="2194561"/>
            <a:chOff x="6126480" y="1942799"/>
            <a:chExt cx="1737360" cy="2194561"/>
          </a:xfrm>
        </p:grpSpPr>
        <p:sp>
          <p:nvSpPr>
            <p:cNvPr id="134" name="Title 1"/>
            <p:cNvSpPr txBox="1">
              <a:spLocks/>
            </p:cNvSpPr>
            <p:nvPr/>
          </p:nvSpPr>
          <p:spPr>
            <a:xfrm>
              <a:off x="6126480" y="194279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EVENTS</a:t>
              </a:r>
            </a:p>
          </p:txBody>
        </p:sp>
        <p:grpSp>
          <p:nvGrpSpPr>
            <p:cNvPr id="135" name="Group 134"/>
            <p:cNvGrpSpPr/>
            <p:nvPr/>
          </p:nvGrpSpPr>
          <p:grpSpPr>
            <a:xfrm>
              <a:off x="6583680" y="2400000"/>
              <a:ext cx="822960" cy="1737360"/>
              <a:chOff x="6583680" y="2400000"/>
              <a:chExt cx="822960" cy="1737360"/>
            </a:xfrm>
          </p:grpSpPr>
          <p:grpSp>
            <p:nvGrpSpPr>
              <p:cNvPr id="136" name="Group 135"/>
              <p:cNvGrpSpPr/>
              <p:nvPr/>
            </p:nvGrpSpPr>
            <p:grpSpPr>
              <a:xfrm>
                <a:off x="6583680" y="2400000"/>
                <a:ext cx="822960" cy="822960"/>
                <a:chOff x="6583680" y="2400000"/>
                <a:chExt cx="822960" cy="822960"/>
              </a:xfrm>
            </p:grpSpPr>
            <p:sp>
              <p:nvSpPr>
                <p:cNvPr id="142" name="Oval 141"/>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43" name="Freeform 142"/>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137" name="Group 136"/>
              <p:cNvGrpSpPr>
                <a:grpSpLocks noChangeAspect="1"/>
              </p:cNvGrpSpPr>
              <p:nvPr/>
            </p:nvGrpSpPr>
            <p:grpSpPr>
              <a:xfrm>
                <a:off x="6583680" y="3314400"/>
                <a:ext cx="822960" cy="822960"/>
                <a:chOff x="8173641" y="4754880"/>
                <a:chExt cx="822960" cy="822960"/>
              </a:xfrm>
            </p:grpSpPr>
            <p:sp>
              <p:nvSpPr>
                <p:cNvPr id="138" name="Oval 137"/>
                <p:cNvSpPr/>
                <p:nvPr/>
              </p:nvSpPr>
              <p:spPr>
                <a:xfrm>
                  <a:off x="8173641" y="475488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139" name="Group 138"/>
                <p:cNvGrpSpPr>
                  <a:grpSpLocks noChangeAspect="1"/>
                </p:cNvGrpSpPr>
                <p:nvPr/>
              </p:nvGrpSpPr>
              <p:grpSpPr>
                <a:xfrm>
                  <a:off x="8429821" y="4948428"/>
                  <a:ext cx="310601" cy="411480"/>
                  <a:chOff x="8429821" y="4948428"/>
                  <a:chExt cx="310601" cy="411480"/>
                </a:xfrm>
              </p:grpSpPr>
              <p:sp>
                <p:nvSpPr>
                  <p:cNvPr id="140" name="Freeform 137"/>
                  <p:cNvSpPr>
                    <a:spLocks noChangeAspect="1" noEditPoints="1"/>
                  </p:cNvSpPr>
                  <p:nvPr/>
                </p:nvSpPr>
                <p:spPr bwMode="auto">
                  <a:xfrm>
                    <a:off x="8429821" y="4948428"/>
                    <a:ext cx="310601" cy="411480"/>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41" name="Freeform 140"/>
                  <p:cNvSpPr>
                    <a:spLocks/>
                  </p:cNvSpPr>
                  <p:nvPr/>
                </p:nvSpPr>
                <p:spPr bwMode="auto">
                  <a:xfrm>
                    <a:off x="8495345" y="5134157"/>
                    <a:ext cx="179553" cy="126863"/>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solidFill>
                    <a:srgbClr val="FF8C00"/>
                  </a:solid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sp>
        <p:nvSpPr>
          <p:cNvPr id="3" name="Footer Placeholder 2"/>
          <p:cNvSpPr>
            <a:spLocks noGrp="1"/>
          </p:cNvSpPr>
          <p:nvPr>
            <p:ph type="ftr" sz="quarter" idx="10"/>
          </p:nvPr>
        </p:nvSpPr>
        <p:spPr/>
        <p:txBody>
          <a:bodyPr/>
          <a:lstStyle/>
          <a:p>
            <a:pPr lvl="0">
              <a:defRPr/>
            </a:pPr>
            <a:r>
              <a:rPr lang="en-US" sz="1400" b="1" dirty="0">
                <a:gradFill>
                  <a:gsLst>
                    <a:gs pos="8367">
                      <a:schemeClr val="accent2"/>
                    </a:gs>
                    <a:gs pos="31000">
                      <a:schemeClr val="accent2"/>
                    </a:gs>
                  </a:gsLst>
                  <a:lin ang="5400000" scaled="0"/>
                </a:gradFill>
              </a:rPr>
              <a:t>1</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Why the need for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2880246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par>
                                <p:cTn id="8" presetID="42" presetClass="path" presetSubtype="0" decel="100000" fill="hold" nodeType="withEffect">
                                  <p:stCondLst>
                                    <p:cond delay="0"/>
                                  </p:stCondLst>
                                  <p:childTnLst>
                                    <p:animMotion origin="layout" path="M 1.49349E-6 8.21607E-7 L 1.49349E-6 0.05243 " pathEditMode="relative" rAng="0" ptsTypes="AA">
                                      <p:cBhvr>
                                        <p:cTn id="9" dur="500" spd="-100000" fill="hold"/>
                                        <p:tgtEl>
                                          <p:spTgt spid="105"/>
                                        </p:tgtEl>
                                        <p:attrNameLst>
                                          <p:attrName>ppt_x</p:attrName>
                                          <p:attrName>ppt_y</p:attrName>
                                        </p:attrNameLst>
                                      </p:cBhvr>
                                      <p:rCtr x="0" y="2610"/>
                                    </p:animMotion>
                                  </p:childTnLst>
                                </p:cTn>
                              </p:par>
                              <p:par>
                                <p:cTn id="10" presetID="10" presetClass="entr" presetSubtype="0" fill="hold" nodeType="withEffect">
                                  <p:stCondLst>
                                    <p:cond delay="100"/>
                                  </p:stCondLst>
                                  <p:childTnLst>
                                    <p:set>
                                      <p:cBhvr>
                                        <p:cTn id="11" dur="1" fill="hold">
                                          <p:stCondLst>
                                            <p:cond delay="0"/>
                                          </p:stCondLst>
                                        </p:cTn>
                                        <p:tgtEl>
                                          <p:spTgt spid="133"/>
                                        </p:tgtEl>
                                        <p:attrNameLst>
                                          <p:attrName>style.visibility</p:attrName>
                                        </p:attrNameLst>
                                      </p:cBhvr>
                                      <p:to>
                                        <p:strVal val="visible"/>
                                      </p:to>
                                    </p:set>
                                    <p:animEffect transition="in" filter="fade">
                                      <p:cBhvr>
                                        <p:cTn id="12" dur="500"/>
                                        <p:tgtEl>
                                          <p:spTgt spid="133"/>
                                        </p:tgtEl>
                                      </p:cBhvr>
                                    </p:animEffect>
                                  </p:childTnLst>
                                </p:cTn>
                              </p:par>
                              <p:par>
                                <p:cTn id="13" presetID="42" presetClass="path" presetSubtype="0" decel="100000" fill="hold" nodeType="withEffect">
                                  <p:stCondLst>
                                    <p:cond delay="100"/>
                                  </p:stCondLst>
                                  <p:childTnLst>
                                    <p:animMotion origin="layout" path="M -2.19556E-7 -4.5892E-6 L -2.19556E-7 0.05243 " pathEditMode="relative" rAng="0" ptsTypes="AA">
                                      <p:cBhvr>
                                        <p:cTn id="14" dur="500" spd="-100000" fill="hold"/>
                                        <p:tgtEl>
                                          <p:spTgt spid="133"/>
                                        </p:tgtEl>
                                        <p:attrNameLst>
                                          <p:attrName>ppt_x</p:attrName>
                                          <p:attrName>ppt_y</p:attrName>
                                        </p:attrNameLst>
                                      </p:cBhvr>
                                      <p:rCtr x="0" y="26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mtClean="0"/>
              <a:t>Files</a:t>
            </a:r>
            <a:endParaRPr lang="en-US" dirty="0"/>
          </a:p>
        </p:txBody>
      </p:sp>
      <p:sp>
        <p:nvSpPr>
          <p:cNvPr id="50" name="TextBox 51"/>
          <p:cNvSpPr txBox="1"/>
          <p:nvPr/>
        </p:nvSpPr>
        <p:spPr>
          <a:xfrm>
            <a:off x="274702" y="4411652"/>
            <a:ext cx="11887200" cy="1501950"/>
          </a:xfrm>
          <a:prstGeom prst="rect">
            <a:avLst/>
          </a:prstGeom>
          <a:noFill/>
        </p:spPr>
        <p:txBody>
          <a:bodyPr wrap="square" lIns="186521" tIns="146304" rIns="182880" bIns="146304" rtlCol="0">
            <a:spAutoFit/>
          </a:bodyPr>
          <a:lstStyle>
            <a:defPPr>
              <a:defRPr lang="en-US"/>
            </a:defPPr>
            <a:lvl1pPr>
              <a:lnSpc>
                <a:spcPct val="90000"/>
              </a:lnSpc>
              <a:spcBef>
                <a:spcPts val="600"/>
              </a:spcBef>
              <a:defRPr sz="2800">
                <a:gradFill>
                  <a:gsLst>
                    <a:gs pos="0">
                      <a:srgbClr val="404040"/>
                    </a:gs>
                    <a:gs pos="55000">
                      <a:srgbClr val="404040"/>
                    </a:gs>
                  </a:gsLst>
                  <a:lin ang="5400000" scaled="0"/>
                </a:gradFill>
              </a:defRPr>
            </a:lvl1pPr>
            <a:lvl2pPr marL="0" lvl="1">
              <a:lnSpc>
                <a:spcPct val="90000"/>
              </a:lnSpc>
              <a:spcBef>
                <a:spcPts val="600"/>
              </a:spcBef>
              <a:defRPr sz="2400"/>
            </a:lvl2pPr>
          </a:lstStyle>
          <a:p>
            <a:r>
              <a:rPr lang="en-US" dirty="0"/>
              <a:t>OneDrive for Business/SharePoint Files API </a:t>
            </a:r>
          </a:p>
          <a:p>
            <a:pPr lvl="1"/>
            <a:r>
              <a:rPr lang="en-US" dirty="0">
                <a:hlinkClick r:id="rId4"/>
              </a:rPr>
              <a:t>https://contoso-my.sharepoint.com/personal/yina_contoso_com/_api/v1.0/files</a:t>
            </a:r>
            <a:r>
              <a:rPr lang="en-US" dirty="0"/>
              <a:t> </a:t>
            </a:r>
          </a:p>
          <a:p>
            <a:pPr lvl="1"/>
            <a:r>
              <a:rPr lang="en-US" dirty="0">
                <a:hlinkClick r:id="rId5"/>
              </a:rPr>
              <a:t>https://contoso.sharepoint.com/sites/designCouncil/_api/v1.0/files</a:t>
            </a:r>
            <a:r>
              <a:rPr lang="en-US" dirty="0"/>
              <a:t> </a:t>
            </a:r>
          </a:p>
        </p:txBody>
      </p:sp>
      <p:grpSp>
        <p:nvGrpSpPr>
          <p:cNvPr id="119" name="Group 118"/>
          <p:cNvGrpSpPr/>
          <p:nvPr/>
        </p:nvGrpSpPr>
        <p:grpSpPr>
          <a:xfrm>
            <a:off x="2468880" y="1942799"/>
            <a:ext cx="1737360" cy="2194561"/>
            <a:chOff x="2304288" y="2194559"/>
            <a:chExt cx="1737360" cy="2194561"/>
          </a:xfrm>
        </p:grpSpPr>
        <p:sp>
          <p:nvSpPr>
            <p:cNvPr id="120" name="Title 1"/>
            <p:cNvSpPr txBox="1">
              <a:spLocks/>
            </p:cNvSpPr>
            <p:nvPr/>
          </p:nvSpPr>
          <p:spPr>
            <a:xfrm>
              <a:off x="2304288"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FILES</a:t>
              </a:r>
            </a:p>
          </p:txBody>
        </p:sp>
        <p:grpSp>
          <p:nvGrpSpPr>
            <p:cNvPr id="121" name="Group 120"/>
            <p:cNvGrpSpPr/>
            <p:nvPr/>
          </p:nvGrpSpPr>
          <p:grpSpPr>
            <a:xfrm>
              <a:off x="2304288" y="2651760"/>
              <a:ext cx="1737360" cy="1737360"/>
              <a:chOff x="2304288" y="2651760"/>
              <a:chExt cx="1737360" cy="1737360"/>
            </a:xfrm>
          </p:grpSpPr>
          <p:grpSp>
            <p:nvGrpSpPr>
              <p:cNvPr id="122" name="Group 121"/>
              <p:cNvGrpSpPr/>
              <p:nvPr/>
            </p:nvGrpSpPr>
            <p:grpSpPr>
              <a:xfrm>
                <a:off x="2304288" y="3566160"/>
                <a:ext cx="822960" cy="822960"/>
                <a:chOff x="2537808" y="3638324"/>
                <a:chExt cx="822960" cy="822960"/>
              </a:xfrm>
            </p:grpSpPr>
            <p:sp>
              <p:nvSpPr>
                <p:cNvPr id="132"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33" name="Picture 6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123" name="Group 122"/>
              <p:cNvGrpSpPr/>
              <p:nvPr/>
            </p:nvGrpSpPr>
            <p:grpSpPr>
              <a:xfrm>
                <a:off x="3218688" y="3566160"/>
                <a:ext cx="822960" cy="822960"/>
                <a:chOff x="3410463" y="3638324"/>
                <a:chExt cx="822960" cy="822960"/>
              </a:xfrm>
            </p:grpSpPr>
            <p:sp>
              <p:nvSpPr>
                <p:cNvPr id="130"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31" name="Picture 7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nvGrpSpPr>
              <p:cNvPr id="124" name="Group 123"/>
              <p:cNvGrpSpPr/>
              <p:nvPr/>
            </p:nvGrpSpPr>
            <p:grpSpPr>
              <a:xfrm>
                <a:off x="3218688" y="2651760"/>
                <a:ext cx="822960" cy="822960"/>
                <a:chOff x="3410463" y="2759251"/>
                <a:chExt cx="822960" cy="822960"/>
              </a:xfrm>
            </p:grpSpPr>
            <p:sp>
              <p:nvSpPr>
                <p:cNvPr id="128"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29" name="Picture 7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125" name="Group 124"/>
              <p:cNvGrpSpPr/>
              <p:nvPr/>
            </p:nvGrpSpPr>
            <p:grpSpPr>
              <a:xfrm>
                <a:off x="2304288" y="2651760"/>
                <a:ext cx="822960" cy="822960"/>
                <a:chOff x="2510178" y="2759251"/>
                <a:chExt cx="822960" cy="822960"/>
              </a:xfrm>
            </p:grpSpPr>
            <p:sp>
              <p:nvSpPr>
                <p:cNvPr id="126"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27" name="Picture 12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134" name="Group 133"/>
          <p:cNvGrpSpPr/>
          <p:nvPr/>
        </p:nvGrpSpPr>
        <p:grpSpPr>
          <a:xfrm>
            <a:off x="8138160" y="1942799"/>
            <a:ext cx="1737360" cy="2194561"/>
            <a:chOff x="8394192" y="2194559"/>
            <a:chExt cx="1737360" cy="2194561"/>
          </a:xfrm>
        </p:grpSpPr>
        <p:sp>
          <p:nvSpPr>
            <p:cNvPr id="135" name="Title 1"/>
            <p:cNvSpPr txBox="1">
              <a:spLocks/>
            </p:cNvSpPr>
            <p:nvPr/>
          </p:nvSpPr>
          <p:spPr>
            <a:xfrm>
              <a:off x="8394192"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PEOPLE</a:t>
              </a:r>
            </a:p>
          </p:txBody>
        </p:sp>
        <p:grpSp>
          <p:nvGrpSpPr>
            <p:cNvPr id="136" name="Group 135"/>
            <p:cNvGrpSpPr/>
            <p:nvPr/>
          </p:nvGrpSpPr>
          <p:grpSpPr>
            <a:xfrm>
              <a:off x="8394192" y="2651760"/>
              <a:ext cx="1737360" cy="1737360"/>
              <a:chOff x="8595360" y="2651760"/>
              <a:chExt cx="1737360" cy="1737360"/>
            </a:xfrm>
          </p:grpSpPr>
          <p:grpSp>
            <p:nvGrpSpPr>
              <p:cNvPr id="137" name="Group 136"/>
              <p:cNvGrpSpPr/>
              <p:nvPr/>
            </p:nvGrpSpPr>
            <p:grpSpPr>
              <a:xfrm>
                <a:off x="9509760" y="3566160"/>
                <a:ext cx="822960" cy="822960"/>
                <a:chOff x="9296150" y="3766318"/>
                <a:chExt cx="822960" cy="822960"/>
              </a:xfrm>
            </p:grpSpPr>
            <p:sp>
              <p:nvSpPr>
                <p:cNvPr id="147" name="Oval 146"/>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8" name="Picture 147"/>
                <p:cNvPicPr>
                  <a:picLocks noChangeAspect="1"/>
                </p:cNvPicPr>
                <p:nvPr/>
              </p:nvPicPr>
              <p:blipFill rotWithShape="1">
                <a:blip r:embed="rId10">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138" name="Group 137"/>
              <p:cNvGrpSpPr/>
              <p:nvPr/>
            </p:nvGrpSpPr>
            <p:grpSpPr>
              <a:xfrm>
                <a:off x="8595360" y="3566160"/>
                <a:ext cx="822960" cy="822960"/>
                <a:chOff x="8216218" y="3766318"/>
                <a:chExt cx="822960" cy="822960"/>
              </a:xfrm>
            </p:grpSpPr>
            <p:sp>
              <p:nvSpPr>
                <p:cNvPr id="145" name="Oval 144"/>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46" name="Oval 145"/>
                <p:cNvSpPr>
                  <a:spLocks noChangeAspect="1"/>
                </p:cNvSpPr>
                <p:nvPr/>
              </p:nvSpPr>
              <p:spPr>
                <a:xfrm>
                  <a:off x="8261938" y="3812038"/>
                  <a:ext cx="731520" cy="731520"/>
                </a:xfrm>
                <a:prstGeom prst="ellipse">
                  <a:avLst/>
                </a:prstGeom>
                <a:blipFill>
                  <a:blip r:embed="rId11"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39" name="Group 138"/>
              <p:cNvGrpSpPr/>
              <p:nvPr/>
            </p:nvGrpSpPr>
            <p:grpSpPr>
              <a:xfrm>
                <a:off x="9509760" y="2651760"/>
                <a:ext cx="822960" cy="822960"/>
                <a:chOff x="9296150" y="2600178"/>
                <a:chExt cx="822960" cy="822960"/>
              </a:xfrm>
            </p:grpSpPr>
            <p:sp>
              <p:nvSpPr>
                <p:cNvPr id="143" name="Oval 142"/>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44" name="Oval 143"/>
                <p:cNvSpPr>
                  <a:spLocks noChangeAspect="1"/>
                </p:cNvSpPr>
                <p:nvPr/>
              </p:nvSpPr>
              <p:spPr>
                <a:xfrm>
                  <a:off x="9341870" y="2645898"/>
                  <a:ext cx="731520" cy="731520"/>
                </a:xfrm>
                <a:prstGeom prst="ellipse">
                  <a:avLst/>
                </a:prstGeom>
                <a:blipFill>
                  <a:blip r:embed="rId12"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40" name="Group 139"/>
              <p:cNvGrpSpPr/>
              <p:nvPr/>
            </p:nvGrpSpPr>
            <p:grpSpPr>
              <a:xfrm>
                <a:off x="8595360" y="2651760"/>
                <a:ext cx="822960" cy="822960"/>
                <a:chOff x="8216218" y="2600178"/>
                <a:chExt cx="822960" cy="822960"/>
              </a:xfrm>
            </p:grpSpPr>
            <p:sp>
              <p:nvSpPr>
                <p:cNvPr id="141" name="Oval 140"/>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42" name="Oval 141"/>
                <p:cNvSpPr>
                  <a:spLocks noChangeAspect="1"/>
                </p:cNvSpPr>
                <p:nvPr/>
              </p:nvSpPr>
              <p:spPr>
                <a:xfrm>
                  <a:off x="8261938" y="2645898"/>
                  <a:ext cx="731520" cy="731520"/>
                </a:xfrm>
                <a:prstGeom prst="ellipse">
                  <a:avLst/>
                </a:prstGeom>
                <a:blipFill>
                  <a:blip r:embed="rId13"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grpSp>
        <p:nvGrpSpPr>
          <p:cNvPr id="149" name="Group 148"/>
          <p:cNvGrpSpPr/>
          <p:nvPr/>
        </p:nvGrpSpPr>
        <p:grpSpPr>
          <a:xfrm>
            <a:off x="274320" y="1942799"/>
            <a:ext cx="1737360" cy="2194561"/>
            <a:chOff x="274320" y="2194559"/>
            <a:chExt cx="1737360" cy="2194561"/>
          </a:xfrm>
        </p:grpSpPr>
        <p:sp>
          <p:nvSpPr>
            <p:cNvPr id="150"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51" name="Group 150"/>
            <p:cNvGrpSpPr/>
            <p:nvPr/>
          </p:nvGrpSpPr>
          <p:grpSpPr>
            <a:xfrm>
              <a:off x="274320" y="2651760"/>
              <a:ext cx="1737360" cy="1737360"/>
              <a:chOff x="274320" y="2792483"/>
              <a:chExt cx="1737360" cy="1737360"/>
            </a:xfrm>
          </p:grpSpPr>
          <p:sp>
            <p:nvSpPr>
              <p:cNvPr id="152" name="Oval 151"/>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53" name="Oval 152"/>
              <p:cNvSpPr>
                <a:spLocks noChangeAspect="1"/>
              </p:cNvSpPr>
              <p:nvPr/>
            </p:nvSpPr>
            <p:spPr>
              <a:xfrm>
                <a:off x="320040" y="2838203"/>
                <a:ext cx="1645920" cy="1645920"/>
              </a:xfrm>
              <a:prstGeom prst="ellipse">
                <a:avLst/>
              </a:prstGeom>
              <a:blipFill>
                <a:blip r:embed="rId14"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54" name="Group 153"/>
          <p:cNvGrpSpPr/>
          <p:nvPr/>
        </p:nvGrpSpPr>
        <p:grpSpPr>
          <a:xfrm>
            <a:off x="10424160" y="1942799"/>
            <a:ext cx="1737360" cy="2194561"/>
            <a:chOff x="10424160" y="2194559"/>
            <a:chExt cx="1737360" cy="2194561"/>
          </a:xfrm>
        </p:grpSpPr>
        <p:sp>
          <p:nvSpPr>
            <p:cNvPr id="155" name="Title 1"/>
            <p:cNvSpPr txBox="1">
              <a:spLocks/>
            </p:cNvSpPr>
            <p:nvPr/>
          </p:nvSpPr>
          <p:spPr>
            <a:xfrm>
              <a:off x="1042416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56" name="Group 155"/>
            <p:cNvGrpSpPr/>
            <p:nvPr/>
          </p:nvGrpSpPr>
          <p:grpSpPr>
            <a:xfrm>
              <a:off x="10424160" y="2651760"/>
              <a:ext cx="1737360" cy="1737360"/>
              <a:chOff x="10607040" y="2719914"/>
              <a:chExt cx="1737360" cy="1737360"/>
            </a:xfrm>
          </p:grpSpPr>
          <p:sp>
            <p:nvSpPr>
              <p:cNvPr id="157" name="Oval 156"/>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58" name="Picture 157"/>
              <p:cNvPicPr>
                <a:picLocks noChangeAspect="1"/>
              </p:cNvPicPr>
              <p:nvPr/>
            </p:nvPicPr>
            <p:blipFill rotWithShape="1">
              <a:blip r:embed="rId15">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3" name="Footer Placeholder 2"/>
          <p:cNvSpPr>
            <a:spLocks noGrp="1"/>
          </p:cNvSpPr>
          <p:nvPr>
            <p:ph type="ftr" sz="quarter" idx="10"/>
          </p:nvPr>
        </p:nvSpPr>
        <p:spPr/>
        <p:txBody>
          <a:bodyPr/>
          <a:lstStyle/>
          <a:p>
            <a:pPr lvl="0">
              <a:defRPr/>
            </a:pPr>
            <a:r>
              <a:rPr lang="en-US" sz="1400" b="1" dirty="0">
                <a:gradFill>
                  <a:gsLst>
                    <a:gs pos="8367">
                      <a:schemeClr val="accent2"/>
                    </a:gs>
                    <a:gs pos="31000">
                      <a:schemeClr val="accent2"/>
                    </a:gs>
                  </a:gsLst>
                  <a:lin ang="5400000" scaled="0"/>
                </a:gradFill>
              </a:rPr>
              <a:t>1</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Why the need for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2572181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par>
                                <p:cTn id="8" presetID="42" presetClass="path" presetSubtype="0" decel="100000" fill="hold" nodeType="withEffect">
                                  <p:stCondLst>
                                    <p:cond delay="0"/>
                                  </p:stCondLst>
                                  <p:childTnLst>
                                    <p:animMotion origin="layout" path="M 2.41001E-6 -4.5892E-6 L 2.41001E-6 0.05243 " pathEditMode="relative" rAng="0" ptsTypes="AA">
                                      <p:cBhvr>
                                        <p:cTn id="9" dur="500" spd="-100000" fill="hold"/>
                                        <p:tgtEl>
                                          <p:spTgt spid="119"/>
                                        </p:tgtEl>
                                        <p:attrNameLst>
                                          <p:attrName>ppt_x</p:attrName>
                                          <p:attrName>ppt_y</p:attrName>
                                        </p:attrNameLst>
                                      </p:cBhvr>
                                      <p:rCtr x="0" y="2610"/>
                                    </p:animMotion>
                                  </p:childTnLst>
                                </p:cTn>
                              </p:par>
                              <p:par>
                                <p:cTn id="10" presetID="10" presetClass="entr" presetSubtype="0" fill="hold" nodeType="withEffect">
                                  <p:stCondLst>
                                    <p:cond delay="10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500"/>
                                        <p:tgtEl>
                                          <p:spTgt spid="134"/>
                                        </p:tgtEl>
                                      </p:cBhvr>
                                    </p:animEffect>
                                  </p:childTnLst>
                                </p:cTn>
                              </p:par>
                              <p:par>
                                <p:cTn id="13" presetID="42" presetClass="path" presetSubtype="0" decel="100000" fill="hold" nodeType="withEffect">
                                  <p:stCondLst>
                                    <p:cond delay="100"/>
                                  </p:stCondLst>
                                  <p:childTnLst>
                                    <p:animMotion origin="layout" path="M -1.13607E-6 -4.5892E-6 L -1.13607E-6 0.05243 " pathEditMode="relative" rAng="0" ptsTypes="AA">
                                      <p:cBhvr>
                                        <p:cTn id="14" dur="500" spd="-100000" fill="hold"/>
                                        <p:tgtEl>
                                          <p:spTgt spid="134"/>
                                        </p:tgtEl>
                                        <p:attrNameLst>
                                          <p:attrName>ppt_x</p:attrName>
                                          <p:attrName>ppt_y</p:attrName>
                                        </p:attrNameLst>
                                      </p:cBhvr>
                                      <p:rCtr x="0" y="26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mtClean="0"/>
              <a:t>Office Graph</a:t>
            </a:r>
            <a:endParaRPr lang="en-US" dirty="0"/>
          </a:p>
        </p:txBody>
      </p:sp>
      <p:sp>
        <p:nvSpPr>
          <p:cNvPr id="50" name="TextBox 51"/>
          <p:cNvSpPr txBox="1"/>
          <p:nvPr/>
        </p:nvSpPr>
        <p:spPr>
          <a:xfrm>
            <a:off x="274702" y="4411652"/>
            <a:ext cx="11887200" cy="1757404"/>
          </a:xfrm>
          <a:prstGeom prst="rect">
            <a:avLst/>
          </a:prstGeom>
          <a:noFill/>
        </p:spPr>
        <p:txBody>
          <a:bodyPr wrap="square" lIns="186521" tIns="146304" rIns="182880" bIns="146304" rtlCol="0">
            <a:spAutoFit/>
          </a:bodyPr>
          <a:lstStyle>
            <a:defPPr>
              <a:defRPr lang="en-US"/>
            </a:defPPr>
            <a:lvl1pPr>
              <a:lnSpc>
                <a:spcPct val="90000"/>
              </a:lnSpc>
              <a:spcBef>
                <a:spcPts val="600"/>
              </a:spcBef>
              <a:defRPr sz="2800">
                <a:gradFill>
                  <a:gsLst>
                    <a:gs pos="0">
                      <a:srgbClr val="404040"/>
                    </a:gs>
                    <a:gs pos="55000">
                      <a:srgbClr val="404040"/>
                    </a:gs>
                  </a:gsLst>
                  <a:lin ang="5400000" scaled="0"/>
                </a:gradFill>
              </a:defRPr>
            </a:lvl1pPr>
            <a:lvl2pPr marL="0" lvl="1">
              <a:lnSpc>
                <a:spcPct val="90000"/>
              </a:lnSpc>
              <a:spcBef>
                <a:spcPts val="600"/>
              </a:spcBef>
              <a:defRPr sz="2400"/>
            </a:lvl2pPr>
          </a:lstStyle>
          <a:p>
            <a:r>
              <a:rPr lang="en-US" dirty="0"/>
              <a:t>Office Graph in SharePoint Online </a:t>
            </a:r>
          </a:p>
          <a:p>
            <a:pPr lvl="1"/>
            <a:r>
              <a:rPr lang="en-US" dirty="0">
                <a:hlinkClick r:id="rId4"/>
              </a:rPr>
              <a:t>https://contoso.sharepoint.com/_api/search/query?Querytext='*'&amp;Properties='GraphQuery:actor(ME,action\:1020,or(action\:1020\,action\:1003,action\:1001,action\:1024,action\:1005,action\:1037,action\:1039,action\:1036)'&amp;SelectProperties='Docid,Title</a:t>
            </a:r>
            <a:r>
              <a:rPr lang="en-US" dirty="0"/>
              <a:t> </a:t>
            </a:r>
          </a:p>
        </p:txBody>
      </p:sp>
      <p:grpSp>
        <p:nvGrpSpPr>
          <p:cNvPr id="96" name="Group 95"/>
          <p:cNvGrpSpPr/>
          <p:nvPr/>
        </p:nvGrpSpPr>
        <p:grpSpPr>
          <a:xfrm>
            <a:off x="2468880" y="1942799"/>
            <a:ext cx="1737360" cy="2194561"/>
            <a:chOff x="2304288" y="2194559"/>
            <a:chExt cx="1737360" cy="2194561"/>
          </a:xfrm>
        </p:grpSpPr>
        <p:sp>
          <p:nvSpPr>
            <p:cNvPr id="97" name="Title 1"/>
            <p:cNvSpPr txBox="1">
              <a:spLocks/>
            </p:cNvSpPr>
            <p:nvPr/>
          </p:nvSpPr>
          <p:spPr>
            <a:xfrm>
              <a:off x="2304288"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FILES</a:t>
              </a:r>
            </a:p>
          </p:txBody>
        </p:sp>
        <p:grpSp>
          <p:nvGrpSpPr>
            <p:cNvPr id="98" name="Group 97"/>
            <p:cNvGrpSpPr/>
            <p:nvPr/>
          </p:nvGrpSpPr>
          <p:grpSpPr>
            <a:xfrm>
              <a:off x="2304288" y="2651760"/>
              <a:ext cx="1737360" cy="1737360"/>
              <a:chOff x="2304288" y="2651760"/>
              <a:chExt cx="1737360" cy="1737360"/>
            </a:xfrm>
          </p:grpSpPr>
          <p:grpSp>
            <p:nvGrpSpPr>
              <p:cNvPr id="99" name="Group 98"/>
              <p:cNvGrpSpPr/>
              <p:nvPr/>
            </p:nvGrpSpPr>
            <p:grpSpPr>
              <a:xfrm>
                <a:off x="2304288" y="3566160"/>
                <a:ext cx="822960" cy="822960"/>
                <a:chOff x="2537808" y="3638324"/>
                <a:chExt cx="822960" cy="822960"/>
              </a:xfrm>
            </p:grpSpPr>
            <p:sp>
              <p:nvSpPr>
                <p:cNvPr id="109"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10" name="Picture 6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100" name="Group 99"/>
              <p:cNvGrpSpPr/>
              <p:nvPr/>
            </p:nvGrpSpPr>
            <p:grpSpPr>
              <a:xfrm>
                <a:off x="3218688" y="3566160"/>
                <a:ext cx="822960" cy="822960"/>
                <a:chOff x="3410463" y="3638324"/>
                <a:chExt cx="822960" cy="822960"/>
              </a:xfrm>
            </p:grpSpPr>
            <p:sp>
              <p:nvSpPr>
                <p:cNvPr id="107"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08" name="Picture 7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nvGrpSpPr>
              <p:cNvPr id="101" name="Group 100"/>
              <p:cNvGrpSpPr/>
              <p:nvPr/>
            </p:nvGrpSpPr>
            <p:grpSpPr>
              <a:xfrm>
                <a:off x="3218688" y="2651760"/>
                <a:ext cx="822960" cy="822960"/>
                <a:chOff x="3410463" y="2759251"/>
                <a:chExt cx="822960" cy="822960"/>
              </a:xfrm>
            </p:grpSpPr>
            <p:sp>
              <p:nvSpPr>
                <p:cNvPr id="105"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06" name="Picture 7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102" name="Group 101"/>
              <p:cNvGrpSpPr/>
              <p:nvPr/>
            </p:nvGrpSpPr>
            <p:grpSpPr>
              <a:xfrm>
                <a:off x="2304288" y="2651760"/>
                <a:ext cx="822960" cy="822960"/>
                <a:chOff x="2510178" y="2759251"/>
                <a:chExt cx="822960" cy="822960"/>
              </a:xfrm>
            </p:grpSpPr>
            <p:sp>
              <p:nvSpPr>
                <p:cNvPr id="103"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04" name="Picture 10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111" name="Group 110"/>
          <p:cNvGrpSpPr/>
          <p:nvPr/>
        </p:nvGrpSpPr>
        <p:grpSpPr>
          <a:xfrm>
            <a:off x="8138160" y="1942799"/>
            <a:ext cx="1737360" cy="2194561"/>
            <a:chOff x="8394192" y="2194559"/>
            <a:chExt cx="1737360" cy="2194561"/>
          </a:xfrm>
        </p:grpSpPr>
        <p:sp>
          <p:nvSpPr>
            <p:cNvPr id="112" name="Title 1"/>
            <p:cNvSpPr txBox="1">
              <a:spLocks/>
            </p:cNvSpPr>
            <p:nvPr/>
          </p:nvSpPr>
          <p:spPr>
            <a:xfrm>
              <a:off x="8394192"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PEOPLE</a:t>
              </a:r>
            </a:p>
          </p:txBody>
        </p:sp>
        <p:grpSp>
          <p:nvGrpSpPr>
            <p:cNvPr id="113" name="Group 112"/>
            <p:cNvGrpSpPr/>
            <p:nvPr/>
          </p:nvGrpSpPr>
          <p:grpSpPr>
            <a:xfrm>
              <a:off x="8394192" y="2651760"/>
              <a:ext cx="1737360" cy="1737360"/>
              <a:chOff x="8595360" y="2651760"/>
              <a:chExt cx="1737360" cy="1737360"/>
            </a:xfrm>
          </p:grpSpPr>
          <p:grpSp>
            <p:nvGrpSpPr>
              <p:cNvPr id="114" name="Group 113"/>
              <p:cNvGrpSpPr/>
              <p:nvPr/>
            </p:nvGrpSpPr>
            <p:grpSpPr>
              <a:xfrm>
                <a:off x="9509760" y="3566160"/>
                <a:ext cx="822960" cy="822960"/>
                <a:chOff x="9296150" y="3766318"/>
                <a:chExt cx="822960" cy="822960"/>
              </a:xfrm>
            </p:grpSpPr>
            <p:sp>
              <p:nvSpPr>
                <p:cNvPr id="124" name="Oval 123"/>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25" name="Picture 124"/>
                <p:cNvPicPr>
                  <a:picLocks noChangeAspect="1"/>
                </p:cNvPicPr>
                <p:nvPr/>
              </p:nvPicPr>
              <p:blipFill rotWithShape="1">
                <a:blip r:embed="rId9">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115" name="Group 114"/>
              <p:cNvGrpSpPr/>
              <p:nvPr/>
            </p:nvGrpSpPr>
            <p:grpSpPr>
              <a:xfrm>
                <a:off x="8595360" y="3566160"/>
                <a:ext cx="822960" cy="822960"/>
                <a:chOff x="8216218" y="3766318"/>
                <a:chExt cx="822960" cy="822960"/>
              </a:xfrm>
            </p:grpSpPr>
            <p:sp>
              <p:nvSpPr>
                <p:cNvPr id="122" name="Oval 121"/>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23" name="Oval 122"/>
                <p:cNvSpPr>
                  <a:spLocks noChangeAspect="1"/>
                </p:cNvSpPr>
                <p:nvPr/>
              </p:nvSpPr>
              <p:spPr>
                <a:xfrm>
                  <a:off x="8261938" y="3812038"/>
                  <a:ext cx="731520" cy="731520"/>
                </a:xfrm>
                <a:prstGeom prst="ellipse">
                  <a:avLst/>
                </a:prstGeom>
                <a:blipFill>
                  <a:blip r:embed="rId10"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16" name="Group 115"/>
              <p:cNvGrpSpPr/>
              <p:nvPr/>
            </p:nvGrpSpPr>
            <p:grpSpPr>
              <a:xfrm>
                <a:off x="9509760" y="2651760"/>
                <a:ext cx="822960" cy="822960"/>
                <a:chOff x="9296150" y="2600178"/>
                <a:chExt cx="822960" cy="822960"/>
              </a:xfrm>
            </p:grpSpPr>
            <p:sp>
              <p:nvSpPr>
                <p:cNvPr id="120" name="Oval 119"/>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21" name="Oval 120"/>
                <p:cNvSpPr>
                  <a:spLocks noChangeAspect="1"/>
                </p:cNvSpPr>
                <p:nvPr/>
              </p:nvSpPr>
              <p:spPr>
                <a:xfrm>
                  <a:off x="9341870" y="2645898"/>
                  <a:ext cx="731520" cy="731520"/>
                </a:xfrm>
                <a:prstGeom prst="ellipse">
                  <a:avLst/>
                </a:prstGeom>
                <a:blipFill>
                  <a:blip r:embed="rId11"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17" name="Group 116"/>
              <p:cNvGrpSpPr/>
              <p:nvPr/>
            </p:nvGrpSpPr>
            <p:grpSpPr>
              <a:xfrm>
                <a:off x="8595360" y="2651760"/>
                <a:ext cx="822960" cy="822960"/>
                <a:chOff x="8216218" y="2600178"/>
                <a:chExt cx="822960" cy="822960"/>
              </a:xfrm>
            </p:grpSpPr>
            <p:sp>
              <p:nvSpPr>
                <p:cNvPr id="118" name="Oval 117"/>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19" name="Oval 118"/>
                <p:cNvSpPr>
                  <a:spLocks noChangeAspect="1"/>
                </p:cNvSpPr>
                <p:nvPr/>
              </p:nvSpPr>
              <p:spPr>
                <a:xfrm>
                  <a:off x="8261938" y="2645898"/>
                  <a:ext cx="731520" cy="731520"/>
                </a:xfrm>
                <a:prstGeom prst="ellipse">
                  <a:avLst/>
                </a:prstGeom>
                <a:blipFill>
                  <a:blip r:embed="rId12"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grpSp>
        <p:nvGrpSpPr>
          <p:cNvPr id="126" name="Group 125"/>
          <p:cNvGrpSpPr/>
          <p:nvPr/>
        </p:nvGrpSpPr>
        <p:grpSpPr>
          <a:xfrm>
            <a:off x="274320" y="1942799"/>
            <a:ext cx="1737360" cy="2194561"/>
            <a:chOff x="274320" y="2194559"/>
            <a:chExt cx="1737360" cy="2194561"/>
          </a:xfrm>
        </p:grpSpPr>
        <p:sp>
          <p:nvSpPr>
            <p:cNvPr id="127"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28" name="Group 127"/>
            <p:cNvGrpSpPr/>
            <p:nvPr/>
          </p:nvGrpSpPr>
          <p:grpSpPr>
            <a:xfrm>
              <a:off x="274320" y="2651760"/>
              <a:ext cx="1737360" cy="1737360"/>
              <a:chOff x="274320" y="2792483"/>
              <a:chExt cx="1737360" cy="1737360"/>
            </a:xfrm>
          </p:grpSpPr>
          <p:sp>
            <p:nvSpPr>
              <p:cNvPr id="129" name="Oval 128"/>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0" name="Oval 129"/>
              <p:cNvSpPr>
                <a:spLocks noChangeAspect="1"/>
              </p:cNvSpPr>
              <p:nvPr/>
            </p:nvSpPr>
            <p:spPr>
              <a:xfrm>
                <a:off x="320040" y="2838203"/>
                <a:ext cx="1645920" cy="1645920"/>
              </a:xfrm>
              <a:prstGeom prst="ellipse">
                <a:avLst/>
              </a:prstGeom>
              <a:blipFill>
                <a:blip r:embed="rId13"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3" name="Footer Placeholder 2"/>
          <p:cNvSpPr>
            <a:spLocks noGrp="1"/>
          </p:cNvSpPr>
          <p:nvPr>
            <p:ph type="ftr" sz="quarter" idx="10"/>
          </p:nvPr>
        </p:nvSpPr>
        <p:spPr/>
        <p:txBody>
          <a:bodyPr/>
          <a:lstStyle/>
          <a:p>
            <a:pPr lvl="0">
              <a:defRPr/>
            </a:pPr>
            <a:r>
              <a:rPr lang="en-US" sz="1400" b="1" dirty="0" smtClean="0">
                <a:gradFill>
                  <a:gsLst>
                    <a:gs pos="8367">
                      <a:schemeClr val="accent2"/>
                    </a:gs>
                    <a:gs pos="31000">
                      <a:schemeClr val="accent2"/>
                    </a:gs>
                  </a:gsLst>
                  <a:lin ang="5400000" scaled="0"/>
                </a:gradFill>
              </a:rPr>
              <a:t>1</a:t>
            </a:r>
            <a:r>
              <a:rPr lang="en-US" sz="1400" b="1" dirty="0" smtClean="0">
                <a:gradFill>
                  <a:gsLst>
                    <a:gs pos="8367">
                      <a:srgbClr val="0078D7"/>
                    </a:gs>
                    <a:gs pos="31000">
                      <a:srgbClr val="0078D7"/>
                    </a:gs>
                  </a:gsLst>
                  <a:lin ang="5400000" scaled="0"/>
                </a:gradFill>
              </a:rPr>
              <a:t> </a:t>
            </a:r>
            <a:r>
              <a:rPr lang="en-US" sz="1400" dirty="0" smtClean="0">
                <a:gradFill>
                  <a:gsLst>
                    <a:gs pos="8367">
                      <a:srgbClr val="000000"/>
                    </a:gs>
                    <a:gs pos="31000">
                      <a:srgbClr val="000000"/>
                    </a:gs>
                  </a:gsLst>
                  <a:lin ang="5400000" scaled="0"/>
                </a:gradFill>
              </a:rPr>
              <a:t>Why the need for the </a:t>
            </a:r>
            <a:r>
              <a:rPr lang="en-US" sz="1400" dirty="0">
                <a:gradFill>
                  <a:gsLst>
                    <a:gs pos="8367">
                      <a:srgbClr val="000000"/>
                    </a:gs>
                    <a:gs pos="31000">
                      <a:srgbClr val="000000"/>
                    </a:gs>
                  </a:gsLst>
                  <a:lin ang="5400000" scaled="0"/>
                </a:gradFill>
              </a:rPr>
              <a:t>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3600804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2103438" y="2076884"/>
            <a:ext cx="5938838" cy="1292662"/>
          </a:xfrm>
        </p:spPr>
        <p:txBody>
          <a:bodyPr/>
          <a:lstStyle/>
          <a:p>
            <a:r>
              <a:rPr lang="en-US" dirty="0" smtClean="0"/>
              <a:t>What is the </a:t>
            </a:r>
            <a:br>
              <a:rPr lang="en-US" dirty="0" smtClean="0"/>
            </a:br>
            <a:r>
              <a:rPr lang="en-US" dirty="0" smtClean="0"/>
              <a:t>Microsoft Graph API?</a:t>
            </a:r>
            <a:endParaRPr lang="en-US" dirty="0"/>
          </a:p>
        </p:txBody>
      </p:sp>
      <p:sp>
        <p:nvSpPr>
          <p:cNvPr id="4" name="Text Placeholder 3"/>
          <p:cNvSpPr>
            <a:spLocks noGrp="1"/>
          </p:cNvSpPr>
          <p:nvPr>
            <p:ph type="body" sz="quarter" idx="12"/>
          </p:nvPr>
        </p:nvSpPr>
        <p:spPr/>
        <p:txBody>
          <a:bodyPr/>
          <a:lstStyle/>
          <a:p>
            <a:r>
              <a:rPr lang="en-US" smtClean="0"/>
              <a:t>2</a:t>
            </a:r>
            <a:endParaRPr lang="en-US" dirty="0"/>
          </a:p>
        </p:txBody>
      </p:sp>
    </p:spTree>
    <p:custDataLst>
      <p:tags r:id="rId1"/>
    </p:custDataLst>
    <p:extLst>
      <p:ext uri="{BB962C8B-B14F-4D97-AF65-F5344CB8AC3E}">
        <p14:creationId xmlns:p14="http://schemas.microsoft.com/office/powerpoint/2010/main" val="3738088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bwMode="auto">
          <a:xfrm>
            <a:off x="4389120" y="1825596"/>
            <a:ext cx="4206240" cy="640080"/>
          </a:xfrm>
          <a:custGeom>
            <a:avLst/>
            <a:gdLst>
              <a:gd name="connsiteX0" fmla="*/ 0 w 3295268"/>
              <a:gd name="connsiteY0" fmla="*/ 0 h 1280146"/>
              <a:gd name="connsiteX1" fmla="*/ 3295268 w 3295268"/>
              <a:gd name="connsiteY1" fmla="*/ 0 h 1280146"/>
              <a:gd name="connsiteX2" fmla="*/ 3295268 w 3295268"/>
              <a:gd name="connsiteY2" fmla="*/ 1280146 h 1280146"/>
              <a:gd name="connsiteX3" fmla="*/ 0 w 3295268"/>
              <a:gd name="connsiteY3" fmla="*/ 1280146 h 1280146"/>
              <a:gd name="connsiteX4" fmla="*/ 0 w 3295268"/>
              <a:gd name="connsiteY4" fmla="*/ 0 h 1280146"/>
              <a:gd name="connsiteX0" fmla="*/ 3295268 w 3386708"/>
              <a:gd name="connsiteY0" fmla="*/ 1280146 h 1371586"/>
              <a:gd name="connsiteX1" fmla="*/ 0 w 3386708"/>
              <a:gd name="connsiteY1" fmla="*/ 1280146 h 1371586"/>
              <a:gd name="connsiteX2" fmla="*/ 0 w 3386708"/>
              <a:gd name="connsiteY2" fmla="*/ 0 h 1371586"/>
              <a:gd name="connsiteX3" fmla="*/ 3295268 w 3386708"/>
              <a:gd name="connsiteY3" fmla="*/ 0 h 1371586"/>
              <a:gd name="connsiteX4" fmla="*/ 3386708 w 3386708"/>
              <a:gd name="connsiteY4" fmla="*/ 1371586 h 1371586"/>
              <a:gd name="connsiteX0" fmla="*/ 3295268 w 3295268"/>
              <a:gd name="connsiteY0" fmla="*/ 1280146 h 1280146"/>
              <a:gd name="connsiteX1" fmla="*/ 0 w 3295268"/>
              <a:gd name="connsiteY1" fmla="*/ 1280146 h 1280146"/>
              <a:gd name="connsiteX2" fmla="*/ 0 w 3295268"/>
              <a:gd name="connsiteY2" fmla="*/ 0 h 1280146"/>
              <a:gd name="connsiteX3" fmla="*/ 3295268 w 3295268"/>
              <a:gd name="connsiteY3" fmla="*/ 0 h 1280146"/>
              <a:gd name="connsiteX0" fmla="*/ 0 w 3295268"/>
              <a:gd name="connsiteY0" fmla="*/ 1280146 h 1280146"/>
              <a:gd name="connsiteX1" fmla="*/ 0 w 3295268"/>
              <a:gd name="connsiteY1" fmla="*/ 0 h 1280146"/>
              <a:gd name="connsiteX2" fmla="*/ 3295268 w 3295268"/>
              <a:gd name="connsiteY2" fmla="*/ 0 h 1280146"/>
            </a:gdLst>
            <a:ahLst/>
            <a:cxnLst>
              <a:cxn ang="0">
                <a:pos x="connsiteX0" y="connsiteY0"/>
              </a:cxn>
              <a:cxn ang="0">
                <a:pos x="connsiteX1" y="connsiteY1"/>
              </a:cxn>
              <a:cxn ang="0">
                <a:pos x="connsiteX2" y="connsiteY2"/>
              </a:cxn>
            </a:cxnLst>
            <a:rect l="l" t="t" r="r" b="b"/>
            <a:pathLst>
              <a:path w="3295268" h="1280146">
                <a:moveTo>
                  <a:pt x="0" y="1280146"/>
                </a:moveTo>
                <a:lnTo>
                  <a:pt x="0" y="0"/>
                </a:lnTo>
                <a:lnTo>
                  <a:pt x="3295268" y="0"/>
                </a:lnTo>
              </a:path>
            </a:pathLst>
          </a:custGeom>
          <a:ln w="25400">
            <a:solidFill>
              <a:schemeClr val="tx1">
                <a:lumMod val="50000"/>
                <a:lumOff val="50000"/>
              </a:schemeClr>
            </a:solidFill>
            <a:prstDash val="sysDot"/>
            <a:miter lim="800000"/>
            <a:headEnd type="arrow"/>
            <a:tailEnd type="none"/>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59" name="Group 112"/>
          <p:cNvGrpSpPr/>
          <p:nvPr/>
        </p:nvGrpSpPr>
        <p:grpSpPr>
          <a:xfrm>
            <a:off x="7940420" y="5271205"/>
            <a:ext cx="146304" cy="512065"/>
            <a:chOff x="7565603" y="5007142"/>
            <a:chExt cx="186546" cy="652908"/>
          </a:xfrm>
        </p:grpSpPr>
        <p:cxnSp>
          <p:nvCxnSpPr>
            <p:cNvPr id="260" name="Straight Connector 113"/>
            <p:cNvCxnSpPr/>
            <p:nvPr/>
          </p:nvCxnSpPr>
          <p:spPr>
            <a:xfrm flipV="1">
              <a:off x="7658876" y="5193688"/>
              <a:ext cx="0" cy="466362"/>
            </a:xfrm>
            <a:prstGeom prst="lin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cxnSp>
        <p:sp>
          <p:nvSpPr>
            <p:cNvPr id="261" name="Oval 114"/>
            <p:cNvSpPr/>
            <p:nvPr/>
          </p:nvSpPr>
          <p:spPr>
            <a:xfrm>
              <a:off x="7565603" y="5007142"/>
              <a:ext cx="186546" cy="186545"/>
            </a:xfrm>
            <a:prstGeom prst="ellips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solidFill>
                  <a:srgbClr val="FFFFFF"/>
                </a:solidFill>
              </a:endParaRPr>
            </a:p>
          </p:txBody>
        </p:sp>
      </p:grpSp>
      <p:sp>
        <p:nvSpPr>
          <p:cNvPr id="6" name="Title 5"/>
          <p:cNvSpPr>
            <a:spLocks noGrp="1"/>
          </p:cNvSpPr>
          <p:nvPr>
            <p:ph type="title"/>
          </p:nvPr>
        </p:nvSpPr>
        <p:spPr/>
        <p:txBody>
          <a:bodyPr/>
          <a:lstStyle/>
          <a:p>
            <a:r>
              <a:rPr lang="en-US" dirty="0" smtClean="0"/>
              <a:t>Office 365 </a:t>
            </a:r>
            <a:r>
              <a:rPr lang="en-US" dirty="0"/>
              <a:t>Microsoft Graph</a:t>
            </a:r>
            <a:r>
              <a:rPr lang="en-US" dirty="0" smtClean="0"/>
              <a:t> API</a:t>
            </a:r>
            <a:endParaRPr lang="en-US" dirty="0"/>
          </a:p>
        </p:txBody>
      </p:sp>
      <p:grpSp>
        <p:nvGrpSpPr>
          <p:cNvPr id="5" name="Group 4"/>
          <p:cNvGrpSpPr/>
          <p:nvPr/>
        </p:nvGrpSpPr>
        <p:grpSpPr>
          <a:xfrm>
            <a:off x="457200" y="2491433"/>
            <a:ext cx="7863840" cy="640080"/>
            <a:chOff x="274320" y="2777674"/>
            <a:chExt cx="7315200" cy="731520"/>
          </a:xfrm>
        </p:grpSpPr>
        <p:sp>
          <p:nvSpPr>
            <p:cNvPr id="14" name="Rectangle 13"/>
            <p:cNvSpPr/>
            <p:nvPr/>
          </p:nvSpPr>
          <p:spPr>
            <a:xfrm>
              <a:off x="274320" y="2777674"/>
              <a:ext cx="731520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2800">
                <a:gradFill>
                  <a:gsLst>
                    <a:gs pos="100000">
                      <a:srgbClr val="FFFFFF"/>
                    </a:gs>
                    <a:gs pos="0">
                      <a:srgbClr val="FFFFFF"/>
                    </a:gs>
                  </a:gsLst>
                  <a:lin ang="5400000" scaled="1"/>
                </a:gradFill>
                <a:latin typeface="Calibri" panose="020F0502020204030204"/>
              </a:endParaRPr>
            </a:p>
          </p:txBody>
        </p:sp>
        <p:sp>
          <p:nvSpPr>
            <p:cNvPr id="51" name="Title 1"/>
            <p:cNvSpPr txBox="1">
              <a:spLocks/>
            </p:cNvSpPr>
            <p:nvPr/>
          </p:nvSpPr>
          <p:spPr>
            <a:xfrm>
              <a:off x="1498274" y="2857202"/>
              <a:ext cx="4867293" cy="572464"/>
            </a:xfrm>
            <a:prstGeom prst="rect">
              <a:avLst/>
            </a:prstGeom>
          </p:spPr>
          <p:txBody>
            <a:bodyPr vert="horz" wrap="none" lIns="146304" tIns="91440" rIns="146304" bIns="9144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2800" dirty="0">
                  <a:gradFill>
                    <a:gsLst>
                      <a:gs pos="100000">
                        <a:srgbClr val="FFFFFF"/>
                      </a:gs>
                      <a:gs pos="0">
                        <a:srgbClr val="FFFFFF"/>
                      </a:gs>
                    </a:gsLst>
                    <a:lin ang="5400000" scaled="1"/>
                  </a:gradFill>
                  <a:latin typeface="Segoe UI" panose="020B0502040204020203" pitchFamily="34" charset="0"/>
                  <a:cs typeface="Segoe UI" panose="020B0502040204020203" pitchFamily="34" charset="0"/>
                </a:rPr>
                <a:t>https://graph.microsoft.com/</a:t>
              </a:r>
            </a:p>
          </p:txBody>
        </p:sp>
      </p:grpSp>
      <p:grpSp>
        <p:nvGrpSpPr>
          <p:cNvPr id="2" name="Group 1"/>
          <p:cNvGrpSpPr/>
          <p:nvPr/>
        </p:nvGrpSpPr>
        <p:grpSpPr>
          <a:xfrm>
            <a:off x="457200" y="5691798"/>
            <a:ext cx="7863840" cy="457200"/>
            <a:chOff x="274320" y="5557141"/>
            <a:chExt cx="7315200" cy="548640"/>
          </a:xfrm>
        </p:grpSpPr>
        <p:sp>
          <p:nvSpPr>
            <p:cNvPr id="61" name="Rectangle 60"/>
            <p:cNvSpPr/>
            <p:nvPr/>
          </p:nvSpPr>
          <p:spPr>
            <a:xfrm>
              <a:off x="274320" y="5557141"/>
              <a:ext cx="73152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835">
                <a:gradFill>
                  <a:gsLst>
                    <a:gs pos="100000">
                      <a:srgbClr val="FFFFFF"/>
                    </a:gs>
                    <a:gs pos="0">
                      <a:srgbClr val="FFFFFF"/>
                    </a:gs>
                  </a:gsLst>
                  <a:lin ang="5400000" scaled="1"/>
                </a:gradFill>
                <a:latin typeface="Calibri" panose="020F0502020204030204"/>
              </a:endParaRPr>
            </a:p>
          </p:txBody>
        </p:sp>
        <p:sp>
          <p:nvSpPr>
            <p:cNvPr id="62" name="Title 1"/>
            <p:cNvSpPr txBox="1">
              <a:spLocks/>
            </p:cNvSpPr>
            <p:nvPr/>
          </p:nvSpPr>
          <p:spPr>
            <a:xfrm>
              <a:off x="1497375" y="5612042"/>
              <a:ext cx="4869090" cy="438838"/>
            </a:xfrm>
            <a:prstGeom prst="rect">
              <a:avLst/>
            </a:prstGeom>
          </p:spPr>
          <p:txBody>
            <a:bodyPr vert="horz" wrap="none" lIns="146304" tIns="91440" rIns="146304" bIns="9144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835" dirty="0">
                  <a:gradFill>
                    <a:gsLst>
                      <a:gs pos="100000">
                        <a:srgbClr val="FFFFFF"/>
                      </a:gs>
                      <a:gs pos="0">
                        <a:srgbClr val="FFFFFF"/>
                      </a:gs>
                    </a:gsLst>
                    <a:lin ang="5400000" scaled="1"/>
                  </a:gradFill>
                  <a:latin typeface="Segoe UI" panose="020B0502040204020203" pitchFamily="34" charset="0"/>
                  <a:cs typeface="Segoe UI" panose="020B0502040204020203" pitchFamily="34" charset="0"/>
                </a:rPr>
                <a:t>Insights and relationships from Office Graph</a:t>
              </a:r>
            </a:p>
          </p:txBody>
        </p:sp>
      </p:grpSp>
      <p:grpSp>
        <p:nvGrpSpPr>
          <p:cNvPr id="10" name="Group 9"/>
          <p:cNvGrpSpPr/>
          <p:nvPr/>
        </p:nvGrpSpPr>
        <p:grpSpPr>
          <a:xfrm>
            <a:off x="8528307" y="1211287"/>
            <a:ext cx="3542026" cy="3476169"/>
            <a:chOff x="8046302" y="777802"/>
            <a:chExt cx="3542026" cy="3476169"/>
          </a:xfrm>
        </p:grpSpPr>
        <p:pic>
          <p:nvPicPr>
            <p:cNvPr id="101" name="Picture 13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5805" y="2389544"/>
              <a:ext cx="3102523" cy="1864427"/>
            </a:xfrm>
            <a:prstGeom prst="rect">
              <a:avLst/>
            </a:prstGeom>
          </p:spPr>
        </p:pic>
        <p:grpSp>
          <p:nvGrpSpPr>
            <p:cNvPr id="102" name="Group 132"/>
            <p:cNvGrpSpPr/>
            <p:nvPr/>
          </p:nvGrpSpPr>
          <p:grpSpPr>
            <a:xfrm>
              <a:off x="8046302" y="777802"/>
              <a:ext cx="2523110" cy="1555423"/>
              <a:chOff x="6794301" y="1084248"/>
              <a:chExt cx="2524125" cy="1556049"/>
            </a:xfrm>
          </p:grpSpPr>
          <p:pic>
            <p:nvPicPr>
              <p:cNvPr id="103" name="Picture 5"/>
              <p:cNvPicPr>
                <a:picLocks noChangeAspect="1"/>
              </p:cNvPicPr>
              <p:nvPr/>
            </p:nvPicPr>
            <p:blipFill>
              <a:blip r:embed="rId6"/>
              <a:stretch>
                <a:fillRect/>
              </a:stretch>
            </p:blipFill>
            <p:spPr>
              <a:xfrm>
                <a:off x="6794301" y="1084248"/>
                <a:ext cx="2524125" cy="1556049"/>
              </a:xfrm>
              <a:prstGeom prst="rect">
                <a:avLst/>
              </a:prstGeom>
            </p:spPr>
          </p:pic>
          <p:sp>
            <p:nvSpPr>
              <p:cNvPr id="104" name="TextBox 12"/>
              <p:cNvSpPr txBox="1"/>
              <p:nvPr/>
            </p:nvSpPr>
            <p:spPr>
              <a:xfrm>
                <a:off x="6940239" y="1382140"/>
                <a:ext cx="2232248" cy="634488"/>
              </a:xfrm>
              <a:prstGeom prst="rect">
                <a:avLst/>
              </a:prstGeom>
              <a:solidFill>
                <a:srgbClr val="FFFFFF">
                  <a:alpha val="74000"/>
                </a:srgbClr>
              </a:solidFill>
            </p:spPr>
            <p:txBody>
              <a:bodyPr wrap="square" lIns="182806" tIns="146246" rIns="182806" bIns="146246" rtlCol="0">
                <a:spAutoFit/>
              </a:bodyPr>
              <a:lstStyle/>
              <a:p>
                <a:pPr algn="ctr">
                  <a:lnSpc>
                    <a:spcPct val="90000"/>
                  </a:lnSpc>
                  <a:spcAft>
                    <a:spcPts val="600"/>
                  </a:spcAft>
                  <a:defRPr/>
                </a:pPr>
                <a:r>
                  <a:rPr lang="nb-NO" sz="2399" dirty="0">
                    <a:gradFill>
                      <a:gsLst>
                        <a:gs pos="2917">
                          <a:srgbClr val="404040"/>
                        </a:gs>
                        <a:gs pos="30000">
                          <a:srgbClr val="404040"/>
                        </a:gs>
                      </a:gsLst>
                      <a:lin ang="5400000" scaled="0"/>
                    </a:gradFill>
                    <a:latin typeface="Segoe UI Semibold" panose="020B0702040204020203" pitchFamily="34" charset="0"/>
                    <a:cs typeface="Segoe UI Semibold" panose="020B0702040204020203" pitchFamily="34" charset="0"/>
                  </a:rPr>
                  <a:t>Your A</a:t>
                </a:r>
                <a:r>
                  <a:rPr lang="nb-NO" sz="2399" dirty="0" smtClean="0">
                    <a:gradFill>
                      <a:gsLst>
                        <a:gs pos="2917">
                          <a:srgbClr val="404040"/>
                        </a:gs>
                        <a:gs pos="30000">
                          <a:srgbClr val="404040"/>
                        </a:gs>
                      </a:gsLst>
                      <a:lin ang="5400000" scaled="0"/>
                    </a:gradFill>
                    <a:latin typeface="Segoe UI Semibold" panose="020B0702040204020203" pitchFamily="34" charset="0"/>
                    <a:cs typeface="Segoe UI Semibold" panose="020B0702040204020203" pitchFamily="34" charset="0"/>
                  </a:rPr>
                  <a:t>dd-in</a:t>
                </a:r>
                <a:endParaRPr lang="nb-NO" sz="2399" dirty="0">
                  <a:gradFill>
                    <a:gsLst>
                      <a:gs pos="2917">
                        <a:srgbClr val="404040"/>
                      </a:gs>
                      <a:gs pos="30000">
                        <a:srgbClr val="404040"/>
                      </a:gs>
                    </a:gsLst>
                    <a:lin ang="5400000" scaled="0"/>
                  </a:gradFill>
                  <a:latin typeface="Segoe UI Semibold" panose="020B0702040204020203" pitchFamily="34" charset="0"/>
                  <a:cs typeface="Segoe UI Semibold" panose="020B0702040204020203" pitchFamily="34" charset="0"/>
                </a:endParaRPr>
              </a:p>
            </p:txBody>
          </p:sp>
        </p:grpSp>
        <p:pic>
          <p:nvPicPr>
            <p:cNvPr id="7" name="Picture 6"/>
            <p:cNvPicPr>
              <a:picLocks/>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8071355" y="795958"/>
              <a:ext cx="21759" cy="21759"/>
            </a:xfrm>
            <a:prstGeom prst="rect">
              <a:avLst/>
            </a:prstGeom>
          </p:spPr>
        </p:pic>
      </p:grpSp>
      <p:sp>
        <p:nvSpPr>
          <p:cNvPr id="49" name="Rectangle 48"/>
          <p:cNvSpPr/>
          <p:nvPr/>
        </p:nvSpPr>
        <p:spPr>
          <a:xfrm>
            <a:off x="4187952" y="4685962"/>
            <a:ext cx="914400" cy="320040"/>
          </a:xfrm>
          <a:prstGeom prst="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defTabSz="932227"/>
            <a:r>
              <a:rPr lang="en-GB" sz="1400" b="1" dirty="0">
                <a:gradFill>
                  <a:gsLst>
                    <a:gs pos="100000">
                      <a:srgbClr val="FF8C00"/>
                    </a:gs>
                    <a:gs pos="0">
                      <a:srgbClr val="FF8C00"/>
                    </a:gs>
                  </a:gsLst>
                  <a:lin ang="5400000" scaled="1"/>
                </a:gradFill>
                <a:cs typeface="Segoe UI Semibold" panose="020B0702040204020203" pitchFamily="34" charset="0"/>
              </a:rPr>
              <a:t>MAIL</a:t>
            </a:r>
          </a:p>
        </p:txBody>
      </p:sp>
      <p:sp>
        <p:nvSpPr>
          <p:cNvPr id="48" name="Rectangle 47"/>
          <p:cNvSpPr/>
          <p:nvPr/>
        </p:nvSpPr>
        <p:spPr>
          <a:xfrm>
            <a:off x="2944368" y="4685962"/>
            <a:ext cx="914400" cy="320040"/>
          </a:xfrm>
          <a:prstGeom prst="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defTabSz="932227"/>
            <a:r>
              <a:rPr lang="en-GB" sz="1400" b="1" dirty="0">
                <a:gradFill>
                  <a:gsLst>
                    <a:gs pos="100000">
                      <a:srgbClr val="FF8C00"/>
                    </a:gs>
                    <a:gs pos="0">
                      <a:srgbClr val="FF8C00"/>
                    </a:gs>
                  </a:gsLst>
                  <a:lin ang="5400000" scaled="1"/>
                </a:gradFill>
                <a:cs typeface="Segoe UI Semibold" panose="020B0702040204020203" pitchFamily="34" charset="0"/>
              </a:rPr>
              <a:t>FILES</a:t>
            </a:r>
          </a:p>
        </p:txBody>
      </p:sp>
      <p:sp>
        <p:nvSpPr>
          <p:cNvPr id="46" name="Rectangle 45"/>
          <p:cNvSpPr/>
          <p:nvPr/>
        </p:nvSpPr>
        <p:spPr>
          <a:xfrm>
            <a:off x="457200" y="4685962"/>
            <a:ext cx="914400" cy="320040"/>
          </a:xfrm>
          <a:prstGeom prst="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defTabSz="932227"/>
            <a:r>
              <a:rPr lang="en-GB" sz="1400" b="1" dirty="0">
                <a:gradFill>
                  <a:gsLst>
                    <a:gs pos="100000">
                      <a:srgbClr val="FF8C00"/>
                    </a:gs>
                    <a:gs pos="0">
                      <a:srgbClr val="FF8C00"/>
                    </a:gs>
                  </a:gsLst>
                  <a:lin ang="5400000" scaled="1"/>
                </a:gradFill>
                <a:cs typeface="Segoe UI Semibold" panose="020B0702040204020203" pitchFamily="34" charset="0"/>
              </a:rPr>
              <a:t>USERS</a:t>
            </a:r>
          </a:p>
        </p:txBody>
      </p:sp>
      <p:sp>
        <p:nvSpPr>
          <p:cNvPr id="55" name="Rectangle 54"/>
          <p:cNvSpPr/>
          <p:nvPr/>
        </p:nvSpPr>
        <p:spPr>
          <a:xfrm>
            <a:off x="1700784" y="4685962"/>
            <a:ext cx="914400" cy="320040"/>
          </a:xfrm>
          <a:prstGeom prst="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defTabSz="932227"/>
            <a:r>
              <a:rPr lang="en-GB" sz="1400" b="1" dirty="0">
                <a:gradFill>
                  <a:gsLst>
                    <a:gs pos="100000">
                      <a:srgbClr val="FF8C00"/>
                    </a:gs>
                    <a:gs pos="0">
                      <a:srgbClr val="FF8C00"/>
                    </a:gs>
                  </a:gsLst>
                  <a:lin ang="5400000" scaled="1"/>
                </a:gradFill>
                <a:cs typeface="Segoe UI Semibold" panose="020B0702040204020203" pitchFamily="34" charset="0"/>
              </a:rPr>
              <a:t>GROUPS</a:t>
            </a:r>
          </a:p>
        </p:txBody>
      </p:sp>
      <p:sp>
        <p:nvSpPr>
          <p:cNvPr id="50" name="Rectangle 49"/>
          <p:cNvSpPr/>
          <p:nvPr/>
        </p:nvSpPr>
        <p:spPr>
          <a:xfrm>
            <a:off x="5431536" y="4685962"/>
            <a:ext cx="914400" cy="320040"/>
          </a:xfrm>
          <a:prstGeom prst="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defTabSz="932227"/>
            <a:r>
              <a:rPr lang="en-GB" sz="1400" b="1" dirty="0">
                <a:gradFill>
                  <a:gsLst>
                    <a:gs pos="100000">
                      <a:srgbClr val="FF8C00"/>
                    </a:gs>
                    <a:gs pos="0">
                      <a:srgbClr val="FF8C00"/>
                    </a:gs>
                  </a:gsLst>
                  <a:lin ang="5400000" scaled="1"/>
                </a:gradFill>
                <a:cs typeface="Segoe UI Semibold" panose="020B0702040204020203" pitchFamily="34" charset="0"/>
              </a:rPr>
              <a:t>CALENDAR</a:t>
            </a:r>
          </a:p>
        </p:txBody>
      </p:sp>
      <p:sp>
        <p:nvSpPr>
          <p:cNvPr id="106" name="Rectangle 105"/>
          <p:cNvSpPr/>
          <p:nvPr/>
        </p:nvSpPr>
        <p:spPr>
          <a:xfrm>
            <a:off x="6675120" y="4685962"/>
            <a:ext cx="914400" cy="320040"/>
          </a:xfrm>
          <a:prstGeom prst="rect">
            <a:avLst/>
          </a:prstGeom>
          <a:noFill/>
          <a:ln w="222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defTabSz="932227"/>
            <a:r>
              <a:rPr lang="en-GB" sz="1400" b="1" dirty="0">
                <a:gradFill>
                  <a:gsLst>
                    <a:gs pos="100000">
                      <a:srgbClr val="FF8C00"/>
                    </a:gs>
                    <a:gs pos="0">
                      <a:srgbClr val="FF8C00"/>
                    </a:gs>
                  </a:gsLst>
                  <a:lin ang="5400000" scaled="1"/>
                </a:gradFill>
                <a:cs typeface="Segoe UI Semibold" panose="020B0702040204020203" pitchFamily="34" charset="0"/>
              </a:rPr>
              <a:t>TASKS</a:t>
            </a:r>
          </a:p>
        </p:txBody>
      </p:sp>
      <p:cxnSp>
        <p:nvCxnSpPr>
          <p:cNvPr id="227" name="Straight Arrow Connector 226"/>
          <p:cNvCxnSpPr/>
          <p:nvPr/>
        </p:nvCxnSpPr>
        <p:spPr>
          <a:xfrm>
            <a:off x="914400" y="3131506"/>
            <a:ext cx="0" cy="731520"/>
          </a:xfrm>
          <a:prstGeom prst="straightConnector1">
            <a:avLst/>
          </a:prstGeom>
          <a:ln w="25400">
            <a:solidFill>
              <a:srgbClr val="FF8C00"/>
            </a:solidFill>
            <a:prstDash val="solid"/>
            <a:miter lim="8000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28" name="Straight Arrow Connector 227"/>
          <p:cNvCxnSpPr/>
          <p:nvPr/>
        </p:nvCxnSpPr>
        <p:spPr>
          <a:xfrm>
            <a:off x="2157984" y="3131506"/>
            <a:ext cx="0" cy="731520"/>
          </a:xfrm>
          <a:prstGeom prst="straightConnector1">
            <a:avLst/>
          </a:prstGeom>
          <a:ln w="25400">
            <a:solidFill>
              <a:srgbClr val="FF8C00"/>
            </a:solidFill>
            <a:prstDash val="solid"/>
            <a:miter lim="8000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29" name="Straight Arrow Connector 228"/>
          <p:cNvCxnSpPr/>
          <p:nvPr/>
        </p:nvCxnSpPr>
        <p:spPr>
          <a:xfrm>
            <a:off x="3401568" y="3131506"/>
            <a:ext cx="0" cy="731520"/>
          </a:xfrm>
          <a:prstGeom prst="straightConnector1">
            <a:avLst/>
          </a:prstGeom>
          <a:ln w="25400">
            <a:solidFill>
              <a:srgbClr val="FF8C00"/>
            </a:solidFill>
            <a:prstDash val="solid"/>
            <a:miter lim="8000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30" name="Straight Arrow Connector 229"/>
          <p:cNvCxnSpPr/>
          <p:nvPr/>
        </p:nvCxnSpPr>
        <p:spPr>
          <a:xfrm>
            <a:off x="4645152" y="3131506"/>
            <a:ext cx="0" cy="731520"/>
          </a:xfrm>
          <a:prstGeom prst="straightConnector1">
            <a:avLst/>
          </a:prstGeom>
          <a:ln w="25400">
            <a:solidFill>
              <a:srgbClr val="FF8C00"/>
            </a:solidFill>
            <a:prstDash val="solid"/>
            <a:miter lim="8000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31" name="Straight Arrow Connector 230"/>
          <p:cNvCxnSpPr/>
          <p:nvPr/>
        </p:nvCxnSpPr>
        <p:spPr>
          <a:xfrm>
            <a:off x="5888736" y="3131506"/>
            <a:ext cx="0" cy="731520"/>
          </a:xfrm>
          <a:prstGeom prst="straightConnector1">
            <a:avLst/>
          </a:prstGeom>
          <a:ln w="25400">
            <a:solidFill>
              <a:srgbClr val="FF8C00"/>
            </a:solidFill>
            <a:prstDash val="solid"/>
            <a:miter lim="8000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32" name="Straight Arrow Connector 231"/>
          <p:cNvCxnSpPr/>
          <p:nvPr/>
        </p:nvCxnSpPr>
        <p:spPr>
          <a:xfrm>
            <a:off x="7132320" y="3131506"/>
            <a:ext cx="0" cy="731520"/>
          </a:xfrm>
          <a:prstGeom prst="straightConnector1">
            <a:avLst/>
          </a:prstGeom>
          <a:ln w="25400">
            <a:solidFill>
              <a:srgbClr val="FF8C00"/>
            </a:solidFill>
            <a:prstDash val="solid"/>
            <a:miter lim="800000"/>
            <a:headEnd type="arrow"/>
            <a:tailEnd type="arrow"/>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a:off x="1325880" y="4274491"/>
            <a:ext cx="5394960" cy="0"/>
          </a:xfrm>
          <a:prstGeom prst="line">
            <a:avLst/>
          </a:prstGeom>
          <a:solidFill>
            <a:srgbClr val="FFFFFF"/>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cxnSp>
      <p:grpSp>
        <p:nvGrpSpPr>
          <p:cNvPr id="116" name="Group 115"/>
          <p:cNvGrpSpPr/>
          <p:nvPr/>
        </p:nvGrpSpPr>
        <p:grpSpPr>
          <a:xfrm>
            <a:off x="4233672" y="3863011"/>
            <a:ext cx="822960" cy="822960"/>
            <a:chOff x="5082065" y="2742662"/>
            <a:chExt cx="822960" cy="822960"/>
          </a:xfrm>
        </p:grpSpPr>
        <p:sp>
          <p:nvSpPr>
            <p:cNvPr id="120"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21" name="Picture 8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nvGrpSpPr>
          <p:cNvPr id="125" name="Group 124"/>
          <p:cNvGrpSpPr/>
          <p:nvPr/>
        </p:nvGrpSpPr>
        <p:grpSpPr>
          <a:xfrm>
            <a:off x="2990088" y="3863011"/>
            <a:ext cx="822960" cy="822960"/>
            <a:chOff x="2537808" y="3638324"/>
            <a:chExt cx="822960" cy="822960"/>
          </a:xfrm>
        </p:grpSpPr>
        <p:sp>
          <p:nvSpPr>
            <p:cNvPr id="135"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36" name="Picture 6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139" name="Group 138"/>
          <p:cNvGrpSpPr/>
          <p:nvPr/>
        </p:nvGrpSpPr>
        <p:grpSpPr>
          <a:xfrm>
            <a:off x="502920" y="3863011"/>
            <a:ext cx="822960" cy="822960"/>
            <a:chOff x="274320" y="2792483"/>
            <a:chExt cx="822960" cy="822960"/>
          </a:xfrm>
        </p:grpSpPr>
        <p:sp>
          <p:nvSpPr>
            <p:cNvPr id="140" name="Oval 139"/>
            <p:cNvSpPr>
              <a:spLocks noChangeAspect="1"/>
            </p:cNvSpPr>
            <p:nvPr/>
          </p:nvSpPr>
          <p:spPr>
            <a:xfrm>
              <a:off x="274320" y="2792483"/>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41" name="Oval 140"/>
            <p:cNvSpPr>
              <a:spLocks noChangeAspect="1"/>
            </p:cNvSpPr>
            <p:nvPr/>
          </p:nvSpPr>
          <p:spPr>
            <a:xfrm>
              <a:off x="320040" y="2838203"/>
              <a:ext cx="731520" cy="731520"/>
            </a:xfrm>
            <a:prstGeom prst="ellipse">
              <a:avLst/>
            </a:prstGeom>
            <a:blipFill>
              <a:blip r:embed="rId10"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44" name="Group 143"/>
          <p:cNvGrpSpPr/>
          <p:nvPr/>
        </p:nvGrpSpPr>
        <p:grpSpPr>
          <a:xfrm>
            <a:off x="1746504" y="3863011"/>
            <a:ext cx="822960" cy="822960"/>
            <a:chOff x="10607040" y="2719914"/>
            <a:chExt cx="822960" cy="822960"/>
          </a:xfrm>
        </p:grpSpPr>
        <p:sp>
          <p:nvSpPr>
            <p:cNvPr id="145" name="Oval 144"/>
            <p:cNvSpPr>
              <a:spLocks noChangeAspect="1"/>
            </p:cNvSpPr>
            <p:nvPr/>
          </p:nvSpPr>
          <p:spPr>
            <a:xfrm>
              <a:off x="10607040" y="271991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6" name="Picture 145"/>
            <p:cNvPicPr>
              <a:picLocks noChangeAspect="1"/>
            </p:cNvPicPr>
            <p:nvPr/>
          </p:nvPicPr>
          <p:blipFill rotWithShape="1">
            <a:blip r:embed="rId11">
              <a:extLst>
                <a:ext uri="{28A0092B-C50C-407E-A947-70E740481C1C}">
                  <a14:useLocalDpi xmlns:a14="http://schemas.microsoft.com/office/drawing/2010/main" val="0"/>
                </a:ext>
              </a:extLst>
            </a:blip>
            <a:srcRect l="45642" t="34313" r="10780" b="324"/>
            <a:stretch/>
          </p:blipFill>
          <p:spPr>
            <a:xfrm>
              <a:off x="10652760" y="2765634"/>
              <a:ext cx="731520" cy="731520"/>
            </a:xfrm>
            <a:prstGeom prst="ellipse">
              <a:avLst/>
            </a:prstGeom>
          </p:spPr>
        </p:pic>
      </p:grpSp>
      <p:grpSp>
        <p:nvGrpSpPr>
          <p:cNvPr id="159" name="Group 158"/>
          <p:cNvGrpSpPr/>
          <p:nvPr/>
        </p:nvGrpSpPr>
        <p:grpSpPr>
          <a:xfrm>
            <a:off x="5477256" y="3863011"/>
            <a:ext cx="822960" cy="822960"/>
            <a:chOff x="6583680" y="2400000"/>
            <a:chExt cx="822960" cy="822960"/>
          </a:xfrm>
        </p:grpSpPr>
        <p:sp>
          <p:nvSpPr>
            <p:cNvPr id="165" name="Oval 164"/>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66" name="Freeform 165"/>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160" name="Group 159"/>
          <p:cNvGrpSpPr>
            <a:grpSpLocks noChangeAspect="1"/>
          </p:cNvGrpSpPr>
          <p:nvPr/>
        </p:nvGrpSpPr>
        <p:grpSpPr>
          <a:xfrm>
            <a:off x="6720840" y="3863011"/>
            <a:ext cx="822960" cy="822960"/>
            <a:chOff x="8173641" y="4754880"/>
            <a:chExt cx="822960" cy="822960"/>
          </a:xfrm>
        </p:grpSpPr>
        <p:sp>
          <p:nvSpPr>
            <p:cNvPr id="161" name="Oval 160"/>
            <p:cNvSpPr/>
            <p:nvPr/>
          </p:nvSpPr>
          <p:spPr>
            <a:xfrm>
              <a:off x="8173641" y="475488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162" name="Group 161"/>
            <p:cNvGrpSpPr>
              <a:grpSpLocks noChangeAspect="1"/>
            </p:cNvGrpSpPr>
            <p:nvPr/>
          </p:nvGrpSpPr>
          <p:grpSpPr>
            <a:xfrm>
              <a:off x="8429821" y="4948428"/>
              <a:ext cx="310601" cy="411480"/>
              <a:chOff x="8429821" y="4948428"/>
              <a:chExt cx="310601" cy="411480"/>
            </a:xfrm>
          </p:grpSpPr>
          <p:sp>
            <p:nvSpPr>
              <p:cNvPr id="163" name="Freeform 137"/>
              <p:cNvSpPr>
                <a:spLocks noChangeAspect="1" noEditPoints="1"/>
              </p:cNvSpPr>
              <p:nvPr/>
            </p:nvSpPr>
            <p:spPr bwMode="auto">
              <a:xfrm>
                <a:off x="8429821" y="4948428"/>
                <a:ext cx="310601" cy="411480"/>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64" name="Freeform 163"/>
              <p:cNvSpPr>
                <a:spLocks/>
              </p:cNvSpPr>
              <p:nvPr/>
            </p:nvSpPr>
            <p:spPr bwMode="auto">
              <a:xfrm>
                <a:off x="8495345" y="5134157"/>
                <a:ext cx="179553" cy="126863"/>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solidFill>
                <a:srgbClr val="FF8C00"/>
              </a:solid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cxnSp>
        <p:nvCxnSpPr>
          <p:cNvPr id="26" name="Straight Arrow Connector 25"/>
          <p:cNvCxnSpPr/>
          <p:nvPr/>
        </p:nvCxnSpPr>
        <p:spPr>
          <a:xfrm>
            <a:off x="914400" y="4960279"/>
            <a:ext cx="0" cy="731520"/>
          </a:xfrm>
          <a:prstGeom prst="straightConnector1">
            <a:avLst/>
          </a:prstGeom>
          <a:ln w="25400">
            <a:solidFill>
              <a:srgbClr val="FF8C00"/>
            </a:solidFill>
            <a:prstDash val="sysDot"/>
            <a:miter lim="800000"/>
            <a:headEnd type="none"/>
            <a:tailEnd type="arrow"/>
          </a:ln>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p:nvPr/>
        </p:nvCxnSpPr>
        <p:spPr>
          <a:xfrm>
            <a:off x="2157984" y="4960279"/>
            <a:ext cx="0" cy="731520"/>
          </a:xfrm>
          <a:prstGeom prst="straightConnector1">
            <a:avLst/>
          </a:prstGeom>
          <a:ln w="25400">
            <a:solidFill>
              <a:srgbClr val="FF8C00"/>
            </a:solidFill>
            <a:prstDash val="sysDot"/>
            <a:miter lim="800000"/>
            <a:headEnd type="none"/>
            <a:tailEnd type="arrow"/>
          </a:ln>
        </p:spPr>
        <p:style>
          <a:lnRef idx="1">
            <a:schemeClr val="accent1"/>
          </a:lnRef>
          <a:fillRef idx="0">
            <a:schemeClr val="accent1"/>
          </a:fillRef>
          <a:effectRef idx="0">
            <a:schemeClr val="accent1"/>
          </a:effectRef>
          <a:fontRef idx="minor">
            <a:schemeClr val="tx1"/>
          </a:fontRef>
        </p:style>
      </p:cxnSp>
      <p:cxnSp>
        <p:nvCxnSpPr>
          <p:cNvPr id="223" name="Straight Arrow Connector 222"/>
          <p:cNvCxnSpPr/>
          <p:nvPr/>
        </p:nvCxnSpPr>
        <p:spPr>
          <a:xfrm>
            <a:off x="3401568" y="4960279"/>
            <a:ext cx="0" cy="731520"/>
          </a:xfrm>
          <a:prstGeom prst="straightConnector1">
            <a:avLst/>
          </a:prstGeom>
          <a:ln w="25400">
            <a:solidFill>
              <a:srgbClr val="FF8C00"/>
            </a:solidFill>
            <a:prstDash val="sysDot"/>
            <a:miter lim="800000"/>
            <a:headEnd type="none"/>
            <a:tailEnd type="arrow"/>
          </a:ln>
        </p:spPr>
        <p:style>
          <a:lnRef idx="1">
            <a:schemeClr val="accent1"/>
          </a:lnRef>
          <a:fillRef idx="0">
            <a:schemeClr val="accent1"/>
          </a:fillRef>
          <a:effectRef idx="0">
            <a:schemeClr val="accent1"/>
          </a:effectRef>
          <a:fontRef idx="minor">
            <a:schemeClr val="tx1"/>
          </a:fontRef>
        </p:style>
      </p:cxnSp>
      <p:cxnSp>
        <p:nvCxnSpPr>
          <p:cNvPr id="224" name="Straight Arrow Connector 223"/>
          <p:cNvCxnSpPr/>
          <p:nvPr/>
        </p:nvCxnSpPr>
        <p:spPr>
          <a:xfrm>
            <a:off x="4645152" y="4960279"/>
            <a:ext cx="0" cy="731520"/>
          </a:xfrm>
          <a:prstGeom prst="straightConnector1">
            <a:avLst/>
          </a:prstGeom>
          <a:ln w="25400">
            <a:solidFill>
              <a:srgbClr val="FF8C00"/>
            </a:solidFill>
            <a:prstDash val="sysDot"/>
            <a:miter lim="800000"/>
            <a:headEnd type="none"/>
            <a:tailEnd type="arrow"/>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p:nvPr/>
        </p:nvCxnSpPr>
        <p:spPr>
          <a:xfrm>
            <a:off x="5888736" y="4960279"/>
            <a:ext cx="0" cy="731520"/>
          </a:xfrm>
          <a:prstGeom prst="straightConnector1">
            <a:avLst/>
          </a:prstGeom>
          <a:ln w="25400">
            <a:solidFill>
              <a:srgbClr val="FF8C00"/>
            </a:solidFill>
            <a:prstDash val="sysDot"/>
            <a:miter lim="800000"/>
            <a:headEnd type="none"/>
            <a:tailEnd type="arrow"/>
          </a:ln>
        </p:spPr>
        <p:style>
          <a:lnRef idx="1">
            <a:schemeClr val="accent1"/>
          </a:lnRef>
          <a:fillRef idx="0">
            <a:schemeClr val="accent1"/>
          </a:fillRef>
          <a:effectRef idx="0">
            <a:schemeClr val="accent1"/>
          </a:effectRef>
          <a:fontRef idx="minor">
            <a:schemeClr val="tx1"/>
          </a:fontRef>
        </p:style>
      </p:cxnSp>
      <p:cxnSp>
        <p:nvCxnSpPr>
          <p:cNvPr id="226" name="Straight Arrow Connector 225"/>
          <p:cNvCxnSpPr/>
          <p:nvPr/>
        </p:nvCxnSpPr>
        <p:spPr>
          <a:xfrm>
            <a:off x="7132320" y="4960279"/>
            <a:ext cx="0" cy="731520"/>
          </a:xfrm>
          <a:prstGeom prst="straightConnector1">
            <a:avLst/>
          </a:prstGeom>
          <a:ln w="25400">
            <a:solidFill>
              <a:srgbClr val="FF8C00"/>
            </a:solidFill>
            <a:prstDash val="sysDot"/>
            <a:miter lim="800000"/>
            <a:headEnd type="none"/>
            <a:tailEnd type="arrow"/>
          </a:ln>
        </p:spPr>
        <p:style>
          <a:lnRef idx="1">
            <a:schemeClr val="accent1"/>
          </a:lnRef>
          <a:fillRef idx="0">
            <a:schemeClr val="accent1"/>
          </a:fillRef>
          <a:effectRef idx="0">
            <a:schemeClr val="accent1"/>
          </a:effectRef>
          <a:fontRef idx="minor">
            <a:schemeClr val="tx1"/>
          </a:fontRef>
        </p:style>
      </p:cxnSp>
      <p:grpSp>
        <p:nvGrpSpPr>
          <p:cNvPr id="240" name="Group 112"/>
          <p:cNvGrpSpPr/>
          <p:nvPr/>
        </p:nvGrpSpPr>
        <p:grpSpPr>
          <a:xfrm>
            <a:off x="1097652" y="3533825"/>
            <a:ext cx="146304" cy="420625"/>
            <a:chOff x="7565603" y="5007142"/>
            <a:chExt cx="186546" cy="536318"/>
          </a:xfrm>
        </p:grpSpPr>
        <p:cxnSp>
          <p:nvCxnSpPr>
            <p:cNvPr id="241" name="Straight Connector 113"/>
            <p:cNvCxnSpPr/>
            <p:nvPr/>
          </p:nvCxnSpPr>
          <p:spPr>
            <a:xfrm flipV="1">
              <a:off x="7658876" y="5193688"/>
              <a:ext cx="0" cy="349772"/>
            </a:xfrm>
            <a:prstGeom prst="lin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cxnSp>
        <p:sp>
          <p:nvSpPr>
            <p:cNvPr id="242" name="Oval 114"/>
            <p:cNvSpPr/>
            <p:nvPr/>
          </p:nvSpPr>
          <p:spPr>
            <a:xfrm>
              <a:off x="7565603" y="5007142"/>
              <a:ext cx="186546" cy="186545"/>
            </a:xfrm>
            <a:prstGeom prst="ellips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solidFill>
                  <a:srgbClr val="FFFFFF"/>
                </a:solidFill>
              </a:endParaRPr>
            </a:p>
          </p:txBody>
        </p:sp>
      </p:grpSp>
      <p:grpSp>
        <p:nvGrpSpPr>
          <p:cNvPr id="243" name="Group 112"/>
          <p:cNvGrpSpPr/>
          <p:nvPr/>
        </p:nvGrpSpPr>
        <p:grpSpPr>
          <a:xfrm>
            <a:off x="2341236" y="3533825"/>
            <a:ext cx="146304" cy="420625"/>
            <a:chOff x="7565603" y="5007142"/>
            <a:chExt cx="186546" cy="536318"/>
          </a:xfrm>
        </p:grpSpPr>
        <p:cxnSp>
          <p:nvCxnSpPr>
            <p:cNvPr id="244" name="Straight Connector 113"/>
            <p:cNvCxnSpPr/>
            <p:nvPr/>
          </p:nvCxnSpPr>
          <p:spPr>
            <a:xfrm flipV="1">
              <a:off x="7658876" y="5193688"/>
              <a:ext cx="0" cy="349772"/>
            </a:xfrm>
            <a:prstGeom prst="lin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cxnSp>
        <p:sp>
          <p:nvSpPr>
            <p:cNvPr id="245" name="Oval 114"/>
            <p:cNvSpPr/>
            <p:nvPr/>
          </p:nvSpPr>
          <p:spPr>
            <a:xfrm>
              <a:off x="7565603" y="5007142"/>
              <a:ext cx="186546" cy="186545"/>
            </a:xfrm>
            <a:prstGeom prst="ellips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solidFill>
                  <a:srgbClr val="FFFFFF"/>
                </a:solidFill>
              </a:endParaRPr>
            </a:p>
          </p:txBody>
        </p:sp>
      </p:grpSp>
      <p:grpSp>
        <p:nvGrpSpPr>
          <p:cNvPr id="246" name="Group 112"/>
          <p:cNvGrpSpPr/>
          <p:nvPr/>
        </p:nvGrpSpPr>
        <p:grpSpPr>
          <a:xfrm>
            <a:off x="3584820" y="3533825"/>
            <a:ext cx="146304" cy="420625"/>
            <a:chOff x="7565603" y="5007142"/>
            <a:chExt cx="186546" cy="536318"/>
          </a:xfrm>
        </p:grpSpPr>
        <p:cxnSp>
          <p:nvCxnSpPr>
            <p:cNvPr id="247" name="Straight Connector 113"/>
            <p:cNvCxnSpPr/>
            <p:nvPr/>
          </p:nvCxnSpPr>
          <p:spPr>
            <a:xfrm flipV="1">
              <a:off x="7658876" y="5193688"/>
              <a:ext cx="0" cy="349772"/>
            </a:xfrm>
            <a:prstGeom prst="lin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cxnSp>
        <p:sp>
          <p:nvSpPr>
            <p:cNvPr id="248" name="Oval 114"/>
            <p:cNvSpPr/>
            <p:nvPr/>
          </p:nvSpPr>
          <p:spPr>
            <a:xfrm>
              <a:off x="7565603" y="5007142"/>
              <a:ext cx="186546" cy="186545"/>
            </a:xfrm>
            <a:prstGeom prst="ellips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solidFill>
                  <a:srgbClr val="FFFFFF"/>
                </a:solidFill>
              </a:endParaRPr>
            </a:p>
          </p:txBody>
        </p:sp>
      </p:grpSp>
      <p:grpSp>
        <p:nvGrpSpPr>
          <p:cNvPr id="249" name="Group 112"/>
          <p:cNvGrpSpPr/>
          <p:nvPr/>
        </p:nvGrpSpPr>
        <p:grpSpPr>
          <a:xfrm>
            <a:off x="4828404" y="3533825"/>
            <a:ext cx="146304" cy="420625"/>
            <a:chOff x="7565603" y="5007142"/>
            <a:chExt cx="186546" cy="536318"/>
          </a:xfrm>
        </p:grpSpPr>
        <p:cxnSp>
          <p:nvCxnSpPr>
            <p:cNvPr id="250" name="Straight Connector 113"/>
            <p:cNvCxnSpPr/>
            <p:nvPr/>
          </p:nvCxnSpPr>
          <p:spPr>
            <a:xfrm flipV="1">
              <a:off x="7658876" y="5193688"/>
              <a:ext cx="0" cy="349772"/>
            </a:xfrm>
            <a:prstGeom prst="lin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cxnSp>
        <p:sp>
          <p:nvSpPr>
            <p:cNvPr id="251" name="Oval 114"/>
            <p:cNvSpPr/>
            <p:nvPr/>
          </p:nvSpPr>
          <p:spPr>
            <a:xfrm>
              <a:off x="7565603" y="5007142"/>
              <a:ext cx="186546" cy="186545"/>
            </a:xfrm>
            <a:prstGeom prst="ellips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solidFill>
                  <a:srgbClr val="FFFFFF"/>
                </a:solidFill>
              </a:endParaRPr>
            </a:p>
          </p:txBody>
        </p:sp>
      </p:grpSp>
      <p:grpSp>
        <p:nvGrpSpPr>
          <p:cNvPr id="252" name="Group 112"/>
          <p:cNvGrpSpPr/>
          <p:nvPr/>
        </p:nvGrpSpPr>
        <p:grpSpPr>
          <a:xfrm>
            <a:off x="6071988" y="3533825"/>
            <a:ext cx="146304" cy="420625"/>
            <a:chOff x="7565603" y="5007142"/>
            <a:chExt cx="186546" cy="536318"/>
          </a:xfrm>
        </p:grpSpPr>
        <p:cxnSp>
          <p:nvCxnSpPr>
            <p:cNvPr id="253" name="Straight Connector 113"/>
            <p:cNvCxnSpPr/>
            <p:nvPr/>
          </p:nvCxnSpPr>
          <p:spPr>
            <a:xfrm flipV="1">
              <a:off x="7658876" y="5193688"/>
              <a:ext cx="0" cy="349772"/>
            </a:xfrm>
            <a:prstGeom prst="lin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cxnSp>
        <p:sp>
          <p:nvSpPr>
            <p:cNvPr id="254" name="Oval 114"/>
            <p:cNvSpPr/>
            <p:nvPr/>
          </p:nvSpPr>
          <p:spPr>
            <a:xfrm>
              <a:off x="7565603" y="5007142"/>
              <a:ext cx="186546" cy="186545"/>
            </a:xfrm>
            <a:prstGeom prst="ellips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solidFill>
                  <a:srgbClr val="FFFFFF"/>
                </a:solidFill>
              </a:endParaRPr>
            </a:p>
          </p:txBody>
        </p:sp>
      </p:grpSp>
      <p:grpSp>
        <p:nvGrpSpPr>
          <p:cNvPr id="255" name="Group 112"/>
          <p:cNvGrpSpPr/>
          <p:nvPr/>
        </p:nvGrpSpPr>
        <p:grpSpPr>
          <a:xfrm>
            <a:off x="7315572" y="3533825"/>
            <a:ext cx="146304" cy="420625"/>
            <a:chOff x="7565603" y="5007142"/>
            <a:chExt cx="186546" cy="536318"/>
          </a:xfrm>
        </p:grpSpPr>
        <p:cxnSp>
          <p:nvCxnSpPr>
            <p:cNvPr id="256" name="Straight Connector 113"/>
            <p:cNvCxnSpPr/>
            <p:nvPr/>
          </p:nvCxnSpPr>
          <p:spPr>
            <a:xfrm flipV="1">
              <a:off x="7658876" y="5193688"/>
              <a:ext cx="0" cy="349772"/>
            </a:xfrm>
            <a:prstGeom prst="lin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cxnSp>
        <p:sp>
          <p:nvSpPr>
            <p:cNvPr id="257" name="Oval 114"/>
            <p:cNvSpPr/>
            <p:nvPr/>
          </p:nvSpPr>
          <p:spPr>
            <a:xfrm>
              <a:off x="7565603" y="5007142"/>
              <a:ext cx="186546" cy="186545"/>
            </a:xfrm>
            <a:prstGeom prst="ellipse">
              <a:avLst/>
            </a:prstGeom>
            <a:solidFill>
              <a:schemeClr val="bg1"/>
            </a:solidFill>
            <a:ln w="25400">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9">
                <a:solidFill>
                  <a:srgbClr val="FFFFFF"/>
                </a:solidFill>
              </a:endParaRPr>
            </a:p>
          </p:txBody>
        </p:sp>
      </p:grpSp>
      <p:cxnSp>
        <p:nvCxnSpPr>
          <p:cNvPr id="258" name="Straight Arrow Connector 257"/>
          <p:cNvCxnSpPr/>
          <p:nvPr/>
        </p:nvCxnSpPr>
        <p:spPr>
          <a:xfrm>
            <a:off x="7772699" y="3131506"/>
            <a:ext cx="0" cy="2560320"/>
          </a:xfrm>
          <a:prstGeom prst="straightConnector1">
            <a:avLst/>
          </a:prstGeom>
          <a:ln w="25400">
            <a:solidFill>
              <a:srgbClr val="FF8C00"/>
            </a:solidFill>
            <a:prstDash val="solid"/>
            <a:miter lim="800000"/>
            <a:headEnd type="none"/>
            <a:tailEnd type="arrow"/>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4103019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mtClean="0"/>
              <a:t>Breaking silos</a:t>
            </a:r>
            <a:endParaRPr lang="en-US" dirty="0"/>
          </a:p>
        </p:txBody>
      </p:sp>
      <p:grpSp>
        <p:nvGrpSpPr>
          <p:cNvPr id="120" name="Group 119"/>
          <p:cNvGrpSpPr/>
          <p:nvPr/>
        </p:nvGrpSpPr>
        <p:grpSpPr>
          <a:xfrm>
            <a:off x="4480560" y="1942799"/>
            <a:ext cx="1737360" cy="2194561"/>
            <a:chOff x="4334256" y="2194559"/>
            <a:chExt cx="1737360" cy="2194561"/>
          </a:xfrm>
        </p:grpSpPr>
        <p:sp>
          <p:nvSpPr>
            <p:cNvPr id="121" name="Title 1"/>
            <p:cNvSpPr txBox="1">
              <a:spLocks/>
            </p:cNvSpPr>
            <p:nvPr/>
          </p:nvSpPr>
          <p:spPr>
            <a:xfrm>
              <a:off x="4334256"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EMAIL </a:t>
              </a:r>
              <a:r>
                <a:rPr lang="en-US" sz="1600" b="1" dirty="0" smtClean="0">
                  <a:gradFill>
                    <a:gsLst>
                      <a:gs pos="100000">
                        <a:srgbClr val="FF8C00"/>
                      </a:gs>
                      <a:gs pos="0">
                        <a:srgbClr val="FF8C00"/>
                      </a:gs>
                    </a:gsLst>
                    <a:lin ang="5400000" scaled="1"/>
                  </a:gradFill>
                  <a:latin typeface="+mn-lt"/>
                  <a:cs typeface="Segoe UI" panose="020B0502040204020203" pitchFamily="34" charset="0"/>
                </a:rPr>
                <a:t>AND</a:t>
              </a:r>
              <a:br>
                <a:rPr lang="en-US" sz="1600" b="1" dirty="0" smtClean="0">
                  <a:gradFill>
                    <a:gsLst>
                      <a:gs pos="100000">
                        <a:srgbClr val="FF8C00"/>
                      </a:gs>
                      <a:gs pos="0">
                        <a:srgbClr val="FF8C00"/>
                      </a:gs>
                    </a:gsLst>
                    <a:lin ang="5400000" scaled="1"/>
                  </a:gradFill>
                  <a:latin typeface="+mn-lt"/>
                  <a:cs typeface="Segoe UI" panose="020B0502040204020203" pitchFamily="34" charset="0"/>
                </a:rPr>
              </a:br>
              <a:r>
                <a:rPr lang="en-US" sz="1600" b="1" dirty="0" smtClean="0">
                  <a:gradFill>
                    <a:gsLst>
                      <a:gs pos="100000">
                        <a:srgbClr val="FF8C00"/>
                      </a:gs>
                      <a:gs pos="0">
                        <a:srgbClr val="FF8C00"/>
                      </a:gs>
                    </a:gsLst>
                    <a:lin ang="5400000" scaled="1"/>
                  </a:gradFill>
                  <a:latin typeface="+mn-lt"/>
                  <a:cs typeface="Segoe UI" panose="020B0502040204020203" pitchFamily="34" charset="0"/>
                </a:rPr>
                <a:t>CONVERSATIONS</a:t>
              </a:r>
              <a:endParaRPr lang="en-US" sz="1600" b="1" dirty="0">
                <a:gradFill>
                  <a:gsLst>
                    <a:gs pos="100000">
                      <a:srgbClr val="FF8C00"/>
                    </a:gs>
                    <a:gs pos="0">
                      <a:srgbClr val="FF8C00"/>
                    </a:gs>
                  </a:gsLst>
                  <a:lin ang="5400000" scaled="1"/>
                </a:gradFill>
                <a:latin typeface="+mn-lt"/>
                <a:cs typeface="Segoe UI" panose="020B0502040204020203" pitchFamily="34" charset="0"/>
              </a:endParaRPr>
            </a:p>
          </p:txBody>
        </p:sp>
        <p:grpSp>
          <p:nvGrpSpPr>
            <p:cNvPr id="122" name="Group 121"/>
            <p:cNvGrpSpPr/>
            <p:nvPr/>
          </p:nvGrpSpPr>
          <p:grpSpPr>
            <a:xfrm>
              <a:off x="4791456" y="2651760"/>
              <a:ext cx="822960" cy="1737360"/>
              <a:chOff x="4791456" y="2651760"/>
              <a:chExt cx="822960" cy="1737360"/>
            </a:xfrm>
          </p:grpSpPr>
          <p:grpSp>
            <p:nvGrpSpPr>
              <p:cNvPr id="123" name="Group 122"/>
              <p:cNvGrpSpPr/>
              <p:nvPr/>
            </p:nvGrpSpPr>
            <p:grpSpPr>
              <a:xfrm>
                <a:off x="4791456" y="2651760"/>
                <a:ext cx="822960" cy="822960"/>
                <a:chOff x="5082065" y="2742662"/>
                <a:chExt cx="822960" cy="822960"/>
              </a:xfrm>
            </p:grpSpPr>
            <p:sp>
              <p:nvSpPr>
                <p:cNvPr id="127"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28" name="Picture 8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nvGrpSpPr>
              <p:cNvPr id="124" name="Group 123"/>
              <p:cNvGrpSpPr/>
              <p:nvPr/>
            </p:nvGrpSpPr>
            <p:grpSpPr>
              <a:xfrm>
                <a:off x="4791456" y="3566160"/>
                <a:ext cx="822960" cy="822960"/>
                <a:chOff x="5082065" y="3642948"/>
                <a:chExt cx="822960" cy="822960"/>
              </a:xfrm>
            </p:grpSpPr>
            <p:sp>
              <p:nvSpPr>
                <p:cNvPr id="125" name="Oval 86"/>
                <p:cNvSpPr>
                  <a:spLocks noChangeAspect="1"/>
                </p:cNvSpPr>
                <p:nvPr/>
              </p:nvSpPr>
              <p:spPr>
                <a:xfrm>
                  <a:off x="5082065" y="364294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26" name="Picture 8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69946" y="3830829"/>
                  <a:ext cx="506832" cy="506832"/>
                </a:xfrm>
                <a:prstGeom prst="rect">
                  <a:avLst/>
                </a:prstGeom>
              </p:spPr>
            </p:pic>
          </p:grpSp>
        </p:grpSp>
      </p:grpSp>
      <p:grpSp>
        <p:nvGrpSpPr>
          <p:cNvPr id="129" name="Group 128"/>
          <p:cNvGrpSpPr/>
          <p:nvPr/>
        </p:nvGrpSpPr>
        <p:grpSpPr>
          <a:xfrm>
            <a:off x="2468880" y="1942799"/>
            <a:ext cx="1737360" cy="2194561"/>
            <a:chOff x="2304288" y="2194559"/>
            <a:chExt cx="1737360" cy="2194561"/>
          </a:xfrm>
        </p:grpSpPr>
        <p:sp>
          <p:nvSpPr>
            <p:cNvPr id="130" name="Title 1"/>
            <p:cNvSpPr txBox="1">
              <a:spLocks/>
            </p:cNvSpPr>
            <p:nvPr/>
          </p:nvSpPr>
          <p:spPr>
            <a:xfrm>
              <a:off x="2304288"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FILES</a:t>
              </a:r>
            </a:p>
          </p:txBody>
        </p:sp>
        <p:grpSp>
          <p:nvGrpSpPr>
            <p:cNvPr id="131" name="Group 130"/>
            <p:cNvGrpSpPr/>
            <p:nvPr/>
          </p:nvGrpSpPr>
          <p:grpSpPr>
            <a:xfrm>
              <a:off x="2304288" y="2651760"/>
              <a:ext cx="1737360" cy="1737360"/>
              <a:chOff x="2304288" y="2651760"/>
              <a:chExt cx="1737360" cy="1737360"/>
            </a:xfrm>
          </p:grpSpPr>
          <p:grpSp>
            <p:nvGrpSpPr>
              <p:cNvPr id="132" name="Group 131"/>
              <p:cNvGrpSpPr/>
              <p:nvPr/>
            </p:nvGrpSpPr>
            <p:grpSpPr>
              <a:xfrm>
                <a:off x="2304288" y="3566160"/>
                <a:ext cx="822960" cy="822960"/>
                <a:chOff x="2537808" y="3638324"/>
                <a:chExt cx="822960" cy="822960"/>
              </a:xfrm>
            </p:grpSpPr>
            <p:sp>
              <p:nvSpPr>
                <p:cNvPr id="142"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3" name="Picture 6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133" name="Group 132"/>
              <p:cNvGrpSpPr/>
              <p:nvPr/>
            </p:nvGrpSpPr>
            <p:grpSpPr>
              <a:xfrm>
                <a:off x="3218688" y="3566160"/>
                <a:ext cx="822960" cy="822960"/>
                <a:chOff x="3410463" y="3638324"/>
                <a:chExt cx="822960" cy="822960"/>
              </a:xfrm>
            </p:grpSpPr>
            <p:sp>
              <p:nvSpPr>
                <p:cNvPr id="140"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1" name="Picture 7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nvGrpSpPr>
              <p:cNvPr id="134" name="Group 133"/>
              <p:cNvGrpSpPr/>
              <p:nvPr/>
            </p:nvGrpSpPr>
            <p:grpSpPr>
              <a:xfrm>
                <a:off x="3218688" y="2651760"/>
                <a:ext cx="822960" cy="822960"/>
                <a:chOff x="3410463" y="2759251"/>
                <a:chExt cx="822960" cy="822960"/>
              </a:xfrm>
            </p:grpSpPr>
            <p:sp>
              <p:nvSpPr>
                <p:cNvPr id="138"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39" name="Picture 7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135" name="Group 134"/>
              <p:cNvGrpSpPr/>
              <p:nvPr/>
            </p:nvGrpSpPr>
            <p:grpSpPr>
              <a:xfrm>
                <a:off x="2304288" y="2651760"/>
                <a:ext cx="822960" cy="822960"/>
                <a:chOff x="2510178" y="2759251"/>
                <a:chExt cx="822960" cy="822960"/>
              </a:xfrm>
            </p:grpSpPr>
            <p:sp>
              <p:nvSpPr>
                <p:cNvPr id="136"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37" name="Picture 13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144" name="Group 143"/>
          <p:cNvGrpSpPr/>
          <p:nvPr/>
        </p:nvGrpSpPr>
        <p:grpSpPr>
          <a:xfrm>
            <a:off x="274320" y="1942799"/>
            <a:ext cx="1737360" cy="2194561"/>
            <a:chOff x="274320" y="2194559"/>
            <a:chExt cx="1737360" cy="2194561"/>
          </a:xfrm>
        </p:grpSpPr>
        <p:sp>
          <p:nvSpPr>
            <p:cNvPr id="145"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46" name="Group 145"/>
            <p:cNvGrpSpPr/>
            <p:nvPr/>
          </p:nvGrpSpPr>
          <p:grpSpPr>
            <a:xfrm>
              <a:off x="274320" y="2651760"/>
              <a:ext cx="1737360" cy="1737360"/>
              <a:chOff x="274320" y="2792483"/>
              <a:chExt cx="1737360" cy="1737360"/>
            </a:xfrm>
          </p:grpSpPr>
          <p:sp>
            <p:nvSpPr>
              <p:cNvPr id="147" name="Oval 146"/>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48" name="Oval 147"/>
              <p:cNvSpPr>
                <a:spLocks noChangeAspect="1"/>
              </p:cNvSpPr>
              <p:nvPr/>
            </p:nvSpPr>
            <p:spPr>
              <a:xfrm>
                <a:off x="320040" y="2838203"/>
                <a:ext cx="1645920" cy="1645920"/>
              </a:xfrm>
              <a:prstGeom prst="ellipse">
                <a:avLst/>
              </a:prstGeom>
              <a:blipFill>
                <a:blip r:embed="rId10"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49" name="Group 148"/>
          <p:cNvGrpSpPr/>
          <p:nvPr/>
        </p:nvGrpSpPr>
        <p:grpSpPr>
          <a:xfrm>
            <a:off x="10424160" y="1942799"/>
            <a:ext cx="1737360" cy="2194561"/>
            <a:chOff x="10424160" y="2194559"/>
            <a:chExt cx="1737360" cy="2194561"/>
          </a:xfrm>
        </p:grpSpPr>
        <p:sp>
          <p:nvSpPr>
            <p:cNvPr id="150" name="Title 1"/>
            <p:cNvSpPr txBox="1">
              <a:spLocks/>
            </p:cNvSpPr>
            <p:nvPr/>
          </p:nvSpPr>
          <p:spPr>
            <a:xfrm>
              <a:off x="1042416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51" name="Group 150"/>
            <p:cNvGrpSpPr/>
            <p:nvPr/>
          </p:nvGrpSpPr>
          <p:grpSpPr>
            <a:xfrm>
              <a:off x="10424160" y="2651760"/>
              <a:ext cx="1737360" cy="1737360"/>
              <a:chOff x="10607040" y="2719914"/>
              <a:chExt cx="1737360" cy="1737360"/>
            </a:xfrm>
          </p:grpSpPr>
          <p:sp>
            <p:nvSpPr>
              <p:cNvPr id="152" name="Oval 151"/>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53" name="Picture 152"/>
              <p:cNvPicPr>
                <a:picLocks noChangeAspect="1"/>
              </p:cNvPicPr>
              <p:nvPr/>
            </p:nvPicPr>
            <p:blipFill rotWithShape="1">
              <a:blip r:embed="rId11">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grpSp>
        <p:nvGrpSpPr>
          <p:cNvPr id="154" name="Group 153"/>
          <p:cNvGrpSpPr/>
          <p:nvPr/>
        </p:nvGrpSpPr>
        <p:grpSpPr>
          <a:xfrm>
            <a:off x="8138160" y="1942799"/>
            <a:ext cx="1737360" cy="2194561"/>
            <a:chOff x="8394192" y="2194559"/>
            <a:chExt cx="1737360" cy="2194561"/>
          </a:xfrm>
        </p:grpSpPr>
        <p:sp>
          <p:nvSpPr>
            <p:cNvPr id="155" name="Title 1"/>
            <p:cNvSpPr txBox="1">
              <a:spLocks/>
            </p:cNvSpPr>
            <p:nvPr/>
          </p:nvSpPr>
          <p:spPr>
            <a:xfrm>
              <a:off x="8394192"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PEOPLE</a:t>
              </a:r>
            </a:p>
          </p:txBody>
        </p:sp>
        <p:grpSp>
          <p:nvGrpSpPr>
            <p:cNvPr id="156" name="Group 155"/>
            <p:cNvGrpSpPr/>
            <p:nvPr/>
          </p:nvGrpSpPr>
          <p:grpSpPr>
            <a:xfrm>
              <a:off x="8394192" y="2651760"/>
              <a:ext cx="1737360" cy="1737360"/>
              <a:chOff x="8595360" y="2651760"/>
              <a:chExt cx="1737360" cy="1737360"/>
            </a:xfrm>
          </p:grpSpPr>
          <p:grpSp>
            <p:nvGrpSpPr>
              <p:cNvPr id="157" name="Group 156"/>
              <p:cNvGrpSpPr/>
              <p:nvPr/>
            </p:nvGrpSpPr>
            <p:grpSpPr>
              <a:xfrm>
                <a:off x="9509760" y="3566160"/>
                <a:ext cx="822960" cy="822960"/>
                <a:chOff x="9296150" y="3766318"/>
                <a:chExt cx="822960" cy="822960"/>
              </a:xfrm>
            </p:grpSpPr>
            <p:sp>
              <p:nvSpPr>
                <p:cNvPr id="167" name="Oval 166"/>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8" name="Picture 167"/>
                <p:cNvPicPr>
                  <a:picLocks noChangeAspect="1"/>
                </p:cNvPicPr>
                <p:nvPr/>
              </p:nvPicPr>
              <p:blipFill rotWithShape="1">
                <a:blip r:embed="rId12">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158" name="Group 157"/>
              <p:cNvGrpSpPr/>
              <p:nvPr/>
            </p:nvGrpSpPr>
            <p:grpSpPr>
              <a:xfrm>
                <a:off x="8595360" y="3566160"/>
                <a:ext cx="822960" cy="822960"/>
                <a:chOff x="8216218" y="3766318"/>
                <a:chExt cx="822960" cy="822960"/>
              </a:xfrm>
            </p:grpSpPr>
            <p:sp>
              <p:nvSpPr>
                <p:cNvPr id="165" name="Oval 164"/>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66" name="Oval 165"/>
                <p:cNvSpPr>
                  <a:spLocks noChangeAspect="1"/>
                </p:cNvSpPr>
                <p:nvPr/>
              </p:nvSpPr>
              <p:spPr>
                <a:xfrm>
                  <a:off x="8261938" y="3812038"/>
                  <a:ext cx="731520" cy="731520"/>
                </a:xfrm>
                <a:prstGeom prst="ellipse">
                  <a:avLst/>
                </a:prstGeom>
                <a:blipFill>
                  <a:blip r:embed="rId13"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59" name="Group 158"/>
              <p:cNvGrpSpPr/>
              <p:nvPr/>
            </p:nvGrpSpPr>
            <p:grpSpPr>
              <a:xfrm>
                <a:off x="9509760" y="2651760"/>
                <a:ext cx="822960" cy="822960"/>
                <a:chOff x="9296150" y="2600178"/>
                <a:chExt cx="822960" cy="822960"/>
              </a:xfrm>
            </p:grpSpPr>
            <p:sp>
              <p:nvSpPr>
                <p:cNvPr id="163" name="Oval 162"/>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64" name="Oval 163"/>
                <p:cNvSpPr>
                  <a:spLocks noChangeAspect="1"/>
                </p:cNvSpPr>
                <p:nvPr/>
              </p:nvSpPr>
              <p:spPr>
                <a:xfrm>
                  <a:off x="9341870" y="2645898"/>
                  <a:ext cx="731520" cy="731520"/>
                </a:xfrm>
                <a:prstGeom prst="ellipse">
                  <a:avLst/>
                </a:prstGeom>
                <a:blipFill>
                  <a:blip r:embed="rId14"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60" name="Group 159"/>
              <p:cNvGrpSpPr/>
              <p:nvPr/>
            </p:nvGrpSpPr>
            <p:grpSpPr>
              <a:xfrm>
                <a:off x="8595360" y="2651760"/>
                <a:ext cx="822960" cy="822960"/>
                <a:chOff x="8216218" y="2600178"/>
                <a:chExt cx="822960" cy="822960"/>
              </a:xfrm>
            </p:grpSpPr>
            <p:sp>
              <p:nvSpPr>
                <p:cNvPr id="161" name="Oval 160"/>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62" name="Oval 161"/>
                <p:cNvSpPr>
                  <a:spLocks noChangeAspect="1"/>
                </p:cNvSpPr>
                <p:nvPr/>
              </p:nvSpPr>
              <p:spPr>
                <a:xfrm>
                  <a:off x="8261938" y="2645898"/>
                  <a:ext cx="731520" cy="731520"/>
                </a:xfrm>
                <a:prstGeom prst="ellipse">
                  <a:avLst/>
                </a:prstGeom>
                <a:blipFill>
                  <a:blip r:embed="rId15"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grpSp>
        <p:nvGrpSpPr>
          <p:cNvPr id="32" name="Group 31"/>
          <p:cNvGrpSpPr/>
          <p:nvPr/>
        </p:nvGrpSpPr>
        <p:grpSpPr>
          <a:xfrm>
            <a:off x="6126480" y="1942799"/>
            <a:ext cx="1737360" cy="2194561"/>
            <a:chOff x="6126480" y="1942799"/>
            <a:chExt cx="1737360" cy="2194561"/>
          </a:xfrm>
        </p:grpSpPr>
        <p:sp>
          <p:nvSpPr>
            <p:cNvPr id="170" name="Title 1"/>
            <p:cNvSpPr txBox="1">
              <a:spLocks/>
            </p:cNvSpPr>
            <p:nvPr/>
          </p:nvSpPr>
          <p:spPr>
            <a:xfrm>
              <a:off x="6126480" y="194279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EVENTS</a:t>
              </a:r>
            </a:p>
          </p:txBody>
        </p:sp>
        <p:grpSp>
          <p:nvGrpSpPr>
            <p:cNvPr id="14" name="Group 13"/>
            <p:cNvGrpSpPr/>
            <p:nvPr/>
          </p:nvGrpSpPr>
          <p:grpSpPr>
            <a:xfrm>
              <a:off x="6583680" y="2400000"/>
              <a:ext cx="822960" cy="1737360"/>
              <a:chOff x="6583680" y="2400000"/>
              <a:chExt cx="822960" cy="1737360"/>
            </a:xfrm>
          </p:grpSpPr>
          <p:grpSp>
            <p:nvGrpSpPr>
              <p:cNvPr id="172" name="Group 171"/>
              <p:cNvGrpSpPr/>
              <p:nvPr/>
            </p:nvGrpSpPr>
            <p:grpSpPr>
              <a:xfrm>
                <a:off x="6583680" y="2400000"/>
                <a:ext cx="822960" cy="822960"/>
                <a:chOff x="6583680" y="2400000"/>
                <a:chExt cx="822960" cy="822960"/>
              </a:xfrm>
            </p:grpSpPr>
            <p:sp>
              <p:nvSpPr>
                <p:cNvPr id="176" name="Oval 175"/>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77" name="Freeform 176"/>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10" name="Group 9"/>
              <p:cNvGrpSpPr>
                <a:grpSpLocks noChangeAspect="1"/>
              </p:cNvGrpSpPr>
              <p:nvPr/>
            </p:nvGrpSpPr>
            <p:grpSpPr>
              <a:xfrm>
                <a:off x="6583680" y="3314400"/>
                <a:ext cx="822960" cy="822960"/>
                <a:chOff x="8173641" y="4754880"/>
                <a:chExt cx="822960" cy="822960"/>
              </a:xfrm>
            </p:grpSpPr>
            <p:sp>
              <p:nvSpPr>
                <p:cNvPr id="178" name="Oval 177"/>
                <p:cNvSpPr/>
                <p:nvPr/>
              </p:nvSpPr>
              <p:spPr>
                <a:xfrm>
                  <a:off x="8173641" y="475488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3" name="Group 2"/>
                <p:cNvGrpSpPr>
                  <a:grpSpLocks noChangeAspect="1"/>
                </p:cNvGrpSpPr>
                <p:nvPr/>
              </p:nvGrpSpPr>
              <p:grpSpPr>
                <a:xfrm>
                  <a:off x="8429821" y="4948428"/>
                  <a:ext cx="310601" cy="411480"/>
                  <a:chOff x="8429821" y="4948428"/>
                  <a:chExt cx="310601" cy="411480"/>
                </a:xfrm>
              </p:grpSpPr>
              <p:sp>
                <p:nvSpPr>
                  <p:cNvPr id="179" name="Freeform 137"/>
                  <p:cNvSpPr>
                    <a:spLocks noChangeAspect="1" noEditPoints="1"/>
                  </p:cNvSpPr>
                  <p:nvPr/>
                </p:nvSpPr>
                <p:spPr bwMode="auto">
                  <a:xfrm>
                    <a:off x="8429821" y="4948428"/>
                    <a:ext cx="310601" cy="411480"/>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80" name="Freeform 179"/>
                  <p:cNvSpPr>
                    <a:spLocks/>
                  </p:cNvSpPr>
                  <p:nvPr/>
                </p:nvSpPr>
                <p:spPr bwMode="auto">
                  <a:xfrm>
                    <a:off x="8495345" y="5134157"/>
                    <a:ext cx="179553" cy="126863"/>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solidFill>
                    <a:srgbClr val="FF8C00"/>
                  </a:solid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sp>
        <p:nvSpPr>
          <p:cNvPr id="4" name="Footer Placeholder 3"/>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3800894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par>
                                <p:cTn id="8" presetID="42" presetClass="path" presetSubtype="0" decel="100000" fill="hold" nodeType="withEffect">
                                  <p:stCondLst>
                                    <p:cond delay="0"/>
                                  </p:stCondLst>
                                  <p:childTnLst>
                                    <p:animMotion origin="layout" path="M 2.92826E-6 -4.5892E-6 L 2.92826E-6 0.05243 " pathEditMode="relative" rAng="0" ptsTypes="AA">
                                      <p:cBhvr>
                                        <p:cTn id="9" dur="500" spd="-100000" fill="hold"/>
                                        <p:tgtEl>
                                          <p:spTgt spid="144"/>
                                        </p:tgtEl>
                                        <p:attrNameLst>
                                          <p:attrName>ppt_x</p:attrName>
                                          <p:attrName>ppt_y</p:attrName>
                                        </p:attrNameLst>
                                      </p:cBhvr>
                                      <p:rCtr x="0" y="2610"/>
                                    </p:animMotion>
                                  </p:childTnLst>
                                </p:cTn>
                              </p:par>
                              <p:par>
                                <p:cTn id="10" presetID="10" presetClass="entr" presetSubtype="0" fill="hold" nodeType="withEffect">
                                  <p:stCondLst>
                                    <p:cond delay="100"/>
                                  </p:stCondLst>
                                  <p:childTnLst>
                                    <p:set>
                                      <p:cBhvr>
                                        <p:cTn id="11" dur="1" fill="hold">
                                          <p:stCondLst>
                                            <p:cond delay="0"/>
                                          </p:stCondLst>
                                        </p:cTn>
                                        <p:tgtEl>
                                          <p:spTgt spid="129"/>
                                        </p:tgtEl>
                                        <p:attrNameLst>
                                          <p:attrName>style.visibility</p:attrName>
                                        </p:attrNameLst>
                                      </p:cBhvr>
                                      <p:to>
                                        <p:strVal val="visible"/>
                                      </p:to>
                                    </p:set>
                                    <p:animEffect transition="in" filter="fade">
                                      <p:cBhvr>
                                        <p:cTn id="12" dur="500"/>
                                        <p:tgtEl>
                                          <p:spTgt spid="129"/>
                                        </p:tgtEl>
                                      </p:cBhvr>
                                    </p:animEffect>
                                  </p:childTnLst>
                                </p:cTn>
                              </p:par>
                              <p:par>
                                <p:cTn id="13" presetID="42" presetClass="path" presetSubtype="0" decel="100000" fill="hold" nodeType="withEffect">
                                  <p:stCondLst>
                                    <p:cond delay="100"/>
                                  </p:stCondLst>
                                  <p:childTnLst>
                                    <p:animMotion origin="layout" path="M 2.41001E-6 -4.5892E-6 L 2.41001E-6 0.05243 " pathEditMode="relative" rAng="0" ptsTypes="AA">
                                      <p:cBhvr>
                                        <p:cTn id="14" dur="500" spd="-100000" fill="hold"/>
                                        <p:tgtEl>
                                          <p:spTgt spid="129"/>
                                        </p:tgtEl>
                                        <p:attrNameLst>
                                          <p:attrName>ppt_x</p:attrName>
                                          <p:attrName>ppt_y</p:attrName>
                                        </p:attrNameLst>
                                      </p:cBhvr>
                                      <p:rCtr x="0" y="2610"/>
                                    </p:animMotion>
                                  </p:childTnLst>
                                </p:cTn>
                              </p:par>
                              <p:par>
                                <p:cTn id="15" presetID="10" presetClass="entr" presetSubtype="0" fill="hold" nodeType="withEffect">
                                  <p:stCondLst>
                                    <p:cond delay="200"/>
                                  </p:stCondLst>
                                  <p:childTnLst>
                                    <p:set>
                                      <p:cBhvr>
                                        <p:cTn id="16" dur="1" fill="hold">
                                          <p:stCondLst>
                                            <p:cond delay="0"/>
                                          </p:stCondLst>
                                        </p:cTn>
                                        <p:tgtEl>
                                          <p:spTgt spid="120"/>
                                        </p:tgtEl>
                                        <p:attrNameLst>
                                          <p:attrName>style.visibility</p:attrName>
                                        </p:attrNameLst>
                                      </p:cBhvr>
                                      <p:to>
                                        <p:strVal val="visible"/>
                                      </p:to>
                                    </p:set>
                                    <p:animEffect transition="in" filter="fade">
                                      <p:cBhvr>
                                        <p:cTn id="17" dur="500"/>
                                        <p:tgtEl>
                                          <p:spTgt spid="120"/>
                                        </p:tgtEl>
                                      </p:cBhvr>
                                    </p:animEffect>
                                  </p:childTnLst>
                                </p:cTn>
                              </p:par>
                              <p:par>
                                <p:cTn id="18" presetID="42" presetClass="path" presetSubtype="0" decel="100000" fill="hold" nodeType="withEffect">
                                  <p:stCondLst>
                                    <p:cond delay="200"/>
                                  </p:stCondLst>
                                  <p:childTnLst>
                                    <p:animMotion origin="layout" path="M 1.49349E-6 -4.5892E-6 L 1.49349E-6 0.05243 " pathEditMode="relative" rAng="0" ptsTypes="AA">
                                      <p:cBhvr>
                                        <p:cTn id="19" dur="500" spd="-100000" fill="hold"/>
                                        <p:tgtEl>
                                          <p:spTgt spid="120"/>
                                        </p:tgtEl>
                                        <p:attrNameLst>
                                          <p:attrName>ppt_x</p:attrName>
                                          <p:attrName>ppt_y</p:attrName>
                                        </p:attrNameLst>
                                      </p:cBhvr>
                                      <p:rCtr x="0" y="2610"/>
                                    </p:animMotion>
                                  </p:childTnLst>
                                </p:cTn>
                              </p:par>
                              <p:par>
                                <p:cTn id="20" presetID="10" presetClass="entr" presetSubtype="0" fill="hold" nodeType="withEffect">
                                  <p:stCondLst>
                                    <p:cond delay="30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42" presetClass="path" presetSubtype="0" decel="100000" fill="hold" nodeType="withEffect">
                                  <p:stCondLst>
                                    <p:cond delay="300"/>
                                  </p:stCondLst>
                                  <p:childTnLst>
                                    <p:animMotion origin="layout" path="M -2.19556E-7 -4.5892E-6 L -2.19556E-7 0.05243 " pathEditMode="relative" rAng="0" ptsTypes="AA">
                                      <p:cBhvr>
                                        <p:cTn id="24" dur="500" spd="-100000" fill="hold"/>
                                        <p:tgtEl>
                                          <p:spTgt spid="32"/>
                                        </p:tgtEl>
                                        <p:attrNameLst>
                                          <p:attrName>ppt_x</p:attrName>
                                          <p:attrName>ppt_y</p:attrName>
                                        </p:attrNameLst>
                                      </p:cBhvr>
                                      <p:rCtr x="0" y="2610"/>
                                    </p:animMotion>
                                  </p:childTnLst>
                                </p:cTn>
                              </p:par>
                              <p:par>
                                <p:cTn id="25" presetID="10" presetClass="entr" presetSubtype="0" fill="hold" nodeType="withEffect">
                                  <p:stCondLst>
                                    <p:cond delay="400"/>
                                  </p:stCondLst>
                                  <p:childTnLst>
                                    <p:set>
                                      <p:cBhvr>
                                        <p:cTn id="26" dur="1" fill="hold">
                                          <p:stCondLst>
                                            <p:cond delay="0"/>
                                          </p:stCondLst>
                                        </p:cTn>
                                        <p:tgtEl>
                                          <p:spTgt spid="154"/>
                                        </p:tgtEl>
                                        <p:attrNameLst>
                                          <p:attrName>style.visibility</p:attrName>
                                        </p:attrNameLst>
                                      </p:cBhvr>
                                      <p:to>
                                        <p:strVal val="visible"/>
                                      </p:to>
                                    </p:set>
                                    <p:animEffect transition="in" filter="fade">
                                      <p:cBhvr>
                                        <p:cTn id="27" dur="500"/>
                                        <p:tgtEl>
                                          <p:spTgt spid="154"/>
                                        </p:tgtEl>
                                      </p:cBhvr>
                                    </p:animEffect>
                                  </p:childTnLst>
                                </p:cTn>
                              </p:par>
                              <p:par>
                                <p:cTn id="28" presetID="42" presetClass="path" presetSubtype="0" decel="100000" fill="hold" nodeType="withEffect">
                                  <p:stCondLst>
                                    <p:cond delay="400"/>
                                  </p:stCondLst>
                                  <p:childTnLst>
                                    <p:animMotion origin="layout" path="M -1.13607E-6 -4.5892E-6 L -1.13607E-6 0.05243 " pathEditMode="relative" rAng="0" ptsTypes="AA">
                                      <p:cBhvr>
                                        <p:cTn id="29" dur="500" spd="-100000" fill="hold"/>
                                        <p:tgtEl>
                                          <p:spTgt spid="154"/>
                                        </p:tgtEl>
                                        <p:attrNameLst>
                                          <p:attrName>ppt_x</p:attrName>
                                          <p:attrName>ppt_y</p:attrName>
                                        </p:attrNameLst>
                                      </p:cBhvr>
                                      <p:rCtr x="0" y="2610"/>
                                    </p:animMotion>
                                  </p:childTnLst>
                                </p:cTn>
                              </p:par>
                              <p:par>
                                <p:cTn id="30" presetID="10" presetClass="entr" presetSubtype="0" fill="hold" nodeType="withEffect">
                                  <p:stCondLst>
                                    <p:cond delay="500"/>
                                  </p:stCondLst>
                                  <p:childTnLst>
                                    <p:set>
                                      <p:cBhvr>
                                        <p:cTn id="31" dur="1" fill="hold">
                                          <p:stCondLst>
                                            <p:cond delay="0"/>
                                          </p:stCondLst>
                                        </p:cTn>
                                        <p:tgtEl>
                                          <p:spTgt spid="149"/>
                                        </p:tgtEl>
                                        <p:attrNameLst>
                                          <p:attrName>style.visibility</p:attrName>
                                        </p:attrNameLst>
                                      </p:cBhvr>
                                      <p:to>
                                        <p:strVal val="visible"/>
                                      </p:to>
                                    </p:set>
                                    <p:animEffect transition="in" filter="fade">
                                      <p:cBhvr>
                                        <p:cTn id="32" dur="500"/>
                                        <p:tgtEl>
                                          <p:spTgt spid="149"/>
                                        </p:tgtEl>
                                      </p:cBhvr>
                                    </p:animEffect>
                                  </p:childTnLst>
                                </p:cTn>
                              </p:par>
                              <p:par>
                                <p:cTn id="33" presetID="42" presetClass="path" presetSubtype="0" decel="100000" fill="hold" nodeType="withEffect">
                                  <p:stCondLst>
                                    <p:cond delay="500"/>
                                  </p:stCondLst>
                                  <p:childTnLst>
                                    <p:animMotion origin="layout" path="M 4.72045E-6 -4.5892E-6 L 4.72045E-6 0.05243 " pathEditMode="relative" rAng="0" ptsTypes="AA">
                                      <p:cBhvr>
                                        <p:cTn id="34" dur="500" spd="-100000" fill="hold"/>
                                        <p:tgtEl>
                                          <p:spTgt spid="149"/>
                                        </p:tgtEl>
                                        <p:attrNameLst>
                                          <p:attrName>ppt_x</p:attrName>
                                          <p:attrName>ppt_y</p:attrName>
                                        </p:attrNameLst>
                                      </p:cBhvr>
                                      <p:rCtr x="0" y="2610"/>
                                    </p:animMotion>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129"/>
                                        </p:tgtEl>
                                      </p:cBhvr>
                                    </p:animEffect>
                                    <p:set>
                                      <p:cBhvr>
                                        <p:cTn id="39" dur="1" fill="hold">
                                          <p:stCondLst>
                                            <p:cond delay="499"/>
                                          </p:stCondLst>
                                        </p:cTn>
                                        <p:tgtEl>
                                          <p:spTgt spid="129"/>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500"/>
                                        <p:tgtEl>
                                          <p:spTgt spid="120"/>
                                        </p:tgtEl>
                                      </p:cBhvr>
                                    </p:animEffect>
                                    <p:set>
                                      <p:cBhvr>
                                        <p:cTn id="42" dur="1" fill="hold">
                                          <p:stCondLst>
                                            <p:cond delay="499"/>
                                          </p:stCondLst>
                                        </p:cTn>
                                        <p:tgtEl>
                                          <p:spTgt spid="120"/>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149"/>
                                        </p:tgtEl>
                                      </p:cBhvr>
                                    </p:animEffect>
                                    <p:set>
                                      <p:cBhvr>
                                        <p:cTn id="45" dur="1" fill="hold">
                                          <p:stCondLst>
                                            <p:cond delay="499"/>
                                          </p:stCondLst>
                                        </p:cTn>
                                        <p:tgtEl>
                                          <p:spTgt spid="149"/>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154"/>
                                        </p:tgtEl>
                                      </p:cBhvr>
                                    </p:animEffect>
                                    <p:set>
                                      <p:cBhvr>
                                        <p:cTn id="48" dur="1" fill="hold">
                                          <p:stCondLst>
                                            <p:cond delay="499"/>
                                          </p:stCondLst>
                                        </p:cTn>
                                        <p:tgtEl>
                                          <p:spTgt spid="154"/>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32"/>
                                        </p:tgtEl>
                                      </p:cBhvr>
                                    </p:animEffect>
                                    <p:set>
                                      <p:cBhvr>
                                        <p:cTn id="51"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0" y="0"/>
            <a:ext cx="5303520" cy="6994525"/>
          </a:xfrm>
          <a:prstGeom prst="rect">
            <a:avLst/>
          </a:prstGeom>
          <a:solidFill>
            <a:schemeClr val="accent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5" name="Group 4"/>
          <p:cNvGrpSpPr/>
          <p:nvPr/>
        </p:nvGrpSpPr>
        <p:grpSpPr>
          <a:xfrm>
            <a:off x="0" y="6240432"/>
            <a:ext cx="5303520" cy="754093"/>
            <a:chOff x="0" y="6240432"/>
            <a:chExt cx="5303520" cy="754093"/>
          </a:xfrm>
        </p:grpSpPr>
        <p:sp>
          <p:nvSpPr>
            <p:cNvPr id="8" name="Rectangle 7"/>
            <p:cNvSpPr/>
            <p:nvPr/>
          </p:nvSpPr>
          <p:spPr bwMode="auto">
            <a:xfrm>
              <a:off x="0" y="6240432"/>
              <a:ext cx="5303520" cy="754093"/>
            </a:xfrm>
            <a:prstGeom prst="rect">
              <a:avLst/>
            </a:prstGeom>
            <a:solidFill>
              <a:srgbClr val="FFFFFF">
                <a:alpha val="80000"/>
              </a:srgb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 name="Freeform 8"/>
            <p:cNvSpPr>
              <a:spLocks noChangeAspect="1" noEditPoints="1"/>
            </p:cNvSpPr>
            <p:nvPr/>
          </p:nvSpPr>
          <p:spPr bwMode="black">
            <a:xfrm>
              <a:off x="436563" y="6474368"/>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sp>
        <p:nvSpPr>
          <p:cNvPr id="11" name="Content Placeholder 4"/>
          <p:cNvSpPr txBox="1">
            <a:spLocks/>
          </p:cNvSpPr>
          <p:nvPr/>
        </p:nvSpPr>
        <p:spPr>
          <a:xfrm>
            <a:off x="5577840" y="479425"/>
            <a:ext cx="6583680" cy="6218238"/>
          </a:xfrm>
          <a:prstGeom prst="rect">
            <a:avLst/>
          </a:prstGeom>
        </p:spPr>
        <p:txBody>
          <a:bodyPr vert="horz" wrap="square" lIns="149217" tIns="93260" rIns="149217" bIns="93260" rtlCol="0" anchor="ctr" anchorCtr="0">
            <a:noAutofit/>
          </a:bodyPr>
          <a:lstStyle>
            <a:defPPr>
              <a:defRPr lang="en-US"/>
            </a:defPPr>
            <a:lvl1pPr marR="0" indent="0" fontAlgn="auto">
              <a:lnSpc>
                <a:spcPct val="90000"/>
              </a:lnSpc>
              <a:spcBef>
                <a:spcPts val="1800"/>
              </a:spcBef>
              <a:spcAft>
                <a:spcPts val="0"/>
              </a:spcAft>
              <a:buClrTx/>
              <a:buSzPct val="90000"/>
              <a:buFont typeface="Arial" pitchFamily="34" charset="0"/>
              <a:buNone/>
              <a:tabLst/>
              <a:defRPr sz="2800" spc="0" baseline="0">
                <a:gradFill>
                  <a:gsLst>
                    <a:gs pos="92515">
                      <a:srgbClr val="262626"/>
                    </a:gs>
                    <a:gs pos="75000">
                      <a:srgbClr val="262626"/>
                    </a:gs>
                  </a:gsLst>
                  <a:lin ang="5400000" scaled="0"/>
                </a:gradFill>
              </a:defRPr>
            </a:lvl1pPr>
            <a:lvl2pPr marL="584200" marR="0" indent="-241300" fontAlgn="auto">
              <a:lnSpc>
                <a:spcPct val="90000"/>
              </a:lnSpc>
              <a:spcBef>
                <a:spcPct val="20000"/>
              </a:spcBef>
              <a:spcAft>
                <a:spcPts val="0"/>
              </a:spcAft>
              <a:buClrTx/>
              <a:buSzPct val="90000"/>
              <a:buFont typeface="Arial" pitchFamily="34" charset="0"/>
              <a:buChar char="•"/>
              <a:tabLst/>
              <a:defRPr sz="2400" spc="0" baseline="0">
                <a:gradFill>
                  <a:gsLst>
                    <a:gs pos="92515">
                      <a:srgbClr val="262626"/>
                    </a:gs>
                    <a:gs pos="75000">
                      <a:srgbClr val="262626"/>
                    </a:gs>
                  </a:gsLst>
                  <a:lin ang="5400000" scaled="0"/>
                </a:gradFill>
              </a:defRPr>
            </a:lvl2pPr>
            <a:lvl3pPr marL="800100" marR="0" indent="-228600" fontAlgn="auto">
              <a:lnSpc>
                <a:spcPct val="90000"/>
              </a:lnSpc>
              <a:spcBef>
                <a:spcPct val="20000"/>
              </a:spcBef>
              <a:spcAft>
                <a:spcPts val="0"/>
              </a:spcAft>
              <a:buClrTx/>
              <a:buSzPct val="90000"/>
              <a:buFont typeface="Arial" pitchFamily="34" charset="0"/>
              <a:buChar char="•"/>
              <a:tabLst/>
              <a:defRPr sz="2000" spc="0" baseline="0">
                <a:gradFill>
                  <a:gsLst>
                    <a:gs pos="92515">
                      <a:srgbClr val="262626"/>
                    </a:gs>
                    <a:gs pos="75000">
                      <a:srgbClr val="262626"/>
                    </a:gs>
                  </a:gsLst>
                  <a:lin ang="5400000" scaled="0"/>
                </a:gradFill>
              </a:defRPr>
            </a:lvl3pPr>
            <a:lvl4pPr marL="1028700" marR="0" indent="-228600" fontAlgn="auto">
              <a:lnSpc>
                <a:spcPct val="90000"/>
              </a:lnSpc>
              <a:spcBef>
                <a:spcPct val="20000"/>
              </a:spcBef>
              <a:spcAft>
                <a:spcPts val="0"/>
              </a:spcAft>
              <a:buClrTx/>
              <a:buSzPct val="90000"/>
              <a:buFont typeface="Arial" pitchFamily="34" charset="0"/>
              <a:buChar char="•"/>
              <a:tabLst/>
              <a:defRPr spc="0" baseline="0">
                <a:gradFill>
                  <a:gsLst>
                    <a:gs pos="92515">
                      <a:srgbClr val="262626"/>
                    </a:gs>
                    <a:gs pos="75000">
                      <a:srgbClr val="262626"/>
                    </a:gs>
                  </a:gsLst>
                  <a:lin ang="5400000" scaled="0"/>
                </a:gradFill>
              </a:defRPr>
            </a:lvl4pPr>
            <a:lvl5pPr marL="1257300" marR="0" indent="-228600" fontAlgn="auto">
              <a:lnSpc>
                <a:spcPct val="90000"/>
              </a:lnSpc>
              <a:spcBef>
                <a:spcPct val="20000"/>
              </a:spcBef>
              <a:spcAft>
                <a:spcPts val="0"/>
              </a:spcAft>
              <a:buClrTx/>
              <a:buSzPct val="90000"/>
              <a:buFont typeface="Arial" pitchFamily="34" charset="0"/>
              <a:buChar char="•"/>
              <a:tabLst/>
              <a:defRPr spc="0" baseline="0">
                <a:gradFill>
                  <a:gsLst>
                    <a:gs pos="92515">
                      <a:srgbClr val="262626"/>
                    </a:gs>
                    <a:gs pos="75000">
                      <a:srgbClr val="262626"/>
                    </a:gs>
                  </a:gsLst>
                  <a:lin ang="5400000" scaled="0"/>
                </a:gradFill>
              </a:defRPr>
            </a:lvl5pPr>
            <a:lvl6pPr marL="2565040" indent="-233186">
              <a:spcBef>
                <a:spcPct val="20000"/>
              </a:spcBef>
              <a:buFont typeface="Arial" pitchFamily="34" charset="0"/>
              <a:buChar char="•"/>
              <a:defRPr sz="2000"/>
            </a:lvl6pPr>
            <a:lvl7pPr marL="3031412" indent="-233186">
              <a:spcBef>
                <a:spcPct val="20000"/>
              </a:spcBef>
              <a:buFont typeface="Arial" pitchFamily="34" charset="0"/>
              <a:buChar char="•"/>
              <a:defRPr sz="2000"/>
            </a:lvl7pPr>
            <a:lvl8pPr marL="3497783" indent="-233186">
              <a:spcBef>
                <a:spcPct val="20000"/>
              </a:spcBef>
              <a:buFont typeface="Arial" pitchFamily="34" charset="0"/>
              <a:buChar char="•"/>
              <a:defRPr sz="2000"/>
            </a:lvl8pPr>
            <a:lvl9pPr marL="3964155" indent="-233186">
              <a:spcBef>
                <a:spcPct val="20000"/>
              </a:spcBef>
              <a:buFont typeface="Arial" pitchFamily="34" charset="0"/>
              <a:buChar char="•"/>
              <a:defRPr sz="2000"/>
            </a:lvl9pPr>
          </a:lstStyle>
          <a:p>
            <a:r>
              <a:rPr lang="en-US" dirty="0"/>
              <a:t>Single well-known endpoint</a:t>
            </a:r>
          </a:p>
          <a:p>
            <a:r>
              <a:rPr lang="en-US" dirty="0"/>
              <a:t>Single well-known resource</a:t>
            </a:r>
          </a:p>
          <a:p>
            <a:r>
              <a:rPr lang="en-US" dirty="0"/>
              <a:t>Only one OAuth access token needed</a:t>
            </a:r>
          </a:p>
          <a:p>
            <a:r>
              <a:rPr lang="en-US" dirty="0"/>
              <a:t>Navigate across workloads and relationships logically</a:t>
            </a:r>
          </a:p>
        </p:txBody>
      </p:sp>
      <p:sp>
        <p:nvSpPr>
          <p:cNvPr id="14" name="AutoShape 3"/>
          <p:cNvSpPr>
            <a:spLocks noChangeAspect="1" noChangeArrowheads="1" noTextEdit="1"/>
          </p:cNvSpPr>
          <p:nvPr/>
        </p:nvSpPr>
        <p:spPr bwMode="auto">
          <a:xfrm>
            <a:off x="231775" y="2125663"/>
            <a:ext cx="957263" cy="187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Title 9"/>
          <p:cNvSpPr txBox="1">
            <a:spLocks/>
          </p:cNvSpPr>
          <p:nvPr/>
        </p:nvSpPr>
        <p:spPr>
          <a:xfrm>
            <a:off x="274320" y="2125677"/>
            <a:ext cx="4754563" cy="1828800"/>
          </a:xfrm>
          <a:prstGeom prst="rect">
            <a:avLst/>
          </a:prstGeom>
          <a:noFill/>
          <a:ln w="10795" cap="flat" cmpd="sng" algn="ctr">
            <a:noFill/>
            <a:prstDash val="solid"/>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noAutofit/>
          </a:bodyPr>
          <a:lstStyle>
            <a:lvl1pPr algn="l" defTabSz="932742" rtl="0" eaLnBrk="1" latinLnBrk="0" hangingPunct="1">
              <a:lnSpc>
                <a:spcPct val="90000"/>
              </a:lnSpc>
              <a:spcBef>
                <a:spcPct val="0"/>
              </a:spcBef>
              <a:buNone/>
              <a:defRPr lang="en-US" sz="4800" b="0" kern="1200" cap="none" spc="-102"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spcAft>
                <a:spcPct val="0"/>
              </a:spcAft>
            </a:pPr>
            <a:r>
              <a:rPr lang="en-US" sz="4400" dirty="0" smtClean="0">
                <a:gradFill>
                  <a:gsLst>
                    <a:gs pos="7258">
                      <a:schemeClr val="bg1"/>
                    </a:gs>
                    <a:gs pos="29000">
                      <a:schemeClr val="bg1"/>
                    </a:gs>
                  </a:gsLst>
                  <a:lin ang="5400000" scaled="0"/>
                </a:gradFill>
                <a:latin typeface="+mj-lt"/>
                <a:cs typeface="Segoe UI" pitchFamily="34" charset="0"/>
              </a:rPr>
              <a:t>Benefits to Microsoft Graph API</a:t>
            </a:r>
            <a:endParaRPr lang="en-US" sz="4400" dirty="0">
              <a:gradFill>
                <a:gsLst>
                  <a:gs pos="7258">
                    <a:schemeClr val="bg1"/>
                  </a:gs>
                  <a:gs pos="29000">
                    <a:schemeClr val="bg1"/>
                  </a:gs>
                </a:gsLst>
                <a:lin ang="5400000" scaled="0"/>
              </a:gradFill>
              <a:latin typeface="+mj-lt"/>
              <a:cs typeface="Segoe UI" pitchFamily="34" charset="0"/>
            </a:endParaRPr>
          </a:p>
        </p:txBody>
      </p:sp>
      <p:sp>
        <p:nvSpPr>
          <p:cNvPr id="3" name="Footer Placeholder 2"/>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2660351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0" y="0"/>
            <a:ext cx="5303520" cy="6994525"/>
          </a:xfrm>
          <a:prstGeom prst="rect">
            <a:avLst/>
          </a:prstGeom>
          <a:solidFill>
            <a:schemeClr val="accent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8" name="Group 7"/>
          <p:cNvGrpSpPr/>
          <p:nvPr/>
        </p:nvGrpSpPr>
        <p:grpSpPr>
          <a:xfrm>
            <a:off x="0" y="6240432"/>
            <a:ext cx="5303520" cy="754093"/>
            <a:chOff x="0" y="6240432"/>
            <a:chExt cx="5303520" cy="754093"/>
          </a:xfrm>
        </p:grpSpPr>
        <p:sp>
          <p:nvSpPr>
            <p:cNvPr id="9" name="Rectangle 8"/>
            <p:cNvSpPr/>
            <p:nvPr/>
          </p:nvSpPr>
          <p:spPr bwMode="auto">
            <a:xfrm>
              <a:off x="0" y="6240432"/>
              <a:ext cx="5303520" cy="754093"/>
            </a:xfrm>
            <a:prstGeom prst="rect">
              <a:avLst/>
            </a:prstGeom>
            <a:solidFill>
              <a:srgbClr val="FFFFFF">
                <a:alpha val="80000"/>
              </a:srgb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0" name="Freeform 9"/>
            <p:cNvSpPr>
              <a:spLocks noChangeAspect="1" noEditPoints="1"/>
            </p:cNvSpPr>
            <p:nvPr/>
          </p:nvSpPr>
          <p:spPr bwMode="black">
            <a:xfrm>
              <a:off x="436563" y="6474368"/>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sp>
        <p:nvSpPr>
          <p:cNvPr id="11" name="Content Placeholder 4"/>
          <p:cNvSpPr txBox="1">
            <a:spLocks/>
          </p:cNvSpPr>
          <p:nvPr/>
        </p:nvSpPr>
        <p:spPr>
          <a:xfrm>
            <a:off x="5577840" y="479425"/>
            <a:ext cx="6583680" cy="6218238"/>
          </a:xfrm>
          <a:prstGeom prst="rect">
            <a:avLst/>
          </a:prstGeom>
        </p:spPr>
        <p:txBody>
          <a:bodyPr vert="horz" wrap="square" lIns="149217" tIns="93260" rIns="149217" bIns="93260" rtlCol="0" anchor="ctr" anchorCtr="0">
            <a:no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92515">
                      <a:srgbClr val="262626"/>
                    </a:gs>
                    <a:gs pos="75000">
                      <a:srgbClr val="262626"/>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92515">
                      <a:srgbClr val="262626"/>
                    </a:gs>
                    <a:gs pos="75000">
                      <a:srgbClr val="262626"/>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92515">
                      <a:srgbClr val="262626"/>
                    </a:gs>
                    <a:gs pos="75000">
                      <a:srgbClr val="262626"/>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92515">
                      <a:srgbClr val="262626"/>
                    </a:gs>
                    <a:gs pos="75000">
                      <a:srgbClr val="262626"/>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800"/>
              </a:spcBef>
              <a:buNone/>
            </a:pPr>
            <a:r>
              <a:rPr lang="en-US" sz="2800" dirty="0">
                <a:latin typeface="+mn-lt"/>
              </a:rPr>
              <a:t>Functionality will </a:t>
            </a:r>
            <a:r>
              <a:rPr lang="en-US" sz="2800" dirty="0" smtClean="0">
                <a:latin typeface="+mn-lt"/>
              </a:rPr>
              <a:t>likely show up </a:t>
            </a:r>
            <a:r>
              <a:rPr lang="en-US" sz="2800" dirty="0">
                <a:latin typeface="+mn-lt"/>
              </a:rPr>
              <a:t>first </a:t>
            </a:r>
            <a:r>
              <a:rPr lang="en-US" sz="2800" dirty="0" smtClean="0">
                <a:latin typeface="+mn-lt"/>
              </a:rPr>
              <a:t>in service-specific endpoints</a:t>
            </a:r>
            <a:endParaRPr lang="en-US" sz="2800" dirty="0">
              <a:latin typeface="+mn-lt"/>
            </a:endParaRPr>
          </a:p>
          <a:p>
            <a:pPr marL="0" indent="0">
              <a:spcBef>
                <a:spcPts val="1800"/>
              </a:spcBef>
              <a:buNone/>
            </a:pPr>
            <a:r>
              <a:rPr lang="en-US" sz="2800" dirty="0">
                <a:latin typeface="+mn-lt"/>
              </a:rPr>
              <a:t>Desire to have all </a:t>
            </a:r>
            <a:r>
              <a:rPr lang="en-US" sz="2800" dirty="0" smtClean="0">
                <a:latin typeface="+mn-lt"/>
              </a:rPr>
              <a:t>service-specific </a:t>
            </a:r>
            <a:r>
              <a:rPr lang="en-US" sz="2800" dirty="0">
                <a:latin typeface="+mn-lt"/>
              </a:rPr>
              <a:t>functionality in Microsoft Graph API</a:t>
            </a:r>
          </a:p>
          <a:p>
            <a:pPr marL="0" indent="0">
              <a:spcBef>
                <a:spcPts val="1800"/>
              </a:spcBef>
              <a:buNone/>
            </a:pPr>
            <a:r>
              <a:rPr lang="en-US" sz="2800" dirty="0">
                <a:latin typeface="+mn-lt"/>
              </a:rPr>
              <a:t>Service-specific APIs will continue to require </a:t>
            </a:r>
            <a:r>
              <a:rPr lang="en-US" sz="2800" dirty="0" smtClean="0">
                <a:latin typeface="+mn-lt"/>
              </a:rPr>
              <a:t>resource-specific </a:t>
            </a:r>
            <a:r>
              <a:rPr lang="en-US" sz="2800" dirty="0">
                <a:latin typeface="+mn-lt"/>
              </a:rPr>
              <a:t>access tokens</a:t>
            </a:r>
          </a:p>
        </p:txBody>
      </p:sp>
      <p:sp>
        <p:nvSpPr>
          <p:cNvPr id="14" name="AutoShape 3"/>
          <p:cNvSpPr>
            <a:spLocks noChangeAspect="1" noChangeArrowheads="1" noTextEdit="1"/>
          </p:cNvSpPr>
          <p:nvPr/>
        </p:nvSpPr>
        <p:spPr bwMode="auto">
          <a:xfrm>
            <a:off x="231775" y="2125663"/>
            <a:ext cx="957263" cy="187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Title 9"/>
          <p:cNvSpPr txBox="1">
            <a:spLocks/>
          </p:cNvSpPr>
          <p:nvPr/>
        </p:nvSpPr>
        <p:spPr>
          <a:xfrm>
            <a:off x="274320" y="2125677"/>
            <a:ext cx="4754563" cy="1828800"/>
          </a:xfrm>
          <a:prstGeom prst="rect">
            <a:avLst/>
          </a:prstGeom>
          <a:solidFill>
            <a:schemeClr val="accent6"/>
          </a:solidFill>
          <a:ln w="10795" cap="flat" cmpd="sng" algn="ctr">
            <a:noFill/>
            <a:prstDash val="solid"/>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noAutofit/>
          </a:bodyPr>
          <a:lstStyle>
            <a:lvl1pPr algn="l" defTabSz="932742" rtl="0" eaLnBrk="1" latinLnBrk="0" hangingPunct="1">
              <a:lnSpc>
                <a:spcPct val="90000"/>
              </a:lnSpc>
              <a:spcBef>
                <a:spcPct val="0"/>
              </a:spcBef>
              <a:buNone/>
              <a:defRPr lang="en-US" sz="4800" b="0" kern="1200" cap="none" spc="-102"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spcAft>
                <a:spcPct val="0"/>
              </a:spcAft>
            </a:pPr>
            <a:r>
              <a:rPr lang="fr-FR" sz="4400" dirty="0" smtClean="0">
                <a:gradFill>
                  <a:gsLst>
                    <a:gs pos="7258">
                      <a:schemeClr val="bg1"/>
                    </a:gs>
                    <a:gs pos="29000">
                      <a:schemeClr val="bg1"/>
                    </a:gs>
                  </a:gsLst>
                  <a:lin ang="5400000" scaled="0"/>
                </a:gradFill>
                <a:latin typeface="+mj-lt"/>
                <a:cs typeface="Segoe UI" pitchFamily="34" charset="0"/>
              </a:rPr>
              <a:t>Microsoft Graph API versus Service APIs</a:t>
            </a:r>
            <a:endParaRPr lang="fr-FR" sz="4400" dirty="0">
              <a:gradFill>
                <a:gsLst>
                  <a:gs pos="7258">
                    <a:schemeClr val="bg1"/>
                  </a:gs>
                  <a:gs pos="29000">
                    <a:schemeClr val="bg1"/>
                  </a:gs>
                </a:gsLst>
                <a:lin ang="5400000" scaled="0"/>
              </a:gradFill>
              <a:latin typeface="+mj-lt"/>
              <a:cs typeface="Segoe UI" pitchFamily="34" charset="0"/>
            </a:endParaRPr>
          </a:p>
        </p:txBody>
      </p:sp>
      <p:sp>
        <p:nvSpPr>
          <p:cNvPr id="3" name="Footer Placeholder 2"/>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3049598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5407572" y="3234166"/>
            <a:ext cx="1595220" cy="470725"/>
          </a:xfrm>
          <a:prstGeom prst="rect">
            <a:avLst/>
          </a:prstGeom>
        </p:spPr>
        <p:txBody>
          <a:bodyPr wrap="none">
            <a:spAutoFit/>
          </a:bodyPr>
          <a:lstStyle/>
          <a:p>
            <a:pPr>
              <a:defRPr/>
            </a:pPr>
            <a:r>
              <a:rPr lang="en-US" sz="2399" dirty="0" err="1">
                <a:gradFill>
                  <a:gsLst>
                    <a:gs pos="0">
                      <a:srgbClr val="404040"/>
                    </a:gs>
                    <a:gs pos="55000">
                      <a:srgbClr val="404040"/>
                    </a:gs>
                  </a:gsLst>
                  <a:lin ang="5400000" scaled="0"/>
                </a:gradFill>
              </a:rPr>
              <a:t>userPhoto</a:t>
            </a:r>
            <a:endParaRPr lang="en-US" sz="2399" dirty="0">
              <a:gradFill>
                <a:gsLst>
                  <a:gs pos="0">
                    <a:srgbClr val="404040"/>
                  </a:gs>
                  <a:gs pos="55000">
                    <a:srgbClr val="404040"/>
                  </a:gs>
                </a:gsLst>
                <a:lin ang="5400000" scaled="0"/>
              </a:gradFill>
            </a:endParaRPr>
          </a:p>
        </p:txBody>
      </p:sp>
      <p:sp>
        <p:nvSpPr>
          <p:cNvPr id="6" name="Title 5"/>
          <p:cNvSpPr>
            <a:spLocks noGrp="1"/>
          </p:cNvSpPr>
          <p:nvPr>
            <p:ph type="title"/>
          </p:nvPr>
        </p:nvSpPr>
        <p:spPr/>
        <p:txBody>
          <a:bodyPr/>
          <a:lstStyle/>
          <a:p>
            <a:r>
              <a:rPr lang="en-US" dirty="0" smtClean="0">
                <a:gradFill>
                  <a:gsLst>
                    <a:gs pos="0">
                      <a:schemeClr val="tx1"/>
                    </a:gs>
                    <a:gs pos="55000">
                      <a:schemeClr val="tx1"/>
                    </a:gs>
                  </a:gsLst>
                  <a:lin ang="5400000" scaled="0"/>
                </a:gradFill>
              </a:rPr>
              <a:t>/me</a:t>
            </a:r>
            <a:endParaRPr lang="en-US" dirty="0">
              <a:gradFill>
                <a:gsLst>
                  <a:gs pos="0">
                    <a:schemeClr val="tx1"/>
                  </a:gs>
                  <a:gs pos="55000">
                    <a:schemeClr val="tx1"/>
                  </a:gs>
                </a:gsLst>
                <a:lin ang="5400000" scaled="0"/>
              </a:gradFill>
            </a:endParaRPr>
          </a:p>
        </p:txBody>
      </p:sp>
      <p:sp>
        <p:nvSpPr>
          <p:cNvPr id="10" name="Rectangle 9"/>
          <p:cNvSpPr/>
          <p:nvPr/>
        </p:nvSpPr>
        <p:spPr>
          <a:xfrm>
            <a:off x="5277637" y="3262861"/>
            <a:ext cx="1828065" cy="470725"/>
          </a:xfrm>
          <a:prstGeom prst="rect">
            <a:avLst/>
          </a:prstGeom>
        </p:spPr>
        <p:txBody>
          <a:bodyPr wrap="square">
            <a:spAutoFit/>
          </a:bodyPr>
          <a:lstStyle/>
          <a:p>
            <a:pPr>
              <a:defRPr/>
            </a:pPr>
            <a:r>
              <a:rPr lang="en-US" sz="2399" dirty="0">
                <a:gradFill>
                  <a:gsLst>
                    <a:gs pos="0">
                      <a:srgbClr val="404040"/>
                    </a:gs>
                    <a:gs pos="55000">
                      <a:srgbClr val="404040"/>
                    </a:gs>
                  </a:gsLst>
                  <a:lin ang="5400000" scaled="0"/>
                </a:gradFill>
              </a:rPr>
              <a:t>department</a:t>
            </a:r>
          </a:p>
        </p:txBody>
      </p:sp>
      <p:sp>
        <p:nvSpPr>
          <p:cNvPr id="11" name="Rectangle 10"/>
          <p:cNvSpPr/>
          <p:nvPr/>
        </p:nvSpPr>
        <p:spPr>
          <a:xfrm>
            <a:off x="5590248" y="3262861"/>
            <a:ext cx="1202840" cy="470725"/>
          </a:xfrm>
          <a:prstGeom prst="rect">
            <a:avLst/>
          </a:prstGeom>
        </p:spPr>
        <p:txBody>
          <a:bodyPr wrap="square">
            <a:spAutoFit/>
          </a:bodyPr>
          <a:lstStyle/>
          <a:p>
            <a:pPr>
              <a:defRPr/>
            </a:pPr>
            <a:r>
              <a:rPr lang="en-US" sz="2399" dirty="0">
                <a:gradFill>
                  <a:gsLst>
                    <a:gs pos="0">
                      <a:srgbClr val="404040"/>
                    </a:gs>
                    <a:gs pos="55000">
                      <a:srgbClr val="404040"/>
                    </a:gs>
                  </a:gsLst>
                  <a:lin ang="5400000" scaled="0"/>
                </a:gradFill>
              </a:rPr>
              <a:t>mobile</a:t>
            </a:r>
          </a:p>
        </p:txBody>
      </p:sp>
      <p:sp>
        <p:nvSpPr>
          <p:cNvPr id="12" name="Rectangle 11"/>
          <p:cNvSpPr/>
          <p:nvPr/>
        </p:nvSpPr>
        <p:spPr>
          <a:xfrm>
            <a:off x="5468059" y="3262861"/>
            <a:ext cx="1447218" cy="470725"/>
          </a:xfrm>
          <a:prstGeom prst="rect">
            <a:avLst/>
          </a:prstGeom>
        </p:spPr>
        <p:txBody>
          <a:bodyPr wrap="square">
            <a:spAutoFit/>
          </a:bodyPr>
          <a:lstStyle/>
          <a:p>
            <a:pPr>
              <a:defRPr/>
            </a:pPr>
            <a:r>
              <a:rPr lang="en-US" sz="2399" dirty="0" err="1">
                <a:gradFill>
                  <a:gsLst>
                    <a:gs pos="0">
                      <a:srgbClr val="404040"/>
                    </a:gs>
                    <a:gs pos="55000">
                      <a:srgbClr val="404040"/>
                    </a:gs>
                  </a:gsLst>
                  <a:lin ang="5400000" scaled="0"/>
                </a:gradFill>
              </a:rPr>
              <a:t>aboutMe</a:t>
            </a:r>
            <a:endParaRPr lang="en-US" sz="2399" dirty="0">
              <a:gradFill>
                <a:gsLst>
                  <a:gs pos="0">
                    <a:srgbClr val="404040"/>
                  </a:gs>
                  <a:gs pos="55000">
                    <a:srgbClr val="404040"/>
                  </a:gs>
                </a:gsLst>
                <a:lin ang="5400000" scaled="0"/>
              </a:gradFill>
            </a:endParaRPr>
          </a:p>
        </p:txBody>
      </p:sp>
      <p:sp>
        <p:nvSpPr>
          <p:cNvPr id="13" name="Rectangle 12"/>
          <p:cNvSpPr/>
          <p:nvPr/>
        </p:nvSpPr>
        <p:spPr>
          <a:xfrm>
            <a:off x="5531886" y="3262861"/>
            <a:ext cx="1319566" cy="461537"/>
          </a:xfrm>
          <a:prstGeom prst="rect">
            <a:avLst/>
          </a:prstGeom>
        </p:spPr>
        <p:txBody>
          <a:bodyPr wrap="square">
            <a:spAutoFit/>
          </a:bodyPr>
          <a:lstStyle/>
          <a:p>
            <a:pPr>
              <a:defRPr/>
            </a:pPr>
            <a:r>
              <a:rPr lang="en-US" sz="2399" dirty="0">
                <a:gradFill>
                  <a:gsLst>
                    <a:gs pos="0">
                      <a:srgbClr val="404040"/>
                    </a:gs>
                    <a:gs pos="55000">
                      <a:srgbClr val="404040"/>
                    </a:gs>
                  </a:gsLst>
                  <a:lin ang="5400000" scaled="0"/>
                </a:gradFill>
              </a:rPr>
              <a:t>birthday</a:t>
            </a:r>
          </a:p>
        </p:txBody>
      </p:sp>
      <p:sp>
        <p:nvSpPr>
          <p:cNvPr id="14" name="Rectangle 13"/>
          <p:cNvSpPr/>
          <p:nvPr/>
        </p:nvSpPr>
        <p:spPr>
          <a:xfrm>
            <a:off x="5801836" y="3262861"/>
            <a:ext cx="779664" cy="470725"/>
          </a:xfrm>
          <a:prstGeom prst="rect">
            <a:avLst/>
          </a:prstGeom>
        </p:spPr>
        <p:txBody>
          <a:bodyPr wrap="square">
            <a:spAutoFit/>
          </a:bodyPr>
          <a:lstStyle/>
          <a:p>
            <a:pPr>
              <a:defRPr/>
            </a:pPr>
            <a:r>
              <a:rPr lang="en-US" sz="2399" dirty="0">
                <a:gradFill>
                  <a:gsLst>
                    <a:gs pos="0">
                      <a:srgbClr val="404040"/>
                    </a:gs>
                    <a:gs pos="55000">
                      <a:srgbClr val="404040"/>
                    </a:gs>
                  </a:gsLst>
                  <a:lin ang="5400000" scaled="0"/>
                </a:gradFill>
              </a:rPr>
              <a:t>tags</a:t>
            </a:r>
          </a:p>
        </p:txBody>
      </p:sp>
      <p:sp>
        <p:nvSpPr>
          <p:cNvPr id="15" name="Rectangle 14"/>
          <p:cNvSpPr/>
          <p:nvPr/>
        </p:nvSpPr>
        <p:spPr>
          <a:xfrm>
            <a:off x="5524960" y="3262861"/>
            <a:ext cx="1358941" cy="470725"/>
          </a:xfrm>
          <a:prstGeom prst="rect">
            <a:avLst/>
          </a:prstGeom>
        </p:spPr>
        <p:txBody>
          <a:bodyPr wrap="none">
            <a:spAutoFit/>
          </a:bodyPr>
          <a:lstStyle/>
          <a:p>
            <a:pPr>
              <a:defRPr/>
            </a:pPr>
            <a:r>
              <a:rPr lang="en-US" sz="2399" dirty="0" err="1">
                <a:gradFill>
                  <a:gsLst>
                    <a:gs pos="0">
                      <a:srgbClr val="404040"/>
                    </a:gs>
                    <a:gs pos="55000">
                      <a:srgbClr val="404040"/>
                    </a:gs>
                  </a:gsLst>
                  <a:lin ang="5400000" scaled="0"/>
                </a:gradFill>
              </a:rPr>
              <a:t>hireDate</a:t>
            </a:r>
            <a:endParaRPr lang="en-US" sz="2399" dirty="0">
              <a:gradFill>
                <a:gsLst>
                  <a:gs pos="0">
                    <a:srgbClr val="404040"/>
                  </a:gs>
                  <a:gs pos="55000">
                    <a:srgbClr val="404040"/>
                  </a:gs>
                </a:gsLst>
                <a:lin ang="5400000" scaled="0"/>
              </a:gradFill>
            </a:endParaRPr>
          </a:p>
        </p:txBody>
      </p:sp>
      <p:sp>
        <p:nvSpPr>
          <p:cNvPr id="16" name="Rectangle 15"/>
          <p:cNvSpPr/>
          <p:nvPr/>
        </p:nvSpPr>
        <p:spPr>
          <a:xfrm>
            <a:off x="5002977" y="3262861"/>
            <a:ext cx="2417580" cy="470725"/>
          </a:xfrm>
          <a:prstGeom prst="rect">
            <a:avLst/>
          </a:prstGeom>
        </p:spPr>
        <p:txBody>
          <a:bodyPr wrap="none">
            <a:spAutoFit/>
          </a:bodyPr>
          <a:lstStyle/>
          <a:p>
            <a:pPr>
              <a:defRPr/>
            </a:pPr>
            <a:r>
              <a:rPr lang="en-US" sz="2399" dirty="0" err="1">
                <a:gradFill>
                  <a:gsLst>
                    <a:gs pos="0">
                      <a:srgbClr val="404040"/>
                    </a:gs>
                    <a:gs pos="55000">
                      <a:srgbClr val="404040"/>
                    </a:gs>
                  </a:gsLst>
                  <a:lin ang="5400000" scaled="0"/>
                </a:gradFill>
              </a:rPr>
              <a:t>thumbnailPhoto</a:t>
            </a:r>
            <a:endParaRPr lang="en-US" sz="2399" dirty="0">
              <a:gradFill>
                <a:gsLst>
                  <a:gs pos="0">
                    <a:srgbClr val="404040"/>
                  </a:gs>
                  <a:gs pos="55000">
                    <a:srgbClr val="404040"/>
                  </a:gs>
                </a:gsLst>
                <a:lin ang="5400000" scaled="0"/>
              </a:gradFill>
            </a:endParaRPr>
          </a:p>
        </p:txBody>
      </p:sp>
      <p:sp>
        <p:nvSpPr>
          <p:cNvPr id="17" name="Rectangle 16"/>
          <p:cNvSpPr/>
          <p:nvPr/>
        </p:nvSpPr>
        <p:spPr>
          <a:xfrm>
            <a:off x="5578223" y="3262861"/>
            <a:ext cx="1251821" cy="470725"/>
          </a:xfrm>
          <a:prstGeom prst="rect">
            <a:avLst/>
          </a:prstGeom>
        </p:spPr>
        <p:txBody>
          <a:bodyPr wrap="none">
            <a:spAutoFit/>
          </a:bodyPr>
          <a:lstStyle/>
          <a:p>
            <a:pPr>
              <a:defRPr/>
            </a:pPr>
            <a:r>
              <a:rPr lang="en-US" sz="2399" dirty="0">
                <a:gradFill>
                  <a:gsLst>
                    <a:gs pos="0">
                      <a:srgbClr val="404040"/>
                    </a:gs>
                    <a:gs pos="55000">
                      <a:srgbClr val="404040"/>
                    </a:gs>
                  </a:gsLst>
                  <a:lin ang="5400000" scaled="0"/>
                </a:gradFill>
              </a:rPr>
              <a:t>address</a:t>
            </a:r>
          </a:p>
        </p:txBody>
      </p:sp>
      <p:sp>
        <p:nvSpPr>
          <p:cNvPr id="18" name="Rectangle 17"/>
          <p:cNvSpPr/>
          <p:nvPr/>
        </p:nvSpPr>
        <p:spPr>
          <a:xfrm>
            <a:off x="5592227" y="3262861"/>
            <a:ext cx="1216704" cy="470725"/>
          </a:xfrm>
          <a:prstGeom prst="rect">
            <a:avLst/>
          </a:prstGeom>
        </p:spPr>
        <p:txBody>
          <a:bodyPr wrap="none">
            <a:spAutoFit/>
          </a:bodyPr>
          <a:lstStyle/>
          <a:p>
            <a:pPr>
              <a:defRPr/>
            </a:pPr>
            <a:r>
              <a:rPr lang="en-US" sz="2399" dirty="0" err="1">
                <a:gradFill>
                  <a:gsLst>
                    <a:gs pos="0">
                      <a:srgbClr val="404040"/>
                    </a:gs>
                    <a:gs pos="55000">
                      <a:srgbClr val="404040"/>
                    </a:gs>
                  </a:gsLst>
                  <a:lin ang="5400000" scaled="0"/>
                </a:gradFill>
              </a:rPr>
              <a:t>jobTitle</a:t>
            </a:r>
            <a:endParaRPr lang="en-US" sz="2399" dirty="0">
              <a:gradFill>
                <a:gsLst>
                  <a:gs pos="0">
                    <a:srgbClr val="404040"/>
                  </a:gs>
                  <a:gs pos="55000">
                    <a:srgbClr val="404040"/>
                  </a:gs>
                </a:gsLst>
                <a:lin ang="5400000" scaled="0"/>
              </a:gradFill>
            </a:endParaRPr>
          </a:p>
        </p:txBody>
      </p:sp>
      <p:sp>
        <p:nvSpPr>
          <p:cNvPr id="19" name="Rectangle 18"/>
          <p:cNvSpPr/>
          <p:nvPr/>
        </p:nvSpPr>
        <p:spPr>
          <a:xfrm>
            <a:off x="5721218" y="3262861"/>
            <a:ext cx="960022" cy="470725"/>
          </a:xfrm>
          <a:prstGeom prst="rect">
            <a:avLst/>
          </a:prstGeom>
        </p:spPr>
        <p:txBody>
          <a:bodyPr wrap="none">
            <a:spAutoFit/>
          </a:bodyPr>
          <a:lstStyle/>
          <a:p>
            <a:pPr>
              <a:defRPr/>
            </a:pPr>
            <a:r>
              <a:rPr lang="en-US" sz="2399" dirty="0">
                <a:gradFill>
                  <a:gsLst>
                    <a:gs pos="0">
                      <a:srgbClr val="404040"/>
                    </a:gs>
                    <a:gs pos="55000">
                      <a:srgbClr val="404040"/>
                    </a:gs>
                  </a:gsLst>
                  <a:lin ang="5400000" scaled="0"/>
                </a:gradFill>
              </a:rPr>
              <a:t>name</a:t>
            </a:r>
          </a:p>
        </p:txBody>
      </p:sp>
      <p:sp>
        <p:nvSpPr>
          <p:cNvPr id="20" name="Rectangle 19"/>
          <p:cNvSpPr/>
          <p:nvPr/>
        </p:nvSpPr>
        <p:spPr>
          <a:xfrm>
            <a:off x="5802137" y="3262861"/>
            <a:ext cx="791627" cy="470725"/>
          </a:xfrm>
          <a:prstGeom prst="rect">
            <a:avLst/>
          </a:prstGeom>
        </p:spPr>
        <p:txBody>
          <a:bodyPr wrap="none">
            <a:spAutoFit/>
          </a:bodyPr>
          <a:lstStyle/>
          <a:p>
            <a:pPr>
              <a:defRPr/>
            </a:pPr>
            <a:r>
              <a:rPr lang="en-US" sz="2399" dirty="0">
                <a:gradFill>
                  <a:gsLst>
                    <a:gs pos="0">
                      <a:srgbClr val="404040"/>
                    </a:gs>
                    <a:gs pos="55000">
                      <a:srgbClr val="404040"/>
                    </a:gs>
                  </a:gsLst>
                  <a:lin ang="5400000" scaled="0"/>
                </a:gradFill>
              </a:rPr>
              <a:t>alias</a:t>
            </a:r>
          </a:p>
        </p:txBody>
      </p:sp>
      <p:sp>
        <p:nvSpPr>
          <p:cNvPr id="21" name="Rectangle 20"/>
          <p:cNvSpPr/>
          <p:nvPr/>
        </p:nvSpPr>
        <p:spPr>
          <a:xfrm>
            <a:off x="5280600" y="3262861"/>
            <a:ext cx="1854255" cy="470725"/>
          </a:xfrm>
          <a:prstGeom prst="rect">
            <a:avLst/>
          </a:prstGeom>
        </p:spPr>
        <p:txBody>
          <a:bodyPr wrap="none">
            <a:spAutoFit/>
          </a:bodyPr>
          <a:lstStyle/>
          <a:p>
            <a:pPr>
              <a:defRPr/>
            </a:pPr>
            <a:r>
              <a:rPr lang="en-US" sz="2399" dirty="0" err="1">
                <a:gradFill>
                  <a:gsLst>
                    <a:gs pos="0">
                      <a:srgbClr val="404040"/>
                    </a:gs>
                    <a:gs pos="55000">
                      <a:srgbClr val="404040"/>
                    </a:gs>
                  </a:gsLst>
                  <a:lin ang="5400000" scaled="0"/>
                </a:gradFill>
              </a:rPr>
              <a:t>pastProjects</a:t>
            </a:r>
            <a:endParaRPr lang="en-US" sz="2399" dirty="0">
              <a:gradFill>
                <a:gsLst>
                  <a:gs pos="0">
                    <a:srgbClr val="404040"/>
                  </a:gs>
                  <a:gs pos="55000">
                    <a:srgbClr val="404040"/>
                  </a:gs>
                </a:gsLst>
                <a:lin ang="5400000" scaled="0"/>
              </a:gradFill>
            </a:endParaRPr>
          </a:p>
        </p:txBody>
      </p:sp>
      <p:sp>
        <p:nvSpPr>
          <p:cNvPr id="22" name="Rectangle 21"/>
          <p:cNvSpPr/>
          <p:nvPr/>
        </p:nvSpPr>
        <p:spPr>
          <a:xfrm>
            <a:off x="5093509" y="3262861"/>
            <a:ext cx="2231136" cy="470725"/>
          </a:xfrm>
          <a:prstGeom prst="rect">
            <a:avLst/>
          </a:prstGeom>
        </p:spPr>
        <p:txBody>
          <a:bodyPr wrap="none">
            <a:spAutoFit/>
          </a:bodyPr>
          <a:lstStyle/>
          <a:p>
            <a:pPr>
              <a:defRPr/>
            </a:pPr>
            <a:r>
              <a:rPr lang="en-US" sz="2399" dirty="0">
                <a:gradFill>
                  <a:gsLst>
                    <a:gs pos="0">
                      <a:srgbClr val="404040"/>
                    </a:gs>
                    <a:gs pos="55000">
                      <a:srgbClr val="404040"/>
                    </a:gs>
                  </a:gsLst>
                  <a:lin ang="5400000" scaled="0"/>
                </a:gradFill>
              </a:rPr>
              <a:t>responsibilities</a:t>
            </a:r>
          </a:p>
        </p:txBody>
      </p:sp>
      <p:sp>
        <p:nvSpPr>
          <p:cNvPr id="23" name="Rectangle 22"/>
          <p:cNvSpPr/>
          <p:nvPr/>
        </p:nvSpPr>
        <p:spPr>
          <a:xfrm>
            <a:off x="5592227" y="3262861"/>
            <a:ext cx="1218339" cy="470725"/>
          </a:xfrm>
          <a:prstGeom prst="rect">
            <a:avLst/>
          </a:prstGeom>
        </p:spPr>
        <p:txBody>
          <a:bodyPr wrap="none">
            <a:spAutoFit/>
          </a:bodyPr>
          <a:lstStyle/>
          <a:p>
            <a:pPr>
              <a:defRPr/>
            </a:pPr>
            <a:r>
              <a:rPr lang="en-US" sz="2399" dirty="0">
                <a:gradFill>
                  <a:gsLst>
                    <a:gs pos="0">
                      <a:srgbClr val="404040"/>
                    </a:gs>
                    <a:gs pos="55000">
                      <a:srgbClr val="404040"/>
                    </a:gs>
                  </a:gsLst>
                  <a:lin ang="5400000" scaled="0"/>
                </a:gradFill>
              </a:rPr>
              <a:t>schools</a:t>
            </a:r>
          </a:p>
        </p:txBody>
      </p:sp>
      <p:sp>
        <p:nvSpPr>
          <p:cNvPr id="24" name="Rectangle 23"/>
          <p:cNvSpPr/>
          <p:nvPr/>
        </p:nvSpPr>
        <p:spPr>
          <a:xfrm>
            <a:off x="5780506" y="3262861"/>
            <a:ext cx="834134" cy="470725"/>
          </a:xfrm>
          <a:prstGeom prst="rect">
            <a:avLst/>
          </a:prstGeom>
        </p:spPr>
        <p:txBody>
          <a:bodyPr wrap="none">
            <a:spAutoFit/>
          </a:bodyPr>
          <a:lstStyle/>
          <a:p>
            <a:pPr>
              <a:defRPr/>
            </a:pPr>
            <a:r>
              <a:rPr lang="en-US" sz="2399" dirty="0">
                <a:gradFill>
                  <a:gsLst>
                    <a:gs pos="0">
                      <a:srgbClr val="404040"/>
                    </a:gs>
                    <a:gs pos="55000">
                      <a:srgbClr val="404040"/>
                    </a:gs>
                  </a:gsLst>
                  <a:lin ang="5400000" scaled="0"/>
                </a:gradFill>
              </a:rPr>
              <a:t>skills</a:t>
            </a:r>
          </a:p>
        </p:txBody>
      </p:sp>
      <p:grpSp>
        <p:nvGrpSpPr>
          <p:cNvPr id="32" name="Group 31"/>
          <p:cNvGrpSpPr/>
          <p:nvPr/>
        </p:nvGrpSpPr>
        <p:grpSpPr>
          <a:xfrm>
            <a:off x="5349557" y="1942799"/>
            <a:ext cx="1737360" cy="2194561"/>
            <a:chOff x="274320" y="2194559"/>
            <a:chExt cx="1737360" cy="2194561"/>
          </a:xfrm>
        </p:grpSpPr>
        <p:sp>
          <p:nvSpPr>
            <p:cNvPr id="33"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34" name="Group 33"/>
            <p:cNvGrpSpPr/>
            <p:nvPr/>
          </p:nvGrpSpPr>
          <p:grpSpPr>
            <a:xfrm>
              <a:off x="274320" y="2651760"/>
              <a:ext cx="1737360" cy="1737360"/>
              <a:chOff x="274320" y="2792483"/>
              <a:chExt cx="1737360" cy="1737360"/>
            </a:xfrm>
          </p:grpSpPr>
          <p:sp>
            <p:nvSpPr>
              <p:cNvPr id="35" name="Oval 34"/>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36" name="Oval 35"/>
              <p:cNvSpPr>
                <a:spLocks noChangeAspect="1"/>
              </p:cNvSpPr>
              <p:nvPr/>
            </p:nvSpPr>
            <p:spPr>
              <a:xfrm>
                <a:off x="320040" y="2838203"/>
                <a:ext cx="1645920" cy="1645920"/>
              </a:xfrm>
              <a:prstGeom prst="ellipse">
                <a:avLst/>
              </a:prstGeom>
              <a:blipFill>
                <a:blip r:embed="rId4"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26" name="Group 25"/>
          <p:cNvGrpSpPr/>
          <p:nvPr/>
        </p:nvGrpSpPr>
        <p:grpSpPr>
          <a:xfrm>
            <a:off x="274320" y="1942799"/>
            <a:ext cx="1737360" cy="2194561"/>
            <a:chOff x="274320" y="2194559"/>
            <a:chExt cx="1737360" cy="2194561"/>
          </a:xfrm>
        </p:grpSpPr>
        <p:sp>
          <p:nvSpPr>
            <p:cNvPr id="27"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29" name="Group 28"/>
            <p:cNvGrpSpPr/>
            <p:nvPr/>
          </p:nvGrpSpPr>
          <p:grpSpPr>
            <a:xfrm>
              <a:off x="274320" y="2651760"/>
              <a:ext cx="1737360" cy="1737360"/>
              <a:chOff x="274320" y="2792483"/>
              <a:chExt cx="1737360" cy="1737360"/>
            </a:xfrm>
          </p:grpSpPr>
          <p:sp>
            <p:nvSpPr>
              <p:cNvPr id="30" name="Oval 29"/>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31" name="Oval 30"/>
              <p:cNvSpPr>
                <a:spLocks noChangeAspect="1"/>
              </p:cNvSpPr>
              <p:nvPr/>
            </p:nvSpPr>
            <p:spPr>
              <a:xfrm>
                <a:off x="320040" y="2838203"/>
                <a:ext cx="1645920" cy="1645920"/>
              </a:xfrm>
              <a:prstGeom prst="ellipse">
                <a:avLst/>
              </a:prstGeom>
              <a:blipFill>
                <a:blip r:embed="rId4"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3" name="Footer Placeholder 2"/>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1070394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decel="100000" fill="hold" nodeType="withEffect">
                                  <p:stCondLst>
                                    <p:cond delay="0"/>
                                  </p:stCondLst>
                                  <p:childTnLst>
                                    <p:animMotion origin="layout" path="M 2.92826E-6 -4.5892E-6 L 0.40809 -4.5892E-6 " pathEditMode="relative" rAng="0" ptsTypes="AA">
                                      <p:cBhvr>
                                        <p:cTn id="6" dur="500" fill="hold"/>
                                        <p:tgtEl>
                                          <p:spTgt spid="26"/>
                                        </p:tgtEl>
                                        <p:attrNameLst>
                                          <p:attrName>ppt_x</p:attrName>
                                          <p:attrName>ppt_y</p:attrName>
                                        </p:attrNameLst>
                                      </p:cBhvr>
                                      <p:rCtr x="20398" y="0"/>
                                    </p:animMotion>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0"/>
                                          </p:stCondLst>
                                        </p:cTn>
                                        <p:tgtEl>
                                          <p:spTgt spid="32"/>
                                        </p:tgtEl>
                                        <p:attrNameLst>
                                          <p:attrName>style.visibility</p:attrName>
                                        </p:attrNameLst>
                                      </p:cBhvr>
                                      <p:to>
                                        <p:strVal val="visible"/>
                                      </p:to>
                                    </p:set>
                                  </p:childTnLst>
                                </p:cTn>
                              </p:par>
                            </p:childTnLst>
                          </p:cTn>
                        </p:par>
                        <p:par>
                          <p:cTn id="10" fill="hold">
                            <p:stCondLst>
                              <p:cond delay="500"/>
                            </p:stCondLst>
                            <p:childTnLst>
                              <p:par>
                                <p:cTn id="11" presetID="1" presetClass="exit" presetSubtype="0" fill="hold" nodeType="afterEffect">
                                  <p:stCondLst>
                                    <p:cond delay="0"/>
                                  </p:stCondLst>
                                  <p:childTnLst>
                                    <p:set>
                                      <p:cBhvr>
                                        <p:cTn id="12" dur="1" fill="hold">
                                          <p:stCondLst>
                                            <p:cond delay="0"/>
                                          </p:stCondLst>
                                        </p:cTn>
                                        <p:tgtEl>
                                          <p:spTgt spid="2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1"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1"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1"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1"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grpId="1"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1"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grpId="1"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1"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grpId="1"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par>
                                <p:cTn id="48" presetID="10" presetClass="entr" presetSubtype="0" fill="hold" grpId="1"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1"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10" presetClass="entr" presetSubtype="0" fill="hold" grpId="1"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10" presetClass="entr" presetSubtype="0" fill="hold" grpId="1"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par>
                                <p:cTn id="60" presetID="10" presetClass="entr" presetSubtype="0" fill="hold" grpId="1"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par>
                                <p:cTn id="63" presetID="42" presetClass="path" presetSubtype="0" decel="100000" fill="hold" grpId="0" nodeType="withEffect">
                                  <p:stCondLst>
                                    <p:cond delay="0"/>
                                  </p:stCondLst>
                                  <p:childTnLst>
                                    <p:animMotion origin="layout" path="M 2.80827E-8 8.89696E-7 L 0.29423 -0.23967 " pathEditMode="relative" rAng="0" ptsTypes="AA">
                                      <p:cBhvr>
                                        <p:cTn id="64" dur="1000" fill="hold"/>
                                        <p:tgtEl>
                                          <p:spTgt spid="23"/>
                                        </p:tgtEl>
                                        <p:attrNameLst>
                                          <p:attrName>ppt_x</p:attrName>
                                          <p:attrName>ppt_y</p:attrName>
                                        </p:attrNameLst>
                                      </p:cBhvr>
                                      <p:rCtr x="14705" y="-11984"/>
                                    </p:animMotion>
                                  </p:childTnLst>
                                </p:cTn>
                              </p:par>
                              <p:par>
                                <p:cTn id="65" presetID="42" presetClass="path" presetSubtype="0" decel="100000" fill="hold" grpId="0" nodeType="withEffect">
                                  <p:stCondLst>
                                    <p:cond delay="0"/>
                                  </p:stCondLst>
                                  <p:childTnLst>
                                    <p:animMotion origin="layout" path="M 2.80827E-8 8.89696E-7 L 0.14399 -0.30686 " pathEditMode="relative" rAng="0" ptsTypes="AA">
                                      <p:cBhvr>
                                        <p:cTn id="66" dur="1000" fill="hold"/>
                                        <p:tgtEl>
                                          <p:spTgt spid="15"/>
                                        </p:tgtEl>
                                        <p:attrNameLst>
                                          <p:attrName>ppt_x</p:attrName>
                                          <p:attrName>ppt_y</p:attrName>
                                        </p:attrNameLst>
                                      </p:cBhvr>
                                      <p:rCtr x="7199" y="-15343"/>
                                    </p:animMotion>
                                  </p:childTnLst>
                                </p:cTn>
                              </p:par>
                              <p:par>
                                <p:cTn id="67" presetID="42" presetClass="path" presetSubtype="0" decel="100000" fill="hold" grpId="0" nodeType="withEffect">
                                  <p:stCondLst>
                                    <p:cond delay="0"/>
                                  </p:stCondLst>
                                  <p:childTnLst>
                                    <p:animMotion origin="layout" path="M 2.80827E-8 8.89696E-7 L -0.31848 0.15343 " pathEditMode="relative" rAng="0" ptsTypes="AA">
                                      <p:cBhvr>
                                        <p:cTn id="68" dur="1000" fill="hold"/>
                                        <p:tgtEl>
                                          <p:spTgt spid="22"/>
                                        </p:tgtEl>
                                        <p:attrNameLst>
                                          <p:attrName>ppt_x</p:attrName>
                                          <p:attrName>ppt_y</p:attrName>
                                        </p:attrNameLst>
                                      </p:cBhvr>
                                      <p:rCtr x="-15931" y="7671"/>
                                    </p:animMotion>
                                  </p:childTnLst>
                                </p:cTn>
                              </p:par>
                              <p:par>
                                <p:cTn id="69" presetID="42" presetClass="path" presetSubtype="0" decel="100000" fill="hold" grpId="0" nodeType="withEffect">
                                  <p:stCondLst>
                                    <p:cond delay="0"/>
                                  </p:stCondLst>
                                  <p:childTnLst>
                                    <p:animMotion origin="layout" path="M 2.80827E-8 8.89696E-7 L 0.26972 -0.0143 " pathEditMode="relative" rAng="0" ptsTypes="AA">
                                      <p:cBhvr>
                                        <p:cTn id="70" dur="1000" fill="hold"/>
                                        <p:tgtEl>
                                          <p:spTgt spid="16"/>
                                        </p:tgtEl>
                                        <p:attrNameLst>
                                          <p:attrName>ppt_x</p:attrName>
                                          <p:attrName>ppt_y</p:attrName>
                                        </p:attrNameLst>
                                      </p:cBhvr>
                                      <p:rCtr x="13480" y="-726"/>
                                    </p:animMotion>
                                  </p:childTnLst>
                                </p:cTn>
                              </p:par>
                              <p:par>
                                <p:cTn id="71" presetID="42" presetClass="path" presetSubtype="0" decel="100000" fill="hold" grpId="0" nodeType="withEffect">
                                  <p:stCondLst>
                                    <p:cond delay="0"/>
                                  </p:stCondLst>
                                  <p:childTnLst>
                                    <p:animMotion origin="layout" path="M 2.80827E-8 8.89696E-7 L 0.21458 0.13482 " pathEditMode="relative" rAng="0" ptsTypes="AA">
                                      <p:cBhvr>
                                        <p:cTn id="72" dur="1000" fill="hold"/>
                                        <p:tgtEl>
                                          <p:spTgt spid="21"/>
                                        </p:tgtEl>
                                        <p:attrNameLst>
                                          <p:attrName>ppt_x</p:attrName>
                                          <p:attrName>ppt_y</p:attrName>
                                        </p:attrNameLst>
                                      </p:cBhvr>
                                      <p:rCtr x="10722" y="6741"/>
                                    </p:animMotion>
                                  </p:childTnLst>
                                </p:cTn>
                              </p:par>
                              <p:par>
                                <p:cTn id="73" presetID="42" presetClass="path" presetSubtype="0" decel="100000" fill="hold" grpId="0" nodeType="withEffect">
                                  <p:stCondLst>
                                    <p:cond delay="0"/>
                                  </p:stCondLst>
                                  <p:childTnLst>
                                    <p:animMotion origin="layout" path="M 2.80827E-8 8.89696E-7 L 0.18394 0.29187 " pathEditMode="relative" rAng="0" ptsTypes="AA">
                                      <p:cBhvr>
                                        <p:cTn id="74" dur="1000" fill="hold"/>
                                        <p:tgtEl>
                                          <p:spTgt spid="13"/>
                                        </p:tgtEl>
                                        <p:attrNameLst>
                                          <p:attrName>ppt_x</p:attrName>
                                          <p:attrName>ppt_y</p:attrName>
                                        </p:attrNameLst>
                                      </p:cBhvr>
                                      <p:rCtr x="9191" y="14594"/>
                                    </p:animMotion>
                                  </p:childTnLst>
                                </p:cTn>
                              </p:par>
                              <p:par>
                                <p:cTn id="75" presetID="42" presetClass="path" presetSubtype="0" decel="100000" fill="hold" grpId="0" nodeType="withEffect">
                                  <p:stCondLst>
                                    <p:cond delay="0"/>
                                  </p:stCondLst>
                                  <p:childTnLst>
                                    <p:animMotion origin="layout" path="M 2.80827E-8 8.89696E-7 L 0.02464 0.2483 " pathEditMode="relative" rAng="0" ptsTypes="AA">
                                      <p:cBhvr>
                                        <p:cTn id="76" dur="1000" fill="hold"/>
                                        <p:tgtEl>
                                          <p:spTgt spid="24"/>
                                        </p:tgtEl>
                                        <p:attrNameLst>
                                          <p:attrName>ppt_x</p:attrName>
                                          <p:attrName>ppt_y</p:attrName>
                                        </p:attrNameLst>
                                      </p:cBhvr>
                                      <p:rCtr x="1225" y="12415"/>
                                    </p:animMotion>
                                  </p:childTnLst>
                                </p:cTn>
                              </p:par>
                              <p:par>
                                <p:cTn id="77" presetID="42" presetClass="path" presetSubtype="0" decel="100000" fill="hold" grpId="0" nodeType="withEffect">
                                  <p:stCondLst>
                                    <p:cond delay="0"/>
                                  </p:stCondLst>
                                  <p:childTnLst>
                                    <p:animMotion origin="layout" path="M 2.80827E-8 8.89696E-7 L -0.14692 0.19383 " pathEditMode="relative" rAng="0" ptsTypes="AA">
                                      <p:cBhvr>
                                        <p:cTn id="78" dur="1000" fill="hold"/>
                                        <p:tgtEl>
                                          <p:spTgt spid="18"/>
                                        </p:tgtEl>
                                        <p:attrNameLst>
                                          <p:attrName>ppt_x</p:attrName>
                                          <p:attrName>ppt_y</p:attrName>
                                        </p:attrNameLst>
                                      </p:cBhvr>
                                      <p:rCtr x="-7353" y="9691"/>
                                    </p:animMotion>
                                  </p:childTnLst>
                                </p:cTn>
                              </p:par>
                              <p:par>
                                <p:cTn id="79" presetID="42" presetClass="path" presetSubtype="0" decel="100000" fill="hold" grpId="0" nodeType="withEffect">
                                  <p:stCondLst>
                                    <p:cond delay="0"/>
                                  </p:stCondLst>
                                  <p:childTnLst>
                                    <p:animMotion origin="layout" path="M 2.80827E-8 8.89696E-7 L -0.18356 0.03314 " pathEditMode="relative" rAng="0" ptsTypes="AA">
                                      <p:cBhvr>
                                        <p:cTn id="80" dur="1000" fill="hold"/>
                                        <p:tgtEl>
                                          <p:spTgt spid="19"/>
                                        </p:tgtEl>
                                        <p:attrNameLst>
                                          <p:attrName>ppt_x</p:attrName>
                                          <p:attrName>ppt_y</p:attrName>
                                        </p:attrNameLst>
                                      </p:cBhvr>
                                      <p:rCtr x="-9178" y="1657"/>
                                    </p:animMotion>
                                  </p:childTnLst>
                                </p:cTn>
                              </p:par>
                              <p:par>
                                <p:cTn id="81" presetID="42" presetClass="path" presetSubtype="0" decel="100000" fill="hold" grpId="0" nodeType="withEffect">
                                  <p:stCondLst>
                                    <p:cond delay="0"/>
                                  </p:stCondLst>
                                  <p:childTnLst>
                                    <p:animMotion origin="layout" path="M 2.80827E-8 8.89696E-7 L 0.1902 -0.13572 " pathEditMode="relative" rAng="0" ptsTypes="AA">
                                      <p:cBhvr>
                                        <p:cTn id="82" dur="1000" fill="hold"/>
                                        <p:tgtEl>
                                          <p:spTgt spid="20"/>
                                        </p:tgtEl>
                                        <p:attrNameLst>
                                          <p:attrName>ppt_x</p:attrName>
                                          <p:attrName>ppt_y</p:attrName>
                                        </p:attrNameLst>
                                      </p:cBhvr>
                                      <p:rCtr x="9510" y="-6786"/>
                                    </p:animMotion>
                                  </p:childTnLst>
                                </p:cTn>
                              </p:par>
                              <p:par>
                                <p:cTn id="83" presetID="42" presetClass="path" presetSubtype="0" decel="100000" fill="hold" grpId="0" nodeType="withEffect">
                                  <p:stCondLst>
                                    <p:cond delay="0"/>
                                  </p:stCondLst>
                                  <p:childTnLst>
                                    <p:animMotion origin="layout" path="M 2.80827E-8 8.89696E-7 L -0.3001 -0.03291 " pathEditMode="relative" rAng="0" ptsTypes="AA">
                                      <p:cBhvr>
                                        <p:cTn id="84" dur="1000" fill="hold"/>
                                        <p:tgtEl>
                                          <p:spTgt spid="12"/>
                                        </p:tgtEl>
                                        <p:attrNameLst>
                                          <p:attrName>ppt_x</p:attrName>
                                          <p:attrName>ppt_y</p:attrName>
                                        </p:attrNameLst>
                                      </p:cBhvr>
                                      <p:rCtr x="-15011" y="-1657"/>
                                    </p:animMotion>
                                  </p:childTnLst>
                                </p:cTn>
                              </p:par>
                              <p:par>
                                <p:cTn id="85" presetID="42" presetClass="path" presetSubtype="0" decel="100000" fill="hold" grpId="0" nodeType="withEffect">
                                  <p:stCondLst>
                                    <p:cond delay="0"/>
                                  </p:stCondLst>
                                  <p:childTnLst>
                                    <p:animMotion origin="layout" path="M 2.80827E-8 8.89696E-7 L -0.18356 -0.17658 " pathEditMode="relative" rAng="0" ptsTypes="AA">
                                      <p:cBhvr>
                                        <p:cTn id="86" dur="1000" fill="hold"/>
                                        <p:tgtEl>
                                          <p:spTgt spid="17"/>
                                        </p:tgtEl>
                                        <p:attrNameLst>
                                          <p:attrName>ppt_x</p:attrName>
                                          <p:attrName>ppt_y</p:attrName>
                                        </p:attrNameLst>
                                      </p:cBhvr>
                                      <p:rCtr x="-9178" y="-8829"/>
                                    </p:animMotion>
                                  </p:childTnLst>
                                </p:cTn>
                              </p:par>
                              <p:par>
                                <p:cTn id="87" presetID="42" presetClass="path" presetSubtype="0" decel="100000" fill="hold" grpId="0" nodeType="withEffect">
                                  <p:stCondLst>
                                    <p:cond delay="0"/>
                                  </p:stCondLst>
                                  <p:childTnLst>
                                    <p:animMotion origin="layout" path="M 2.80827E-8 8.89696E-7 L -0.13467 -0.28552 " pathEditMode="relative" rAng="0" ptsTypes="AA">
                                      <p:cBhvr>
                                        <p:cTn id="88" dur="1000" fill="hold"/>
                                        <p:tgtEl>
                                          <p:spTgt spid="10"/>
                                        </p:tgtEl>
                                        <p:attrNameLst>
                                          <p:attrName>ppt_x</p:attrName>
                                          <p:attrName>ppt_y</p:attrName>
                                        </p:attrNameLst>
                                      </p:cBhvr>
                                      <p:rCtr x="-6740" y="-14276"/>
                                    </p:animMotion>
                                  </p:childTnLst>
                                </p:cTn>
                              </p:par>
                              <p:par>
                                <p:cTn id="89" presetID="42" presetClass="path" presetSubtype="0" decel="100000" fill="hold" grpId="0" nodeType="withEffect">
                                  <p:stCondLst>
                                    <p:cond delay="0"/>
                                  </p:stCondLst>
                                  <p:childTnLst>
                                    <p:animMotion origin="layout" path="M 2.80827E-8 8.89696E-7 L -0.33686 -0.1532 " pathEditMode="relative" rAng="0" ptsTypes="AA">
                                      <p:cBhvr>
                                        <p:cTn id="90" dur="1000" fill="hold"/>
                                        <p:tgtEl>
                                          <p:spTgt spid="11"/>
                                        </p:tgtEl>
                                        <p:attrNameLst>
                                          <p:attrName>ppt_x</p:attrName>
                                          <p:attrName>ppt_y</p:attrName>
                                        </p:attrNameLst>
                                      </p:cBhvr>
                                      <p:rCtr x="-16850" y="-7671"/>
                                    </p:animMotion>
                                  </p:childTnLst>
                                </p:cTn>
                              </p:par>
                              <p:par>
                                <p:cTn id="91" presetID="42" presetClass="path" presetSubtype="0" decel="100000" fill="hold" grpId="0" nodeType="withEffect">
                                  <p:stCondLst>
                                    <p:cond delay="0"/>
                                  </p:stCondLst>
                                  <p:childTnLst>
                                    <p:animMotion origin="layout" path="M 2.80827E-8 8.89696E-7 L -0.08923 0.33545 " pathEditMode="relative" rAng="0" ptsTypes="AA">
                                      <p:cBhvr>
                                        <p:cTn id="92" dur="1000" fill="hold"/>
                                        <p:tgtEl>
                                          <p:spTgt spid="14"/>
                                        </p:tgtEl>
                                        <p:attrNameLst>
                                          <p:attrName>ppt_x</p:attrName>
                                          <p:attrName>ppt_y</p:attrName>
                                        </p:attrNameLst>
                                      </p:cBhvr>
                                      <p:rCtr x="-4468" y="16773"/>
                                    </p:animMotion>
                                  </p:childTnLst>
                                </p:cTn>
                              </p:par>
                              <p:par>
                                <p:cTn id="93" presetID="42" presetClass="path" presetSubtype="0" decel="100000" fill="hold" grpId="0" nodeType="withEffect">
                                  <p:stCondLst>
                                    <p:cond delay="0"/>
                                  </p:stCondLst>
                                  <p:childTnLst>
                                    <p:animMotion origin="layout" path="M 2.80827E-8 -3.77213E-6 L -0.28874 0.28416 " pathEditMode="relative" rAng="0" ptsTypes="AA">
                                      <p:cBhvr>
                                        <p:cTn id="94" dur="1000" fill="hold"/>
                                        <p:tgtEl>
                                          <p:spTgt spid="28"/>
                                        </p:tgtEl>
                                        <p:attrNameLst>
                                          <p:attrName>ppt_x</p:attrName>
                                          <p:attrName>ppt_y</p:attrName>
                                        </p:attrNameLst>
                                      </p:cBhvr>
                                      <p:rCtr x="-14437" y="142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P spid="10" grpId="0"/>
      <p:bldP spid="10"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P spid="21" grpId="0"/>
      <p:bldP spid="21" grpId="1"/>
      <p:bldP spid="22" grpId="0"/>
      <p:bldP spid="22" grpId="1"/>
      <p:bldP spid="23" grpId="0"/>
      <p:bldP spid="23" grpId="1"/>
      <p:bldP spid="24" grpId="0"/>
      <p:bldP spid="2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Code</a:t>
            </a:r>
            <a:endParaRPr lang="en-US" dirty="0"/>
          </a:p>
        </p:txBody>
      </p:sp>
      <p:sp>
        <p:nvSpPr>
          <p:cNvPr id="3" name="Content Placeholder 2"/>
          <p:cNvSpPr>
            <a:spLocks noGrp="1"/>
          </p:cNvSpPr>
          <p:nvPr>
            <p:ph type="body" sz="quarter" idx="10"/>
          </p:nvPr>
        </p:nvSpPr>
        <p:spPr>
          <a:xfrm>
            <a:off x="274638" y="1221157"/>
            <a:ext cx="11887199" cy="5392245"/>
          </a:xfrm>
        </p:spPr>
        <p:txBody>
          <a:bodyPr/>
          <a:lstStyle/>
          <a:p>
            <a:r>
              <a:rPr lang="en-US" sz="2400" dirty="0" smtClean="0"/>
              <a:t>GET https://graph.microsoft.com/v1.0/contoso.com</a:t>
            </a:r>
          </a:p>
          <a:p>
            <a:r>
              <a:rPr lang="en-US" sz="2400" dirty="0" smtClean="0"/>
              <a:t>	</a:t>
            </a:r>
            <a:r>
              <a:rPr lang="en-US" sz="2400" b="1" dirty="0" smtClean="0"/>
              <a:t>/users/yina@contoso.com</a:t>
            </a:r>
          </a:p>
          <a:p>
            <a:endParaRPr lang="en-US" sz="2400" dirty="0" smtClean="0"/>
          </a:p>
          <a:p>
            <a:r>
              <a:rPr lang="en-US" sz="2400" dirty="0" smtClean="0"/>
              <a:t>GET https://graph.microsoft.com/v1.0</a:t>
            </a:r>
            <a:r>
              <a:rPr lang="en-US" sz="2400" b="1" dirty="0" smtClean="0"/>
              <a:t>/me</a:t>
            </a:r>
          </a:p>
          <a:p>
            <a:endParaRPr lang="en-US" sz="2400" dirty="0" smtClean="0"/>
          </a:p>
          <a:p>
            <a:r>
              <a:rPr lang="en-US" sz="2400" dirty="0" smtClean="0"/>
              <a:t>GET https://graph.microsoft.com/v1.0/contoso.com</a:t>
            </a:r>
          </a:p>
          <a:p>
            <a:r>
              <a:rPr lang="en-US" sz="2400" dirty="0" smtClean="0"/>
              <a:t>	</a:t>
            </a:r>
            <a:r>
              <a:rPr lang="en-US" sz="2400" b="1" dirty="0" smtClean="0"/>
              <a:t>/users/&lt;id&gt;</a:t>
            </a:r>
          </a:p>
          <a:p>
            <a:endParaRPr lang="en-US" sz="2400" dirty="0" smtClean="0"/>
          </a:p>
          <a:p>
            <a:r>
              <a:rPr lang="en-US" sz="2400" dirty="0" smtClean="0"/>
              <a:t>GET https://graph.microsoft.com/v1.0/contoso.com</a:t>
            </a:r>
          </a:p>
          <a:p>
            <a:r>
              <a:rPr lang="en-US" sz="2400" dirty="0" smtClean="0"/>
              <a:t>	</a:t>
            </a:r>
            <a:r>
              <a:rPr lang="en-US" sz="2400" b="1" dirty="0" smtClean="0"/>
              <a:t>/users/yina@contoso.com?$select=</a:t>
            </a:r>
            <a:r>
              <a:rPr lang="en-US" sz="2400" b="1" dirty="0" err="1" smtClean="0"/>
              <a:t>aboutMe</a:t>
            </a:r>
            <a:endParaRPr lang="en-US" sz="2400" b="1" dirty="0" smtClean="0"/>
          </a:p>
          <a:p>
            <a:endParaRPr lang="en-US" sz="2400" dirty="0" smtClean="0"/>
          </a:p>
          <a:p>
            <a:r>
              <a:rPr lang="en-US" sz="2400" dirty="0" smtClean="0"/>
              <a:t>GET https://graph.microsoft.com/v1.0</a:t>
            </a:r>
            <a:r>
              <a:rPr lang="en-US" sz="2400" b="1" dirty="0" smtClean="0"/>
              <a:t>/me/photo</a:t>
            </a:r>
          </a:p>
          <a:p>
            <a:endParaRPr lang="en-US" sz="2400" dirty="0"/>
          </a:p>
        </p:txBody>
      </p:sp>
      <p:sp>
        <p:nvSpPr>
          <p:cNvPr id="4" name="Footer Placeholder 3"/>
          <p:cNvSpPr>
            <a:spLocks noGrp="1"/>
          </p:cNvSpPr>
          <p:nvPr>
            <p:ph type="ftr" sz="quarter" idx="11"/>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custDataLst>
      <p:tags r:id="rId1"/>
    </p:custDataLst>
    <p:extLst>
      <p:ext uri="{BB962C8B-B14F-4D97-AF65-F5344CB8AC3E}">
        <p14:creationId xmlns:p14="http://schemas.microsoft.com/office/powerpoint/2010/main" val="1604654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1"/>
          <p:cNvGrpSpPr/>
          <p:nvPr/>
        </p:nvGrpSpPr>
        <p:grpSpPr>
          <a:xfrm>
            <a:off x="3292189" y="1668473"/>
            <a:ext cx="2923242" cy="1612935"/>
            <a:chOff x="3292189" y="1668473"/>
            <a:chExt cx="2923242" cy="1612935"/>
          </a:xfrm>
        </p:grpSpPr>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3"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41" name="2"/>
          <p:cNvGrpSpPr/>
          <p:nvPr/>
        </p:nvGrpSpPr>
        <p:grpSpPr>
          <a:xfrm>
            <a:off x="6230672" y="2278201"/>
            <a:ext cx="4229808" cy="973853"/>
            <a:chOff x="6230672" y="2278201"/>
            <a:chExt cx="4229808" cy="973853"/>
          </a:xfrm>
        </p:grpSpPr>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4">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grpSp>
        <p:nvGrpSpPr>
          <p:cNvPr id="42" name="3"/>
          <p:cNvGrpSpPr/>
          <p:nvPr/>
        </p:nvGrpSpPr>
        <p:grpSpPr>
          <a:xfrm>
            <a:off x="1572720" y="3272276"/>
            <a:ext cx="4666271" cy="2397004"/>
            <a:chOff x="1572720" y="3272276"/>
            <a:chExt cx="4666271" cy="2397004"/>
          </a:xfrm>
        </p:grpSpPr>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grpSp>
          <p:nvGrpSpPr>
            <p:cNvPr id="12" name="GROUPS"/>
            <p:cNvGrpSpPr/>
            <p:nvPr/>
          </p:nvGrpSpPr>
          <p:grpSpPr>
            <a:xfrm>
              <a:off x="1572720" y="3474720"/>
              <a:ext cx="1737360" cy="2194560"/>
              <a:chOff x="10424160" y="-2263395"/>
              <a:chExt cx="1737360" cy="2194560"/>
            </a:xfrm>
          </p:grpSpPr>
          <p:sp>
            <p:nvSpPr>
              <p:cNvPr id="173"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5">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grpSp>
      <p:sp>
        <p:nvSpPr>
          <p:cNvPr id="11" name="Title 10"/>
          <p:cNvSpPr>
            <a:spLocks noGrp="1"/>
          </p:cNvSpPr>
          <p:nvPr>
            <p:ph type="title"/>
          </p:nvPr>
        </p:nvSpPr>
        <p:spPr/>
        <p:txBody>
          <a:bodyPr/>
          <a:lstStyle/>
          <a:p>
            <a:r>
              <a:rPr lang="en-US" dirty="0"/>
              <a:t>/messages</a:t>
            </a:r>
          </a:p>
        </p:txBody>
      </p:sp>
      <p:grpSp>
        <p:nvGrpSpPr>
          <p:cNvPr id="130" name="USER"/>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6"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20" name="delay"/>
          <p:cNvSpPr/>
          <p:nvPr/>
        </p:nvSpPr>
        <p:spPr bwMode="auto">
          <a:xfrm>
            <a:off x="-1005840" y="-1005840"/>
            <a:ext cx="914400" cy="914400"/>
          </a:xfrm>
          <a:prstGeom prst="rect">
            <a:avLst/>
          </a:prstGeom>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dirty="0" smtClean="0">
                <a:gradFill>
                  <a:gsLst>
                    <a:gs pos="0">
                      <a:srgbClr val="FFFFFF"/>
                    </a:gs>
                    <a:gs pos="100000">
                      <a:srgbClr val="FFFFFF"/>
                    </a:gs>
                  </a:gsLst>
                  <a:lin ang="5400000" scaled="0"/>
                </a:gradFill>
              </a:rPr>
              <a:t>delay</a:t>
            </a:r>
            <a:endParaRPr lang="en-US" sz="2000" dirty="0">
              <a:gradFill>
                <a:gsLst>
                  <a:gs pos="0">
                    <a:srgbClr val="FFFFFF"/>
                  </a:gs>
                  <a:gs pos="100000">
                    <a:srgbClr val="FFFFFF"/>
                  </a:gs>
                </a:gsLst>
                <a:lin ang="5400000" scaled="0"/>
              </a:gradFill>
            </a:endParaRPr>
          </a:p>
        </p:txBody>
      </p:sp>
      <p:sp>
        <p:nvSpPr>
          <p:cNvPr id="3" name="Footer Placeholder 2"/>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324375900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5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Code</a:t>
            </a:r>
            <a:endParaRPr lang="en-US" dirty="0"/>
          </a:p>
        </p:txBody>
      </p:sp>
      <p:sp>
        <p:nvSpPr>
          <p:cNvPr id="3" name="Content Placeholder 2"/>
          <p:cNvSpPr>
            <a:spLocks noGrp="1"/>
          </p:cNvSpPr>
          <p:nvPr>
            <p:ph type="body" sz="quarter" idx="10"/>
          </p:nvPr>
        </p:nvSpPr>
        <p:spPr>
          <a:xfrm>
            <a:off x="274638" y="1221157"/>
            <a:ext cx="11887199" cy="4173450"/>
          </a:xfrm>
        </p:spPr>
        <p:txBody>
          <a:bodyPr/>
          <a:lstStyle/>
          <a:p>
            <a:r>
              <a:rPr lang="en-US" sz="2400" dirty="0" smtClean="0"/>
              <a:t>GET https://graph.microsoft.com/v1.0</a:t>
            </a:r>
            <a:r>
              <a:rPr lang="en-US" sz="2400" b="1" dirty="0" smtClean="0"/>
              <a:t>/me/manager</a:t>
            </a:r>
          </a:p>
          <a:p>
            <a:endParaRPr lang="en-US" sz="2400" dirty="0" smtClean="0"/>
          </a:p>
          <a:p>
            <a:r>
              <a:rPr lang="en-US" sz="2400" dirty="0" smtClean="0"/>
              <a:t>GET https://graph.microsoft.com/v1.0/contoso.com</a:t>
            </a:r>
          </a:p>
          <a:p>
            <a:r>
              <a:rPr lang="en-US" sz="2400" dirty="0" smtClean="0"/>
              <a:t>	</a:t>
            </a:r>
            <a:r>
              <a:rPr lang="en-US" sz="2400" b="1" dirty="0" smtClean="0"/>
              <a:t>/users/yina@contoso.com/</a:t>
            </a:r>
            <a:r>
              <a:rPr lang="en-US" sz="2400" b="1" dirty="0" err="1" smtClean="0"/>
              <a:t>directReports</a:t>
            </a:r>
            <a:endParaRPr lang="en-US" sz="2400" b="1" dirty="0" smtClean="0"/>
          </a:p>
          <a:p>
            <a:endParaRPr lang="en-US" sz="2400" dirty="0" smtClean="0"/>
          </a:p>
          <a:p>
            <a:r>
              <a:rPr lang="en-US" sz="2400" dirty="0" smtClean="0"/>
              <a:t>GET https://graph.microsoft.com/v1.0</a:t>
            </a:r>
            <a:r>
              <a:rPr lang="en-US" sz="2400" b="1" dirty="0" smtClean="0"/>
              <a:t>/me/memberOf</a:t>
            </a:r>
          </a:p>
          <a:p>
            <a:endParaRPr lang="en-US" sz="2400" dirty="0" smtClean="0"/>
          </a:p>
          <a:p>
            <a:r>
              <a:rPr lang="en-US" sz="2400" dirty="0" smtClean="0"/>
              <a:t>GET https://graph.microsoft.com/v1.0/contoso.com</a:t>
            </a:r>
            <a:r>
              <a:rPr lang="en-US" sz="2400" b="1" dirty="0" smtClean="0"/>
              <a:t>/users/&lt;id&gt;</a:t>
            </a:r>
          </a:p>
          <a:p>
            <a:endParaRPr lang="en-US" sz="2400" dirty="0" smtClean="0"/>
          </a:p>
          <a:p>
            <a:r>
              <a:rPr lang="en-US" sz="2400" dirty="0" smtClean="0"/>
              <a:t>GET https://graph.microsoft.com/v1.0/contoso.com</a:t>
            </a:r>
            <a:r>
              <a:rPr lang="en-US" sz="2400" b="1" dirty="0" smtClean="0"/>
              <a:t>/users/&lt;id&gt;/photo</a:t>
            </a:r>
            <a:endParaRPr lang="en-US" sz="2400" b="1" dirty="0"/>
          </a:p>
        </p:txBody>
      </p:sp>
      <p:sp>
        <p:nvSpPr>
          <p:cNvPr id="4" name="Footer Placeholder 3"/>
          <p:cNvSpPr>
            <a:spLocks noGrp="1"/>
          </p:cNvSpPr>
          <p:nvPr>
            <p:ph type="ftr" sz="quarter" idx="11"/>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3946211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3"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4">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grpSp>
        <p:nvGrpSpPr>
          <p:cNvPr id="12" name="GROUPS"/>
          <p:cNvGrpSpPr/>
          <p:nvPr/>
        </p:nvGrpSpPr>
        <p:grpSpPr>
          <a:xfrm>
            <a:off x="1572720" y="3474720"/>
            <a:ext cx="1737360" cy="2194560"/>
            <a:chOff x="10424160" y="-2263395"/>
            <a:chExt cx="1737360" cy="2194560"/>
          </a:xfrm>
        </p:grpSpPr>
        <p:sp>
          <p:nvSpPr>
            <p:cNvPr id="173"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5">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2" name="TRANSPARENCY"/>
          <p:cNvSpPr/>
          <p:nvPr/>
        </p:nvSpPr>
        <p:spPr bwMode="auto">
          <a:xfrm>
            <a:off x="20753" y="0"/>
            <a:ext cx="12436475" cy="6400800"/>
          </a:xfrm>
          <a:prstGeom prst="rect">
            <a:avLst/>
          </a:prstGeom>
          <a:solidFill>
            <a:schemeClr val="bg1">
              <a:alpha val="8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 name="Title 10"/>
          <p:cNvSpPr>
            <a:spLocks noGrp="1"/>
          </p:cNvSpPr>
          <p:nvPr>
            <p:ph type="title"/>
          </p:nvPr>
        </p:nvSpPr>
        <p:spPr/>
        <p:txBody>
          <a:bodyPr/>
          <a:lstStyle/>
          <a:p>
            <a:r>
              <a:rPr lang="en-US" dirty="0"/>
              <a:t>/messages</a:t>
            </a:r>
          </a:p>
        </p:txBody>
      </p:sp>
      <p:grpSp>
        <p:nvGrpSpPr>
          <p:cNvPr id="350" name="1 (fade in)"/>
          <p:cNvGrpSpPr/>
          <p:nvPr/>
        </p:nvGrpSpPr>
        <p:grpSpPr>
          <a:xfrm>
            <a:off x="6126789" y="3265314"/>
            <a:ext cx="822960" cy="2948187"/>
            <a:chOff x="6126789" y="3265314"/>
            <a:chExt cx="822960" cy="2948187"/>
          </a:xfrm>
        </p:grpSpPr>
        <p:cxnSp>
          <p:nvCxnSpPr>
            <p:cNvPr id="351" name="Straight Connector 350"/>
            <p:cNvCxnSpPr/>
            <p:nvPr/>
          </p:nvCxnSpPr>
          <p:spPr>
            <a:xfrm flipH="1" flipV="1">
              <a:off x="6218237" y="3265314"/>
              <a:ext cx="257388" cy="176388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52" name="Group 351"/>
            <p:cNvGrpSpPr/>
            <p:nvPr/>
          </p:nvGrpSpPr>
          <p:grpSpPr>
            <a:xfrm>
              <a:off x="6126789" y="5029200"/>
              <a:ext cx="822960" cy="1184301"/>
              <a:chOff x="5709615" y="5029200"/>
              <a:chExt cx="822960" cy="1184301"/>
            </a:xfrm>
          </p:grpSpPr>
          <p:sp>
            <p:nvSpPr>
              <p:cNvPr id="353"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354" name="Group 353"/>
              <p:cNvGrpSpPr>
                <a:grpSpLocks noChangeAspect="1"/>
              </p:cNvGrpSpPr>
              <p:nvPr/>
            </p:nvGrpSpPr>
            <p:grpSpPr>
              <a:xfrm>
                <a:off x="5709615" y="5029200"/>
                <a:ext cx="822960" cy="822960"/>
                <a:chOff x="5082065" y="2742662"/>
                <a:chExt cx="822960" cy="822960"/>
              </a:xfrm>
            </p:grpSpPr>
            <p:sp>
              <p:nvSpPr>
                <p:cNvPr id="355"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356" name="Picture 8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130" name="USER"/>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7"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20" name="delay"/>
          <p:cNvSpPr/>
          <p:nvPr/>
        </p:nvSpPr>
        <p:spPr bwMode="auto">
          <a:xfrm>
            <a:off x="-1005840" y="-1005840"/>
            <a:ext cx="914400" cy="914400"/>
          </a:xfrm>
          <a:prstGeom prst="rect">
            <a:avLst/>
          </a:prstGeom>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dirty="0" smtClean="0">
                <a:gradFill>
                  <a:gsLst>
                    <a:gs pos="0">
                      <a:srgbClr val="FFFFFF"/>
                    </a:gs>
                    <a:gs pos="100000">
                      <a:srgbClr val="FFFFFF"/>
                    </a:gs>
                  </a:gsLst>
                  <a:lin ang="5400000" scaled="0"/>
                </a:gradFill>
              </a:rPr>
              <a:t>delay</a:t>
            </a:r>
            <a:endParaRPr lang="en-US" sz="2000" dirty="0">
              <a:gradFill>
                <a:gsLst>
                  <a:gs pos="0">
                    <a:srgbClr val="FFFFFF"/>
                  </a:gs>
                  <a:gs pos="100000">
                    <a:srgbClr val="FFFFFF"/>
                  </a:gs>
                </a:gsLst>
                <a:lin ang="5400000" scaled="0"/>
              </a:gradFill>
            </a:endParaRPr>
          </a:p>
        </p:txBody>
      </p:sp>
      <p:sp>
        <p:nvSpPr>
          <p:cNvPr id="4" name="Footer Placeholder 3"/>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30772053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350"/>
                                        </p:tgtEl>
                                        <p:attrNameLst>
                                          <p:attrName>style.visibility</p:attrName>
                                        </p:attrNameLst>
                                      </p:cBhvr>
                                      <p:to>
                                        <p:strVal val="visible"/>
                                      </p:to>
                                    </p:set>
                                    <p:animEffect transition="in" filter="fade">
                                      <p:cBhvr>
                                        <p:cTn id="15" dur="500"/>
                                        <p:tgtEl>
                                          <p:spTgt spid="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Code</a:t>
            </a:r>
            <a:endParaRPr lang="en-US" dirty="0"/>
          </a:p>
        </p:txBody>
      </p:sp>
      <p:sp>
        <p:nvSpPr>
          <p:cNvPr id="3" name="Content Placeholder 2"/>
          <p:cNvSpPr>
            <a:spLocks noGrp="1"/>
          </p:cNvSpPr>
          <p:nvPr>
            <p:ph type="body" sz="quarter" idx="10"/>
          </p:nvPr>
        </p:nvSpPr>
        <p:spPr>
          <a:xfrm>
            <a:off x="274638" y="1221157"/>
            <a:ext cx="11887199" cy="5786199"/>
          </a:xfrm>
        </p:spPr>
        <p:txBody>
          <a:bodyPr/>
          <a:lstStyle/>
          <a:p>
            <a:pPr marL="914400" indent="-914400"/>
            <a:r>
              <a:rPr lang="en-US" sz="2800" dirty="0" smtClean="0"/>
              <a:t>GET https://graph.microsoft.com/v1.0</a:t>
            </a:r>
            <a:r>
              <a:rPr lang="en-US" sz="2800" b="1" dirty="0" smtClean="0"/>
              <a:t>/me/messages</a:t>
            </a:r>
          </a:p>
          <a:p>
            <a:pPr marL="914400" indent="-914400"/>
            <a:endParaRPr lang="en-US" sz="2800" dirty="0" smtClean="0"/>
          </a:p>
          <a:p>
            <a:pPr marL="914400" indent="-914400"/>
            <a:r>
              <a:rPr lang="en-US" sz="2800" dirty="0" smtClean="0"/>
              <a:t>GET https://graph.microsoft.com/v1.0</a:t>
            </a:r>
            <a:r>
              <a:rPr lang="en-US" sz="2800" b="1" dirty="0" smtClean="0"/>
              <a:t>/me/messages?$top=5</a:t>
            </a:r>
          </a:p>
          <a:p>
            <a:pPr marL="914400" indent="-914400"/>
            <a:endParaRPr lang="en-US" sz="2800" dirty="0" smtClean="0"/>
          </a:p>
          <a:p>
            <a:pPr marL="914400" indent="-914400"/>
            <a:r>
              <a:rPr lang="en-US" sz="2800" dirty="0" smtClean="0"/>
              <a:t>GET https://graph.microsoft.com/v1.0</a:t>
            </a:r>
            <a:r>
              <a:rPr lang="en-US" sz="2800" b="1" dirty="0" smtClean="0"/>
              <a:t>/me</a:t>
            </a:r>
          </a:p>
          <a:p>
            <a:pPr marL="914400" indent="-914400"/>
            <a:r>
              <a:rPr lang="en-US" sz="2800" b="1" dirty="0" smtClean="0"/>
              <a:t>	/messages?$top=5&amp;$skip=5&amp;$</a:t>
            </a:r>
            <a:r>
              <a:rPr lang="en-US" sz="2800" b="1" dirty="0" err="1" smtClean="0"/>
              <a:t>orderby</a:t>
            </a:r>
            <a:r>
              <a:rPr lang="en-US" sz="2800" b="1" dirty="0" smtClean="0"/>
              <a:t>=</a:t>
            </a:r>
            <a:r>
              <a:rPr lang="en-US" sz="2800" b="1" dirty="0" err="1" smtClean="0"/>
              <a:t>DateTimeCreated</a:t>
            </a:r>
            <a:r>
              <a:rPr lang="en-US" sz="2800" b="1" dirty="0" smtClean="0"/>
              <a:t> </a:t>
            </a:r>
          </a:p>
          <a:p>
            <a:pPr marL="914400" indent="-914400"/>
            <a:endParaRPr lang="en-US" sz="2800" dirty="0" smtClean="0"/>
          </a:p>
          <a:p>
            <a:pPr marL="914400" indent="-914400"/>
            <a:r>
              <a:rPr lang="en-US" sz="2800" dirty="0" smtClean="0"/>
              <a:t>GET https://graph.microsoft.com/v1.0</a:t>
            </a:r>
            <a:r>
              <a:rPr lang="en-US" sz="2800" b="1" dirty="0" smtClean="0"/>
              <a:t>/me</a:t>
            </a:r>
          </a:p>
          <a:p>
            <a:pPr marL="914400" indent="-914400"/>
            <a:r>
              <a:rPr lang="en-US" sz="2800" b="1" dirty="0" smtClean="0"/>
              <a:t>	/messages?$top=5&amp;$select=</a:t>
            </a:r>
            <a:r>
              <a:rPr lang="en-US" sz="2800" b="1" dirty="0" err="1" smtClean="0"/>
              <a:t>Subject,Sender</a:t>
            </a:r>
            <a:r>
              <a:rPr lang="en-US" sz="2800" b="1" dirty="0" smtClean="0"/>
              <a:t>&amp;</a:t>
            </a:r>
          </a:p>
          <a:p>
            <a:pPr marL="914400" indent="-914400"/>
            <a:r>
              <a:rPr lang="en-US" sz="2800" b="1" dirty="0" smtClean="0"/>
              <a:t>	$search="</a:t>
            </a:r>
            <a:r>
              <a:rPr lang="en-US" sz="2800" b="1" dirty="0" err="1" smtClean="0"/>
              <a:t>from:alexd@contoso.com</a:t>
            </a:r>
            <a:r>
              <a:rPr lang="en-US" sz="2800" b="1" dirty="0" smtClean="0"/>
              <a:t>"</a:t>
            </a:r>
          </a:p>
          <a:p>
            <a:pPr marL="914400" indent="-914400"/>
            <a:endParaRPr lang="en-US" sz="2800" dirty="0" smtClean="0"/>
          </a:p>
          <a:p>
            <a:pPr marL="914400" indent="-914400"/>
            <a:endParaRPr lang="en-US" sz="2800" dirty="0"/>
          </a:p>
        </p:txBody>
      </p:sp>
      <p:sp>
        <p:nvSpPr>
          <p:cNvPr id="4" name="Footer Placeholder 3"/>
          <p:cNvSpPr>
            <a:spLocks noGrp="1"/>
          </p:cNvSpPr>
          <p:nvPr>
            <p:ph type="ftr" sz="quarter" idx="11"/>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205651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239" name="xMessages"/>
          <p:cNvGrpSpPr/>
          <p:nvPr/>
        </p:nvGrpSpPr>
        <p:grpSpPr>
          <a:xfrm>
            <a:off x="6126789" y="3265313"/>
            <a:ext cx="822960" cy="2948188"/>
            <a:chOff x="6126789" y="3265313"/>
            <a:chExt cx="822960" cy="2948188"/>
          </a:xfrm>
        </p:grpSpPr>
        <p:cxnSp>
          <p:nvCxnSpPr>
            <p:cNvPr id="52" name="Straight Connector 51"/>
            <p:cNvCxnSpPr/>
            <p:nvPr/>
          </p:nvCxnSpPr>
          <p:spPr>
            <a:xfrm flipH="1" flipV="1">
              <a:off x="6218237" y="3265313"/>
              <a:ext cx="320032" cy="219319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6126789" y="5029200"/>
              <a:ext cx="822960" cy="1184301"/>
              <a:chOff x="5709615" y="5029200"/>
              <a:chExt cx="822960" cy="1184301"/>
            </a:xfrm>
          </p:grpSpPr>
          <p:sp>
            <p:nvSpPr>
              <p:cNvPr id="326"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217" name="Group 216"/>
              <p:cNvGrpSpPr>
                <a:grpSpLocks noChangeAspect="1"/>
              </p:cNvGrpSpPr>
              <p:nvPr/>
            </p:nvGrpSpPr>
            <p:grpSpPr>
              <a:xfrm>
                <a:off x="5709615" y="5029200"/>
                <a:ext cx="822960" cy="822960"/>
                <a:chOff x="5082065" y="2742662"/>
                <a:chExt cx="822960" cy="822960"/>
              </a:xfrm>
            </p:grpSpPr>
            <p:sp>
              <p:nvSpPr>
                <p:cNvPr id="21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9" name="Picture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4"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5">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grpSp>
        <p:nvGrpSpPr>
          <p:cNvPr id="12" name="GROUPS"/>
          <p:cNvGrpSpPr/>
          <p:nvPr/>
        </p:nvGrpSpPr>
        <p:grpSpPr>
          <a:xfrm>
            <a:off x="1572720" y="3474720"/>
            <a:ext cx="1737360" cy="2194560"/>
            <a:chOff x="10424160" y="-2263395"/>
            <a:chExt cx="1737360" cy="2194560"/>
          </a:xfrm>
        </p:grpSpPr>
        <p:sp>
          <p:nvSpPr>
            <p:cNvPr id="173"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6">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2" name="TRANSPARENCY"/>
          <p:cNvSpPr/>
          <p:nvPr/>
        </p:nvSpPr>
        <p:spPr bwMode="auto">
          <a:xfrm>
            <a:off x="0" y="1"/>
            <a:ext cx="12436475" cy="6400800"/>
          </a:xfrm>
          <a:prstGeom prst="rect">
            <a:avLst/>
          </a:prstGeom>
          <a:solidFill>
            <a:schemeClr val="bg1">
              <a:alpha val="8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 name="Title 10"/>
          <p:cNvSpPr>
            <a:spLocks noGrp="1"/>
          </p:cNvSpPr>
          <p:nvPr>
            <p:ph type="title"/>
          </p:nvPr>
        </p:nvSpPr>
        <p:spPr/>
        <p:txBody>
          <a:bodyPr/>
          <a:lstStyle/>
          <a:p>
            <a:r>
              <a:rPr lang="en-US" dirty="0"/>
              <a:t>/events</a:t>
            </a:r>
          </a:p>
        </p:txBody>
      </p:sp>
      <p:grpSp>
        <p:nvGrpSpPr>
          <p:cNvPr id="36" name="2 (fade in)"/>
          <p:cNvGrpSpPr/>
          <p:nvPr/>
        </p:nvGrpSpPr>
        <p:grpSpPr>
          <a:xfrm>
            <a:off x="2708184" y="2928290"/>
            <a:ext cx="3524733" cy="1003630"/>
            <a:chOff x="2708184" y="2928290"/>
            <a:chExt cx="3524733" cy="1003630"/>
          </a:xfrm>
        </p:grpSpPr>
        <p:sp>
          <p:nvSpPr>
            <p:cNvPr id="327" name="EVENTS"/>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grpSp>
          <p:nvGrpSpPr>
            <p:cNvPr id="315" name="calendar"/>
            <p:cNvGrpSpPr/>
            <p:nvPr/>
          </p:nvGrpSpPr>
          <p:grpSpPr>
            <a:xfrm>
              <a:off x="3657600" y="3108960"/>
              <a:ext cx="2575317" cy="822960"/>
              <a:chOff x="3657600" y="3108960"/>
              <a:chExt cx="2575317" cy="822960"/>
            </a:xfrm>
          </p:grpSpPr>
          <p:cxnSp>
            <p:nvCxnSpPr>
              <p:cNvPr id="316" name="Straight Connector 315"/>
              <p:cNvCxnSpPr/>
              <p:nvPr/>
            </p:nvCxnSpPr>
            <p:spPr>
              <a:xfrm flipV="1">
                <a:off x="4477062" y="3292700"/>
                <a:ext cx="1755855" cy="18252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17" name="Group 316"/>
              <p:cNvGrpSpPr>
                <a:grpSpLocks noChangeAspect="1"/>
              </p:cNvGrpSpPr>
              <p:nvPr/>
            </p:nvGrpSpPr>
            <p:grpSpPr>
              <a:xfrm>
                <a:off x="3657600" y="3108960"/>
                <a:ext cx="822960" cy="822960"/>
                <a:chOff x="6583680" y="2400000"/>
                <a:chExt cx="822960" cy="822960"/>
              </a:xfrm>
            </p:grpSpPr>
            <p:sp>
              <p:nvSpPr>
                <p:cNvPr id="318" name="Oval 317"/>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322" name="Freeform 321"/>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grpSp>
        <p:nvGrpSpPr>
          <p:cNvPr id="350" name="1 (fade out)"/>
          <p:cNvGrpSpPr/>
          <p:nvPr/>
        </p:nvGrpSpPr>
        <p:grpSpPr>
          <a:xfrm>
            <a:off x="6126789" y="3265314"/>
            <a:ext cx="822960" cy="2948187"/>
            <a:chOff x="6126789" y="3265314"/>
            <a:chExt cx="822960" cy="2948187"/>
          </a:xfrm>
        </p:grpSpPr>
        <p:cxnSp>
          <p:nvCxnSpPr>
            <p:cNvPr id="351" name="Straight Connector 350"/>
            <p:cNvCxnSpPr/>
            <p:nvPr/>
          </p:nvCxnSpPr>
          <p:spPr>
            <a:xfrm flipH="1" flipV="1">
              <a:off x="6218237" y="3265314"/>
              <a:ext cx="258222" cy="176960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52" name="Group 351"/>
            <p:cNvGrpSpPr/>
            <p:nvPr/>
          </p:nvGrpSpPr>
          <p:grpSpPr>
            <a:xfrm>
              <a:off x="6126789" y="5029200"/>
              <a:ext cx="822960" cy="1184301"/>
              <a:chOff x="5709615" y="5029200"/>
              <a:chExt cx="822960" cy="1184301"/>
            </a:xfrm>
          </p:grpSpPr>
          <p:sp>
            <p:nvSpPr>
              <p:cNvPr id="353"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354" name="Group 353"/>
              <p:cNvGrpSpPr>
                <a:grpSpLocks noChangeAspect="1"/>
              </p:cNvGrpSpPr>
              <p:nvPr/>
            </p:nvGrpSpPr>
            <p:grpSpPr>
              <a:xfrm>
                <a:off x="5709615" y="5029200"/>
                <a:ext cx="822960" cy="822960"/>
                <a:chOff x="5082065" y="2742662"/>
                <a:chExt cx="822960" cy="822960"/>
              </a:xfrm>
            </p:grpSpPr>
            <p:sp>
              <p:nvSpPr>
                <p:cNvPr id="355"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356" name="Picture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130" name="USER"/>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7"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20" name="delay"/>
          <p:cNvSpPr/>
          <p:nvPr/>
        </p:nvSpPr>
        <p:spPr bwMode="auto">
          <a:xfrm>
            <a:off x="-1005840" y="-1005840"/>
            <a:ext cx="914400" cy="914400"/>
          </a:xfrm>
          <a:prstGeom prst="rect">
            <a:avLst/>
          </a:prstGeom>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dirty="0" smtClean="0">
                <a:gradFill>
                  <a:gsLst>
                    <a:gs pos="0">
                      <a:srgbClr val="FFFFFF"/>
                    </a:gs>
                    <a:gs pos="100000">
                      <a:srgbClr val="FFFFFF"/>
                    </a:gs>
                  </a:gsLst>
                  <a:lin ang="5400000" scaled="0"/>
                </a:gradFill>
              </a:rPr>
              <a:t>delay</a:t>
            </a:r>
            <a:endParaRPr lang="en-US" sz="2000" dirty="0">
              <a:gradFill>
                <a:gsLst>
                  <a:gs pos="0">
                    <a:srgbClr val="FFFFFF"/>
                  </a:gs>
                  <a:gs pos="100000">
                    <a:srgbClr val="FFFFFF"/>
                  </a:gs>
                </a:gsLst>
                <a:lin ang="5400000" scaled="0"/>
              </a:gradFill>
            </a:endParaRPr>
          </a:p>
        </p:txBody>
      </p:sp>
      <p:sp>
        <p:nvSpPr>
          <p:cNvPr id="4" name="Footer Placeholder 3"/>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26680905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par>
                          <p:cTn id="8" fill="hold">
                            <p:stCondLst>
                              <p:cond delay="250"/>
                            </p:stCondLst>
                            <p:childTnLst>
                              <p:par>
                                <p:cTn id="9" presetID="10" presetClass="exit" presetSubtype="0" fill="hold" nodeType="afterEffect">
                                  <p:stCondLst>
                                    <p:cond delay="0"/>
                                  </p:stCondLst>
                                  <p:childTnLst>
                                    <p:animEffect transition="out" filter="fade">
                                      <p:cBhvr>
                                        <p:cTn id="10" dur="500"/>
                                        <p:tgtEl>
                                          <p:spTgt spid="350"/>
                                        </p:tgtEl>
                                      </p:cBhvr>
                                    </p:animEffect>
                                    <p:set>
                                      <p:cBhvr>
                                        <p:cTn id="11" dur="1" fill="hold">
                                          <p:stCondLst>
                                            <p:cond delay="499"/>
                                          </p:stCondLst>
                                        </p:cTn>
                                        <p:tgtEl>
                                          <p:spTgt spid="350"/>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239"/>
                                        </p:tgtEl>
                                        <p:attrNameLst>
                                          <p:attrName>style.visibility</p:attrName>
                                        </p:attrNameLst>
                                      </p:cBhvr>
                                      <p:to>
                                        <p:strVal val="visible"/>
                                      </p:to>
                                    </p:set>
                                  </p:childTnLst>
                                </p:cTn>
                              </p:par>
                            </p:childTnLst>
                          </p:cTn>
                        </p:par>
                        <p:par>
                          <p:cTn id="14" fill="hold">
                            <p:stCondLst>
                              <p:cond delay="750"/>
                            </p:stCondLst>
                            <p:childTnLst>
                              <p:par>
                                <p:cTn id="15" presetID="10" presetClass="entr" presetSubtype="0" fill="hold" nodeType="after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Code</a:t>
            </a:r>
            <a:endParaRPr lang="en-US" dirty="0"/>
          </a:p>
        </p:txBody>
      </p:sp>
      <p:sp>
        <p:nvSpPr>
          <p:cNvPr id="3" name="Content Placeholder 2"/>
          <p:cNvSpPr>
            <a:spLocks noGrp="1"/>
          </p:cNvSpPr>
          <p:nvPr>
            <p:ph type="body" sz="quarter" idx="10"/>
          </p:nvPr>
        </p:nvSpPr>
        <p:spPr>
          <a:xfrm>
            <a:off x="274638" y="1221157"/>
            <a:ext cx="11887199" cy="4364272"/>
          </a:xfrm>
        </p:spPr>
        <p:txBody>
          <a:bodyPr/>
          <a:lstStyle/>
          <a:p>
            <a:r>
              <a:rPr lang="en-US" sz="2800" smtClean="0"/>
              <a:t>GET https://graph.microsoft.com/v1.0</a:t>
            </a:r>
            <a:r>
              <a:rPr lang="en-US" sz="2800" b="1" smtClean="0"/>
              <a:t>/me/events</a:t>
            </a:r>
          </a:p>
          <a:p>
            <a:endParaRPr lang="en-US" sz="2800" smtClean="0"/>
          </a:p>
          <a:p>
            <a:r>
              <a:rPr lang="en-US" sz="2800" smtClean="0"/>
              <a:t>GET https://graph.microsoft.com/v1.0</a:t>
            </a:r>
            <a:r>
              <a:rPr lang="en-US" sz="2800" b="1" smtClean="0"/>
              <a:t>/me/events?$top=5</a:t>
            </a:r>
          </a:p>
          <a:p>
            <a:endParaRPr lang="en-US" sz="2800" smtClean="0"/>
          </a:p>
          <a:p>
            <a:r>
              <a:rPr lang="en-US" sz="2800" smtClean="0"/>
              <a:t>GET https://graph.microsoft.com/v1.0</a:t>
            </a:r>
            <a:r>
              <a:rPr lang="en-US" sz="2800" b="1" smtClean="0"/>
              <a:t>/me</a:t>
            </a:r>
          </a:p>
          <a:p>
            <a:r>
              <a:rPr lang="en-US" sz="2800" b="1" smtClean="0"/>
              <a:t>	/calendarview?startdatetime=2015-04-01t01:00:00z</a:t>
            </a:r>
          </a:p>
          <a:p>
            <a:r>
              <a:rPr lang="en-US" sz="2800" b="1" smtClean="0"/>
              <a:t>	&amp;enddatetime=2015-04-16t23:00:00z</a:t>
            </a:r>
          </a:p>
          <a:p>
            <a:endParaRPr lang="en-US" sz="2800" smtClean="0"/>
          </a:p>
          <a:p>
            <a:endParaRPr lang="en-US" sz="2800" dirty="0"/>
          </a:p>
        </p:txBody>
      </p:sp>
      <p:sp>
        <p:nvSpPr>
          <p:cNvPr id="6" name="Footer Placeholder 5"/>
          <p:cNvSpPr>
            <a:spLocks noGrp="1"/>
          </p:cNvSpPr>
          <p:nvPr>
            <p:ph type="ftr" sz="quarter" idx="11"/>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201190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3" name="Group 2"/>
          <p:cNvGrpSpPr/>
          <p:nvPr/>
        </p:nvGrpSpPr>
        <p:grpSpPr>
          <a:xfrm>
            <a:off x="3657600" y="3108960"/>
            <a:ext cx="2575317" cy="822960"/>
            <a:chOff x="3657600" y="3108960"/>
            <a:chExt cx="2575317" cy="822960"/>
          </a:xfrm>
        </p:grpSpPr>
        <p:cxnSp>
          <p:nvCxnSpPr>
            <p:cNvPr id="59" name="Straight Connector 58"/>
            <p:cNvCxnSpPr/>
            <p:nvPr/>
          </p:nvCxnSpPr>
          <p:spPr>
            <a:xfrm flipV="1">
              <a:off x="4057172" y="3292700"/>
              <a:ext cx="2175745" cy="2277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5" name="Group 194"/>
            <p:cNvGrpSpPr>
              <a:grpSpLocks noChangeAspect="1"/>
            </p:cNvGrpSpPr>
            <p:nvPr/>
          </p:nvGrpSpPr>
          <p:grpSpPr>
            <a:xfrm>
              <a:off x="3657600" y="3108960"/>
              <a:ext cx="822960" cy="822960"/>
              <a:chOff x="6583680" y="2400000"/>
              <a:chExt cx="822960" cy="822960"/>
            </a:xfrm>
          </p:grpSpPr>
          <p:sp>
            <p:nvSpPr>
              <p:cNvPr id="200" name="Oval 199"/>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201" name="Freeform 200"/>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239" name="Group 238"/>
          <p:cNvGrpSpPr/>
          <p:nvPr/>
        </p:nvGrpSpPr>
        <p:grpSpPr>
          <a:xfrm>
            <a:off x="6126789" y="3265313"/>
            <a:ext cx="822960" cy="2948188"/>
            <a:chOff x="6126789" y="3265313"/>
            <a:chExt cx="822960" cy="2948188"/>
          </a:xfrm>
        </p:grpSpPr>
        <p:cxnSp>
          <p:nvCxnSpPr>
            <p:cNvPr id="52" name="Straight Connector 51"/>
            <p:cNvCxnSpPr/>
            <p:nvPr/>
          </p:nvCxnSpPr>
          <p:spPr>
            <a:xfrm flipH="1" flipV="1">
              <a:off x="6218237" y="3265313"/>
              <a:ext cx="320032" cy="219319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6126789" y="5029200"/>
              <a:ext cx="822960" cy="1184301"/>
              <a:chOff x="5709615" y="5029200"/>
              <a:chExt cx="822960" cy="1184301"/>
            </a:xfrm>
          </p:grpSpPr>
          <p:sp>
            <p:nvSpPr>
              <p:cNvPr id="326"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217" name="Group 216"/>
              <p:cNvGrpSpPr>
                <a:grpSpLocks noChangeAspect="1"/>
              </p:cNvGrpSpPr>
              <p:nvPr/>
            </p:nvGrpSpPr>
            <p:grpSpPr>
              <a:xfrm>
                <a:off x="5709615" y="5029200"/>
                <a:ext cx="822960" cy="822960"/>
                <a:chOff x="5082065" y="2742662"/>
                <a:chExt cx="822960" cy="822960"/>
              </a:xfrm>
            </p:grpSpPr>
            <p:sp>
              <p:nvSpPr>
                <p:cNvPr id="21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9" name="Picture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4"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5">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sp>
        <p:nvSpPr>
          <p:cNvPr id="327" name="+Title 2"/>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grpSp>
        <p:nvGrpSpPr>
          <p:cNvPr id="12" name="GROUPS"/>
          <p:cNvGrpSpPr/>
          <p:nvPr/>
        </p:nvGrpSpPr>
        <p:grpSpPr>
          <a:xfrm>
            <a:off x="1572720" y="3474720"/>
            <a:ext cx="1737360" cy="2194560"/>
            <a:chOff x="10424160" y="-2263395"/>
            <a:chExt cx="1737360" cy="2194560"/>
          </a:xfrm>
        </p:grpSpPr>
        <p:sp>
          <p:nvSpPr>
            <p:cNvPr id="173"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6">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2" name="TRANSPARENCY"/>
          <p:cNvSpPr/>
          <p:nvPr/>
        </p:nvSpPr>
        <p:spPr bwMode="auto">
          <a:xfrm>
            <a:off x="74920" y="0"/>
            <a:ext cx="12436475" cy="6400800"/>
          </a:xfrm>
          <a:prstGeom prst="rect">
            <a:avLst/>
          </a:prstGeom>
          <a:solidFill>
            <a:schemeClr val="bg1">
              <a:alpha val="8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 name="Title 10"/>
          <p:cNvSpPr>
            <a:spLocks noGrp="1"/>
          </p:cNvSpPr>
          <p:nvPr>
            <p:ph type="title"/>
          </p:nvPr>
        </p:nvSpPr>
        <p:spPr/>
        <p:txBody>
          <a:bodyPr/>
          <a:lstStyle/>
          <a:p>
            <a:r>
              <a:rPr lang="en-US" dirty="0" smtClean="0"/>
              <a:t>/drive</a:t>
            </a:r>
            <a:endParaRPr lang="en-US" dirty="0"/>
          </a:p>
        </p:txBody>
      </p:sp>
      <p:sp>
        <p:nvSpPr>
          <p:cNvPr id="323" name="1Title 2 (fade out)"/>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grpSp>
        <p:nvGrpSpPr>
          <p:cNvPr id="315" name="1 (fade out)"/>
          <p:cNvGrpSpPr/>
          <p:nvPr/>
        </p:nvGrpSpPr>
        <p:grpSpPr>
          <a:xfrm>
            <a:off x="3657600" y="3108960"/>
            <a:ext cx="2575317" cy="822960"/>
            <a:chOff x="3657600" y="3108960"/>
            <a:chExt cx="2575317" cy="822960"/>
          </a:xfrm>
        </p:grpSpPr>
        <p:cxnSp>
          <p:nvCxnSpPr>
            <p:cNvPr id="316" name="Straight Connector 315"/>
            <p:cNvCxnSpPr/>
            <p:nvPr/>
          </p:nvCxnSpPr>
          <p:spPr>
            <a:xfrm flipV="1">
              <a:off x="4477062" y="3292700"/>
              <a:ext cx="1755855" cy="18252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17" name="Group 316"/>
            <p:cNvGrpSpPr>
              <a:grpSpLocks noChangeAspect="1"/>
            </p:cNvGrpSpPr>
            <p:nvPr/>
          </p:nvGrpSpPr>
          <p:grpSpPr>
            <a:xfrm>
              <a:off x="3657600" y="3108960"/>
              <a:ext cx="822960" cy="822960"/>
              <a:chOff x="6583680" y="2400000"/>
              <a:chExt cx="822960" cy="822960"/>
            </a:xfrm>
          </p:grpSpPr>
          <p:sp>
            <p:nvSpPr>
              <p:cNvPr id="318" name="Oval 317"/>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322" name="Freeform 321"/>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27" name="5 (fade in)"/>
          <p:cNvGrpSpPr/>
          <p:nvPr/>
        </p:nvGrpSpPr>
        <p:grpSpPr>
          <a:xfrm>
            <a:off x="6215431" y="1103495"/>
            <a:ext cx="4483317" cy="2808442"/>
            <a:chOff x="6215431" y="1103495"/>
            <a:chExt cx="4483317" cy="2808442"/>
          </a:xfrm>
        </p:grpSpPr>
        <p:grpSp>
          <p:nvGrpSpPr>
            <p:cNvPr id="254" name="modified"/>
            <p:cNvGrpSpPr/>
            <p:nvPr/>
          </p:nvGrpSpPr>
          <p:grpSpPr>
            <a:xfrm>
              <a:off x="9654521" y="2696725"/>
              <a:ext cx="1044227" cy="1215212"/>
              <a:chOff x="9654521" y="2696725"/>
              <a:chExt cx="1044227" cy="1215212"/>
            </a:xfrm>
          </p:grpSpPr>
          <p:cxnSp>
            <p:nvCxnSpPr>
              <p:cNvPr id="282" name="Straight Connector 281"/>
              <p:cNvCxnSpPr/>
              <p:nvPr/>
            </p:nvCxnSpPr>
            <p:spPr>
              <a:xfrm>
                <a:off x="10050878" y="2696725"/>
                <a:ext cx="214886" cy="121521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2" name="Rounded Rectangle 371"/>
              <p:cNvSpPr/>
              <p:nvPr/>
            </p:nvSpPr>
            <p:spPr>
              <a:xfrm>
                <a:off x="9654521" y="3418249"/>
                <a:ext cx="104422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modifiedBy</a:t>
                </a:r>
              </a:p>
            </p:txBody>
          </p:sp>
        </p:grpSp>
        <p:grpSp>
          <p:nvGrpSpPr>
            <p:cNvPr id="233" name="shared"/>
            <p:cNvGrpSpPr/>
            <p:nvPr/>
          </p:nvGrpSpPr>
          <p:grpSpPr>
            <a:xfrm>
              <a:off x="6215431" y="1103495"/>
              <a:ext cx="2801153" cy="2161818"/>
              <a:chOff x="6215431" y="1103495"/>
              <a:chExt cx="2801153" cy="2161818"/>
            </a:xfrm>
          </p:grpSpPr>
          <p:cxnSp>
            <p:nvCxnSpPr>
              <p:cNvPr id="85" name="Straight Connector 84"/>
              <p:cNvCxnSpPr>
                <a:endCxn id="331" idx="2"/>
              </p:cNvCxnSpPr>
              <p:nvPr/>
            </p:nvCxnSpPr>
            <p:spPr>
              <a:xfrm flipV="1">
                <a:off x="6215431" y="1365386"/>
                <a:ext cx="1354456" cy="189992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331" idx="3"/>
              </p:cNvCxnSpPr>
              <p:nvPr/>
            </p:nvCxnSpPr>
            <p:spPr>
              <a:xfrm>
                <a:off x="8261860" y="1234441"/>
                <a:ext cx="754724"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1" name="Rounded Rectangle 330"/>
              <p:cNvSpPr/>
              <p:nvPr/>
            </p:nvSpPr>
            <p:spPr>
              <a:xfrm>
                <a:off x="6877914" y="1103495"/>
                <a:ext cx="138394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Shared with me</a:t>
                </a:r>
              </a:p>
            </p:txBody>
          </p:sp>
        </p:grpSp>
      </p:grpSp>
      <p:grpSp>
        <p:nvGrpSpPr>
          <p:cNvPr id="22" name="2 (fade in)"/>
          <p:cNvGrpSpPr/>
          <p:nvPr/>
        </p:nvGrpSpPr>
        <p:grpSpPr>
          <a:xfrm>
            <a:off x="6218237" y="3279246"/>
            <a:ext cx="4546601" cy="1443014"/>
            <a:chOff x="6370637" y="3431646"/>
            <a:chExt cx="4546601" cy="1443014"/>
          </a:xfrm>
        </p:grpSpPr>
        <p:sp>
          <p:nvSpPr>
            <p:cNvPr id="324" name="Title 1"/>
            <p:cNvSpPr txBox="1">
              <a:spLocks/>
            </p:cNvSpPr>
            <p:nvPr/>
          </p:nvSpPr>
          <p:spPr>
            <a:xfrm>
              <a:off x="9177865" y="3880587"/>
              <a:ext cx="876051"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sp>
          <p:nvSpPr>
            <p:cNvPr id="328" name="Rectangle 68"/>
            <p:cNvSpPr/>
            <p:nvPr/>
          </p:nvSpPr>
          <p:spPr bwMode="auto">
            <a:xfrm>
              <a:off x="6393994" y="3435102"/>
              <a:ext cx="4091443" cy="1034548"/>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411280 w 2411280"/>
                <a:gd name="connsiteY0" fmla="*/ 2589851 h 2589851"/>
                <a:gd name="connsiteX1" fmla="*/ 991584 w 2411280"/>
                <a:gd name="connsiteY1" fmla="*/ 2589851 h 2589851"/>
                <a:gd name="connsiteX2" fmla="*/ 0 w 2411280"/>
                <a:gd name="connsiteY2" fmla="*/ 0 h 2589851"/>
                <a:gd name="connsiteX0" fmla="*/ 2845768 w 2845768"/>
                <a:gd name="connsiteY0" fmla="*/ 2559685 h 2559685"/>
                <a:gd name="connsiteX1" fmla="*/ 1426072 w 2845768"/>
                <a:gd name="connsiteY1" fmla="*/ 2559685 h 2559685"/>
                <a:gd name="connsiteX2" fmla="*/ 0 w 2845768"/>
                <a:gd name="connsiteY2" fmla="*/ 0 h 2559685"/>
                <a:gd name="connsiteX0" fmla="*/ 2803990 w 2803990"/>
                <a:gd name="connsiteY0" fmla="*/ 2559685 h 2559685"/>
                <a:gd name="connsiteX1" fmla="*/ 1384294 w 2803990"/>
                <a:gd name="connsiteY1" fmla="*/ 2559685 h 2559685"/>
                <a:gd name="connsiteX2" fmla="*/ 0 w 2803990"/>
                <a:gd name="connsiteY2" fmla="*/ 0 h 2559685"/>
              </a:gdLst>
              <a:ahLst/>
              <a:cxnLst>
                <a:cxn ang="0">
                  <a:pos x="connsiteX0" y="connsiteY0"/>
                </a:cxn>
                <a:cxn ang="0">
                  <a:pos x="connsiteX1" y="connsiteY1"/>
                </a:cxn>
                <a:cxn ang="0">
                  <a:pos x="connsiteX2" y="connsiteY2"/>
                </a:cxn>
              </a:cxnLst>
              <a:rect l="l" t="t" r="r" b="b"/>
              <a:pathLst>
                <a:path w="2803990" h="2559685">
                  <a:moveTo>
                    <a:pt x="2803990" y="2559685"/>
                  </a:moveTo>
                  <a:lnTo>
                    <a:pt x="1384294" y="255968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329" name="Group 328"/>
            <p:cNvGrpSpPr/>
            <p:nvPr/>
          </p:nvGrpSpPr>
          <p:grpSpPr>
            <a:xfrm>
              <a:off x="6370637" y="3431646"/>
              <a:ext cx="2766865" cy="858089"/>
              <a:chOff x="6218237" y="3279246"/>
              <a:chExt cx="2766865" cy="858089"/>
            </a:xfrm>
          </p:grpSpPr>
          <p:cxnSp>
            <p:nvCxnSpPr>
              <p:cNvPr id="332" name="Straight Connector 331"/>
              <p:cNvCxnSpPr/>
              <p:nvPr/>
            </p:nvCxnSpPr>
            <p:spPr>
              <a:xfrm>
                <a:off x="6218237" y="3279246"/>
                <a:ext cx="1939911" cy="39084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33" name="Group 332"/>
              <p:cNvGrpSpPr>
                <a:grpSpLocks noChangeAspect="1"/>
              </p:cNvGrpSpPr>
              <p:nvPr/>
            </p:nvGrpSpPr>
            <p:grpSpPr>
              <a:xfrm>
                <a:off x="8162142" y="3314375"/>
                <a:ext cx="822960" cy="822960"/>
                <a:chOff x="3410463" y="2759251"/>
                <a:chExt cx="822960" cy="822960"/>
              </a:xfrm>
            </p:grpSpPr>
            <p:sp>
              <p:nvSpPr>
                <p:cNvPr id="334"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335" name="Picture 7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336" name="Group 335"/>
            <p:cNvGrpSpPr>
              <a:grpSpLocks noChangeAspect="1"/>
            </p:cNvGrpSpPr>
            <p:nvPr/>
          </p:nvGrpSpPr>
          <p:grpSpPr>
            <a:xfrm>
              <a:off x="10094278" y="4051700"/>
              <a:ext cx="822960" cy="822960"/>
              <a:chOff x="2537808" y="3638324"/>
              <a:chExt cx="822960" cy="822960"/>
            </a:xfrm>
          </p:grpSpPr>
          <p:sp>
            <p:nvSpPr>
              <p:cNvPr id="337"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340" name="Picture 6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grpSp>
        <p:nvGrpSpPr>
          <p:cNvPr id="25" name="3 (fade in)"/>
          <p:cNvGrpSpPr/>
          <p:nvPr/>
        </p:nvGrpSpPr>
        <p:grpSpPr>
          <a:xfrm>
            <a:off x="6230672" y="822960"/>
            <a:ext cx="5656783" cy="2429094"/>
            <a:chOff x="6230672" y="822960"/>
            <a:chExt cx="5656783" cy="2429094"/>
          </a:xfrm>
        </p:grpSpPr>
        <p:grpSp>
          <p:nvGrpSpPr>
            <p:cNvPr id="24" name="Group 23"/>
            <p:cNvGrpSpPr/>
            <p:nvPr/>
          </p:nvGrpSpPr>
          <p:grpSpPr>
            <a:xfrm>
              <a:off x="9015620" y="822960"/>
              <a:ext cx="2871835" cy="1873765"/>
              <a:chOff x="9015620" y="822960"/>
              <a:chExt cx="2871835" cy="1873765"/>
            </a:xfrm>
          </p:grpSpPr>
          <p:cxnSp>
            <p:nvCxnSpPr>
              <p:cNvPr id="94" name="Straight Connector 93"/>
              <p:cNvCxnSpPr/>
              <p:nvPr/>
            </p:nvCxnSpPr>
            <p:spPr>
              <a:xfrm>
                <a:off x="9579943" y="1618938"/>
                <a:ext cx="468787" cy="107778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10019038" y="1771763"/>
                <a:ext cx="1126149" cy="92496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05" name="Group 204"/>
              <p:cNvGrpSpPr>
                <a:grpSpLocks noChangeAspect="1"/>
              </p:cNvGrpSpPr>
              <p:nvPr/>
            </p:nvGrpSpPr>
            <p:grpSpPr>
              <a:xfrm>
                <a:off x="11064495" y="1119848"/>
                <a:ext cx="822960" cy="822960"/>
                <a:chOff x="2537808" y="3638324"/>
                <a:chExt cx="822960" cy="822960"/>
              </a:xfrm>
            </p:grpSpPr>
            <p:sp>
              <p:nvSpPr>
                <p:cNvPr id="206"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7" name="Picture 6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11" name="Group 210"/>
              <p:cNvGrpSpPr>
                <a:grpSpLocks noChangeAspect="1"/>
              </p:cNvGrpSpPr>
              <p:nvPr/>
            </p:nvGrpSpPr>
            <p:grpSpPr>
              <a:xfrm>
                <a:off x="9015620" y="822960"/>
                <a:ext cx="822960" cy="822960"/>
                <a:chOff x="3410463" y="2759251"/>
                <a:chExt cx="822960" cy="822960"/>
              </a:xfrm>
            </p:grpSpPr>
            <p:sp>
              <p:nvSpPr>
                <p:cNvPr id="212"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3" name="Picture 7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23" name="Group 22"/>
            <p:cNvGrpSpPr/>
            <p:nvPr/>
          </p:nvGrpSpPr>
          <p:grpSpPr>
            <a:xfrm>
              <a:off x="6230672" y="2278201"/>
              <a:ext cx="4229808" cy="973853"/>
              <a:chOff x="6383072" y="2430601"/>
              <a:chExt cx="4229808" cy="973853"/>
            </a:xfrm>
          </p:grpSpPr>
          <p:grpSp>
            <p:nvGrpSpPr>
              <p:cNvPr id="341" name="Group 340"/>
              <p:cNvGrpSpPr/>
              <p:nvPr/>
            </p:nvGrpSpPr>
            <p:grpSpPr>
              <a:xfrm>
                <a:off x="6383072" y="2848417"/>
                <a:ext cx="3818058" cy="556037"/>
                <a:chOff x="6230672" y="2696017"/>
                <a:chExt cx="3818058" cy="556037"/>
              </a:xfrm>
            </p:grpSpPr>
            <p:cxnSp>
              <p:nvCxnSpPr>
                <p:cNvPr id="345" name="Straight Connector 344"/>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46" name="Rounded Rectangle 345"/>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347" name="Group 346"/>
              <p:cNvGrpSpPr>
                <a:grpSpLocks noChangeAspect="1"/>
              </p:cNvGrpSpPr>
              <p:nvPr/>
            </p:nvGrpSpPr>
            <p:grpSpPr>
              <a:xfrm>
                <a:off x="9789920" y="2430601"/>
                <a:ext cx="822960" cy="822960"/>
                <a:chOff x="9296150" y="3766318"/>
                <a:chExt cx="822960" cy="822960"/>
              </a:xfrm>
            </p:grpSpPr>
            <p:sp>
              <p:nvSpPr>
                <p:cNvPr id="348" name="Oval 347"/>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349" name="Picture 348"/>
                <p:cNvPicPr>
                  <a:picLocks noChangeAspect="1"/>
                </p:cNvPicPr>
                <p:nvPr/>
              </p:nvPicPr>
              <p:blipFill rotWithShape="1">
                <a:blip r:embed="rId5">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grpSp>
      <p:grpSp>
        <p:nvGrpSpPr>
          <p:cNvPr id="26" name="4 (fade in)"/>
          <p:cNvGrpSpPr/>
          <p:nvPr/>
        </p:nvGrpSpPr>
        <p:grpSpPr>
          <a:xfrm>
            <a:off x="9248067" y="1768005"/>
            <a:ext cx="1869855" cy="551875"/>
            <a:chOff x="9248067" y="1768005"/>
            <a:chExt cx="1869855" cy="551875"/>
          </a:xfrm>
        </p:grpSpPr>
        <p:sp>
          <p:nvSpPr>
            <p:cNvPr id="338" name="Rounded Rectangle 337"/>
            <p:cNvSpPr/>
            <p:nvPr/>
          </p:nvSpPr>
          <p:spPr>
            <a:xfrm>
              <a:off x="9248067" y="1768005"/>
              <a:ext cx="1015894"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sp>
          <p:nvSpPr>
            <p:cNvPr id="371" name="Rounded Rectangle 370"/>
            <p:cNvSpPr/>
            <p:nvPr/>
          </p:nvSpPr>
          <p:spPr>
            <a:xfrm>
              <a:off x="10435142" y="2057989"/>
              <a:ext cx="68278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public</a:t>
              </a:r>
            </a:p>
          </p:txBody>
        </p:sp>
      </p:grpSp>
      <p:grpSp>
        <p:nvGrpSpPr>
          <p:cNvPr id="130" name="USER"/>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9"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20" name="delay"/>
          <p:cNvSpPr/>
          <p:nvPr/>
        </p:nvSpPr>
        <p:spPr bwMode="auto">
          <a:xfrm>
            <a:off x="-1005840" y="-1005840"/>
            <a:ext cx="914400" cy="914400"/>
          </a:xfrm>
          <a:prstGeom prst="rect">
            <a:avLst/>
          </a:prstGeom>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dirty="0" smtClean="0">
                <a:gradFill>
                  <a:gsLst>
                    <a:gs pos="0">
                      <a:srgbClr val="FFFFFF"/>
                    </a:gs>
                    <a:gs pos="100000">
                      <a:srgbClr val="FFFFFF"/>
                    </a:gs>
                  </a:gsLst>
                  <a:lin ang="5400000" scaled="0"/>
                </a:gradFill>
              </a:rPr>
              <a:t>delay</a:t>
            </a:r>
            <a:endParaRPr lang="en-US" sz="2000" dirty="0">
              <a:gradFill>
                <a:gsLst>
                  <a:gs pos="0">
                    <a:srgbClr val="FFFFFF"/>
                  </a:gs>
                  <a:gs pos="100000">
                    <a:srgbClr val="FFFFFF"/>
                  </a:gs>
                </a:gsLst>
                <a:lin ang="5400000" scaled="0"/>
              </a:gradFill>
            </a:endParaRPr>
          </a:p>
        </p:txBody>
      </p:sp>
      <p:sp>
        <p:nvSpPr>
          <p:cNvPr id="5" name="Footer Placeholder 4"/>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22133559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par>
                          <p:cTn id="8" fill="hold">
                            <p:stCondLst>
                              <p:cond delay="250"/>
                            </p:stCondLst>
                            <p:childTnLst>
                              <p:par>
                                <p:cTn id="9" presetID="10" presetClass="exit" presetSubtype="0" fill="hold" nodeType="afterEffect">
                                  <p:stCondLst>
                                    <p:cond delay="0"/>
                                  </p:stCondLst>
                                  <p:childTnLst>
                                    <p:animEffect transition="out" filter="fade">
                                      <p:cBhvr>
                                        <p:cTn id="10" dur="500"/>
                                        <p:tgtEl>
                                          <p:spTgt spid="315"/>
                                        </p:tgtEl>
                                      </p:cBhvr>
                                    </p:animEffect>
                                    <p:set>
                                      <p:cBhvr>
                                        <p:cTn id="11" dur="1" fill="hold">
                                          <p:stCondLst>
                                            <p:cond delay="499"/>
                                          </p:stCondLst>
                                        </p:cTn>
                                        <p:tgtEl>
                                          <p:spTgt spid="315"/>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500"/>
                                        <p:tgtEl>
                                          <p:spTgt spid="323"/>
                                        </p:tgtEl>
                                      </p:cBhvr>
                                    </p:animEffect>
                                    <p:set>
                                      <p:cBhvr>
                                        <p:cTn id="14" dur="1" fill="hold">
                                          <p:stCondLst>
                                            <p:cond delay="499"/>
                                          </p:stCondLst>
                                        </p:cTn>
                                        <p:tgtEl>
                                          <p:spTgt spid="323"/>
                                        </p:tgtEl>
                                        <p:attrNameLst>
                                          <p:attrName>style.visibility</p:attrName>
                                        </p:attrNameLst>
                                      </p:cBhvr>
                                      <p:to>
                                        <p:strVal val="hidden"/>
                                      </p:to>
                                    </p:set>
                                  </p:childTnLst>
                                </p:cTn>
                              </p:par>
                            </p:childTnLst>
                          </p:cTn>
                        </p:par>
                        <p:par>
                          <p:cTn id="15" fill="hold">
                            <p:stCondLst>
                              <p:cond delay="750"/>
                            </p:stCondLst>
                            <p:childTnLst>
                              <p:par>
                                <p:cTn id="16" presetID="10" presetClass="entr" presetSubtype="0" fill="hold"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 grpId="0"/>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Code</a:t>
            </a:r>
            <a:endParaRPr lang="en-US" dirty="0"/>
          </a:p>
        </p:txBody>
      </p:sp>
      <p:sp>
        <p:nvSpPr>
          <p:cNvPr id="3" name="Content Placeholder 2"/>
          <p:cNvSpPr>
            <a:spLocks noGrp="1"/>
          </p:cNvSpPr>
          <p:nvPr>
            <p:ph type="body" sz="quarter" idx="10"/>
          </p:nvPr>
        </p:nvSpPr>
        <p:spPr>
          <a:xfrm>
            <a:off x="274638" y="1221157"/>
            <a:ext cx="11887199" cy="5392245"/>
          </a:xfrm>
        </p:spPr>
        <p:txBody>
          <a:bodyPr/>
          <a:lstStyle/>
          <a:p>
            <a:r>
              <a:rPr lang="en-US" sz="2400" dirty="0" smtClean="0"/>
              <a:t>GET https://graph.microsoft.com/v1.0</a:t>
            </a:r>
            <a:r>
              <a:rPr lang="en-US" sz="2400" b="1" dirty="0" smtClean="0"/>
              <a:t>/me/drive/root/childre</a:t>
            </a:r>
            <a:r>
              <a:rPr lang="en-US" sz="2400" dirty="0" smtClean="0"/>
              <a:t>n</a:t>
            </a:r>
          </a:p>
          <a:p>
            <a:endParaRPr lang="en-US" sz="2400" dirty="0" smtClean="0"/>
          </a:p>
          <a:p>
            <a:r>
              <a:rPr lang="en-US" sz="2400" dirty="0" smtClean="0"/>
              <a:t>GET https://graph.microsoft.com/v1.0</a:t>
            </a:r>
            <a:r>
              <a:rPr lang="en-US" sz="2400" b="1" dirty="0" smtClean="0"/>
              <a:t>/me/drive/items/&lt;id&gt;</a:t>
            </a:r>
          </a:p>
          <a:p>
            <a:endParaRPr lang="en-US" sz="2400" dirty="0" smtClean="0"/>
          </a:p>
          <a:p>
            <a:r>
              <a:rPr lang="en-US" sz="2400" dirty="0" smtClean="0"/>
              <a:t>GET https://graph.microsoft.com/v1.0</a:t>
            </a:r>
            <a:r>
              <a:rPr lang="en-US" sz="2400" b="1" dirty="0" smtClean="0"/>
              <a:t>/me</a:t>
            </a:r>
          </a:p>
          <a:p>
            <a:r>
              <a:rPr lang="en-US" sz="2400" b="1" dirty="0" smtClean="0"/>
              <a:t>	/drive/items/&lt;id&gt;/</a:t>
            </a:r>
            <a:r>
              <a:rPr lang="en-US" sz="2400" b="1" dirty="0" err="1" smtClean="0"/>
              <a:t>lastModifiedByUser</a:t>
            </a:r>
            <a:endParaRPr lang="en-US" sz="2400" b="1" dirty="0" smtClean="0"/>
          </a:p>
          <a:p>
            <a:endParaRPr lang="en-US" sz="2400" dirty="0" smtClean="0"/>
          </a:p>
          <a:p>
            <a:r>
              <a:rPr lang="en-US" sz="2400" dirty="0" smtClean="0"/>
              <a:t>GET https://graph.microsoft.com/v1.0/mary@contoso.com</a:t>
            </a:r>
            <a:r>
              <a:rPr lang="en-US" sz="2400" b="1" dirty="0" smtClean="0"/>
              <a:t>/drive</a:t>
            </a:r>
          </a:p>
          <a:p>
            <a:r>
              <a:rPr lang="en-US" sz="2400" b="1" dirty="0" smtClean="0"/>
              <a:t>	/root/children</a:t>
            </a:r>
          </a:p>
          <a:p>
            <a:endParaRPr lang="en-US" sz="2400" dirty="0" smtClean="0"/>
          </a:p>
          <a:p>
            <a:r>
              <a:rPr lang="en-US" sz="2400" dirty="0" smtClean="0"/>
              <a:t>GET https://graph.microsoft.com/v1.0</a:t>
            </a:r>
            <a:r>
              <a:rPr lang="en-US" sz="2400" b="1" dirty="0" smtClean="0"/>
              <a:t>/mary@contoso.com</a:t>
            </a:r>
          </a:p>
          <a:p>
            <a:r>
              <a:rPr lang="en-US" sz="2400" b="1" dirty="0" smtClean="0"/>
              <a:t>	/drive/items/&lt;id&gt;/</a:t>
            </a:r>
            <a:r>
              <a:rPr lang="en-US" sz="2400" b="1" dirty="0" err="1" smtClean="0"/>
              <a:t>lastModifiedByUser</a:t>
            </a:r>
            <a:r>
              <a:rPr lang="en-US" sz="2400" b="1" dirty="0" smtClean="0"/>
              <a:t>/manager</a:t>
            </a:r>
          </a:p>
          <a:p>
            <a:endParaRPr lang="en-US" sz="2400" dirty="0"/>
          </a:p>
        </p:txBody>
      </p:sp>
      <p:sp>
        <p:nvSpPr>
          <p:cNvPr id="4" name="Footer Placeholder 3"/>
          <p:cNvSpPr>
            <a:spLocks noGrp="1"/>
          </p:cNvSpPr>
          <p:nvPr>
            <p:ph type="ftr" sz="quarter" idx="11"/>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180903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Title 1"/>
          <p:cNvSpPr txBox="1">
            <a:spLocks/>
          </p:cNvSpPr>
          <p:nvPr/>
        </p:nvSpPr>
        <p:spPr>
          <a:xfrm>
            <a:off x="9025465" y="3728187"/>
            <a:ext cx="876051"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47" name="Group 246"/>
          <p:cNvGrpSpPr/>
          <p:nvPr/>
        </p:nvGrpSpPr>
        <p:grpSpPr>
          <a:xfrm>
            <a:off x="9248067" y="1234441"/>
            <a:ext cx="1015894" cy="1462284"/>
            <a:chOff x="9248067" y="1234441"/>
            <a:chExt cx="1015894" cy="1462284"/>
          </a:xfrm>
        </p:grpSpPr>
        <p:cxnSp>
          <p:nvCxnSpPr>
            <p:cNvPr id="94" name="Straight Connector 93"/>
            <p:cNvCxnSpPr/>
            <p:nvPr/>
          </p:nvCxnSpPr>
          <p:spPr>
            <a:xfrm>
              <a:off x="9412705" y="1234441"/>
              <a:ext cx="636025" cy="146228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8" name="Rounded Rectangle 337"/>
            <p:cNvSpPr/>
            <p:nvPr/>
          </p:nvSpPr>
          <p:spPr>
            <a:xfrm>
              <a:off x="9248067" y="1768005"/>
              <a:ext cx="1015894"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grpSp>
        <p:nvGrpSpPr>
          <p:cNvPr id="250" name="Group 249"/>
          <p:cNvGrpSpPr/>
          <p:nvPr/>
        </p:nvGrpSpPr>
        <p:grpSpPr>
          <a:xfrm>
            <a:off x="10019038" y="1488653"/>
            <a:ext cx="1470838" cy="1208072"/>
            <a:chOff x="10019038" y="1488653"/>
            <a:chExt cx="1470838" cy="1208072"/>
          </a:xfrm>
        </p:grpSpPr>
        <p:cxnSp>
          <p:nvCxnSpPr>
            <p:cNvPr id="134" name="Straight Connector 133"/>
            <p:cNvCxnSpPr/>
            <p:nvPr/>
          </p:nvCxnSpPr>
          <p:spPr>
            <a:xfrm flipH="1">
              <a:off x="10019038" y="1488653"/>
              <a:ext cx="1470838" cy="120807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1" name="Rounded Rectangle 370"/>
            <p:cNvSpPr/>
            <p:nvPr/>
          </p:nvSpPr>
          <p:spPr>
            <a:xfrm>
              <a:off x="10435142" y="2057989"/>
              <a:ext cx="68278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public</a:t>
              </a:r>
            </a:p>
          </p:txBody>
        </p:sp>
      </p:grpSp>
      <p:grpSp>
        <p:nvGrpSpPr>
          <p:cNvPr id="254" name="Group 253"/>
          <p:cNvGrpSpPr/>
          <p:nvPr/>
        </p:nvGrpSpPr>
        <p:grpSpPr>
          <a:xfrm>
            <a:off x="9654521" y="2696725"/>
            <a:ext cx="1044227" cy="1649895"/>
            <a:chOff x="9654521" y="2696725"/>
            <a:chExt cx="1044227" cy="1649895"/>
          </a:xfrm>
        </p:grpSpPr>
        <p:cxnSp>
          <p:nvCxnSpPr>
            <p:cNvPr id="282" name="Straight Connector 281"/>
            <p:cNvCxnSpPr/>
            <p:nvPr/>
          </p:nvCxnSpPr>
          <p:spPr>
            <a:xfrm>
              <a:off x="10050878" y="2696725"/>
              <a:ext cx="291751" cy="16498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2" name="Rounded Rectangle 371"/>
            <p:cNvSpPr/>
            <p:nvPr/>
          </p:nvSpPr>
          <p:spPr>
            <a:xfrm>
              <a:off x="9654521" y="3418249"/>
              <a:ext cx="104422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modifiedBy</a:t>
              </a:r>
            </a:p>
          </p:txBody>
        </p:sp>
      </p:grpSp>
      <p:grpSp>
        <p:nvGrpSpPr>
          <p:cNvPr id="3" name="Group 2"/>
          <p:cNvGrpSpPr/>
          <p:nvPr/>
        </p:nvGrpSpPr>
        <p:grpSpPr>
          <a:xfrm>
            <a:off x="3657600" y="3108960"/>
            <a:ext cx="2575317" cy="822960"/>
            <a:chOff x="3657600" y="3108960"/>
            <a:chExt cx="2575317" cy="822960"/>
          </a:xfrm>
        </p:grpSpPr>
        <p:cxnSp>
          <p:nvCxnSpPr>
            <p:cNvPr id="59" name="Straight Connector 58"/>
            <p:cNvCxnSpPr/>
            <p:nvPr/>
          </p:nvCxnSpPr>
          <p:spPr>
            <a:xfrm flipV="1">
              <a:off x="4057172" y="3292700"/>
              <a:ext cx="2175745" cy="2277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5" name="Group 194"/>
            <p:cNvGrpSpPr>
              <a:grpSpLocks noChangeAspect="1"/>
            </p:cNvGrpSpPr>
            <p:nvPr/>
          </p:nvGrpSpPr>
          <p:grpSpPr>
            <a:xfrm>
              <a:off x="3657600" y="3108960"/>
              <a:ext cx="822960" cy="822960"/>
              <a:chOff x="6583680" y="2400000"/>
              <a:chExt cx="822960" cy="822960"/>
            </a:xfrm>
          </p:grpSpPr>
          <p:sp>
            <p:nvSpPr>
              <p:cNvPr id="200" name="Oval 199"/>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201" name="Freeform 200"/>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233" name="Group 232"/>
          <p:cNvGrpSpPr/>
          <p:nvPr/>
        </p:nvGrpSpPr>
        <p:grpSpPr>
          <a:xfrm>
            <a:off x="6215431" y="1103495"/>
            <a:ext cx="3210309" cy="2161818"/>
            <a:chOff x="6215431" y="1103495"/>
            <a:chExt cx="3210309" cy="2161818"/>
          </a:xfrm>
        </p:grpSpPr>
        <p:cxnSp>
          <p:nvCxnSpPr>
            <p:cNvPr id="85" name="Straight Connector 84"/>
            <p:cNvCxnSpPr>
              <a:endCxn id="331" idx="2"/>
            </p:cNvCxnSpPr>
            <p:nvPr/>
          </p:nvCxnSpPr>
          <p:spPr>
            <a:xfrm flipV="1">
              <a:off x="6215431" y="1365386"/>
              <a:ext cx="1354456" cy="189992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331" idx="3"/>
            </p:cNvCxnSpPr>
            <p:nvPr/>
          </p:nvCxnSpPr>
          <p:spPr>
            <a:xfrm>
              <a:off x="8261860" y="1234441"/>
              <a:ext cx="116388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1" name="Rounded Rectangle 330"/>
            <p:cNvSpPr/>
            <p:nvPr/>
          </p:nvSpPr>
          <p:spPr>
            <a:xfrm>
              <a:off x="6877914" y="1103495"/>
              <a:ext cx="138394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Shared with me</a:t>
              </a:r>
            </a:p>
          </p:txBody>
        </p:sp>
      </p:grpSp>
      <p:sp>
        <p:nvSpPr>
          <p:cNvPr id="281" name="Rectangle 68"/>
          <p:cNvSpPr/>
          <p:nvPr/>
        </p:nvSpPr>
        <p:spPr bwMode="auto">
          <a:xfrm>
            <a:off x="6241594" y="3282702"/>
            <a:ext cx="4091443" cy="1034548"/>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411280 w 2411280"/>
              <a:gd name="connsiteY0" fmla="*/ 2589851 h 2589851"/>
              <a:gd name="connsiteX1" fmla="*/ 991584 w 2411280"/>
              <a:gd name="connsiteY1" fmla="*/ 2589851 h 2589851"/>
              <a:gd name="connsiteX2" fmla="*/ 0 w 2411280"/>
              <a:gd name="connsiteY2" fmla="*/ 0 h 2589851"/>
              <a:gd name="connsiteX0" fmla="*/ 2845768 w 2845768"/>
              <a:gd name="connsiteY0" fmla="*/ 2559685 h 2559685"/>
              <a:gd name="connsiteX1" fmla="*/ 1426072 w 2845768"/>
              <a:gd name="connsiteY1" fmla="*/ 2559685 h 2559685"/>
              <a:gd name="connsiteX2" fmla="*/ 0 w 2845768"/>
              <a:gd name="connsiteY2" fmla="*/ 0 h 2559685"/>
              <a:gd name="connsiteX0" fmla="*/ 2803990 w 2803990"/>
              <a:gd name="connsiteY0" fmla="*/ 2559685 h 2559685"/>
              <a:gd name="connsiteX1" fmla="*/ 1384294 w 2803990"/>
              <a:gd name="connsiteY1" fmla="*/ 2559685 h 2559685"/>
              <a:gd name="connsiteX2" fmla="*/ 0 w 2803990"/>
              <a:gd name="connsiteY2" fmla="*/ 0 h 2559685"/>
            </a:gdLst>
            <a:ahLst/>
            <a:cxnLst>
              <a:cxn ang="0">
                <a:pos x="connsiteX0" y="connsiteY0"/>
              </a:cxn>
              <a:cxn ang="0">
                <a:pos x="connsiteX1" y="connsiteY1"/>
              </a:cxn>
              <a:cxn ang="0">
                <a:pos x="connsiteX2" y="connsiteY2"/>
              </a:cxn>
            </a:cxnLst>
            <a:rect l="l" t="t" r="r" b="b"/>
            <a:pathLst>
              <a:path w="2803990" h="2559685">
                <a:moveTo>
                  <a:pt x="2803990" y="2559685"/>
                </a:moveTo>
                <a:lnTo>
                  <a:pt x="1384294" y="255968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236" name="Group 235"/>
          <p:cNvGrpSpPr/>
          <p:nvPr/>
        </p:nvGrpSpPr>
        <p:grpSpPr>
          <a:xfrm>
            <a:off x="6218237" y="3279246"/>
            <a:ext cx="2766865" cy="858089"/>
            <a:chOff x="6218237" y="3279246"/>
            <a:chExt cx="2766865" cy="858089"/>
          </a:xfrm>
        </p:grpSpPr>
        <p:cxnSp>
          <p:nvCxnSpPr>
            <p:cNvPr id="287" name="Straight Connector 286"/>
            <p:cNvCxnSpPr/>
            <p:nvPr/>
          </p:nvCxnSpPr>
          <p:spPr>
            <a:xfrm>
              <a:off x="6218237" y="3279246"/>
              <a:ext cx="2342906" cy="4720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5" name="Group 154"/>
            <p:cNvGrpSpPr>
              <a:grpSpLocks noChangeAspect="1"/>
            </p:cNvGrpSpPr>
            <p:nvPr/>
          </p:nvGrpSpPr>
          <p:grpSpPr>
            <a:xfrm>
              <a:off x="8162142" y="3314375"/>
              <a:ext cx="822960" cy="822960"/>
              <a:chOff x="3410463" y="2759251"/>
              <a:chExt cx="822960" cy="822960"/>
            </a:xfrm>
          </p:grpSpPr>
          <p:sp>
            <p:nvSpPr>
              <p:cNvPr id="159"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0" name="Picture 7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239" name="Group 238"/>
          <p:cNvGrpSpPr/>
          <p:nvPr/>
        </p:nvGrpSpPr>
        <p:grpSpPr>
          <a:xfrm>
            <a:off x="6126789" y="3265313"/>
            <a:ext cx="822960" cy="2948188"/>
            <a:chOff x="6126789" y="3265313"/>
            <a:chExt cx="822960" cy="2948188"/>
          </a:xfrm>
        </p:grpSpPr>
        <p:cxnSp>
          <p:nvCxnSpPr>
            <p:cNvPr id="52" name="Straight Connector 51"/>
            <p:cNvCxnSpPr/>
            <p:nvPr/>
          </p:nvCxnSpPr>
          <p:spPr>
            <a:xfrm flipH="1" flipV="1">
              <a:off x="6218237" y="3265313"/>
              <a:ext cx="320032" cy="219319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6126789" y="5029200"/>
              <a:ext cx="822960" cy="1184301"/>
              <a:chOff x="5709615" y="5029200"/>
              <a:chExt cx="822960" cy="1184301"/>
            </a:xfrm>
          </p:grpSpPr>
          <p:sp>
            <p:nvSpPr>
              <p:cNvPr id="326"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217" name="Group 216"/>
              <p:cNvGrpSpPr>
                <a:grpSpLocks noChangeAspect="1"/>
              </p:cNvGrpSpPr>
              <p:nvPr/>
            </p:nvGrpSpPr>
            <p:grpSpPr>
              <a:xfrm>
                <a:off x="5709615" y="5029200"/>
                <a:ext cx="822960" cy="822960"/>
                <a:chOff x="5082065" y="2742662"/>
                <a:chExt cx="822960" cy="822960"/>
              </a:xfrm>
            </p:grpSpPr>
            <p:sp>
              <p:nvSpPr>
                <p:cNvPr id="21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9" name="Picture 8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5"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202" name="Group 201"/>
          <p:cNvGrpSpPr>
            <a:grpSpLocks noChangeAspect="1"/>
          </p:cNvGrpSpPr>
          <p:nvPr/>
        </p:nvGrpSpPr>
        <p:grpSpPr>
          <a:xfrm>
            <a:off x="9941878" y="3899300"/>
            <a:ext cx="822960" cy="822960"/>
            <a:chOff x="2537808" y="3638324"/>
            <a:chExt cx="822960" cy="822960"/>
          </a:xfrm>
        </p:grpSpPr>
        <p:sp>
          <p:nvSpPr>
            <p:cNvPr id="20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4" name="Picture 6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05" name="Group 204"/>
          <p:cNvGrpSpPr>
            <a:grpSpLocks noChangeAspect="1"/>
          </p:cNvGrpSpPr>
          <p:nvPr/>
        </p:nvGrpSpPr>
        <p:grpSpPr>
          <a:xfrm>
            <a:off x="11064495" y="1119848"/>
            <a:ext cx="822960" cy="822960"/>
            <a:chOff x="2537808" y="3638324"/>
            <a:chExt cx="822960" cy="822960"/>
          </a:xfrm>
        </p:grpSpPr>
        <p:sp>
          <p:nvSpPr>
            <p:cNvPr id="206"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7" name="Picture 6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11" name="Group 210"/>
          <p:cNvGrpSpPr>
            <a:grpSpLocks noChangeAspect="1"/>
          </p:cNvGrpSpPr>
          <p:nvPr/>
        </p:nvGrpSpPr>
        <p:grpSpPr>
          <a:xfrm>
            <a:off x="9015620" y="822960"/>
            <a:ext cx="822960" cy="822960"/>
            <a:chOff x="3410463" y="2759251"/>
            <a:chExt cx="822960" cy="822960"/>
          </a:xfrm>
        </p:grpSpPr>
        <p:sp>
          <p:nvSpPr>
            <p:cNvPr id="212"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3" name="Picture 7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7">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sp>
        <p:nvSpPr>
          <p:cNvPr id="327" name="xTitle 2"/>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grpSp>
        <p:nvGrpSpPr>
          <p:cNvPr id="12" name="GROUPS"/>
          <p:cNvGrpSpPr/>
          <p:nvPr/>
        </p:nvGrpSpPr>
        <p:grpSpPr>
          <a:xfrm>
            <a:off x="1554480" y="3474720"/>
            <a:ext cx="1755600" cy="2194560"/>
            <a:chOff x="10405920" y="-2263395"/>
            <a:chExt cx="1755600" cy="2194560"/>
          </a:xfrm>
        </p:grpSpPr>
        <p:sp>
          <p:nvSpPr>
            <p:cNvPr id="173" name="Title 1"/>
            <p:cNvSpPr txBox="1">
              <a:spLocks/>
            </p:cNvSpPr>
            <p:nvPr/>
          </p:nvSpPr>
          <p:spPr>
            <a:xfrm>
              <a:off x="1040592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8">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2" name="TRANSPARENCY"/>
          <p:cNvSpPr/>
          <p:nvPr/>
        </p:nvSpPr>
        <p:spPr bwMode="auto">
          <a:xfrm>
            <a:off x="0" y="0"/>
            <a:ext cx="12436475" cy="6400800"/>
          </a:xfrm>
          <a:prstGeom prst="rect">
            <a:avLst/>
          </a:prstGeom>
          <a:solidFill>
            <a:schemeClr val="bg1">
              <a:alpha val="8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 name="Title 10"/>
          <p:cNvSpPr>
            <a:spLocks noGrp="1"/>
          </p:cNvSpPr>
          <p:nvPr>
            <p:ph type="title"/>
          </p:nvPr>
        </p:nvSpPr>
        <p:spPr/>
        <p:txBody>
          <a:bodyPr/>
          <a:lstStyle/>
          <a:p>
            <a:r>
              <a:rPr lang="en-US" smtClean="0"/>
              <a:t>/groups</a:t>
            </a:r>
            <a:endParaRPr lang="en-US" dirty="0"/>
          </a:p>
        </p:txBody>
      </p:sp>
      <p:grpSp>
        <p:nvGrpSpPr>
          <p:cNvPr id="5" name="1 (fade out)"/>
          <p:cNvGrpSpPr/>
          <p:nvPr/>
        </p:nvGrpSpPr>
        <p:grpSpPr>
          <a:xfrm>
            <a:off x="6215431" y="822960"/>
            <a:ext cx="5672024" cy="3899300"/>
            <a:chOff x="6367831" y="975360"/>
            <a:chExt cx="5672024" cy="3899300"/>
          </a:xfrm>
        </p:grpSpPr>
        <p:sp>
          <p:nvSpPr>
            <p:cNvPr id="150" name="Title 1"/>
            <p:cNvSpPr txBox="1">
              <a:spLocks/>
            </p:cNvSpPr>
            <p:nvPr/>
          </p:nvSpPr>
          <p:spPr>
            <a:xfrm>
              <a:off x="9177865" y="3880587"/>
              <a:ext cx="876051"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151" name="Group 150"/>
            <p:cNvGrpSpPr/>
            <p:nvPr/>
          </p:nvGrpSpPr>
          <p:grpSpPr>
            <a:xfrm>
              <a:off x="6383072" y="2848417"/>
              <a:ext cx="3818058" cy="556037"/>
              <a:chOff x="6230672" y="2696017"/>
              <a:chExt cx="3818058" cy="556037"/>
            </a:xfrm>
          </p:grpSpPr>
          <p:cxnSp>
            <p:nvCxnSpPr>
              <p:cNvPr id="152" name="Straight Connector 151"/>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3" name="Rounded Rectangle 152"/>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154" name="Group 153"/>
            <p:cNvGrpSpPr/>
            <p:nvPr/>
          </p:nvGrpSpPr>
          <p:grpSpPr>
            <a:xfrm>
              <a:off x="9400467" y="1386841"/>
              <a:ext cx="1015894" cy="1462284"/>
              <a:chOff x="9248067" y="1234441"/>
              <a:chExt cx="1015894" cy="1462284"/>
            </a:xfrm>
          </p:grpSpPr>
          <p:cxnSp>
            <p:nvCxnSpPr>
              <p:cNvPr id="156" name="Straight Connector 155"/>
              <p:cNvCxnSpPr/>
              <p:nvPr/>
            </p:nvCxnSpPr>
            <p:spPr>
              <a:xfrm>
                <a:off x="9412705" y="1234441"/>
                <a:ext cx="636025" cy="146228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7" name="Rounded Rectangle 156"/>
              <p:cNvSpPr/>
              <p:nvPr/>
            </p:nvSpPr>
            <p:spPr>
              <a:xfrm>
                <a:off x="9248067" y="1768005"/>
                <a:ext cx="1015894"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grpSp>
          <p:nvGrpSpPr>
            <p:cNvPr id="158" name="Group 157"/>
            <p:cNvGrpSpPr/>
            <p:nvPr/>
          </p:nvGrpSpPr>
          <p:grpSpPr>
            <a:xfrm>
              <a:off x="10171438" y="1641053"/>
              <a:ext cx="1470838" cy="1208072"/>
              <a:chOff x="10019038" y="1488653"/>
              <a:chExt cx="1470838" cy="1208072"/>
            </a:xfrm>
          </p:grpSpPr>
          <p:cxnSp>
            <p:nvCxnSpPr>
              <p:cNvPr id="161" name="Straight Connector 160"/>
              <p:cNvCxnSpPr/>
              <p:nvPr/>
            </p:nvCxnSpPr>
            <p:spPr>
              <a:xfrm flipH="1">
                <a:off x="10019038" y="1488653"/>
                <a:ext cx="1470838" cy="120807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62" name="Rounded Rectangle 161"/>
              <p:cNvSpPr/>
              <p:nvPr/>
            </p:nvSpPr>
            <p:spPr>
              <a:xfrm>
                <a:off x="10435142" y="2057989"/>
                <a:ext cx="68278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public</a:t>
                </a:r>
              </a:p>
            </p:txBody>
          </p:sp>
        </p:grpSp>
        <p:grpSp>
          <p:nvGrpSpPr>
            <p:cNvPr id="163" name="Group 162"/>
            <p:cNvGrpSpPr/>
            <p:nvPr/>
          </p:nvGrpSpPr>
          <p:grpSpPr>
            <a:xfrm>
              <a:off x="9806921" y="2849125"/>
              <a:ext cx="1044227" cy="1649895"/>
              <a:chOff x="9654521" y="2696725"/>
              <a:chExt cx="1044227" cy="1649895"/>
            </a:xfrm>
          </p:grpSpPr>
          <p:cxnSp>
            <p:nvCxnSpPr>
              <p:cNvPr id="164" name="Straight Connector 163"/>
              <p:cNvCxnSpPr/>
              <p:nvPr/>
            </p:nvCxnSpPr>
            <p:spPr>
              <a:xfrm>
                <a:off x="10050878" y="2696725"/>
                <a:ext cx="291751" cy="16498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66" name="Rounded Rectangle 165"/>
              <p:cNvSpPr/>
              <p:nvPr/>
            </p:nvSpPr>
            <p:spPr>
              <a:xfrm>
                <a:off x="9654521" y="3418249"/>
                <a:ext cx="104422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modifiedBy</a:t>
                </a:r>
              </a:p>
            </p:txBody>
          </p:sp>
        </p:grpSp>
        <p:grpSp>
          <p:nvGrpSpPr>
            <p:cNvPr id="167" name="Group 166"/>
            <p:cNvGrpSpPr/>
            <p:nvPr/>
          </p:nvGrpSpPr>
          <p:grpSpPr>
            <a:xfrm>
              <a:off x="6367831" y="1255895"/>
              <a:ext cx="3210309" cy="2161818"/>
              <a:chOff x="6215431" y="1103495"/>
              <a:chExt cx="3210309" cy="2161818"/>
            </a:xfrm>
          </p:grpSpPr>
          <p:cxnSp>
            <p:nvCxnSpPr>
              <p:cNvPr id="168" name="Straight Connector 167"/>
              <p:cNvCxnSpPr>
                <a:endCxn id="170" idx="2"/>
              </p:cNvCxnSpPr>
              <p:nvPr/>
            </p:nvCxnSpPr>
            <p:spPr>
              <a:xfrm flipV="1">
                <a:off x="6215431" y="1365386"/>
                <a:ext cx="1354456" cy="189992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a:stCxn id="170" idx="3"/>
              </p:cNvCxnSpPr>
              <p:nvPr/>
            </p:nvCxnSpPr>
            <p:spPr>
              <a:xfrm>
                <a:off x="8261860" y="1234441"/>
                <a:ext cx="116388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0" name="Rounded Rectangle 169"/>
              <p:cNvSpPr/>
              <p:nvPr/>
            </p:nvSpPr>
            <p:spPr>
              <a:xfrm>
                <a:off x="6877914" y="1103495"/>
                <a:ext cx="138394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Shared with me</a:t>
                </a:r>
              </a:p>
            </p:txBody>
          </p:sp>
        </p:grpSp>
        <p:sp>
          <p:nvSpPr>
            <p:cNvPr id="171" name="Rectangle 68"/>
            <p:cNvSpPr/>
            <p:nvPr/>
          </p:nvSpPr>
          <p:spPr bwMode="auto">
            <a:xfrm>
              <a:off x="6393994" y="3435102"/>
              <a:ext cx="4091443" cy="1034548"/>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411280 w 2411280"/>
                <a:gd name="connsiteY0" fmla="*/ 2589851 h 2589851"/>
                <a:gd name="connsiteX1" fmla="*/ 991584 w 2411280"/>
                <a:gd name="connsiteY1" fmla="*/ 2589851 h 2589851"/>
                <a:gd name="connsiteX2" fmla="*/ 0 w 2411280"/>
                <a:gd name="connsiteY2" fmla="*/ 0 h 2589851"/>
                <a:gd name="connsiteX0" fmla="*/ 2845768 w 2845768"/>
                <a:gd name="connsiteY0" fmla="*/ 2559685 h 2559685"/>
                <a:gd name="connsiteX1" fmla="*/ 1426072 w 2845768"/>
                <a:gd name="connsiteY1" fmla="*/ 2559685 h 2559685"/>
                <a:gd name="connsiteX2" fmla="*/ 0 w 2845768"/>
                <a:gd name="connsiteY2" fmla="*/ 0 h 2559685"/>
                <a:gd name="connsiteX0" fmla="*/ 2803990 w 2803990"/>
                <a:gd name="connsiteY0" fmla="*/ 2559685 h 2559685"/>
                <a:gd name="connsiteX1" fmla="*/ 1384294 w 2803990"/>
                <a:gd name="connsiteY1" fmla="*/ 2559685 h 2559685"/>
                <a:gd name="connsiteX2" fmla="*/ 0 w 2803990"/>
                <a:gd name="connsiteY2" fmla="*/ 0 h 2559685"/>
              </a:gdLst>
              <a:ahLst/>
              <a:cxnLst>
                <a:cxn ang="0">
                  <a:pos x="connsiteX0" y="connsiteY0"/>
                </a:cxn>
                <a:cxn ang="0">
                  <a:pos x="connsiteX1" y="connsiteY1"/>
                </a:cxn>
                <a:cxn ang="0">
                  <a:pos x="connsiteX2" y="connsiteY2"/>
                </a:cxn>
              </a:cxnLst>
              <a:rect l="l" t="t" r="r" b="b"/>
              <a:pathLst>
                <a:path w="2803990" h="2559685">
                  <a:moveTo>
                    <a:pt x="2803990" y="2559685"/>
                  </a:moveTo>
                  <a:lnTo>
                    <a:pt x="1384294" y="255968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172" name="Group 171"/>
            <p:cNvGrpSpPr/>
            <p:nvPr/>
          </p:nvGrpSpPr>
          <p:grpSpPr>
            <a:xfrm>
              <a:off x="6370637" y="3431646"/>
              <a:ext cx="2766865" cy="858089"/>
              <a:chOff x="6218237" y="3279246"/>
              <a:chExt cx="2766865" cy="858089"/>
            </a:xfrm>
          </p:grpSpPr>
          <p:cxnSp>
            <p:nvCxnSpPr>
              <p:cNvPr id="177" name="Straight Connector 176"/>
              <p:cNvCxnSpPr/>
              <p:nvPr/>
            </p:nvCxnSpPr>
            <p:spPr>
              <a:xfrm>
                <a:off x="6218237" y="3279246"/>
                <a:ext cx="2342906" cy="4720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a:grpSpLocks noChangeAspect="1"/>
              </p:cNvGrpSpPr>
              <p:nvPr/>
            </p:nvGrpSpPr>
            <p:grpSpPr>
              <a:xfrm>
                <a:off x="8162142" y="3314375"/>
                <a:ext cx="822960" cy="822960"/>
                <a:chOff x="3410463" y="2759251"/>
                <a:chExt cx="822960" cy="822960"/>
              </a:xfrm>
            </p:grpSpPr>
            <p:sp>
              <p:nvSpPr>
                <p:cNvPr id="179"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2" name="Picture 7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193" name="Group 192"/>
            <p:cNvGrpSpPr>
              <a:grpSpLocks noChangeAspect="1"/>
            </p:cNvGrpSpPr>
            <p:nvPr/>
          </p:nvGrpSpPr>
          <p:grpSpPr>
            <a:xfrm>
              <a:off x="10094278" y="4051700"/>
              <a:ext cx="822960" cy="822960"/>
              <a:chOff x="2537808" y="3638324"/>
              <a:chExt cx="822960" cy="822960"/>
            </a:xfrm>
          </p:grpSpPr>
          <p:sp>
            <p:nvSpPr>
              <p:cNvPr id="194"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7" name="Picture 6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14" name="Group 213"/>
            <p:cNvGrpSpPr>
              <a:grpSpLocks noChangeAspect="1"/>
            </p:cNvGrpSpPr>
            <p:nvPr/>
          </p:nvGrpSpPr>
          <p:grpSpPr>
            <a:xfrm>
              <a:off x="11216895" y="1272248"/>
              <a:ext cx="822960" cy="822960"/>
              <a:chOff x="2537808" y="3638324"/>
              <a:chExt cx="822960" cy="822960"/>
            </a:xfrm>
          </p:grpSpPr>
          <p:sp>
            <p:nvSpPr>
              <p:cNvPr id="215"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6" name="Picture 6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20" name="Group 219"/>
            <p:cNvGrpSpPr>
              <a:grpSpLocks noChangeAspect="1"/>
            </p:cNvGrpSpPr>
            <p:nvPr/>
          </p:nvGrpSpPr>
          <p:grpSpPr>
            <a:xfrm>
              <a:off x="9168020" y="975360"/>
              <a:ext cx="822960" cy="822960"/>
              <a:chOff x="3410463" y="2759251"/>
              <a:chExt cx="822960" cy="822960"/>
            </a:xfrm>
          </p:grpSpPr>
          <p:sp>
            <p:nvSpPr>
              <p:cNvPr id="221"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22" name="Picture 7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223" name="Group 222"/>
            <p:cNvGrpSpPr>
              <a:grpSpLocks noChangeAspect="1"/>
            </p:cNvGrpSpPr>
            <p:nvPr/>
          </p:nvGrpSpPr>
          <p:grpSpPr>
            <a:xfrm>
              <a:off x="9789920" y="2430601"/>
              <a:ext cx="822960" cy="822960"/>
              <a:chOff x="9296150" y="3766318"/>
              <a:chExt cx="822960" cy="822960"/>
            </a:xfrm>
          </p:grpSpPr>
          <p:sp>
            <p:nvSpPr>
              <p:cNvPr id="224" name="Oval 223"/>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25" name="Picture 224"/>
              <p:cNvPicPr>
                <a:picLocks noChangeAspect="1"/>
              </p:cNvPicPr>
              <p:nvPr/>
            </p:nvPicPr>
            <p:blipFill rotWithShape="1">
              <a:blip r:embed="rId7">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grpSp>
        <p:nvGrpSpPr>
          <p:cNvPr id="13" name="6 (fade in)"/>
          <p:cNvGrpSpPr/>
          <p:nvPr/>
        </p:nvGrpSpPr>
        <p:grpSpPr>
          <a:xfrm>
            <a:off x="2286000" y="2286000"/>
            <a:ext cx="3932082" cy="2077812"/>
            <a:chOff x="2438400" y="2438400"/>
            <a:chExt cx="3932082" cy="2077812"/>
          </a:xfrm>
        </p:grpSpPr>
        <p:cxnSp>
          <p:nvCxnSpPr>
            <p:cNvPr id="309" name="Straight Connector 308"/>
            <p:cNvCxnSpPr/>
            <p:nvPr/>
          </p:nvCxnSpPr>
          <p:spPr>
            <a:xfrm flipH="1">
              <a:off x="2581692" y="3256625"/>
              <a:ext cx="210335" cy="125958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0" name="Title 1"/>
            <p:cNvSpPr txBox="1">
              <a:spLocks/>
            </p:cNvSpPr>
            <p:nvPr/>
          </p:nvSpPr>
          <p:spPr>
            <a:xfrm>
              <a:off x="2860584" y="30806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cxnSp>
          <p:nvCxnSpPr>
            <p:cNvPr id="311" name="Straight Connector 310"/>
            <p:cNvCxnSpPr/>
            <p:nvPr/>
          </p:nvCxnSpPr>
          <p:spPr>
            <a:xfrm>
              <a:off x="3256625" y="2910396"/>
              <a:ext cx="3113857" cy="52125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12" name="Group 311"/>
            <p:cNvGrpSpPr>
              <a:grpSpLocks noChangeAspect="1"/>
            </p:cNvGrpSpPr>
            <p:nvPr/>
          </p:nvGrpSpPr>
          <p:grpSpPr>
            <a:xfrm>
              <a:off x="2438400" y="2438400"/>
              <a:ext cx="822960" cy="822960"/>
              <a:chOff x="6583680" y="3314400"/>
              <a:chExt cx="822960" cy="822960"/>
            </a:xfrm>
          </p:grpSpPr>
          <p:sp>
            <p:nvSpPr>
              <p:cNvPr id="313" name="Oval 312"/>
              <p:cNvSpPr/>
              <p:nvPr/>
            </p:nvSpPr>
            <p:spPr>
              <a:xfrm>
                <a:off x="6583680" y="33144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314" name="Freeform 128"/>
              <p:cNvSpPr>
                <a:spLocks noChangeAspect="1" noEditPoints="1"/>
              </p:cNvSpPr>
              <p:nvPr/>
            </p:nvSpPr>
            <p:spPr bwMode="auto">
              <a:xfrm>
                <a:off x="6804408" y="3543000"/>
                <a:ext cx="381504" cy="365760"/>
              </a:xfrm>
              <a:custGeom>
                <a:avLst/>
                <a:gdLst>
                  <a:gd name="T0" fmla="*/ 127 w 133"/>
                  <a:gd name="T1" fmla="*/ 64 h 125"/>
                  <a:gd name="T2" fmla="*/ 123 w 133"/>
                  <a:gd name="T3" fmla="*/ 44 h 125"/>
                  <a:gd name="T4" fmla="*/ 123 w 133"/>
                  <a:gd name="T5" fmla="*/ 7 h 125"/>
                  <a:gd name="T6" fmla="*/ 105 w 133"/>
                  <a:gd name="T7" fmla="*/ 0 h 125"/>
                  <a:gd name="T8" fmla="*/ 87 w 133"/>
                  <a:gd name="T9" fmla="*/ 7 h 125"/>
                  <a:gd name="T10" fmla="*/ 67 w 133"/>
                  <a:gd name="T11" fmla="*/ 4 h 125"/>
                  <a:gd name="T12" fmla="*/ 47 w 133"/>
                  <a:gd name="T13" fmla="*/ 7 h 125"/>
                  <a:gd name="T14" fmla="*/ 29 w 133"/>
                  <a:gd name="T15" fmla="*/ 0 h 125"/>
                  <a:gd name="T16" fmla="*/ 10 w 133"/>
                  <a:gd name="T17" fmla="*/ 7 h 125"/>
                  <a:gd name="T18" fmla="*/ 10 w 133"/>
                  <a:gd name="T19" fmla="*/ 44 h 125"/>
                  <a:gd name="T20" fmla="*/ 7 w 133"/>
                  <a:gd name="T21" fmla="*/ 64 h 125"/>
                  <a:gd name="T22" fmla="*/ 22 w 133"/>
                  <a:gd name="T23" fmla="*/ 103 h 125"/>
                  <a:gd name="T24" fmla="*/ 8 w 133"/>
                  <a:gd name="T25" fmla="*/ 117 h 125"/>
                  <a:gd name="T26" fmla="*/ 14 w 133"/>
                  <a:gd name="T27" fmla="*/ 123 h 125"/>
                  <a:gd name="T28" fmla="*/ 27 w 133"/>
                  <a:gd name="T29" fmla="*/ 109 h 125"/>
                  <a:gd name="T30" fmla="*/ 67 w 133"/>
                  <a:gd name="T31" fmla="*/ 124 h 125"/>
                  <a:gd name="T32" fmla="*/ 106 w 133"/>
                  <a:gd name="T33" fmla="*/ 109 h 125"/>
                  <a:gd name="T34" fmla="*/ 122 w 133"/>
                  <a:gd name="T35" fmla="*/ 125 h 125"/>
                  <a:gd name="T36" fmla="*/ 128 w 133"/>
                  <a:gd name="T37" fmla="*/ 119 h 125"/>
                  <a:gd name="T38" fmla="*/ 112 w 133"/>
                  <a:gd name="T39" fmla="*/ 103 h 125"/>
                  <a:gd name="T40" fmla="*/ 127 w 133"/>
                  <a:gd name="T41" fmla="*/ 64 h 125"/>
                  <a:gd name="T42" fmla="*/ 105 w 133"/>
                  <a:gd name="T43" fmla="*/ 8 h 125"/>
                  <a:gd name="T44" fmla="*/ 117 w 133"/>
                  <a:gd name="T45" fmla="*/ 13 h 125"/>
                  <a:gd name="T46" fmla="*/ 120 w 133"/>
                  <a:gd name="T47" fmla="*/ 36 h 125"/>
                  <a:gd name="T48" fmla="*/ 95 w 133"/>
                  <a:gd name="T49" fmla="*/ 11 h 125"/>
                  <a:gd name="T50" fmla="*/ 105 w 133"/>
                  <a:gd name="T51" fmla="*/ 8 h 125"/>
                  <a:gd name="T52" fmla="*/ 16 w 133"/>
                  <a:gd name="T53" fmla="*/ 13 h 125"/>
                  <a:gd name="T54" fmla="*/ 29 w 133"/>
                  <a:gd name="T55" fmla="*/ 8 h 125"/>
                  <a:gd name="T56" fmla="*/ 39 w 133"/>
                  <a:gd name="T57" fmla="*/ 11 h 125"/>
                  <a:gd name="T58" fmla="*/ 14 w 133"/>
                  <a:gd name="T59" fmla="*/ 36 h 125"/>
                  <a:gd name="T60" fmla="*/ 16 w 133"/>
                  <a:gd name="T61" fmla="*/ 13 h 125"/>
                  <a:gd name="T62" fmla="*/ 67 w 133"/>
                  <a:gd name="T63" fmla="*/ 116 h 125"/>
                  <a:gd name="T64" fmla="*/ 15 w 133"/>
                  <a:gd name="T65" fmla="*/ 64 h 125"/>
                  <a:gd name="T66" fmla="*/ 67 w 133"/>
                  <a:gd name="T67" fmla="*/ 12 h 125"/>
                  <a:gd name="T68" fmla="*/ 119 w 133"/>
                  <a:gd name="T69" fmla="*/ 64 h 125"/>
                  <a:gd name="T70" fmla="*/ 67 w 133"/>
                  <a:gd name="T71" fmla="*/ 116 h 125"/>
                  <a:gd name="T72" fmla="*/ 71 w 133"/>
                  <a:gd name="T73" fmla="*/ 62 h 125"/>
                  <a:gd name="T74" fmla="*/ 94 w 133"/>
                  <a:gd name="T75" fmla="*/ 85 h 125"/>
                  <a:gd name="T76" fmla="*/ 88 w 133"/>
                  <a:gd name="T77" fmla="*/ 91 h 125"/>
                  <a:gd name="T78" fmla="*/ 63 w 133"/>
                  <a:gd name="T79" fmla="*/ 65 h 125"/>
                  <a:gd name="T80" fmla="*/ 63 w 133"/>
                  <a:gd name="T81" fmla="*/ 28 h 125"/>
                  <a:gd name="T82" fmla="*/ 71 w 133"/>
                  <a:gd name="T83" fmla="*/ 28 h 125"/>
                  <a:gd name="T84" fmla="*/ 71 w 133"/>
                  <a:gd name="T85"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3" h="125">
                    <a:moveTo>
                      <a:pt x="127" y="64"/>
                    </a:moveTo>
                    <a:cubicBezTo>
                      <a:pt x="127" y="57"/>
                      <a:pt x="125" y="50"/>
                      <a:pt x="123" y="44"/>
                    </a:cubicBezTo>
                    <a:cubicBezTo>
                      <a:pt x="133" y="34"/>
                      <a:pt x="133" y="17"/>
                      <a:pt x="123" y="7"/>
                    </a:cubicBezTo>
                    <a:cubicBezTo>
                      <a:pt x="118" y="2"/>
                      <a:pt x="112" y="0"/>
                      <a:pt x="105" y="0"/>
                    </a:cubicBezTo>
                    <a:cubicBezTo>
                      <a:pt x="98" y="0"/>
                      <a:pt x="91" y="2"/>
                      <a:pt x="87" y="7"/>
                    </a:cubicBezTo>
                    <a:cubicBezTo>
                      <a:pt x="80" y="5"/>
                      <a:pt x="74" y="4"/>
                      <a:pt x="67" y="4"/>
                    </a:cubicBezTo>
                    <a:cubicBezTo>
                      <a:pt x="60" y="4"/>
                      <a:pt x="53" y="5"/>
                      <a:pt x="47" y="7"/>
                    </a:cubicBezTo>
                    <a:cubicBezTo>
                      <a:pt x="42" y="2"/>
                      <a:pt x="36" y="0"/>
                      <a:pt x="29" y="0"/>
                    </a:cubicBezTo>
                    <a:cubicBezTo>
                      <a:pt x="22" y="0"/>
                      <a:pt x="15" y="2"/>
                      <a:pt x="10" y="7"/>
                    </a:cubicBezTo>
                    <a:cubicBezTo>
                      <a:pt x="0" y="17"/>
                      <a:pt x="0" y="34"/>
                      <a:pt x="10" y="44"/>
                    </a:cubicBezTo>
                    <a:cubicBezTo>
                      <a:pt x="8" y="50"/>
                      <a:pt x="7" y="57"/>
                      <a:pt x="7" y="64"/>
                    </a:cubicBezTo>
                    <a:cubicBezTo>
                      <a:pt x="7" y="79"/>
                      <a:pt x="12" y="93"/>
                      <a:pt x="22" y="103"/>
                    </a:cubicBezTo>
                    <a:cubicBezTo>
                      <a:pt x="8" y="117"/>
                      <a:pt x="8" y="117"/>
                      <a:pt x="8" y="117"/>
                    </a:cubicBezTo>
                    <a:cubicBezTo>
                      <a:pt x="14" y="123"/>
                      <a:pt x="14" y="123"/>
                      <a:pt x="14" y="123"/>
                    </a:cubicBezTo>
                    <a:cubicBezTo>
                      <a:pt x="27" y="109"/>
                      <a:pt x="27" y="109"/>
                      <a:pt x="27" y="109"/>
                    </a:cubicBezTo>
                    <a:cubicBezTo>
                      <a:pt x="38" y="118"/>
                      <a:pt x="52" y="124"/>
                      <a:pt x="67" y="124"/>
                    </a:cubicBezTo>
                    <a:cubicBezTo>
                      <a:pt x="82" y="124"/>
                      <a:pt x="96" y="118"/>
                      <a:pt x="106" y="109"/>
                    </a:cubicBezTo>
                    <a:cubicBezTo>
                      <a:pt x="122" y="125"/>
                      <a:pt x="122" y="125"/>
                      <a:pt x="122" y="125"/>
                    </a:cubicBezTo>
                    <a:cubicBezTo>
                      <a:pt x="128" y="119"/>
                      <a:pt x="128" y="119"/>
                      <a:pt x="128" y="119"/>
                    </a:cubicBezTo>
                    <a:cubicBezTo>
                      <a:pt x="112" y="103"/>
                      <a:pt x="112" y="103"/>
                      <a:pt x="112" y="103"/>
                    </a:cubicBezTo>
                    <a:cubicBezTo>
                      <a:pt x="121" y="93"/>
                      <a:pt x="127" y="79"/>
                      <a:pt x="127" y="64"/>
                    </a:cubicBezTo>
                    <a:close/>
                    <a:moveTo>
                      <a:pt x="105" y="8"/>
                    </a:moveTo>
                    <a:cubicBezTo>
                      <a:pt x="110" y="8"/>
                      <a:pt x="114" y="10"/>
                      <a:pt x="117" y="13"/>
                    </a:cubicBezTo>
                    <a:cubicBezTo>
                      <a:pt x="124" y="19"/>
                      <a:pt x="124" y="29"/>
                      <a:pt x="120" y="36"/>
                    </a:cubicBezTo>
                    <a:cubicBezTo>
                      <a:pt x="114" y="25"/>
                      <a:pt x="105" y="16"/>
                      <a:pt x="95" y="11"/>
                    </a:cubicBezTo>
                    <a:cubicBezTo>
                      <a:pt x="98" y="9"/>
                      <a:pt x="101" y="8"/>
                      <a:pt x="105" y="8"/>
                    </a:cubicBezTo>
                    <a:close/>
                    <a:moveTo>
                      <a:pt x="16" y="13"/>
                    </a:moveTo>
                    <a:cubicBezTo>
                      <a:pt x="19" y="10"/>
                      <a:pt x="24" y="8"/>
                      <a:pt x="29" y="8"/>
                    </a:cubicBezTo>
                    <a:cubicBezTo>
                      <a:pt x="32" y="8"/>
                      <a:pt x="36" y="9"/>
                      <a:pt x="39" y="11"/>
                    </a:cubicBezTo>
                    <a:cubicBezTo>
                      <a:pt x="28" y="16"/>
                      <a:pt x="19" y="25"/>
                      <a:pt x="14" y="36"/>
                    </a:cubicBezTo>
                    <a:cubicBezTo>
                      <a:pt x="9" y="29"/>
                      <a:pt x="10" y="19"/>
                      <a:pt x="16" y="13"/>
                    </a:cubicBezTo>
                    <a:close/>
                    <a:moveTo>
                      <a:pt x="67" y="116"/>
                    </a:moveTo>
                    <a:cubicBezTo>
                      <a:pt x="38" y="116"/>
                      <a:pt x="15" y="92"/>
                      <a:pt x="15" y="64"/>
                    </a:cubicBezTo>
                    <a:cubicBezTo>
                      <a:pt x="15" y="35"/>
                      <a:pt x="38" y="12"/>
                      <a:pt x="67" y="12"/>
                    </a:cubicBezTo>
                    <a:cubicBezTo>
                      <a:pt x="95" y="12"/>
                      <a:pt x="119" y="35"/>
                      <a:pt x="119" y="64"/>
                    </a:cubicBezTo>
                    <a:cubicBezTo>
                      <a:pt x="119" y="92"/>
                      <a:pt x="95" y="116"/>
                      <a:pt x="67" y="116"/>
                    </a:cubicBezTo>
                    <a:close/>
                    <a:moveTo>
                      <a:pt x="71" y="62"/>
                    </a:moveTo>
                    <a:cubicBezTo>
                      <a:pt x="94" y="85"/>
                      <a:pt x="94" y="85"/>
                      <a:pt x="94" y="85"/>
                    </a:cubicBezTo>
                    <a:cubicBezTo>
                      <a:pt x="88" y="91"/>
                      <a:pt x="88" y="91"/>
                      <a:pt x="88" y="91"/>
                    </a:cubicBezTo>
                    <a:cubicBezTo>
                      <a:pt x="63" y="65"/>
                      <a:pt x="63" y="65"/>
                      <a:pt x="63" y="65"/>
                    </a:cubicBezTo>
                    <a:cubicBezTo>
                      <a:pt x="63" y="28"/>
                      <a:pt x="63" y="28"/>
                      <a:pt x="63" y="28"/>
                    </a:cubicBezTo>
                    <a:cubicBezTo>
                      <a:pt x="71" y="28"/>
                      <a:pt x="71" y="28"/>
                      <a:pt x="71" y="28"/>
                    </a:cubicBezTo>
                    <a:lnTo>
                      <a:pt x="71" y="62"/>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10" name="5 (fade in)"/>
          <p:cNvGrpSpPr/>
          <p:nvPr/>
        </p:nvGrpSpPr>
        <p:grpSpPr>
          <a:xfrm>
            <a:off x="274638" y="1942799"/>
            <a:ext cx="2166309" cy="2399374"/>
            <a:chOff x="427038" y="2095199"/>
            <a:chExt cx="2166309" cy="2399374"/>
          </a:xfrm>
        </p:grpSpPr>
        <p:grpSp>
          <p:nvGrpSpPr>
            <p:cNvPr id="256" name="Group 255"/>
            <p:cNvGrpSpPr/>
            <p:nvPr/>
          </p:nvGrpSpPr>
          <p:grpSpPr>
            <a:xfrm>
              <a:off x="792480" y="2415239"/>
              <a:ext cx="1800867" cy="2079334"/>
              <a:chOff x="640080" y="2262839"/>
              <a:chExt cx="1800867" cy="2079334"/>
            </a:xfrm>
          </p:grpSpPr>
          <p:cxnSp>
            <p:nvCxnSpPr>
              <p:cNvPr id="257" name="Straight Connector 256"/>
              <p:cNvCxnSpPr/>
              <p:nvPr/>
            </p:nvCxnSpPr>
            <p:spPr>
              <a:xfrm>
                <a:off x="1316854" y="2985856"/>
                <a:ext cx="1124093" cy="135631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58" name="Group 257"/>
              <p:cNvGrpSpPr>
                <a:grpSpLocks noChangeAspect="1"/>
              </p:cNvGrpSpPr>
              <p:nvPr/>
            </p:nvGrpSpPr>
            <p:grpSpPr>
              <a:xfrm>
                <a:off x="640080" y="2262839"/>
                <a:ext cx="822960" cy="822960"/>
                <a:chOff x="5082065" y="2742662"/>
                <a:chExt cx="822960" cy="822960"/>
              </a:xfrm>
            </p:grpSpPr>
            <p:sp>
              <p:nvSpPr>
                <p:cNvPr id="259"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85" name="Picture 8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sp>
          <p:nvSpPr>
            <p:cNvPr id="308" name="Title 1"/>
            <p:cNvSpPr txBox="1">
              <a:spLocks/>
            </p:cNvSpPr>
            <p:nvPr/>
          </p:nvSpPr>
          <p:spPr>
            <a:xfrm>
              <a:off x="427038" y="2095199"/>
              <a:ext cx="200017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CONVERSATIONS</a:t>
              </a:r>
            </a:p>
          </p:txBody>
        </p:sp>
      </p:grpSp>
      <p:grpSp>
        <p:nvGrpSpPr>
          <p:cNvPr id="252" name="4 (fade in)"/>
          <p:cNvGrpSpPr/>
          <p:nvPr/>
        </p:nvGrpSpPr>
        <p:grpSpPr>
          <a:xfrm>
            <a:off x="3636886" y="3269689"/>
            <a:ext cx="2596584" cy="2655278"/>
            <a:chOff x="3636886" y="3269689"/>
            <a:chExt cx="2596584" cy="2655278"/>
          </a:xfrm>
        </p:grpSpPr>
        <p:sp>
          <p:nvSpPr>
            <p:cNvPr id="253" name="Rectangle 68"/>
            <p:cNvSpPr/>
            <p:nvPr/>
          </p:nvSpPr>
          <p:spPr bwMode="auto">
            <a:xfrm flipH="1">
              <a:off x="3636886" y="3269689"/>
              <a:ext cx="2596584" cy="2536749"/>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708342 w 2708342"/>
                <a:gd name="connsiteY0" fmla="*/ 3208755 h 3208755"/>
                <a:gd name="connsiteX1" fmla="*/ 1288646 w 2708342"/>
                <a:gd name="connsiteY1" fmla="*/ 3208755 h 3208755"/>
                <a:gd name="connsiteX2" fmla="*/ 0 w 2708342"/>
                <a:gd name="connsiteY2" fmla="*/ 0 h 3208755"/>
                <a:gd name="connsiteX0" fmla="*/ 2675335 w 2675335"/>
                <a:gd name="connsiteY0" fmla="*/ 3208755 h 3208755"/>
                <a:gd name="connsiteX1" fmla="*/ 1255639 w 2675335"/>
                <a:gd name="connsiteY1" fmla="*/ 3208755 h 3208755"/>
                <a:gd name="connsiteX2" fmla="*/ 0 w 2675335"/>
                <a:gd name="connsiteY2" fmla="*/ 0 h 3208755"/>
                <a:gd name="connsiteX0" fmla="*/ 2686337 w 2686337"/>
                <a:gd name="connsiteY0" fmla="*/ 3193333 h 3193333"/>
                <a:gd name="connsiteX1" fmla="*/ 1266641 w 2686337"/>
                <a:gd name="connsiteY1" fmla="*/ 3193333 h 3193333"/>
                <a:gd name="connsiteX2" fmla="*/ 0 w 2686337"/>
                <a:gd name="connsiteY2" fmla="*/ 0 h 3193333"/>
                <a:gd name="connsiteX0" fmla="*/ 2314067 w 2314067"/>
                <a:gd name="connsiteY0" fmla="*/ 3147068 h 3147068"/>
                <a:gd name="connsiteX1" fmla="*/ 894371 w 2314067"/>
                <a:gd name="connsiteY1" fmla="*/ 3147068 h 3147068"/>
                <a:gd name="connsiteX2" fmla="*/ 0 w 2314067"/>
                <a:gd name="connsiteY2" fmla="*/ 0 h 3147068"/>
                <a:gd name="connsiteX0" fmla="*/ 2163574 w 2163574"/>
                <a:gd name="connsiteY0" fmla="*/ 3208755 h 3208755"/>
                <a:gd name="connsiteX1" fmla="*/ 743878 w 2163574"/>
                <a:gd name="connsiteY1" fmla="*/ 3208755 h 3208755"/>
                <a:gd name="connsiteX2" fmla="*/ 0 w 2163574"/>
                <a:gd name="connsiteY2" fmla="*/ 0 h 3208755"/>
                <a:gd name="connsiteX0" fmla="*/ 1963375 w 1963375"/>
                <a:gd name="connsiteY0" fmla="*/ 3208755 h 3208755"/>
                <a:gd name="connsiteX1" fmla="*/ 543679 w 1963375"/>
                <a:gd name="connsiteY1" fmla="*/ 3208755 h 3208755"/>
                <a:gd name="connsiteX2" fmla="*/ 0 w 1963375"/>
                <a:gd name="connsiteY2" fmla="*/ 0 h 3208755"/>
                <a:gd name="connsiteX0" fmla="*/ 1963375 w 1963375"/>
                <a:gd name="connsiteY0" fmla="*/ 3208755 h 3208755"/>
                <a:gd name="connsiteX1" fmla="*/ 1705494 w 1963375"/>
                <a:gd name="connsiteY1" fmla="*/ 3208196 h 3208755"/>
                <a:gd name="connsiteX2" fmla="*/ 543679 w 1963375"/>
                <a:gd name="connsiteY2" fmla="*/ 3208755 h 3208755"/>
                <a:gd name="connsiteX3" fmla="*/ 0 w 1963375"/>
                <a:gd name="connsiteY3" fmla="*/ 0 h 3208755"/>
                <a:gd name="connsiteX0" fmla="*/ 1705494 w 1705494"/>
                <a:gd name="connsiteY0" fmla="*/ 3208196 h 3208755"/>
                <a:gd name="connsiteX1" fmla="*/ 543679 w 1705494"/>
                <a:gd name="connsiteY1" fmla="*/ 3208755 h 3208755"/>
                <a:gd name="connsiteX2" fmla="*/ 0 w 1705494"/>
                <a:gd name="connsiteY2" fmla="*/ 0 h 3208755"/>
              </a:gdLst>
              <a:ahLst/>
              <a:cxnLst>
                <a:cxn ang="0">
                  <a:pos x="connsiteX0" y="connsiteY0"/>
                </a:cxn>
                <a:cxn ang="0">
                  <a:pos x="connsiteX1" y="connsiteY1"/>
                </a:cxn>
                <a:cxn ang="0">
                  <a:pos x="connsiteX2" y="connsiteY2"/>
                </a:cxn>
              </a:cxnLst>
              <a:rect l="l" t="t" r="r" b="b"/>
              <a:pathLst>
                <a:path w="1705494" h="3208755">
                  <a:moveTo>
                    <a:pt x="1705494" y="3208196"/>
                  </a:moveTo>
                  <a:lnTo>
                    <a:pt x="543679" y="320875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5" name="Rounded Rectangle 254"/>
            <p:cNvSpPr/>
            <p:nvPr/>
          </p:nvSpPr>
          <p:spPr>
            <a:xfrm>
              <a:off x="4944604" y="5663076"/>
              <a:ext cx="90787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grpSp>
        <p:nvGrpSpPr>
          <p:cNvPr id="9" name="3 (fade in)"/>
          <p:cNvGrpSpPr/>
          <p:nvPr/>
        </p:nvGrpSpPr>
        <p:grpSpPr>
          <a:xfrm>
            <a:off x="2425967" y="4359784"/>
            <a:ext cx="1211483" cy="2207058"/>
            <a:chOff x="2578367" y="4512184"/>
            <a:chExt cx="1211483" cy="2207058"/>
          </a:xfrm>
        </p:grpSpPr>
        <p:cxnSp>
          <p:nvCxnSpPr>
            <p:cNvPr id="238" name="Straight Connector 237"/>
            <p:cNvCxnSpPr/>
            <p:nvPr/>
          </p:nvCxnSpPr>
          <p:spPr>
            <a:xfrm>
              <a:off x="2578367" y="4512184"/>
              <a:ext cx="598359" cy="107630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44" name="Group 243"/>
            <p:cNvGrpSpPr/>
            <p:nvPr/>
          </p:nvGrpSpPr>
          <p:grpSpPr>
            <a:xfrm>
              <a:off x="2966890" y="5534941"/>
              <a:ext cx="822960" cy="1184301"/>
              <a:chOff x="2662647" y="5394960"/>
              <a:chExt cx="822960" cy="1184301"/>
            </a:xfrm>
          </p:grpSpPr>
          <p:sp>
            <p:nvSpPr>
              <p:cNvPr id="245" name="Title 1"/>
              <p:cNvSpPr txBox="1">
                <a:spLocks/>
              </p:cNvSpPr>
              <p:nvPr/>
            </p:nvSpPr>
            <p:spPr>
              <a:xfrm>
                <a:off x="2662647" y="621792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48" name="Group 247"/>
              <p:cNvGrpSpPr>
                <a:grpSpLocks noChangeAspect="1"/>
              </p:cNvGrpSpPr>
              <p:nvPr/>
            </p:nvGrpSpPr>
            <p:grpSpPr>
              <a:xfrm>
                <a:off x="2662647" y="5394960"/>
                <a:ext cx="822960" cy="822960"/>
                <a:chOff x="3410463" y="3638324"/>
                <a:chExt cx="822960" cy="822960"/>
              </a:xfrm>
            </p:grpSpPr>
            <p:sp>
              <p:nvSpPr>
                <p:cNvPr id="249"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51" name="Picture 7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grpSp>
      <p:grpSp>
        <p:nvGrpSpPr>
          <p:cNvPr id="6" name="2 (fade in)"/>
          <p:cNvGrpSpPr/>
          <p:nvPr/>
        </p:nvGrpSpPr>
        <p:grpSpPr>
          <a:xfrm>
            <a:off x="1572720" y="3272276"/>
            <a:ext cx="4666271" cy="2397004"/>
            <a:chOff x="1725120" y="3424676"/>
            <a:chExt cx="4666271" cy="2397004"/>
          </a:xfrm>
        </p:grpSpPr>
        <p:grpSp>
          <p:nvGrpSpPr>
            <p:cNvPr id="226" name="Group 225"/>
            <p:cNvGrpSpPr/>
            <p:nvPr/>
          </p:nvGrpSpPr>
          <p:grpSpPr>
            <a:xfrm>
              <a:off x="2560385" y="3424676"/>
              <a:ext cx="3831006" cy="1201018"/>
              <a:chOff x="2407985" y="3272276"/>
              <a:chExt cx="3831006" cy="1201018"/>
            </a:xfrm>
          </p:grpSpPr>
          <p:sp>
            <p:nvSpPr>
              <p:cNvPr id="227"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28" name="Rounded Rectangle 227"/>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grpSp>
          <p:nvGrpSpPr>
            <p:cNvPr id="229" name="GROUPS"/>
            <p:cNvGrpSpPr/>
            <p:nvPr/>
          </p:nvGrpSpPr>
          <p:grpSpPr>
            <a:xfrm>
              <a:off x="1725120" y="3627120"/>
              <a:ext cx="1737360" cy="2194560"/>
              <a:chOff x="10424160" y="-2263395"/>
              <a:chExt cx="1737360" cy="2194560"/>
            </a:xfrm>
          </p:grpSpPr>
          <p:sp>
            <p:nvSpPr>
              <p:cNvPr id="230"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231" name="Group 230"/>
              <p:cNvGrpSpPr/>
              <p:nvPr/>
            </p:nvGrpSpPr>
            <p:grpSpPr>
              <a:xfrm>
                <a:off x="10424160" y="-2263395"/>
                <a:ext cx="1737360" cy="1737360"/>
                <a:chOff x="10607040" y="2719914"/>
                <a:chExt cx="1737360" cy="1737360"/>
              </a:xfrm>
            </p:grpSpPr>
            <p:sp>
              <p:nvSpPr>
                <p:cNvPr id="232" name="Oval 231"/>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37" name="Picture 236"/>
                <p:cNvPicPr>
                  <a:picLocks noChangeAspect="1"/>
                </p:cNvPicPr>
                <p:nvPr/>
              </p:nvPicPr>
              <p:blipFill rotWithShape="1">
                <a:blip r:embed="rId8">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grpSp>
      <p:grpSp>
        <p:nvGrpSpPr>
          <p:cNvPr id="130" name="USER"/>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10"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20" name="delay"/>
          <p:cNvSpPr/>
          <p:nvPr/>
        </p:nvSpPr>
        <p:spPr bwMode="auto">
          <a:xfrm>
            <a:off x="-1005840" y="-1005840"/>
            <a:ext cx="914400" cy="914400"/>
          </a:xfrm>
          <a:prstGeom prst="rect">
            <a:avLst/>
          </a:prstGeom>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dirty="0" smtClean="0">
                <a:gradFill>
                  <a:gsLst>
                    <a:gs pos="0">
                      <a:srgbClr val="FFFFFF"/>
                    </a:gs>
                    <a:gs pos="100000">
                      <a:srgbClr val="FFFFFF"/>
                    </a:gs>
                  </a:gsLst>
                  <a:lin ang="5400000" scaled="0"/>
                </a:gradFill>
              </a:rPr>
              <a:t>delay</a:t>
            </a:r>
            <a:endParaRPr lang="en-US" sz="2000" dirty="0">
              <a:gradFill>
                <a:gsLst>
                  <a:gs pos="0">
                    <a:srgbClr val="FFFFFF"/>
                  </a:gs>
                  <a:gs pos="100000">
                    <a:srgbClr val="FFFFFF"/>
                  </a:gs>
                </a:gsLst>
                <a:lin ang="5400000" scaled="0"/>
              </a:gradFill>
            </a:endParaRPr>
          </a:p>
        </p:txBody>
      </p:sp>
      <p:sp>
        <p:nvSpPr>
          <p:cNvPr id="7" name="Footer Placeholder 6"/>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58943868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par>
                          <p:cTn id="8" fill="hold">
                            <p:stCondLst>
                              <p:cond delay="250"/>
                            </p:stCondLst>
                            <p:childTnLst>
                              <p:par>
                                <p:cTn id="9" presetID="10" presetClass="exit" presetSubtype="0" fill="hold" nodeType="afterEffect">
                                  <p:stCondLst>
                                    <p:cond delay="0"/>
                                  </p:stCondLst>
                                  <p:childTnLst>
                                    <p:animEffect transition="out" filter="fade">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250"/>
                            </p:stCondLst>
                            <p:childTnLst>
                              <p:par>
                                <p:cTn id="17" presetID="10" presetClass="exit" presetSubtype="0" fill="hold" nodeType="afterEffect">
                                  <p:stCondLst>
                                    <p:cond delay="0"/>
                                  </p:stCondLst>
                                  <p:childTnLst>
                                    <p:animEffect transition="out" filter="fade">
                                      <p:cBhvr>
                                        <p:cTn id="18" dur="100"/>
                                        <p:tgtEl>
                                          <p:spTgt spid="12"/>
                                        </p:tgtEl>
                                      </p:cBhvr>
                                    </p:animEffect>
                                    <p:set>
                                      <p:cBhvr>
                                        <p:cTn id="19" dur="1" fill="hold">
                                          <p:stCondLst>
                                            <p:cond delay="99"/>
                                          </p:stCondLst>
                                        </p:cTn>
                                        <p:tgtEl>
                                          <p:spTgt spid="12"/>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2"/>
                                        </p:tgtEl>
                                        <p:attrNameLst>
                                          <p:attrName>style.visibility</p:attrName>
                                        </p:attrNameLst>
                                      </p:cBhvr>
                                      <p:to>
                                        <p:strVal val="visible"/>
                                      </p:to>
                                    </p:set>
                                    <p:animEffect transition="in" filter="fade">
                                      <p:cBhvr>
                                        <p:cTn id="29" dur="500"/>
                                        <p:tgtEl>
                                          <p:spTgt spid="25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par>
                          <p:cTn id="40" fill="hold">
                            <p:stCondLst>
                              <p:cond delay="500"/>
                            </p:stCondLst>
                            <p:childTnLst>
                              <p:par>
                                <p:cTn id="41" presetID="10" presetClass="exit" presetSubtype="0" fill="hold" grpId="0" nodeType="afterEffect">
                                  <p:stCondLst>
                                    <p:cond delay="0"/>
                                  </p:stCondLst>
                                  <p:childTnLst>
                                    <p:animEffect transition="out" filter="fade">
                                      <p:cBhvr>
                                        <p:cTn id="42" dur="100"/>
                                        <p:tgtEl>
                                          <p:spTgt spid="327"/>
                                        </p:tgtEl>
                                      </p:cBhvr>
                                    </p:animEffect>
                                    <p:set>
                                      <p:cBhvr>
                                        <p:cTn id="43" dur="1" fill="hold">
                                          <p:stCondLst>
                                            <p:cond delay="99"/>
                                          </p:stCondLst>
                                        </p:cTn>
                                        <p:tgtEl>
                                          <p:spTgt spid="3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 grpId="0"/>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Code</a:t>
            </a:r>
            <a:endParaRPr lang="en-US" dirty="0"/>
          </a:p>
        </p:txBody>
      </p:sp>
      <p:sp>
        <p:nvSpPr>
          <p:cNvPr id="3" name="Content Placeholder 2"/>
          <p:cNvSpPr>
            <a:spLocks noGrp="1"/>
          </p:cNvSpPr>
          <p:nvPr>
            <p:ph type="body" sz="quarter" idx="10"/>
          </p:nvPr>
        </p:nvSpPr>
        <p:spPr>
          <a:xfrm>
            <a:off x="274638" y="1221157"/>
            <a:ext cx="11887199" cy="4524315"/>
          </a:xfrm>
        </p:spPr>
        <p:txBody>
          <a:bodyPr/>
          <a:lstStyle/>
          <a:p>
            <a:r>
              <a:rPr lang="en-US" sz="2000" dirty="0" smtClean="0"/>
              <a:t>GET https://graph.microsoft.com/beta</a:t>
            </a:r>
            <a:r>
              <a:rPr lang="en-US" sz="2000" b="1" dirty="0" smtClean="0"/>
              <a:t>/me/joinedgroups</a:t>
            </a:r>
          </a:p>
          <a:p>
            <a:endParaRPr lang="en-US" sz="2000" dirty="0" smtClean="0"/>
          </a:p>
          <a:p>
            <a:r>
              <a:rPr lang="en-US" sz="2000" dirty="0" smtClean="0"/>
              <a:t>GET https://graph.microsoft.com/v1.0</a:t>
            </a:r>
            <a:r>
              <a:rPr lang="en-US" sz="2000" b="1" dirty="0" smtClean="0"/>
              <a:t>/contoso.com</a:t>
            </a:r>
          </a:p>
          <a:p>
            <a:r>
              <a:rPr lang="en-US" sz="2000" b="1" dirty="0" smtClean="0"/>
              <a:t>	/groups?$filter=</a:t>
            </a:r>
            <a:r>
              <a:rPr lang="en-US" sz="2000" b="1" dirty="0" err="1" smtClean="0"/>
              <a:t>groupType+eq</a:t>
            </a:r>
            <a:r>
              <a:rPr lang="en-US" sz="2000" b="1" dirty="0" smtClean="0"/>
              <a:t>+'Unified'</a:t>
            </a:r>
            <a:r>
              <a:rPr lang="en-US" sz="2000" dirty="0" smtClean="0"/>
              <a:t> </a:t>
            </a:r>
          </a:p>
          <a:p>
            <a:endParaRPr lang="en-US" sz="2000" dirty="0" smtClean="0"/>
          </a:p>
          <a:p>
            <a:r>
              <a:rPr lang="en-US" sz="2000" dirty="0" smtClean="0"/>
              <a:t>GET https://graph.microsoft.com/v1.0/contoso.com</a:t>
            </a:r>
            <a:r>
              <a:rPr lang="en-US" sz="2000" b="1" dirty="0" smtClean="0"/>
              <a:t>/groups/&lt;id&gt;/members</a:t>
            </a:r>
          </a:p>
          <a:p>
            <a:endParaRPr lang="en-US" sz="2000" dirty="0" smtClean="0"/>
          </a:p>
          <a:p>
            <a:r>
              <a:rPr lang="en-US" sz="2000" dirty="0" smtClean="0"/>
              <a:t>GET https://graph.microsoft.com/v1.0/contoso.com</a:t>
            </a:r>
            <a:r>
              <a:rPr lang="en-US" sz="2000" b="1" dirty="0" smtClean="0"/>
              <a:t>/groups/&lt;id&gt;/drive/root/children</a:t>
            </a:r>
          </a:p>
          <a:p>
            <a:endParaRPr lang="en-US" sz="2000" dirty="0" smtClean="0"/>
          </a:p>
          <a:p>
            <a:r>
              <a:rPr lang="en-US" sz="2000" dirty="0" smtClean="0"/>
              <a:t>GET https://graph.microsoft.com/v1.0/contoso.com</a:t>
            </a:r>
            <a:r>
              <a:rPr lang="en-US" sz="2000" b="1" dirty="0" smtClean="0"/>
              <a:t>/groups/&lt;id&gt;/conversations</a:t>
            </a:r>
          </a:p>
          <a:p>
            <a:endParaRPr lang="en-US" sz="2000" dirty="0" smtClean="0"/>
          </a:p>
          <a:p>
            <a:r>
              <a:rPr lang="en-US" sz="2000" dirty="0" smtClean="0"/>
              <a:t>GET https://graph.microsoft.com/v1.0/contoso.com</a:t>
            </a:r>
            <a:r>
              <a:rPr lang="en-US" sz="2000" b="1" dirty="0" smtClean="0"/>
              <a:t>/groups/&lt;id&gt;/events/&lt;id&gt;/accept</a:t>
            </a:r>
          </a:p>
          <a:p>
            <a:endParaRPr lang="en-US" sz="2000" dirty="0"/>
          </a:p>
        </p:txBody>
      </p:sp>
      <p:sp>
        <p:nvSpPr>
          <p:cNvPr id="4" name="Footer Placeholder 3"/>
          <p:cNvSpPr>
            <a:spLocks noGrp="1"/>
          </p:cNvSpPr>
          <p:nvPr>
            <p:ph type="ftr" sz="quarter" idx="11"/>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340552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2" name="Straight Connector 111"/>
          <p:cNvCxnSpPr>
            <a:stCxn id="199" idx="36"/>
          </p:cNvCxnSpPr>
          <p:nvPr/>
        </p:nvCxnSpPr>
        <p:spPr>
          <a:xfrm flipH="1">
            <a:off x="2429292" y="2696017"/>
            <a:ext cx="281096" cy="16677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sp>
        <p:nvSpPr>
          <p:cNvPr id="327" name="Title 1"/>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cxnSp>
        <p:nvCxnSpPr>
          <p:cNvPr id="125" name="Straight Connector 124"/>
          <p:cNvCxnSpPr/>
          <p:nvPr/>
        </p:nvCxnSpPr>
        <p:spPr>
          <a:xfrm>
            <a:off x="2719862" y="2696017"/>
            <a:ext cx="3498220" cy="58322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2425967" y="4359784"/>
            <a:ext cx="806428" cy="14466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40" name="Group 239"/>
          <p:cNvGrpSpPr/>
          <p:nvPr/>
        </p:nvGrpSpPr>
        <p:grpSpPr>
          <a:xfrm>
            <a:off x="3244266" y="3269689"/>
            <a:ext cx="2989203" cy="2655278"/>
            <a:chOff x="3244266" y="3269689"/>
            <a:chExt cx="2989203" cy="2655278"/>
          </a:xfrm>
        </p:grpSpPr>
        <p:sp>
          <p:nvSpPr>
            <p:cNvPr id="280" name="Rectangle 68"/>
            <p:cNvSpPr/>
            <p:nvPr/>
          </p:nvSpPr>
          <p:spPr bwMode="auto">
            <a:xfrm flipH="1">
              <a:off x="3244266" y="3269689"/>
              <a:ext cx="2989203" cy="2536749"/>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708342 w 2708342"/>
                <a:gd name="connsiteY0" fmla="*/ 3208755 h 3208755"/>
                <a:gd name="connsiteX1" fmla="*/ 1288646 w 2708342"/>
                <a:gd name="connsiteY1" fmla="*/ 3208755 h 3208755"/>
                <a:gd name="connsiteX2" fmla="*/ 0 w 2708342"/>
                <a:gd name="connsiteY2" fmla="*/ 0 h 3208755"/>
                <a:gd name="connsiteX0" fmla="*/ 2675335 w 2675335"/>
                <a:gd name="connsiteY0" fmla="*/ 3208755 h 3208755"/>
                <a:gd name="connsiteX1" fmla="*/ 1255639 w 2675335"/>
                <a:gd name="connsiteY1" fmla="*/ 3208755 h 3208755"/>
                <a:gd name="connsiteX2" fmla="*/ 0 w 2675335"/>
                <a:gd name="connsiteY2" fmla="*/ 0 h 3208755"/>
                <a:gd name="connsiteX0" fmla="*/ 2686337 w 2686337"/>
                <a:gd name="connsiteY0" fmla="*/ 3193333 h 3193333"/>
                <a:gd name="connsiteX1" fmla="*/ 1266641 w 2686337"/>
                <a:gd name="connsiteY1" fmla="*/ 3193333 h 3193333"/>
                <a:gd name="connsiteX2" fmla="*/ 0 w 2686337"/>
                <a:gd name="connsiteY2" fmla="*/ 0 h 3193333"/>
                <a:gd name="connsiteX0" fmla="*/ 2314067 w 2314067"/>
                <a:gd name="connsiteY0" fmla="*/ 3147068 h 3147068"/>
                <a:gd name="connsiteX1" fmla="*/ 894371 w 2314067"/>
                <a:gd name="connsiteY1" fmla="*/ 3147068 h 3147068"/>
                <a:gd name="connsiteX2" fmla="*/ 0 w 2314067"/>
                <a:gd name="connsiteY2" fmla="*/ 0 h 3147068"/>
                <a:gd name="connsiteX0" fmla="*/ 2163574 w 2163574"/>
                <a:gd name="connsiteY0" fmla="*/ 3208755 h 3208755"/>
                <a:gd name="connsiteX1" fmla="*/ 743878 w 2163574"/>
                <a:gd name="connsiteY1" fmla="*/ 3208755 h 3208755"/>
                <a:gd name="connsiteX2" fmla="*/ 0 w 2163574"/>
                <a:gd name="connsiteY2" fmla="*/ 0 h 3208755"/>
                <a:gd name="connsiteX0" fmla="*/ 1963375 w 1963375"/>
                <a:gd name="connsiteY0" fmla="*/ 3208755 h 3208755"/>
                <a:gd name="connsiteX1" fmla="*/ 543679 w 1963375"/>
                <a:gd name="connsiteY1" fmla="*/ 3208755 h 3208755"/>
                <a:gd name="connsiteX2" fmla="*/ 0 w 1963375"/>
                <a:gd name="connsiteY2" fmla="*/ 0 h 3208755"/>
              </a:gdLst>
              <a:ahLst/>
              <a:cxnLst>
                <a:cxn ang="0">
                  <a:pos x="connsiteX0" y="connsiteY0"/>
                </a:cxn>
                <a:cxn ang="0">
                  <a:pos x="connsiteX1" y="connsiteY1"/>
                </a:cxn>
                <a:cxn ang="0">
                  <a:pos x="connsiteX2" y="connsiteY2"/>
                </a:cxn>
              </a:cxnLst>
              <a:rect l="l" t="t" r="r" b="b"/>
              <a:pathLst>
                <a:path w="1963375" h="3208755">
                  <a:moveTo>
                    <a:pt x="1963375" y="3208755"/>
                  </a:moveTo>
                  <a:lnTo>
                    <a:pt x="543679" y="320875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3" name="Rounded Rectangle 342"/>
            <p:cNvSpPr/>
            <p:nvPr/>
          </p:nvSpPr>
          <p:spPr>
            <a:xfrm>
              <a:off x="4944604" y="5663076"/>
              <a:ext cx="90787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grpSp>
        <p:nvGrpSpPr>
          <p:cNvPr id="196" name="Group 195"/>
          <p:cNvGrpSpPr>
            <a:grpSpLocks noChangeAspect="1"/>
          </p:cNvGrpSpPr>
          <p:nvPr/>
        </p:nvGrpSpPr>
        <p:grpSpPr>
          <a:xfrm>
            <a:off x="2286000" y="2286000"/>
            <a:ext cx="822960" cy="822960"/>
            <a:chOff x="6583680" y="3314400"/>
            <a:chExt cx="822960" cy="822960"/>
          </a:xfrm>
        </p:grpSpPr>
        <p:sp>
          <p:nvSpPr>
            <p:cNvPr id="198" name="Oval 197"/>
            <p:cNvSpPr/>
            <p:nvPr/>
          </p:nvSpPr>
          <p:spPr>
            <a:xfrm>
              <a:off x="6583680" y="33144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99" name="Freeform 128"/>
            <p:cNvSpPr>
              <a:spLocks noChangeAspect="1" noEditPoints="1"/>
            </p:cNvSpPr>
            <p:nvPr/>
          </p:nvSpPr>
          <p:spPr bwMode="auto">
            <a:xfrm>
              <a:off x="6804408" y="3543000"/>
              <a:ext cx="381504" cy="365760"/>
            </a:xfrm>
            <a:custGeom>
              <a:avLst/>
              <a:gdLst>
                <a:gd name="T0" fmla="*/ 127 w 133"/>
                <a:gd name="T1" fmla="*/ 64 h 125"/>
                <a:gd name="T2" fmla="*/ 123 w 133"/>
                <a:gd name="T3" fmla="*/ 44 h 125"/>
                <a:gd name="T4" fmla="*/ 123 w 133"/>
                <a:gd name="T5" fmla="*/ 7 h 125"/>
                <a:gd name="T6" fmla="*/ 105 w 133"/>
                <a:gd name="T7" fmla="*/ 0 h 125"/>
                <a:gd name="T8" fmla="*/ 87 w 133"/>
                <a:gd name="T9" fmla="*/ 7 h 125"/>
                <a:gd name="T10" fmla="*/ 67 w 133"/>
                <a:gd name="T11" fmla="*/ 4 h 125"/>
                <a:gd name="T12" fmla="*/ 47 w 133"/>
                <a:gd name="T13" fmla="*/ 7 h 125"/>
                <a:gd name="T14" fmla="*/ 29 w 133"/>
                <a:gd name="T15" fmla="*/ 0 h 125"/>
                <a:gd name="T16" fmla="*/ 10 w 133"/>
                <a:gd name="T17" fmla="*/ 7 h 125"/>
                <a:gd name="T18" fmla="*/ 10 w 133"/>
                <a:gd name="T19" fmla="*/ 44 h 125"/>
                <a:gd name="T20" fmla="*/ 7 w 133"/>
                <a:gd name="T21" fmla="*/ 64 h 125"/>
                <a:gd name="T22" fmla="*/ 22 w 133"/>
                <a:gd name="T23" fmla="*/ 103 h 125"/>
                <a:gd name="T24" fmla="*/ 8 w 133"/>
                <a:gd name="T25" fmla="*/ 117 h 125"/>
                <a:gd name="T26" fmla="*/ 14 w 133"/>
                <a:gd name="T27" fmla="*/ 123 h 125"/>
                <a:gd name="T28" fmla="*/ 27 w 133"/>
                <a:gd name="T29" fmla="*/ 109 h 125"/>
                <a:gd name="T30" fmla="*/ 67 w 133"/>
                <a:gd name="T31" fmla="*/ 124 h 125"/>
                <a:gd name="T32" fmla="*/ 106 w 133"/>
                <a:gd name="T33" fmla="*/ 109 h 125"/>
                <a:gd name="T34" fmla="*/ 122 w 133"/>
                <a:gd name="T35" fmla="*/ 125 h 125"/>
                <a:gd name="T36" fmla="*/ 128 w 133"/>
                <a:gd name="T37" fmla="*/ 119 h 125"/>
                <a:gd name="T38" fmla="*/ 112 w 133"/>
                <a:gd name="T39" fmla="*/ 103 h 125"/>
                <a:gd name="T40" fmla="*/ 127 w 133"/>
                <a:gd name="T41" fmla="*/ 64 h 125"/>
                <a:gd name="T42" fmla="*/ 105 w 133"/>
                <a:gd name="T43" fmla="*/ 8 h 125"/>
                <a:gd name="T44" fmla="*/ 117 w 133"/>
                <a:gd name="T45" fmla="*/ 13 h 125"/>
                <a:gd name="T46" fmla="*/ 120 w 133"/>
                <a:gd name="T47" fmla="*/ 36 h 125"/>
                <a:gd name="T48" fmla="*/ 95 w 133"/>
                <a:gd name="T49" fmla="*/ 11 h 125"/>
                <a:gd name="T50" fmla="*/ 105 w 133"/>
                <a:gd name="T51" fmla="*/ 8 h 125"/>
                <a:gd name="T52" fmla="*/ 16 w 133"/>
                <a:gd name="T53" fmla="*/ 13 h 125"/>
                <a:gd name="T54" fmla="*/ 29 w 133"/>
                <a:gd name="T55" fmla="*/ 8 h 125"/>
                <a:gd name="T56" fmla="*/ 39 w 133"/>
                <a:gd name="T57" fmla="*/ 11 h 125"/>
                <a:gd name="T58" fmla="*/ 14 w 133"/>
                <a:gd name="T59" fmla="*/ 36 h 125"/>
                <a:gd name="T60" fmla="*/ 16 w 133"/>
                <a:gd name="T61" fmla="*/ 13 h 125"/>
                <a:gd name="T62" fmla="*/ 67 w 133"/>
                <a:gd name="T63" fmla="*/ 116 h 125"/>
                <a:gd name="T64" fmla="*/ 15 w 133"/>
                <a:gd name="T65" fmla="*/ 64 h 125"/>
                <a:gd name="T66" fmla="*/ 67 w 133"/>
                <a:gd name="T67" fmla="*/ 12 h 125"/>
                <a:gd name="T68" fmla="*/ 119 w 133"/>
                <a:gd name="T69" fmla="*/ 64 h 125"/>
                <a:gd name="T70" fmla="*/ 67 w 133"/>
                <a:gd name="T71" fmla="*/ 116 h 125"/>
                <a:gd name="T72" fmla="*/ 71 w 133"/>
                <a:gd name="T73" fmla="*/ 62 h 125"/>
                <a:gd name="T74" fmla="*/ 94 w 133"/>
                <a:gd name="T75" fmla="*/ 85 h 125"/>
                <a:gd name="T76" fmla="*/ 88 w 133"/>
                <a:gd name="T77" fmla="*/ 91 h 125"/>
                <a:gd name="T78" fmla="*/ 63 w 133"/>
                <a:gd name="T79" fmla="*/ 65 h 125"/>
                <a:gd name="T80" fmla="*/ 63 w 133"/>
                <a:gd name="T81" fmla="*/ 28 h 125"/>
                <a:gd name="T82" fmla="*/ 71 w 133"/>
                <a:gd name="T83" fmla="*/ 28 h 125"/>
                <a:gd name="T84" fmla="*/ 71 w 133"/>
                <a:gd name="T85"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3" h="125">
                  <a:moveTo>
                    <a:pt x="127" y="64"/>
                  </a:moveTo>
                  <a:cubicBezTo>
                    <a:pt x="127" y="57"/>
                    <a:pt x="125" y="50"/>
                    <a:pt x="123" y="44"/>
                  </a:cubicBezTo>
                  <a:cubicBezTo>
                    <a:pt x="133" y="34"/>
                    <a:pt x="133" y="17"/>
                    <a:pt x="123" y="7"/>
                  </a:cubicBezTo>
                  <a:cubicBezTo>
                    <a:pt x="118" y="2"/>
                    <a:pt x="112" y="0"/>
                    <a:pt x="105" y="0"/>
                  </a:cubicBezTo>
                  <a:cubicBezTo>
                    <a:pt x="98" y="0"/>
                    <a:pt x="91" y="2"/>
                    <a:pt x="87" y="7"/>
                  </a:cubicBezTo>
                  <a:cubicBezTo>
                    <a:pt x="80" y="5"/>
                    <a:pt x="74" y="4"/>
                    <a:pt x="67" y="4"/>
                  </a:cubicBezTo>
                  <a:cubicBezTo>
                    <a:pt x="60" y="4"/>
                    <a:pt x="53" y="5"/>
                    <a:pt x="47" y="7"/>
                  </a:cubicBezTo>
                  <a:cubicBezTo>
                    <a:pt x="42" y="2"/>
                    <a:pt x="36" y="0"/>
                    <a:pt x="29" y="0"/>
                  </a:cubicBezTo>
                  <a:cubicBezTo>
                    <a:pt x="22" y="0"/>
                    <a:pt x="15" y="2"/>
                    <a:pt x="10" y="7"/>
                  </a:cubicBezTo>
                  <a:cubicBezTo>
                    <a:pt x="0" y="17"/>
                    <a:pt x="0" y="34"/>
                    <a:pt x="10" y="44"/>
                  </a:cubicBezTo>
                  <a:cubicBezTo>
                    <a:pt x="8" y="50"/>
                    <a:pt x="7" y="57"/>
                    <a:pt x="7" y="64"/>
                  </a:cubicBezTo>
                  <a:cubicBezTo>
                    <a:pt x="7" y="79"/>
                    <a:pt x="12" y="93"/>
                    <a:pt x="22" y="103"/>
                  </a:cubicBezTo>
                  <a:cubicBezTo>
                    <a:pt x="8" y="117"/>
                    <a:pt x="8" y="117"/>
                    <a:pt x="8" y="117"/>
                  </a:cubicBezTo>
                  <a:cubicBezTo>
                    <a:pt x="14" y="123"/>
                    <a:pt x="14" y="123"/>
                    <a:pt x="14" y="123"/>
                  </a:cubicBezTo>
                  <a:cubicBezTo>
                    <a:pt x="27" y="109"/>
                    <a:pt x="27" y="109"/>
                    <a:pt x="27" y="109"/>
                  </a:cubicBezTo>
                  <a:cubicBezTo>
                    <a:pt x="38" y="118"/>
                    <a:pt x="52" y="124"/>
                    <a:pt x="67" y="124"/>
                  </a:cubicBezTo>
                  <a:cubicBezTo>
                    <a:pt x="82" y="124"/>
                    <a:pt x="96" y="118"/>
                    <a:pt x="106" y="109"/>
                  </a:cubicBezTo>
                  <a:cubicBezTo>
                    <a:pt x="122" y="125"/>
                    <a:pt x="122" y="125"/>
                    <a:pt x="122" y="125"/>
                  </a:cubicBezTo>
                  <a:cubicBezTo>
                    <a:pt x="128" y="119"/>
                    <a:pt x="128" y="119"/>
                    <a:pt x="128" y="119"/>
                  </a:cubicBezTo>
                  <a:cubicBezTo>
                    <a:pt x="112" y="103"/>
                    <a:pt x="112" y="103"/>
                    <a:pt x="112" y="103"/>
                  </a:cubicBezTo>
                  <a:cubicBezTo>
                    <a:pt x="121" y="93"/>
                    <a:pt x="127" y="79"/>
                    <a:pt x="127" y="64"/>
                  </a:cubicBezTo>
                  <a:close/>
                  <a:moveTo>
                    <a:pt x="105" y="8"/>
                  </a:moveTo>
                  <a:cubicBezTo>
                    <a:pt x="110" y="8"/>
                    <a:pt x="114" y="10"/>
                    <a:pt x="117" y="13"/>
                  </a:cubicBezTo>
                  <a:cubicBezTo>
                    <a:pt x="124" y="19"/>
                    <a:pt x="124" y="29"/>
                    <a:pt x="120" y="36"/>
                  </a:cubicBezTo>
                  <a:cubicBezTo>
                    <a:pt x="114" y="25"/>
                    <a:pt x="105" y="16"/>
                    <a:pt x="95" y="11"/>
                  </a:cubicBezTo>
                  <a:cubicBezTo>
                    <a:pt x="98" y="9"/>
                    <a:pt x="101" y="8"/>
                    <a:pt x="105" y="8"/>
                  </a:cubicBezTo>
                  <a:close/>
                  <a:moveTo>
                    <a:pt x="16" y="13"/>
                  </a:moveTo>
                  <a:cubicBezTo>
                    <a:pt x="19" y="10"/>
                    <a:pt x="24" y="8"/>
                    <a:pt x="29" y="8"/>
                  </a:cubicBezTo>
                  <a:cubicBezTo>
                    <a:pt x="32" y="8"/>
                    <a:pt x="36" y="9"/>
                    <a:pt x="39" y="11"/>
                  </a:cubicBezTo>
                  <a:cubicBezTo>
                    <a:pt x="28" y="16"/>
                    <a:pt x="19" y="25"/>
                    <a:pt x="14" y="36"/>
                  </a:cubicBezTo>
                  <a:cubicBezTo>
                    <a:pt x="9" y="29"/>
                    <a:pt x="10" y="19"/>
                    <a:pt x="16" y="13"/>
                  </a:cubicBezTo>
                  <a:close/>
                  <a:moveTo>
                    <a:pt x="67" y="116"/>
                  </a:moveTo>
                  <a:cubicBezTo>
                    <a:pt x="38" y="116"/>
                    <a:pt x="15" y="92"/>
                    <a:pt x="15" y="64"/>
                  </a:cubicBezTo>
                  <a:cubicBezTo>
                    <a:pt x="15" y="35"/>
                    <a:pt x="38" y="12"/>
                    <a:pt x="67" y="12"/>
                  </a:cubicBezTo>
                  <a:cubicBezTo>
                    <a:pt x="95" y="12"/>
                    <a:pt x="119" y="35"/>
                    <a:pt x="119" y="64"/>
                  </a:cubicBezTo>
                  <a:cubicBezTo>
                    <a:pt x="119" y="92"/>
                    <a:pt x="95" y="116"/>
                    <a:pt x="67" y="116"/>
                  </a:cubicBezTo>
                  <a:close/>
                  <a:moveTo>
                    <a:pt x="71" y="62"/>
                  </a:moveTo>
                  <a:cubicBezTo>
                    <a:pt x="94" y="85"/>
                    <a:pt x="94" y="85"/>
                    <a:pt x="94" y="85"/>
                  </a:cubicBezTo>
                  <a:cubicBezTo>
                    <a:pt x="88" y="91"/>
                    <a:pt x="88" y="91"/>
                    <a:pt x="88" y="91"/>
                  </a:cubicBezTo>
                  <a:cubicBezTo>
                    <a:pt x="63" y="65"/>
                    <a:pt x="63" y="65"/>
                    <a:pt x="63" y="65"/>
                  </a:cubicBezTo>
                  <a:cubicBezTo>
                    <a:pt x="63" y="28"/>
                    <a:pt x="63" y="28"/>
                    <a:pt x="63" y="28"/>
                  </a:cubicBezTo>
                  <a:cubicBezTo>
                    <a:pt x="71" y="28"/>
                    <a:pt x="71" y="28"/>
                    <a:pt x="71" y="28"/>
                  </a:cubicBezTo>
                  <a:lnTo>
                    <a:pt x="71" y="62"/>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246" name="Group 245"/>
          <p:cNvGrpSpPr/>
          <p:nvPr/>
        </p:nvGrpSpPr>
        <p:grpSpPr>
          <a:xfrm>
            <a:off x="640080" y="2262839"/>
            <a:ext cx="1800867" cy="2079334"/>
            <a:chOff x="640080" y="2262839"/>
            <a:chExt cx="1800867" cy="2079334"/>
          </a:xfrm>
        </p:grpSpPr>
        <p:cxnSp>
          <p:nvCxnSpPr>
            <p:cNvPr id="165" name="Straight Connector 164"/>
            <p:cNvCxnSpPr/>
            <p:nvPr/>
          </p:nvCxnSpPr>
          <p:spPr>
            <a:xfrm>
              <a:off x="1051552" y="2662119"/>
              <a:ext cx="1389395" cy="16800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44" name="Group 143"/>
            <p:cNvGrpSpPr>
              <a:grpSpLocks noChangeAspect="1"/>
            </p:cNvGrpSpPr>
            <p:nvPr/>
          </p:nvGrpSpPr>
          <p:grpSpPr>
            <a:xfrm>
              <a:off x="640080" y="2262839"/>
              <a:ext cx="822960" cy="822960"/>
              <a:chOff x="5082065" y="2742662"/>
              <a:chExt cx="822960" cy="822960"/>
            </a:xfrm>
          </p:grpSpPr>
          <p:sp>
            <p:nvSpPr>
              <p:cNvPr id="14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9" name="Picture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nvGrpSpPr>
          <p:cNvPr id="17" name="Group 16"/>
          <p:cNvGrpSpPr/>
          <p:nvPr/>
        </p:nvGrpSpPr>
        <p:grpSpPr>
          <a:xfrm>
            <a:off x="2814490" y="5382541"/>
            <a:ext cx="822960" cy="1184301"/>
            <a:chOff x="2662647" y="5394960"/>
            <a:chExt cx="822960" cy="1184301"/>
          </a:xfrm>
        </p:grpSpPr>
        <p:sp>
          <p:nvSpPr>
            <p:cNvPr id="339" name="Title 1"/>
            <p:cNvSpPr txBox="1">
              <a:spLocks/>
            </p:cNvSpPr>
            <p:nvPr/>
          </p:nvSpPr>
          <p:spPr>
            <a:xfrm>
              <a:off x="2662647" y="621792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08" name="Group 207"/>
            <p:cNvGrpSpPr>
              <a:grpSpLocks noChangeAspect="1"/>
            </p:cNvGrpSpPr>
            <p:nvPr/>
          </p:nvGrpSpPr>
          <p:grpSpPr>
            <a:xfrm>
              <a:off x="2662647" y="5394960"/>
              <a:ext cx="822960" cy="822960"/>
              <a:chOff x="3410463" y="3638324"/>
              <a:chExt cx="822960" cy="822960"/>
            </a:xfrm>
          </p:grpSpPr>
          <p:sp>
            <p:nvSpPr>
              <p:cNvPr id="209"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0" name="Picture 7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sp>
        <p:nvSpPr>
          <p:cNvPr id="342" name="Title 1"/>
          <p:cNvSpPr txBox="1">
            <a:spLocks/>
          </p:cNvSpPr>
          <p:nvPr/>
        </p:nvSpPr>
        <p:spPr>
          <a:xfrm>
            <a:off x="274638" y="1942799"/>
            <a:ext cx="200017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CONVERSATIONS</a:t>
            </a:r>
          </a:p>
        </p:txBody>
      </p:sp>
      <p:sp>
        <p:nvSpPr>
          <p:cNvPr id="325" name="Title 1"/>
          <p:cNvSpPr txBox="1">
            <a:spLocks/>
          </p:cNvSpPr>
          <p:nvPr/>
        </p:nvSpPr>
        <p:spPr>
          <a:xfrm>
            <a:off x="9025465" y="3728187"/>
            <a:ext cx="876051"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47" name="Group 246"/>
          <p:cNvGrpSpPr/>
          <p:nvPr/>
        </p:nvGrpSpPr>
        <p:grpSpPr>
          <a:xfrm>
            <a:off x="9248067" y="1234441"/>
            <a:ext cx="1015894" cy="1462284"/>
            <a:chOff x="9248067" y="1234441"/>
            <a:chExt cx="1015894" cy="1462284"/>
          </a:xfrm>
        </p:grpSpPr>
        <p:cxnSp>
          <p:nvCxnSpPr>
            <p:cNvPr id="94" name="Straight Connector 93"/>
            <p:cNvCxnSpPr/>
            <p:nvPr/>
          </p:nvCxnSpPr>
          <p:spPr>
            <a:xfrm>
              <a:off x="9412705" y="1234441"/>
              <a:ext cx="636025" cy="146228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8" name="Rounded Rectangle 337"/>
            <p:cNvSpPr/>
            <p:nvPr/>
          </p:nvSpPr>
          <p:spPr>
            <a:xfrm>
              <a:off x="9248067" y="1768005"/>
              <a:ext cx="1015894"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grpSp>
        <p:nvGrpSpPr>
          <p:cNvPr id="250" name="Group 249"/>
          <p:cNvGrpSpPr/>
          <p:nvPr/>
        </p:nvGrpSpPr>
        <p:grpSpPr>
          <a:xfrm>
            <a:off x="10019038" y="1488653"/>
            <a:ext cx="1470838" cy="1208072"/>
            <a:chOff x="10019038" y="1488653"/>
            <a:chExt cx="1470838" cy="1208072"/>
          </a:xfrm>
        </p:grpSpPr>
        <p:cxnSp>
          <p:nvCxnSpPr>
            <p:cNvPr id="134" name="Straight Connector 133"/>
            <p:cNvCxnSpPr/>
            <p:nvPr/>
          </p:nvCxnSpPr>
          <p:spPr>
            <a:xfrm flipH="1">
              <a:off x="10019038" y="1488653"/>
              <a:ext cx="1470838" cy="120807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1" name="Rounded Rectangle 370"/>
            <p:cNvSpPr/>
            <p:nvPr/>
          </p:nvSpPr>
          <p:spPr>
            <a:xfrm>
              <a:off x="10435142" y="2057989"/>
              <a:ext cx="68278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public</a:t>
              </a:r>
            </a:p>
          </p:txBody>
        </p:sp>
      </p:grpSp>
      <p:grpSp>
        <p:nvGrpSpPr>
          <p:cNvPr id="254" name="Group 253"/>
          <p:cNvGrpSpPr/>
          <p:nvPr/>
        </p:nvGrpSpPr>
        <p:grpSpPr>
          <a:xfrm>
            <a:off x="9654521" y="2696725"/>
            <a:ext cx="1044227" cy="1649895"/>
            <a:chOff x="9654521" y="2696725"/>
            <a:chExt cx="1044227" cy="1649895"/>
          </a:xfrm>
        </p:grpSpPr>
        <p:cxnSp>
          <p:nvCxnSpPr>
            <p:cNvPr id="282" name="Straight Connector 281"/>
            <p:cNvCxnSpPr/>
            <p:nvPr/>
          </p:nvCxnSpPr>
          <p:spPr>
            <a:xfrm>
              <a:off x="10050878" y="2696725"/>
              <a:ext cx="291751" cy="16498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2" name="Rounded Rectangle 371"/>
            <p:cNvSpPr/>
            <p:nvPr/>
          </p:nvSpPr>
          <p:spPr>
            <a:xfrm>
              <a:off x="9654521" y="3418249"/>
              <a:ext cx="104422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modifiedBy</a:t>
              </a:r>
            </a:p>
          </p:txBody>
        </p:sp>
      </p:grpSp>
      <p:grpSp>
        <p:nvGrpSpPr>
          <p:cNvPr id="3" name="Group 2"/>
          <p:cNvGrpSpPr/>
          <p:nvPr/>
        </p:nvGrpSpPr>
        <p:grpSpPr>
          <a:xfrm>
            <a:off x="3657600" y="3108960"/>
            <a:ext cx="2575317" cy="822960"/>
            <a:chOff x="3657600" y="3108960"/>
            <a:chExt cx="2575317" cy="822960"/>
          </a:xfrm>
        </p:grpSpPr>
        <p:cxnSp>
          <p:nvCxnSpPr>
            <p:cNvPr id="59" name="Straight Connector 58"/>
            <p:cNvCxnSpPr/>
            <p:nvPr/>
          </p:nvCxnSpPr>
          <p:spPr>
            <a:xfrm flipV="1">
              <a:off x="4057172" y="3292700"/>
              <a:ext cx="2175745" cy="2277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5" name="Group 194"/>
            <p:cNvGrpSpPr>
              <a:grpSpLocks noChangeAspect="1"/>
            </p:cNvGrpSpPr>
            <p:nvPr/>
          </p:nvGrpSpPr>
          <p:grpSpPr>
            <a:xfrm>
              <a:off x="3657600" y="3108960"/>
              <a:ext cx="822960" cy="822960"/>
              <a:chOff x="6583680" y="2400000"/>
              <a:chExt cx="822960" cy="822960"/>
            </a:xfrm>
          </p:grpSpPr>
          <p:sp>
            <p:nvSpPr>
              <p:cNvPr id="200" name="Oval 199"/>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201" name="Freeform 200"/>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233" name="Group 232"/>
          <p:cNvGrpSpPr/>
          <p:nvPr/>
        </p:nvGrpSpPr>
        <p:grpSpPr>
          <a:xfrm>
            <a:off x="6215431" y="1103495"/>
            <a:ext cx="3210309" cy="2161818"/>
            <a:chOff x="6215431" y="1103495"/>
            <a:chExt cx="3210309" cy="2161818"/>
          </a:xfrm>
        </p:grpSpPr>
        <p:cxnSp>
          <p:nvCxnSpPr>
            <p:cNvPr id="85" name="Straight Connector 84"/>
            <p:cNvCxnSpPr>
              <a:endCxn id="331" idx="2"/>
            </p:cNvCxnSpPr>
            <p:nvPr/>
          </p:nvCxnSpPr>
          <p:spPr>
            <a:xfrm flipV="1">
              <a:off x="6215431" y="1365386"/>
              <a:ext cx="1354456" cy="189992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331" idx="3"/>
            </p:cNvCxnSpPr>
            <p:nvPr/>
          </p:nvCxnSpPr>
          <p:spPr>
            <a:xfrm>
              <a:off x="8261860" y="1234441"/>
              <a:ext cx="116388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1" name="Rounded Rectangle 330"/>
            <p:cNvSpPr/>
            <p:nvPr/>
          </p:nvSpPr>
          <p:spPr>
            <a:xfrm>
              <a:off x="6877914" y="1103495"/>
              <a:ext cx="138394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Shared with me</a:t>
              </a:r>
            </a:p>
          </p:txBody>
        </p:sp>
      </p:grpSp>
      <p:sp>
        <p:nvSpPr>
          <p:cNvPr id="281" name="Rectangle 68"/>
          <p:cNvSpPr/>
          <p:nvPr/>
        </p:nvSpPr>
        <p:spPr bwMode="auto">
          <a:xfrm>
            <a:off x="6241594" y="3282702"/>
            <a:ext cx="4091443" cy="1034548"/>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411280 w 2411280"/>
              <a:gd name="connsiteY0" fmla="*/ 2589851 h 2589851"/>
              <a:gd name="connsiteX1" fmla="*/ 991584 w 2411280"/>
              <a:gd name="connsiteY1" fmla="*/ 2589851 h 2589851"/>
              <a:gd name="connsiteX2" fmla="*/ 0 w 2411280"/>
              <a:gd name="connsiteY2" fmla="*/ 0 h 2589851"/>
              <a:gd name="connsiteX0" fmla="*/ 2845768 w 2845768"/>
              <a:gd name="connsiteY0" fmla="*/ 2559685 h 2559685"/>
              <a:gd name="connsiteX1" fmla="*/ 1426072 w 2845768"/>
              <a:gd name="connsiteY1" fmla="*/ 2559685 h 2559685"/>
              <a:gd name="connsiteX2" fmla="*/ 0 w 2845768"/>
              <a:gd name="connsiteY2" fmla="*/ 0 h 2559685"/>
              <a:gd name="connsiteX0" fmla="*/ 2803990 w 2803990"/>
              <a:gd name="connsiteY0" fmla="*/ 2559685 h 2559685"/>
              <a:gd name="connsiteX1" fmla="*/ 1384294 w 2803990"/>
              <a:gd name="connsiteY1" fmla="*/ 2559685 h 2559685"/>
              <a:gd name="connsiteX2" fmla="*/ 0 w 2803990"/>
              <a:gd name="connsiteY2" fmla="*/ 0 h 2559685"/>
            </a:gdLst>
            <a:ahLst/>
            <a:cxnLst>
              <a:cxn ang="0">
                <a:pos x="connsiteX0" y="connsiteY0"/>
              </a:cxn>
              <a:cxn ang="0">
                <a:pos x="connsiteX1" y="connsiteY1"/>
              </a:cxn>
              <a:cxn ang="0">
                <a:pos x="connsiteX2" y="connsiteY2"/>
              </a:cxn>
            </a:cxnLst>
            <a:rect l="l" t="t" r="r" b="b"/>
            <a:pathLst>
              <a:path w="2803990" h="2559685">
                <a:moveTo>
                  <a:pt x="2803990" y="2559685"/>
                </a:moveTo>
                <a:lnTo>
                  <a:pt x="1384294" y="255968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236" name="Group 235"/>
          <p:cNvGrpSpPr/>
          <p:nvPr/>
        </p:nvGrpSpPr>
        <p:grpSpPr>
          <a:xfrm>
            <a:off x="6218237" y="3279246"/>
            <a:ext cx="2766865" cy="858089"/>
            <a:chOff x="6218237" y="3279246"/>
            <a:chExt cx="2766865" cy="858089"/>
          </a:xfrm>
        </p:grpSpPr>
        <p:cxnSp>
          <p:nvCxnSpPr>
            <p:cNvPr id="287" name="Straight Connector 286"/>
            <p:cNvCxnSpPr/>
            <p:nvPr/>
          </p:nvCxnSpPr>
          <p:spPr>
            <a:xfrm>
              <a:off x="6218237" y="3279246"/>
              <a:ext cx="2342906" cy="4720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5" name="Group 154"/>
            <p:cNvGrpSpPr>
              <a:grpSpLocks noChangeAspect="1"/>
            </p:cNvGrpSpPr>
            <p:nvPr/>
          </p:nvGrpSpPr>
          <p:grpSpPr>
            <a:xfrm>
              <a:off x="8162142" y="3314375"/>
              <a:ext cx="822960" cy="822960"/>
              <a:chOff x="3410463" y="2759251"/>
              <a:chExt cx="822960" cy="822960"/>
            </a:xfrm>
          </p:grpSpPr>
          <p:sp>
            <p:nvSpPr>
              <p:cNvPr id="159"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0" name="Picture 7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239" name="Group 238"/>
          <p:cNvGrpSpPr/>
          <p:nvPr/>
        </p:nvGrpSpPr>
        <p:grpSpPr>
          <a:xfrm>
            <a:off x="6126789" y="3265313"/>
            <a:ext cx="822960" cy="2948188"/>
            <a:chOff x="6126789" y="3265313"/>
            <a:chExt cx="822960" cy="2948188"/>
          </a:xfrm>
        </p:grpSpPr>
        <p:cxnSp>
          <p:nvCxnSpPr>
            <p:cNvPr id="52" name="Straight Connector 51"/>
            <p:cNvCxnSpPr/>
            <p:nvPr/>
          </p:nvCxnSpPr>
          <p:spPr>
            <a:xfrm flipH="1" flipV="1">
              <a:off x="6218237" y="3265313"/>
              <a:ext cx="320032" cy="219319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6126789" y="5029200"/>
              <a:ext cx="822960" cy="1184301"/>
              <a:chOff x="5709615" y="5029200"/>
              <a:chExt cx="822960" cy="1184301"/>
            </a:xfrm>
          </p:grpSpPr>
          <p:sp>
            <p:nvSpPr>
              <p:cNvPr id="326"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217" name="Group 216"/>
              <p:cNvGrpSpPr>
                <a:grpSpLocks noChangeAspect="1"/>
              </p:cNvGrpSpPr>
              <p:nvPr/>
            </p:nvGrpSpPr>
            <p:grpSpPr>
              <a:xfrm>
                <a:off x="5709615" y="5029200"/>
                <a:ext cx="822960" cy="822960"/>
                <a:chOff x="5082065" y="2742662"/>
                <a:chExt cx="822960" cy="822960"/>
              </a:xfrm>
            </p:grpSpPr>
            <p:sp>
              <p:nvSpPr>
                <p:cNvPr id="21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9" name="Picture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6"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202" name="Group 201"/>
          <p:cNvGrpSpPr>
            <a:grpSpLocks noChangeAspect="1"/>
          </p:cNvGrpSpPr>
          <p:nvPr/>
        </p:nvGrpSpPr>
        <p:grpSpPr>
          <a:xfrm>
            <a:off x="9941878" y="3899300"/>
            <a:ext cx="822960" cy="822960"/>
            <a:chOff x="2537808" y="3638324"/>
            <a:chExt cx="822960" cy="822960"/>
          </a:xfrm>
        </p:grpSpPr>
        <p:sp>
          <p:nvSpPr>
            <p:cNvPr id="20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4" name="Picture 6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05" name="Group 204"/>
          <p:cNvGrpSpPr>
            <a:grpSpLocks noChangeAspect="1"/>
          </p:cNvGrpSpPr>
          <p:nvPr/>
        </p:nvGrpSpPr>
        <p:grpSpPr>
          <a:xfrm>
            <a:off x="11064495" y="1119848"/>
            <a:ext cx="822960" cy="822960"/>
            <a:chOff x="2537808" y="3638324"/>
            <a:chExt cx="822960" cy="822960"/>
          </a:xfrm>
        </p:grpSpPr>
        <p:sp>
          <p:nvSpPr>
            <p:cNvPr id="206"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7" name="Picture 6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11" name="Group 210"/>
          <p:cNvGrpSpPr>
            <a:grpSpLocks noChangeAspect="1"/>
          </p:cNvGrpSpPr>
          <p:nvPr/>
        </p:nvGrpSpPr>
        <p:grpSpPr>
          <a:xfrm>
            <a:off x="9015620" y="822960"/>
            <a:ext cx="822960" cy="822960"/>
            <a:chOff x="3410463" y="2759251"/>
            <a:chExt cx="822960" cy="822960"/>
          </a:xfrm>
        </p:grpSpPr>
        <p:sp>
          <p:nvSpPr>
            <p:cNvPr id="212"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3" name="Picture 7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8">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12" name="GROUPS"/>
          <p:cNvGrpSpPr/>
          <p:nvPr/>
        </p:nvGrpSpPr>
        <p:grpSpPr>
          <a:xfrm>
            <a:off x="1554480" y="3474720"/>
            <a:ext cx="1755600" cy="2194560"/>
            <a:chOff x="10405920" y="-2263395"/>
            <a:chExt cx="1755600" cy="2194560"/>
          </a:xfrm>
        </p:grpSpPr>
        <p:sp>
          <p:nvSpPr>
            <p:cNvPr id="173" name="Title 1"/>
            <p:cNvSpPr txBox="1">
              <a:spLocks/>
            </p:cNvSpPr>
            <p:nvPr/>
          </p:nvSpPr>
          <p:spPr>
            <a:xfrm>
              <a:off x="1040592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9">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138" name="Freeform 137"/>
          <p:cNvSpPr/>
          <p:nvPr/>
        </p:nvSpPr>
        <p:spPr bwMode="auto">
          <a:xfrm>
            <a:off x="0" y="1"/>
            <a:ext cx="12436475" cy="6515100"/>
          </a:xfrm>
          <a:custGeom>
            <a:avLst/>
            <a:gdLst>
              <a:gd name="connsiteX0" fmla="*/ 0 w 12436475"/>
              <a:gd name="connsiteY0" fmla="*/ 0 h 6515100"/>
              <a:gd name="connsiteX1" fmla="*/ 12436475 w 12436475"/>
              <a:gd name="connsiteY1" fmla="*/ 0 h 6515100"/>
              <a:gd name="connsiteX2" fmla="*/ 12436475 w 12436475"/>
              <a:gd name="connsiteY2" fmla="*/ 6515100 h 6515100"/>
              <a:gd name="connsiteX3" fmla="*/ 1556065 w 12436475"/>
              <a:gd name="connsiteY3" fmla="*/ 6515100 h 6515100"/>
              <a:gd name="connsiteX4" fmla="*/ 0 w 12436475"/>
              <a:gd name="connsiteY4" fmla="*/ 6147151 h 6515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6475" h="6515100">
                <a:moveTo>
                  <a:pt x="0" y="0"/>
                </a:moveTo>
                <a:lnTo>
                  <a:pt x="12436475" y="0"/>
                </a:lnTo>
                <a:lnTo>
                  <a:pt x="12436475" y="6515100"/>
                </a:lnTo>
                <a:lnTo>
                  <a:pt x="1556065" y="6515100"/>
                </a:lnTo>
                <a:lnTo>
                  <a:pt x="0" y="6147151"/>
                </a:lnTo>
                <a:close/>
              </a:path>
            </a:pathLst>
          </a:custGeom>
          <a:solidFill>
            <a:schemeClr val="bg1">
              <a:alpha val="8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noAutofit/>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1" name="Title 10"/>
          <p:cNvSpPr>
            <a:spLocks noGrp="1"/>
          </p:cNvSpPr>
          <p:nvPr>
            <p:ph type="title"/>
          </p:nvPr>
        </p:nvSpPr>
        <p:spPr/>
        <p:txBody>
          <a:bodyPr/>
          <a:lstStyle/>
          <a:p>
            <a:r>
              <a:rPr lang="en-US" dirty="0"/>
              <a:t>/</a:t>
            </a:r>
            <a:r>
              <a:rPr lang="en-US" dirty="0" err="1"/>
              <a:t>workingWith</a:t>
            </a:r>
            <a:endParaRPr lang="en-US" dirty="0"/>
          </a:p>
        </p:txBody>
      </p:sp>
      <p:grpSp>
        <p:nvGrpSpPr>
          <p:cNvPr id="7" name="Group 6"/>
          <p:cNvGrpSpPr/>
          <p:nvPr/>
        </p:nvGrpSpPr>
        <p:grpSpPr>
          <a:xfrm>
            <a:off x="274638" y="1942799"/>
            <a:ext cx="5964353" cy="4624043"/>
            <a:chOff x="427038" y="2095199"/>
            <a:chExt cx="5964353" cy="4624043"/>
          </a:xfrm>
        </p:grpSpPr>
        <p:grpSp>
          <p:nvGrpSpPr>
            <p:cNvPr id="260" name="Group 259"/>
            <p:cNvGrpSpPr/>
            <p:nvPr/>
          </p:nvGrpSpPr>
          <p:grpSpPr>
            <a:xfrm>
              <a:off x="2560385" y="3424676"/>
              <a:ext cx="3831006" cy="1201018"/>
              <a:chOff x="2407985" y="3272276"/>
              <a:chExt cx="3831006" cy="1201018"/>
            </a:xfrm>
          </p:grpSpPr>
          <p:sp>
            <p:nvSpPr>
              <p:cNvPr id="261"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2" name="Rounded Rectangle 261"/>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sp>
          <p:nvSpPr>
            <p:cNvPr id="263" name="Title 1"/>
            <p:cNvSpPr txBox="1">
              <a:spLocks/>
            </p:cNvSpPr>
            <p:nvPr/>
          </p:nvSpPr>
          <p:spPr>
            <a:xfrm>
              <a:off x="2860584" y="30806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cxnSp>
          <p:nvCxnSpPr>
            <p:cNvPr id="264" name="Straight Connector 263"/>
            <p:cNvCxnSpPr/>
            <p:nvPr/>
          </p:nvCxnSpPr>
          <p:spPr>
            <a:xfrm>
              <a:off x="3262525" y="2915985"/>
              <a:ext cx="3107957" cy="51566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flipH="1">
              <a:off x="2581692" y="3265437"/>
              <a:ext cx="214897" cy="125077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a:off x="2578367" y="4512184"/>
              <a:ext cx="602619" cy="1074198"/>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3792528" y="3422089"/>
              <a:ext cx="2593342" cy="2655278"/>
              <a:chOff x="3640128" y="3269689"/>
              <a:chExt cx="2593342" cy="2655278"/>
            </a:xfrm>
          </p:grpSpPr>
          <p:sp>
            <p:nvSpPr>
              <p:cNvPr id="268" name="Rectangle 68"/>
              <p:cNvSpPr/>
              <p:nvPr/>
            </p:nvSpPr>
            <p:spPr bwMode="auto">
              <a:xfrm flipH="1">
                <a:off x="3640128" y="3269689"/>
                <a:ext cx="2593342" cy="2536749"/>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708342 w 2708342"/>
                  <a:gd name="connsiteY0" fmla="*/ 3208755 h 3208755"/>
                  <a:gd name="connsiteX1" fmla="*/ 1288646 w 2708342"/>
                  <a:gd name="connsiteY1" fmla="*/ 3208755 h 3208755"/>
                  <a:gd name="connsiteX2" fmla="*/ 0 w 2708342"/>
                  <a:gd name="connsiteY2" fmla="*/ 0 h 3208755"/>
                  <a:gd name="connsiteX0" fmla="*/ 2675335 w 2675335"/>
                  <a:gd name="connsiteY0" fmla="*/ 3208755 h 3208755"/>
                  <a:gd name="connsiteX1" fmla="*/ 1255639 w 2675335"/>
                  <a:gd name="connsiteY1" fmla="*/ 3208755 h 3208755"/>
                  <a:gd name="connsiteX2" fmla="*/ 0 w 2675335"/>
                  <a:gd name="connsiteY2" fmla="*/ 0 h 3208755"/>
                  <a:gd name="connsiteX0" fmla="*/ 2686337 w 2686337"/>
                  <a:gd name="connsiteY0" fmla="*/ 3193333 h 3193333"/>
                  <a:gd name="connsiteX1" fmla="*/ 1266641 w 2686337"/>
                  <a:gd name="connsiteY1" fmla="*/ 3193333 h 3193333"/>
                  <a:gd name="connsiteX2" fmla="*/ 0 w 2686337"/>
                  <a:gd name="connsiteY2" fmla="*/ 0 h 3193333"/>
                  <a:gd name="connsiteX0" fmla="*/ 2314067 w 2314067"/>
                  <a:gd name="connsiteY0" fmla="*/ 3147068 h 3147068"/>
                  <a:gd name="connsiteX1" fmla="*/ 894371 w 2314067"/>
                  <a:gd name="connsiteY1" fmla="*/ 3147068 h 3147068"/>
                  <a:gd name="connsiteX2" fmla="*/ 0 w 2314067"/>
                  <a:gd name="connsiteY2" fmla="*/ 0 h 3147068"/>
                  <a:gd name="connsiteX0" fmla="*/ 2163574 w 2163574"/>
                  <a:gd name="connsiteY0" fmla="*/ 3208755 h 3208755"/>
                  <a:gd name="connsiteX1" fmla="*/ 743878 w 2163574"/>
                  <a:gd name="connsiteY1" fmla="*/ 3208755 h 3208755"/>
                  <a:gd name="connsiteX2" fmla="*/ 0 w 2163574"/>
                  <a:gd name="connsiteY2" fmla="*/ 0 h 3208755"/>
                  <a:gd name="connsiteX0" fmla="*/ 1963375 w 1963375"/>
                  <a:gd name="connsiteY0" fmla="*/ 3208755 h 3208755"/>
                  <a:gd name="connsiteX1" fmla="*/ 543679 w 1963375"/>
                  <a:gd name="connsiteY1" fmla="*/ 3208755 h 3208755"/>
                  <a:gd name="connsiteX2" fmla="*/ 0 w 1963375"/>
                  <a:gd name="connsiteY2" fmla="*/ 0 h 3208755"/>
                  <a:gd name="connsiteX0" fmla="*/ 1963375 w 1963375"/>
                  <a:gd name="connsiteY0" fmla="*/ 3208755 h 3208755"/>
                  <a:gd name="connsiteX1" fmla="*/ 1703365 w 1963375"/>
                  <a:gd name="connsiteY1" fmla="*/ 3205442 h 3208755"/>
                  <a:gd name="connsiteX2" fmla="*/ 543679 w 1963375"/>
                  <a:gd name="connsiteY2" fmla="*/ 3208755 h 3208755"/>
                  <a:gd name="connsiteX3" fmla="*/ 0 w 1963375"/>
                  <a:gd name="connsiteY3" fmla="*/ 0 h 3208755"/>
                  <a:gd name="connsiteX0" fmla="*/ 1703365 w 1703365"/>
                  <a:gd name="connsiteY0" fmla="*/ 3205442 h 3208755"/>
                  <a:gd name="connsiteX1" fmla="*/ 543679 w 1703365"/>
                  <a:gd name="connsiteY1" fmla="*/ 3208755 h 3208755"/>
                  <a:gd name="connsiteX2" fmla="*/ 0 w 1703365"/>
                  <a:gd name="connsiteY2" fmla="*/ 0 h 3208755"/>
                </a:gdLst>
                <a:ahLst/>
                <a:cxnLst>
                  <a:cxn ang="0">
                    <a:pos x="connsiteX0" y="connsiteY0"/>
                  </a:cxn>
                  <a:cxn ang="0">
                    <a:pos x="connsiteX1" y="connsiteY1"/>
                  </a:cxn>
                  <a:cxn ang="0">
                    <a:pos x="connsiteX2" y="connsiteY2"/>
                  </a:cxn>
                </a:cxnLst>
                <a:rect l="l" t="t" r="r" b="b"/>
                <a:pathLst>
                  <a:path w="1703365" h="3208755">
                    <a:moveTo>
                      <a:pt x="1703365" y="3205442"/>
                    </a:moveTo>
                    <a:lnTo>
                      <a:pt x="543679" y="320875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9" name="Rounded Rectangle 268"/>
              <p:cNvSpPr/>
              <p:nvPr/>
            </p:nvSpPr>
            <p:spPr>
              <a:xfrm>
                <a:off x="4944604" y="5663076"/>
                <a:ext cx="90787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grpSp>
          <p:nvGrpSpPr>
            <p:cNvPr id="270" name="Group 269"/>
            <p:cNvGrpSpPr>
              <a:grpSpLocks noChangeAspect="1"/>
            </p:cNvGrpSpPr>
            <p:nvPr/>
          </p:nvGrpSpPr>
          <p:grpSpPr>
            <a:xfrm>
              <a:off x="2438400" y="2438400"/>
              <a:ext cx="822960" cy="822960"/>
              <a:chOff x="6583680" y="3314400"/>
              <a:chExt cx="822960" cy="822960"/>
            </a:xfrm>
          </p:grpSpPr>
          <p:sp>
            <p:nvSpPr>
              <p:cNvPr id="271" name="Oval 270"/>
              <p:cNvSpPr/>
              <p:nvPr/>
            </p:nvSpPr>
            <p:spPr>
              <a:xfrm>
                <a:off x="6583680" y="33144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272" name="Freeform 128"/>
              <p:cNvSpPr>
                <a:spLocks noChangeAspect="1" noEditPoints="1"/>
              </p:cNvSpPr>
              <p:nvPr/>
            </p:nvSpPr>
            <p:spPr bwMode="auto">
              <a:xfrm>
                <a:off x="6804408" y="3543000"/>
                <a:ext cx="381504" cy="365760"/>
              </a:xfrm>
              <a:custGeom>
                <a:avLst/>
                <a:gdLst>
                  <a:gd name="T0" fmla="*/ 127 w 133"/>
                  <a:gd name="T1" fmla="*/ 64 h 125"/>
                  <a:gd name="T2" fmla="*/ 123 w 133"/>
                  <a:gd name="T3" fmla="*/ 44 h 125"/>
                  <a:gd name="T4" fmla="*/ 123 w 133"/>
                  <a:gd name="T5" fmla="*/ 7 h 125"/>
                  <a:gd name="T6" fmla="*/ 105 w 133"/>
                  <a:gd name="T7" fmla="*/ 0 h 125"/>
                  <a:gd name="T8" fmla="*/ 87 w 133"/>
                  <a:gd name="T9" fmla="*/ 7 h 125"/>
                  <a:gd name="T10" fmla="*/ 67 w 133"/>
                  <a:gd name="T11" fmla="*/ 4 h 125"/>
                  <a:gd name="T12" fmla="*/ 47 w 133"/>
                  <a:gd name="T13" fmla="*/ 7 h 125"/>
                  <a:gd name="T14" fmla="*/ 29 w 133"/>
                  <a:gd name="T15" fmla="*/ 0 h 125"/>
                  <a:gd name="T16" fmla="*/ 10 w 133"/>
                  <a:gd name="T17" fmla="*/ 7 h 125"/>
                  <a:gd name="T18" fmla="*/ 10 w 133"/>
                  <a:gd name="T19" fmla="*/ 44 h 125"/>
                  <a:gd name="T20" fmla="*/ 7 w 133"/>
                  <a:gd name="T21" fmla="*/ 64 h 125"/>
                  <a:gd name="T22" fmla="*/ 22 w 133"/>
                  <a:gd name="T23" fmla="*/ 103 h 125"/>
                  <a:gd name="T24" fmla="*/ 8 w 133"/>
                  <a:gd name="T25" fmla="*/ 117 h 125"/>
                  <a:gd name="T26" fmla="*/ 14 w 133"/>
                  <a:gd name="T27" fmla="*/ 123 h 125"/>
                  <a:gd name="T28" fmla="*/ 27 w 133"/>
                  <a:gd name="T29" fmla="*/ 109 h 125"/>
                  <a:gd name="T30" fmla="*/ 67 w 133"/>
                  <a:gd name="T31" fmla="*/ 124 h 125"/>
                  <a:gd name="T32" fmla="*/ 106 w 133"/>
                  <a:gd name="T33" fmla="*/ 109 h 125"/>
                  <a:gd name="T34" fmla="*/ 122 w 133"/>
                  <a:gd name="T35" fmla="*/ 125 h 125"/>
                  <a:gd name="T36" fmla="*/ 128 w 133"/>
                  <a:gd name="T37" fmla="*/ 119 h 125"/>
                  <a:gd name="T38" fmla="*/ 112 w 133"/>
                  <a:gd name="T39" fmla="*/ 103 h 125"/>
                  <a:gd name="T40" fmla="*/ 127 w 133"/>
                  <a:gd name="T41" fmla="*/ 64 h 125"/>
                  <a:gd name="T42" fmla="*/ 105 w 133"/>
                  <a:gd name="T43" fmla="*/ 8 h 125"/>
                  <a:gd name="T44" fmla="*/ 117 w 133"/>
                  <a:gd name="T45" fmla="*/ 13 h 125"/>
                  <a:gd name="T46" fmla="*/ 120 w 133"/>
                  <a:gd name="T47" fmla="*/ 36 h 125"/>
                  <a:gd name="T48" fmla="*/ 95 w 133"/>
                  <a:gd name="T49" fmla="*/ 11 h 125"/>
                  <a:gd name="T50" fmla="*/ 105 w 133"/>
                  <a:gd name="T51" fmla="*/ 8 h 125"/>
                  <a:gd name="T52" fmla="*/ 16 w 133"/>
                  <a:gd name="T53" fmla="*/ 13 h 125"/>
                  <a:gd name="T54" fmla="*/ 29 w 133"/>
                  <a:gd name="T55" fmla="*/ 8 h 125"/>
                  <a:gd name="T56" fmla="*/ 39 w 133"/>
                  <a:gd name="T57" fmla="*/ 11 h 125"/>
                  <a:gd name="T58" fmla="*/ 14 w 133"/>
                  <a:gd name="T59" fmla="*/ 36 h 125"/>
                  <a:gd name="T60" fmla="*/ 16 w 133"/>
                  <a:gd name="T61" fmla="*/ 13 h 125"/>
                  <a:gd name="T62" fmla="*/ 67 w 133"/>
                  <a:gd name="T63" fmla="*/ 116 h 125"/>
                  <a:gd name="T64" fmla="*/ 15 w 133"/>
                  <a:gd name="T65" fmla="*/ 64 h 125"/>
                  <a:gd name="T66" fmla="*/ 67 w 133"/>
                  <a:gd name="T67" fmla="*/ 12 h 125"/>
                  <a:gd name="T68" fmla="*/ 119 w 133"/>
                  <a:gd name="T69" fmla="*/ 64 h 125"/>
                  <a:gd name="T70" fmla="*/ 67 w 133"/>
                  <a:gd name="T71" fmla="*/ 116 h 125"/>
                  <a:gd name="T72" fmla="*/ 71 w 133"/>
                  <a:gd name="T73" fmla="*/ 62 h 125"/>
                  <a:gd name="T74" fmla="*/ 94 w 133"/>
                  <a:gd name="T75" fmla="*/ 85 h 125"/>
                  <a:gd name="T76" fmla="*/ 88 w 133"/>
                  <a:gd name="T77" fmla="*/ 91 h 125"/>
                  <a:gd name="T78" fmla="*/ 63 w 133"/>
                  <a:gd name="T79" fmla="*/ 65 h 125"/>
                  <a:gd name="T80" fmla="*/ 63 w 133"/>
                  <a:gd name="T81" fmla="*/ 28 h 125"/>
                  <a:gd name="T82" fmla="*/ 71 w 133"/>
                  <a:gd name="T83" fmla="*/ 28 h 125"/>
                  <a:gd name="T84" fmla="*/ 71 w 133"/>
                  <a:gd name="T85"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3" h="125">
                    <a:moveTo>
                      <a:pt x="127" y="64"/>
                    </a:moveTo>
                    <a:cubicBezTo>
                      <a:pt x="127" y="57"/>
                      <a:pt x="125" y="50"/>
                      <a:pt x="123" y="44"/>
                    </a:cubicBezTo>
                    <a:cubicBezTo>
                      <a:pt x="133" y="34"/>
                      <a:pt x="133" y="17"/>
                      <a:pt x="123" y="7"/>
                    </a:cubicBezTo>
                    <a:cubicBezTo>
                      <a:pt x="118" y="2"/>
                      <a:pt x="112" y="0"/>
                      <a:pt x="105" y="0"/>
                    </a:cubicBezTo>
                    <a:cubicBezTo>
                      <a:pt x="98" y="0"/>
                      <a:pt x="91" y="2"/>
                      <a:pt x="87" y="7"/>
                    </a:cubicBezTo>
                    <a:cubicBezTo>
                      <a:pt x="80" y="5"/>
                      <a:pt x="74" y="4"/>
                      <a:pt x="67" y="4"/>
                    </a:cubicBezTo>
                    <a:cubicBezTo>
                      <a:pt x="60" y="4"/>
                      <a:pt x="53" y="5"/>
                      <a:pt x="47" y="7"/>
                    </a:cubicBezTo>
                    <a:cubicBezTo>
                      <a:pt x="42" y="2"/>
                      <a:pt x="36" y="0"/>
                      <a:pt x="29" y="0"/>
                    </a:cubicBezTo>
                    <a:cubicBezTo>
                      <a:pt x="22" y="0"/>
                      <a:pt x="15" y="2"/>
                      <a:pt x="10" y="7"/>
                    </a:cubicBezTo>
                    <a:cubicBezTo>
                      <a:pt x="0" y="17"/>
                      <a:pt x="0" y="34"/>
                      <a:pt x="10" y="44"/>
                    </a:cubicBezTo>
                    <a:cubicBezTo>
                      <a:pt x="8" y="50"/>
                      <a:pt x="7" y="57"/>
                      <a:pt x="7" y="64"/>
                    </a:cubicBezTo>
                    <a:cubicBezTo>
                      <a:pt x="7" y="79"/>
                      <a:pt x="12" y="93"/>
                      <a:pt x="22" y="103"/>
                    </a:cubicBezTo>
                    <a:cubicBezTo>
                      <a:pt x="8" y="117"/>
                      <a:pt x="8" y="117"/>
                      <a:pt x="8" y="117"/>
                    </a:cubicBezTo>
                    <a:cubicBezTo>
                      <a:pt x="14" y="123"/>
                      <a:pt x="14" y="123"/>
                      <a:pt x="14" y="123"/>
                    </a:cubicBezTo>
                    <a:cubicBezTo>
                      <a:pt x="27" y="109"/>
                      <a:pt x="27" y="109"/>
                      <a:pt x="27" y="109"/>
                    </a:cubicBezTo>
                    <a:cubicBezTo>
                      <a:pt x="38" y="118"/>
                      <a:pt x="52" y="124"/>
                      <a:pt x="67" y="124"/>
                    </a:cubicBezTo>
                    <a:cubicBezTo>
                      <a:pt x="82" y="124"/>
                      <a:pt x="96" y="118"/>
                      <a:pt x="106" y="109"/>
                    </a:cubicBezTo>
                    <a:cubicBezTo>
                      <a:pt x="122" y="125"/>
                      <a:pt x="122" y="125"/>
                      <a:pt x="122" y="125"/>
                    </a:cubicBezTo>
                    <a:cubicBezTo>
                      <a:pt x="128" y="119"/>
                      <a:pt x="128" y="119"/>
                      <a:pt x="128" y="119"/>
                    </a:cubicBezTo>
                    <a:cubicBezTo>
                      <a:pt x="112" y="103"/>
                      <a:pt x="112" y="103"/>
                      <a:pt x="112" y="103"/>
                    </a:cubicBezTo>
                    <a:cubicBezTo>
                      <a:pt x="121" y="93"/>
                      <a:pt x="127" y="79"/>
                      <a:pt x="127" y="64"/>
                    </a:cubicBezTo>
                    <a:close/>
                    <a:moveTo>
                      <a:pt x="105" y="8"/>
                    </a:moveTo>
                    <a:cubicBezTo>
                      <a:pt x="110" y="8"/>
                      <a:pt x="114" y="10"/>
                      <a:pt x="117" y="13"/>
                    </a:cubicBezTo>
                    <a:cubicBezTo>
                      <a:pt x="124" y="19"/>
                      <a:pt x="124" y="29"/>
                      <a:pt x="120" y="36"/>
                    </a:cubicBezTo>
                    <a:cubicBezTo>
                      <a:pt x="114" y="25"/>
                      <a:pt x="105" y="16"/>
                      <a:pt x="95" y="11"/>
                    </a:cubicBezTo>
                    <a:cubicBezTo>
                      <a:pt x="98" y="9"/>
                      <a:pt x="101" y="8"/>
                      <a:pt x="105" y="8"/>
                    </a:cubicBezTo>
                    <a:close/>
                    <a:moveTo>
                      <a:pt x="16" y="13"/>
                    </a:moveTo>
                    <a:cubicBezTo>
                      <a:pt x="19" y="10"/>
                      <a:pt x="24" y="8"/>
                      <a:pt x="29" y="8"/>
                    </a:cubicBezTo>
                    <a:cubicBezTo>
                      <a:pt x="32" y="8"/>
                      <a:pt x="36" y="9"/>
                      <a:pt x="39" y="11"/>
                    </a:cubicBezTo>
                    <a:cubicBezTo>
                      <a:pt x="28" y="16"/>
                      <a:pt x="19" y="25"/>
                      <a:pt x="14" y="36"/>
                    </a:cubicBezTo>
                    <a:cubicBezTo>
                      <a:pt x="9" y="29"/>
                      <a:pt x="10" y="19"/>
                      <a:pt x="16" y="13"/>
                    </a:cubicBezTo>
                    <a:close/>
                    <a:moveTo>
                      <a:pt x="67" y="116"/>
                    </a:moveTo>
                    <a:cubicBezTo>
                      <a:pt x="38" y="116"/>
                      <a:pt x="15" y="92"/>
                      <a:pt x="15" y="64"/>
                    </a:cubicBezTo>
                    <a:cubicBezTo>
                      <a:pt x="15" y="35"/>
                      <a:pt x="38" y="12"/>
                      <a:pt x="67" y="12"/>
                    </a:cubicBezTo>
                    <a:cubicBezTo>
                      <a:pt x="95" y="12"/>
                      <a:pt x="119" y="35"/>
                      <a:pt x="119" y="64"/>
                    </a:cubicBezTo>
                    <a:cubicBezTo>
                      <a:pt x="119" y="92"/>
                      <a:pt x="95" y="116"/>
                      <a:pt x="67" y="116"/>
                    </a:cubicBezTo>
                    <a:close/>
                    <a:moveTo>
                      <a:pt x="71" y="62"/>
                    </a:moveTo>
                    <a:cubicBezTo>
                      <a:pt x="94" y="85"/>
                      <a:pt x="94" y="85"/>
                      <a:pt x="94" y="85"/>
                    </a:cubicBezTo>
                    <a:cubicBezTo>
                      <a:pt x="88" y="91"/>
                      <a:pt x="88" y="91"/>
                      <a:pt x="88" y="91"/>
                    </a:cubicBezTo>
                    <a:cubicBezTo>
                      <a:pt x="63" y="65"/>
                      <a:pt x="63" y="65"/>
                      <a:pt x="63" y="65"/>
                    </a:cubicBezTo>
                    <a:cubicBezTo>
                      <a:pt x="63" y="28"/>
                      <a:pt x="63" y="28"/>
                      <a:pt x="63" y="28"/>
                    </a:cubicBezTo>
                    <a:cubicBezTo>
                      <a:pt x="71" y="28"/>
                      <a:pt x="71" y="28"/>
                      <a:pt x="71" y="28"/>
                    </a:cubicBezTo>
                    <a:lnTo>
                      <a:pt x="71" y="62"/>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273" name="Group 272"/>
            <p:cNvGrpSpPr/>
            <p:nvPr/>
          </p:nvGrpSpPr>
          <p:grpSpPr>
            <a:xfrm>
              <a:off x="792480" y="2415239"/>
              <a:ext cx="1800867" cy="2079334"/>
              <a:chOff x="640080" y="2262839"/>
              <a:chExt cx="1800867" cy="2079334"/>
            </a:xfrm>
          </p:grpSpPr>
          <p:cxnSp>
            <p:nvCxnSpPr>
              <p:cNvPr id="274" name="Straight Connector 273"/>
              <p:cNvCxnSpPr/>
              <p:nvPr/>
            </p:nvCxnSpPr>
            <p:spPr>
              <a:xfrm>
                <a:off x="1316270" y="2984904"/>
                <a:ext cx="1124677" cy="135726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75" name="Group 274"/>
              <p:cNvGrpSpPr>
                <a:grpSpLocks noChangeAspect="1"/>
              </p:cNvGrpSpPr>
              <p:nvPr/>
            </p:nvGrpSpPr>
            <p:grpSpPr>
              <a:xfrm>
                <a:off x="640080" y="2262839"/>
                <a:ext cx="822960" cy="822960"/>
                <a:chOff x="5082065" y="2742662"/>
                <a:chExt cx="822960" cy="822960"/>
              </a:xfrm>
            </p:grpSpPr>
            <p:sp>
              <p:nvSpPr>
                <p:cNvPr id="276"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77" name="Picture 8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nvGrpSpPr>
            <p:cNvPr id="278" name="Group 277"/>
            <p:cNvGrpSpPr/>
            <p:nvPr/>
          </p:nvGrpSpPr>
          <p:grpSpPr>
            <a:xfrm>
              <a:off x="2966890" y="5534941"/>
              <a:ext cx="822960" cy="1184301"/>
              <a:chOff x="2662647" y="5394960"/>
              <a:chExt cx="822960" cy="1184301"/>
            </a:xfrm>
          </p:grpSpPr>
          <p:sp>
            <p:nvSpPr>
              <p:cNvPr id="279" name="Title 1"/>
              <p:cNvSpPr txBox="1">
                <a:spLocks/>
              </p:cNvSpPr>
              <p:nvPr/>
            </p:nvSpPr>
            <p:spPr>
              <a:xfrm>
                <a:off x="2662647" y="621792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83" name="Group 282"/>
              <p:cNvGrpSpPr>
                <a:grpSpLocks noChangeAspect="1"/>
              </p:cNvGrpSpPr>
              <p:nvPr/>
            </p:nvGrpSpPr>
            <p:grpSpPr>
              <a:xfrm>
                <a:off x="2662647" y="5394960"/>
                <a:ext cx="822960" cy="822960"/>
                <a:chOff x="3410463" y="3638324"/>
                <a:chExt cx="822960" cy="822960"/>
              </a:xfrm>
            </p:grpSpPr>
            <p:sp>
              <p:nvSpPr>
                <p:cNvPr id="284"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86" name="Picture 7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grpSp>
          <p:nvGrpSpPr>
            <p:cNvPr id="290" name="GROUPS"/>
            <p:cNvGrpSpPr/>
            <p:nvPr/>
          </p:nvGrpSpPr>
          <p:grpSpPr>
            <a:xfrm>
              <a:off x="1725120" y="3627120"/>
              <a:ext cx="1737360" cy="2194560"/>
              <a:chOff x="10424160" y="-2263395"/>
              <a:chExt cx="1737360" cy="2194560"/>
            </a:xfrm>
          </p:grpSpPr>
          <p:sp>
            <p:nvSpPr>
              <p:cNvPr id="291"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292" name="Group 291"/>
              <p:cNvGrpSpPr/>
              <p:nvPr/>
            </p:nvGrpSpPr>
            <p:grpSpPr>
              <a:xfrm>
                <a:off x="10424160" y="-2263395"/>
                <a:ext cx="1737360" cy="1737360"/>
                <a:chOff x="10607040" y="2719914"/>
                <a:chExt cx="1737360" cy="1737360"/>
              </a:xfrm>
            </p:grpSpPr>
            <p:sp>
              <p:nvSpPr>
                <p:cNvPr id="293" name="Oval 292"/>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94" name="Picture 293"/>
                <p:cNvPicPr>
                  <a:picLocks noChangeAspect="1"/>
                </p:cNvPicPr>
                <p:nvPr/>
              </p:nvPicPr>
              <p:blipFill rotWithShape="1">
                <a:blip r:embed="rId9">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295" name="Title 1"/>
            <p:cNvSpPr txBox="1">
              <a:spLocks/>
            </p:cNvSpPr>
            <p:nvPr/>
          </p:nvSpPr>
          <p:spPr>
            <a:xfrm>
              <a:off x="427038" y="2095199"/>
              <a:ext cx="200017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CONVERSATIONS</a:t>
              </a:r>
            </a:p>
          </p:txBody>
        </p:sp>
      </p:grpSp>
      <p:grpSp>
        <p:nvGrpSpPr>
          <p:cNvPr id="8" name="Group 7"/>
          <p:cNvGrpSpPr/>
          <p:nvPr/>
        </p:nvGrpSpPr>
        <p:grpSpPr>
          <a:xfrm>
            <a:off x="4023692" y="1442933"/>
            <a:ext cx="4972909" cy="4215966"/>
            <a:chOff x="4176092" y="1595333"/>
            <a:chExt cx="4972909" cy="4215966"/>
          </a:xfrm>
        </p:grpSpPr>
        <p:grpSp>
          <p:nvGrpSpPr>
            <p:cNvPr id="296" name="Group 295"/>
            <p:cNvGrpSpPr/>
            <p:nvPr/>
          </p:nvGrpSpPr>
          <p:grpSpPr>
            <a:xfrm>
              <a:off x="6364273" y="1595333"/>
              <a:ext cx="2784728" cy="1826275"/>
              <a:chOff x="6211873" y="1442933"/>
              <a:chExt cx="2784728" cy="1826275"/>
            </a:xfrm>
          </p:grpSpPr>
          <p:cxnSp>
            <p:nvCxnSpPr>
              <p:cNvPr id="297" name="Straight Connector 296"/>
              <p:cNvCxnSpPr/>
              <p:nvPr/>
            </p:nvCxnSpPr>
            <p:spPr>
              <a:xfrm flipV="1">
                <a:off x="6211873" y="1875712"/>
                <a:ext cx="2349270" cy="139349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98" name="Rounded Rectangle 297"/>
              <p:cNvSpPr/>
              <p:nvPr/>
            </p:nvSpPr>
            <p:spPr>
              <a:xfrm>
                <a:off x="7132627" y="2229542"/>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299" name="Group 298"/>
              <p:cNvGrpSpPr>
                <a:grpSpLocks noChangeAspect="1"/>
              </p:cNvGrpSpPr>
              <p:nvPr/>
            </p:nvGrpSpPr>
            <p:grpSpPr>
              <a:xfrm>
                <a:off x="8173641" y="1442933"/>
                <a:ext cx="822960" cy="822960"/>
                <a:chOff x="8216218" y="2600178"/>
                <a:chExt cx="822960" cy="822960"/>
              </a:xfrm>
            </p:grpSpPr>
            <p:sp>
              <p:nvSpPr>
                <p:cNvPr id="300" name="Oval 299"/>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301" name="Oval 300"/>
                <p:cNvSpPr>
                  <a:spLocks noChangeAspect="1"/>
                </p:cNvSpPr>
                <p:nvPr/>
              </p:nvSpPr>
              <p:spPr>
                <a:xfrm>
                  <a:off x="8261938" y="2645898"/>
                  <a:ext cx="731520" cy="731520"/>
                </a:xfrm>
                <a:prstGeom prst="ellipse">
                  <a:avLst/>
                </a:prstGeom>
                <a:blipFill>
                  <a:blip r:embed="rId10"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302" name="Group 301"/>
            <p:cNvGrpSpPr/>
            <p:nvPr/>
          </p:nvGrpSpPr>
          <p:grpSpPr>
            <a:xfrm>
              <a:off x="4176092" y="3420554"/>
              <a:ext cx="2197351" cy="2390745"/>
              <a:chOff x="4023692" y="3268154"/>
              <a:chExt cx="2197351" cy="2390745"/>
            </a:xfrm>
          </p:grpSpPr>
          <p:cxnSp>
            <p:nvCxnSpPr>
              <p:cNvPr id="303" name="Straight Connector 302"/>
              <p:cNvCxnSpPr/>
              <p:nvPr/>
            </p:nvCxnSpPr>
            <p:spPr>
              <a:xfrm flipV="1">
                <a:off x="4438592" y="3268154"/>
                <a:ext cx="1782451" cy="199286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04" name="Rounded Rectangle 303"/>
              <p:cNvSpPr/>
              <p:nvPr/>
            </p:nvSpPr>
            <p:spPr>
              <a:xfrm>
                <a:off x="4572335" y="4320213"/>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305" name="Group 304"/>
              <p:cNvGrpSpPr>
                <a:grpSpLocks noChangeAspect="1"/>
              </p:cNvGrpSpPr>
              <p:nvPr/>
            </p:nvGrpSpPr>
            <p:grpSpPr>
              <a:xfrm>
                <a:off x="4023692" y="4835939"/>
                <a:ext cx="822960" cy="822960"/>
                <a:chOff x="9296150" y="2600178"/>
                <a:chExt cx="822960" cy="822960"/>
              </a:xfrm>
            </p:grpSpPr>
            <p:sp>
              <p:nvSpPr>
                <p:cNvPr id="306" name="Oval 305"/>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307" name="Oval 306"/>
                <p:cNvSpPr>
                  <a:spLocks noChangeAspect="1"/>
                </p:cNvSpPr>
                <p:nvPr/>
              </p:nvSpPr>
              <p:spPr>
                <a:xfrm>
                  <a:off x="9341870" y="2645898"/>
                  <a:ext cx="731520" cy="731520"/>
                </a:xfrm>
                <a:prstGeom prst="ellipse">
                  <a:avLst/>
                </a:prstGeom>
                <a:blipFill>
                  <a:blip r:embed="rId11"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grpSp>
        <p:nvGrpSpPr>
          <p:cNvPr id="130" name="USER"/>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12"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20" name="delay"/>
          <p:cNvSpPr/>
          <p:nvPr/>
        </p:nvSpPr>
        <p:spPr bwMode="auto">
          <a:xfrm>
            <a:off x="-1005840" y="-1005840"/>
            <a:ext cx="914400" cy="914400"/>
          </a:xfrm>
          <a:prstGeom prst="rect">
            <a:avLst/>
          </a:prstGeom>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dirty="0" smtClean="0">
                <a:gradFill>
                  <a:gsLst>
                    <a:gs pos="0">
                      <a:srgbClr val="FFFFFF"/>
                    </a:gs>
                    <a:gs pos="100000">
                      <a:srgbClr val="FFFFFF"/>
                    </a:gs>
                  </a:gsLst>
                  <a:lin ang="5400000" scaled="0"/>
                </a:gradFill>
              </a:rPr>
              <a:t>delay</a:t>
            </a:r>
            <a:endParaRPr lang="en-US" sz="2000" dirty="0">
              <a:gradFill>
                <a:gsLst>
                  <a:gs pos="0">
                    <a:srgbClr val="FFFFFF"/>
                  </a:gs>
                  <a:gs pos="100000">
                    <a:srgbClr val="FFFFFF"/>
                  </a:gs>
                </a:gsLst>
                <a:lin ang="5400000" scaled="0"/>
              </a:gradFill>
            </a:endParaRPr>
          </a:p>
        </p:txBody>
      </p:sp>
      <p:sp>
        <p:nvSpPr>
          <p:cNvPr id="5" name="Footer Placeholder 4"/>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813607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50"/>
                                        <p:tgtEl>
                                          <p:spTgt spid="20"/>
                                        </p:tgtEl>
                                      </p:cBhvr>
                                    </p:animEffect>
                                  </p:childTnLst>
                                </p:cTn>
                              </p:par>
                            </p:childTnLst>
                          </p:cTn>
                        </p:par>
                        <p:par>
                          <p:cTn id="8" fill="hold">
                            <p:stCondLst>
                              <p:cond delay="250"/>
                            </p:stCondLst>
                            <p:childTnLst>
                              <p:par>
                                <p:cTn id="9" presetID="10" presetClass="exit" presetSubtype="0" fill="hold" nodeType="afterEffect">
                                  <p:stCondLst>
                                    <p:cond delay="0"/>
                                  </p:stCondLst>
                                  <p:childTnLst>
                                    <p:animEffect transition="out" filter="fade">
                                      <p:cBhvr>
                                        <p:cTn id="10" dur="500"/>
                                        <p:tgtEl>
                                          <p:spTgt spid="7"/>
                                        </p:tgtEl>
                                      </p:cBhvr>
                                    </p:animEffect>
                                    <p:set>
                                      <p:cBhvr>
                                        <p:cTn id="11" dur="1" fill="hold">
                                          <p:stCondLst>
                                            <p:cond delay="499"/>
                                          </p:stCondLst>
                                        </p:cTn>
                                        <p:tgtEl>
                                          <p:spTgt spid="7"/>
                                        </p:tgtEl>
                                        <p:attrNameLst>
                                          <p:attrName>style.visibility</p:attrName>
                                        </p:attrNameLst>
                                      </p:cBhvr>
                                      <p:to>
                                        <p:strVal val="hidden"/>
                                      </p:to>
                                    </p:se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Code</a:t>
            </a:r>
            <a:endParaRPr lang="en-US" dirty="0"/>
          </a:p>
        </p:txBody>
      </p:sp>
      <p:sp>
        <p:nvSpPr>
          <p:cNvPr id="3" name="Content Placeholder 2"/>
          <p:cNvSpPr>
            <a:spLocks noGrp="1"/>
          </p:cNvSpPr>
          <p:nvPr>
            <p:ph type="body" sz="quarter" idx="10"/>
          </p:nvPr>
        </p:nvSpPr>
        <p:spPr>
          <a:xfrm>
            <a:off x="274638" y="1221157"/>
            <a:ext cx="11887199" cy="5655394"/>
          </a:xfrm>
        </p:spPr>
        <p:txBody>
          <a:bodyPr/>
          <a:lstStyle/>
          <a:p>
            <a:r>
              <a:rPr lang="en-US" sz="3200" dirty="0" smtClean="0"/>
              <a:t>GET https://graph.microsoft.com/v1.0</a:t>
            </a:r>
            <a:r>
              <a:rPr lang="en-US" sz="3200" b="1" dirty="0" smtClean="0"/>
              <a:t>/me/workingWith</a:t>
            </a:r>
          </a:p>
          <a:p>
            <a:endParaRPr lang="en-US" sz="3200" dirty="0" smtClean="0"/>
          </a:p>
          <a:p>
            <a:r>
              <a:rPr lang="en-US" sz="3200" dirty="0" smtClean="0"/>
              <a:t>GET https://graph.microsoft.com/v1.0/contoso.com</a:t>
            </a:r>
          </a:p>
          <a:p>
            <a:r>
              <a:rPr lang="en-US" sz="3200" dirty="0" smtClean="0"/>
              <a:t>	</a:t>
            </a:r>
            <a:r>
              <a:rPr lang="en-US" sz="3200" b="1" dirty="0" smtClean="0"/>
              <a:t>/users/yina@contoso.com/</a:t>
            </a:r>
            <a:r>
              <a:rPr lang="en-US" sz="3200" b="1" dirty="0" err="1" smtClean="0"/>
              <a:t>workingWith</a:t>
            </a:r>
            <a:endParaRPr lang="en-US" sz="3200" b="1" dirty="0" smtClean="0"/>
          </a:p>
          <a:p>
            <a:endParaRPr lang="en-US" sz="3200" dirty="0" smtClean="0"/>
          </a:p>
          <a:p>
            <a:r>
              <a:rPr lang="en-US" sz="3200" dirty="0" smtClean="0"/>
              <a:t>GET https://graph.microsoft.com/v1.0/contoso.com</a:t>
            </a:r>
          </a:p>
          <a:p>
            <a:r>
              <a:rPr lang="en-US" sz="3200" dirty="0" smtClean="0"/>
              <a:t>	</a:t>
            </a:r>
            <a:r>
              <a:rPr lang="en-US" sz="3200" b="1" dirty="0" smtClean="0"/>
              <a:t>/users/mary@contoso.com/</a:t>
            </a:r>
            <a:r>
              <a:rPr lang="en-US" sz="3200" b="1" dirty="0" err="1" smtClean="0"/>
              <a:t>workingWith</a:t>
            </a:r>
            <a:endParaRPr lang="en-US" sz="3200" b="1" dirty="0" smtClean="0"/>
          </a:p>
          <a:p>
            <a:endParaRPr lang="en-US" sz="3200" dirty="0" smtClean="0"/>
          </a:p>
          <a:p>
            <a:endParaRPr lang="en-US" sz="3200" dirty="0" smtClean="0"/>
          </a:p>
          <a:p>
            <a:endParaRPr lang="en-US" sz="3200" dirty="0"/>
          </a:p>
        </p:txBody>
      </p:sp>
      <p:sp>
        <p:nvSpPr>
          <p:cNvPr id="4" name="Footer Placeholder 3"/>
          <p:cNvSpPr>
            <a:spLocks noGrp="1"/>
          </p:cNvSpPr>
          <p:nvPr>
            <p:ph type="ftr" sz="quarter" idx="11"/>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4157161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Title 1"/>
          <p:cNvSpPr txBox="1">
            <a:spLocks/>
          </p:cNvSpPr>
          <p:nvPr/>
        </p:nvSpPr>
        <p:spPr>
          <a:xfrm>
            <a:off x="274638" y="1942799"/>
            <a:ext cx="200017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CONVERSATIONS</a:t>
            </a:r>
          </a:p>
        </p:txBody>
      </p:sp>
      <p:sp>
        <p:nvSpPr>
          <p:cNvPr id="325" name="Title 1"/>
          <p:cNvSpPr txBox="1">
            <a:spLocks/>
          </p:cNvSpPr>
          <p:nvPr/>
        </p:nvSpPr>
        <p:spPr>
          <a:xfrm>
            <a:off x="9025465" y="3728187"/>
            <a:ext cx="876051"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34" name="Group 233"/>
          <p:cNvGrpSpPr/>
          <p:nvPr/>
        </p:nvGrpSpPr>
        <p:grpSpPr>
          <a:xfrm>
            <a:off x="6211873" y="1442933"/>
            <a:ext cx="2784728" cy="1826275"/>
            <a:chOff x="6211873" y="1442933"/>
            <a:chExt cx="2784728" cy="1826275"/>
          </a:xfrm>
        </p:grpSpPr>
        <p:cxnSp>
          <p:nvCxnSpPr>
            <p:cNvPr id="288" name="Straight Connector 287"/>
            <p:cNvCxnSpPr/>
            <p:nvPr/>
          </p:nvCxnSpPr>
          <p:spPr>
            <a:xfrm flipV="1">
              <a:off x="6211873" y="1875712"/>
              <a:ext cx="2349270" cy="139349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44" name="Rounded Rectangle 343"/>
            <p:cNvSpPr/>
            <p:nvPr/>
          </p:nvSpPr>
          <p:spPr>
            <a:xfrm>
              <a:off x="7132627" y="2229542"/>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83" name="Group 182"/>
            <p:cNvGrpSpPr>
              <a:grpSpLocks noChangeAspect="1"/>
            </p:cNvGrpSpPr>
            <p:nvPr/>
          </p:nvGrpSpPr>
          <p:grpSpPr>
            <a:xfrm>
              <a:off x="8173641" y="1442933"/>
              <a:ext cx="822960" cy="822960"/>
              <a:chOff x="8216218" y="2600178"/>
              <a:chExt cx="822960" cy="822960"/>
            </a:xfrm>
          </p:grpSpPr>
          <p:sp>
            <p:nvSpPr>
              <p:cNvPr id="184" name="Oval 183"/>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5" name="Oval 184"/>
              <p:cNvSpPr>
                <a:spLocks noChangeAspect="1"/>
              </p:cNvSpPr>
              <p:nvPr/>
            </p:nvSpPr>
            <p:spPr>
              <a:xfrm>
                <a:off x="8261938" y="2645898"/>
                <a:ext cx="731520" cy="731520"/>
              </a:xfrm>
              <a:prstGeom prst="ellipse">
                <a:avLst/>
              </a:prstGeom>
              <a:blipFill>
                <a:blip r:embed="rId3"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241" name="Group 240"/>
          <p:cNvGrpSpPr/>
          <p:nvPr/>
        </p:nvGrpSpPr>
        <p:grpSpPr>
          <a:xfrm>
            <a:off x="4023692" y="3268154"/>
            <a:ext cx="2197351" cy="2390745"/>
            <a:chOff x="4023692" y="3268154"/>
            <a:chExt cx="2197351" cy="2390745"/>
          </a:xfrm>
        </p:grpSpPr>
        <p:cxnSp>
          <p:nvCxnSpPr>
            <p:cNvPr id="63" name="Straight Connector 62"/>
            <p:cNvCxnSpPr/>
            <p:nvPr/>
          </p:nvCxnSpPr>
          <p:spPr>
            <a:xfrm flipV="1">
              <a:off x="4438592" y="3268154"/>
              <a:ext cx="1782451" cy="199286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0" name="Rounded Rectangle 329"/>
            <p:cNvSpPr/>
            <p:nvPr/>
          </p:nvSpPr>
          <p:spPr>
            <a:xfrm>
              <a:off x="4572335" y="4320213"/>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82" name="Group 181"/>
            <p:cNvGrpSpPr>
              <a:grpSpLocks noChangeAspect="1"/>
            </p:cNvGrpSpPr>
            <p:nvPr/>
          </p:nvGrpSpPr>
          <p:grpSpPr>
            <a:xfrm>
              <a:off x="4023692" y="4835939"/>
              <a:ext cx="822960" cy="822960"/>
              <a:chOff x="9296150" y="2600178"/>
              <a:chExt cx="822960" cy="822960"/>
            </a:xfrm>
          </p:grpSpPr>
          <p:sp>
            <p:nvSpPr>
              <p:cNvPr id="186" name="Oval 185"/>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7" name="Oval 186"/>
              <p:cNvSpPr>
                <a:spLocks noChangeAspect="1"/>
              </p:cNvSpPr>
              <p:nvPr/>
            </p:nvSpPr>
            <p:spPr>
              <a:xfrm>
                <a:off x="9341870" y="2645898"/>
                <a:ext cx="731520" cy="731520"/>
              </a:xfrm>
              <a:prstGeom prst="ellipse">
                <a:avLst/>
              </a:prstGeom>
              <a:blipFill>
                <a:blip r:embed="rId4"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sp>
        <p:nvSpPr>
          <p:cNvPr id="327" name="Title 1"/>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grpSp>
        <p:nvGrpSpPr>
          <p:cNvPr id="247" name="Group 246"/>
          <p:cNvGrpSpPr/>
          <p:nvPr/>
        </p:nvGrpSpPr>
        <p:grpSpPr>
          <a:xfrm>
            <a:off x="9248067" y="1234441"/>
            <a:ext cx="1015894" cy="1462284"/>
            <a:chOff x="9248067" y="1234441"/>
            <a:chExt cx="1015894" cy="1462284"/>
          </a:xfrm>
        </p:grpSpPr>
        <p:cxnSp>
          <p:nvCxnSpPr>
            <p:cNvPr id="94" name="Straight Connector 93"/>
            <p:cNvCxnSpPr/>
            <p:nvPr/>
          </p:nvCxnSpPr>
          <p:spPr>
            <a:xfrm>
              <a:off x="9412705" y="1234441"/>
              <a:ext cx="636025" cy="146228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8" name="Rounded Rectangle 337"/>
            <p:cNvSpPr/>
            <p:nvPr/>
          </p:nvSpPr>
          <p:spPr>
            <a:xfrm>
              <a:off x="9248067" y="1768005"/>
              <a:ext cx="1015894"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grpSp>
        <p:nvGrpSpPr>
          <p:cNvPr id="250" name="Group 249"/>
          <p:cNvGrpSpPr/>
          <p:nvPr/>
        </p:nvGrpSpPr>
        <p:grpSpPr>
          <a:xfrm>
            <a:off x="10019038" y="1488653"/>
            <a:ext cx="1470838" cy="1208072"/>
            <a:chOff x="10019038" y="1488653"/>
            <a:chExt cx="1470838" cy="1208072"/>
          </a:xfrm>
        </p:grpSpPr>
        <p:cxnSp>
          <p:nvCxnSpPr>
            <p:cNvPr id="134" name="Straight Connector 133"/>
            <p:cNvCxnSpPr/>
            <p:nvPr/>
          </p:nvCxnSpPr>
          <p:spPr>
            <a:xfrm flipH="1">
              <a:off x="10019038" y="1488653"/>
              <a:ext cx="1470838" cy="120807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1" name="Rounded Rectangle 370"/>
            <p:cNvSpPr/>
            <p:nvPr/>
          </p:nvSpPr>
          <p:spPr>
            <a:xfrm>
              <a:off x="10435142" y="2057989"/>
              <a:ext cx="68278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public</a:t>
              </a:r>
            </a:p>
          </p:txBody>
        </p:sp>
      </p:grpSp>
      <p:grpSp>
        <p:nvGrpSpPr>
          <p:cNvPr id="254" name="Group 253"/>
          <p:cNvGrpSpPr/>
          <p:nvPr/>
        </p:nvGrpSpPr>
        <p:grpSpPr>
          <a:xfrm>
            <a:off x="9654521" y="2696725"/>
            <a:ext cx="1044227" cy="1649895"/>
            <a:chOff x="9654521" y="2696725"/>
            <a:chExt cx="1044227" cy="1649895"/>
          </a:xfrm>
        </p:grpSpPr>
        <p:cxnSp>
          <p:nvCxnSpPr>
            <p:cNvPr id="282" name="Straight Connector 281"/>
            <p:cNvCxnSpPr/>
            <p:nvPr/>
          </p:nvCxnSpPr>
          <p:spPr>
            <a:xfrm>
              <a:off x="10050878" y="2696725"/>
              <a:ext cx="291751" cy="16498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2" name="Rounded Rectangle 371"/>
            <p:cNvSpPr/>
            <p:nvPr/>
          </p:nvSpPr>
          <p:spPr>
            <a:xfrm>
              <a:off x="9654521" y="3418249"/>
              <a:ext cx="104422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modifiedBy</a:t>
              </a:r>
            </a:p>
          </p:txBody>
        </p:sp>
      </p:grpSp>
      <p:cxnSp>
        <p:nvCxnSpPr>
          <p:cNvPr id="125" name="Straight Connector 124"/>
          <p:cNvCxnSpPr/>
          <p:nvPr/>
        </p:nvCxnSpPr>
        <p:spPr>
          <a:xfrm>
            <a:off x="2719862" y="2696017"/>
            <a:ext cx="3498220" cy="58322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3657600" y="3108960"/>
            <a:ext cx="2575317" cy="822960"/>
            <a:chOff x="3657600" y="3108960"/>
            <a:chExt cx="2575317" cy="822960"/>
          </a:xfrm>
        </p:grpSpPr>
        <p:cxnSp>
          <p:nvCxnSpPr>
            <p:cNvPr id="59" name="Straight Connector 58"/>
            <p:cNvCxnSpPr/>
            <p:nvPr/>
          </p:nvCxnSpPr>
          <p:spPr>
            <a:xfrm flipV="1">
              <a:off x="4057172" y="3292700"/>
              <a:ext cx="2175745" cy="2277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5" name="Group 194"/>
            <p:cNvGrpSpPr>
              <a:grpSpLocks noChangeAspect="1"/>
            </p:cNvGrpSpPr>
            <p:nvPr/>
          </p:nvGrpSpPr>
          <p:grpSpPr>
            <a:xfrm>
              <a:off x="3657600" y="3108960"/>
              <a:ext cx="822960" cy="822960"/>
              <a:chOff x="6583680" y="2400000"/>
              <a:chExt cx="822960" cy="822960"/>
            </a:xfrm>
          </p:grpSpPr>
          <p:sp>
            <p:nvSpPr>
              <p:cNvPr id="200" name="Oval 199"/>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201" name="Freeform 200"/>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233" name="Group 232"/>
          <p:cNvGrpSpPr/>
          <p:nvPr/>
        </p:nvGrpSpPr>
        <p:grpSpPr>
          <a:xfrm>
            <a:off x="6215431" y="1103495"/>
            <a:ext cx="3210309" cy="2161818"/>
            <a:chOff x="6215431" y="1103495"/>
            <a:chExt cx="3210309" cy="2161818"/>
          </a:xfrm>
        </p:grpSpPr>
        <p:cxnSp>
          <p:nvCxnSpPr>
            <p:cNvPr id="85" name="Straight Connector 84"/>
            <p:cNvCxnSpPr>
              <a:endCxn id="331" idx="2"/>
            </p:cNvCxnSpPr>
            <p:nvPr/>
          </p:nvCxnSpPr>
          <p:spPr>
            <a:xfrm flipV="1">
              <a:off x="6215431" y="1365386"/>
              <a:ext cx="1354456" cy="189992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331" idx="3"/>
            </p:cNvCxnSpPr>
            <p:nvPr/>
          </p:nvCxnSpPr>
          <p:spPr>
            <a:xfrm>
              <a:off x="8261860" y="1234441"/>
              <a:ext cx="116388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1" name="Rounded Rectangle 330"/>
            <p:cNvSpPr/>
            <p:nvPr/>
          </p:nvSpPr>
          <p:spPr>
            <a:xfrm>
              <a:off x="6877914" y="1103495"/>
              <a:ext cx="138394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Shared with me</a:t>
              </a:r>
            </a:p>
          </p:txBody>
        </p:sp>
      </p:grpSp>
      <p:sp>
        <p:nvSpPr>
          <p:cNvPr id="281" name="Rectangle 68"/>
          <p:cNvSpPr/>
          <p:nvPr/>
        </p:nvSpPr>
        <p:spPr bwMode="auto">
          <a:xfrm>
            <a:off x="6241594" y="3282702"/>
            <a:ext cx="4091443" cy="1034548"/>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411280 w 2411280"/>
              <a:gd name="connsiteY0" fmla="*/ 2589851 h 2589851"/>
              <a:gd name="connsiteX1" fmla="*/ 991584 w 2411280"/>
              <a:gd name="connsiteY1" fmla="*/ 2589851 h 2589851"/>
              <a:gd name="connsiteX2" fmla="*/ 0 w 2411280"/>
              <a:gd name="connsiteY2" fmla="*/ 0 h 2589851"/>
              <a:gd name="connsiteX0" fmla="*/ 2845768 w 2845768"/>
              <a:gd name="connsiteY0" fmla="*/ 2559685 h 2559685"/>
              <a:gd name="connsiteX1" fmla="*/ 1426072 w 2845768"/>
              <a:gd name="connsiteY1" fmla="*/ 2559685 h 2559685"/>
              <a:gd name="connsiteX2" fmla="*/ 0 w 2845768"/>
              <a:gd name="connsiteY2" fmla="*/ 0 h 2559685"/>
              <a:gd name="connsiteX0" fmla="*/ 2803990 w 2803990"/>
              <a:gd name="connsiteY0" fmla="*/ 2559685 h 2559685"/>
              <a:gd name="connsiteX1" fmla="*/ 1384294 w 2803990"/>
              <a:gd name="connsiteY1" fmla="*/ 2559685 h 2559685"/>
              <a:gd name="connsiteX2" fmla="*/ 0 w 2803990"/>
              <a:gd name="connsiteY2" fmla="*/ 0 h 2559685"/>
            </a:gdLst>
            <a:ahLst/>
            <a:cxnLst>
              <a:cxn ang="0">
                <a:pos x="connsiteX0" y="connsiteY0"/>
              </a:cxn>
              <a:cxn ang="0">
                <a:pos x="connsiteX1" y="connsiteY1"/>
              </a:cxn>
              <a:cxn ang="0">
                <a:pos x="connsiteX2" y="connsiteY2"/>
              </a:cxn>
            </a:cxnLst>
            <a:rect l="l" t="t" r="r" b="b"/>
            <a:pathLst>
              <a:path w="2803990" h="2559685">
                <a:moveTo>
                  <a:pt x="2803990" y="2559685"/>
                </a:moveTo>
                <a:lnTo>
                  <a:pt x="1384294" y="255968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cxnSp>
        <p:nvCxnSpPr>
          <p:cNvPr id="112" name="Straight Connector 111"/>
          <p:cNvCxnSpPr>
            <a:stCxn id="199" idx="36"/>
          </p:cNvCxnSpPr>
          <p:nvPr/>
        </p:nvCxnSpPr>
        <p:spPr>
          <a:xfrm flipH="1">
            <a:off x="2429292" y="2696017"/>
            <a:ext cx="281096" cy="16677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2425967" y="4359784"/>
            <a:ext cx="806428" cy="14466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240" name="Group 239"/>
          <p:cNvGrpSpPr/>
          <p:nvPr/>
        </p:nvGrpSpPr>
        <p:grpSpPr>
          <a:xfrm>
            <a:off x="3244266" y="3269689"/>
            <a:ext cx="2989203" cy="2655278"/>
            <a:chOff x="3244266" y="3269689"/>
            <a:chExt cx="2989203" cy="2655278"/>
          </a:xfrm>
        </p:grpSpPr>
        <p:sp>
          <p:nvSpPr>
            <p:cNvPr id="280" name="Rectangle 68"/>
            <p:cNvSpPr/>
            <p:nvPr/>
          </p:nvSpPr>
          <p:spPr bwMode="auto">
            <a:xfrm flipH="1">
              <a:off x="3244266" y="3269689"/>
              <a:ext cx="2989203" cy="2536749"/>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708342 w 2708342"/>
                <a:gd name="connsiteY0" fmla="*/ 3208755 h 3208755"/>
                <a:gd name="connsiteX1" fmla="*/ 1288646 w 2708342"/>
                <a:gd name="connsiteY1" fmla="*/ 3208755 h 3208755"/>
                <a:gd name="connsiteX2" fmla="*/ 0 w 2708342"/>
                <a:gd name="connsiteY2" fmla="*/ 0 h 3208755"/>
                <a:gd name="connsiteX0" fmla="*/ 2675335 w 2675335"/>
                <a:gd name="connsiteY0" fmla="*/ 3208755 h 3208755"/>
                <a:gd name="connsiteX1" fmla="*/ 1255639 w 2675335"/>
                <a:gd name="connsiteY1" fmla="*/ 3208755 h 3208755"/>
                <a:gd name="connsiteX2" fmla="*/ 0 w 2675335"/>
                <a:gd name="connsiteY2" fmla="*/ 0 h 3208755"/>
                <a:gd name="connsiteX0" fmla="*/ 2686337 w 2686337"/>
                <a:gd name="connsiteY0" fmla="*/ 3193333 h 3193333"/>
                <a:gd name="connsiteX1" fmla="*/ 1266641 w 2686337"/>
                <a:gd name="connsiteY1" fmla="*/ 3193333 h 3193333"/>
                <a:gd name="connsiteX2" fmla="*/ 0 w 2686337"/>
                <a:gd name="connsiteY2" fmla="*/ 0 h 3193333"/>
                <a:gd name="connsiteX0" fmla="*/ 2314067 w 2314067"/>
                <a:gd name="connsiteY0" fmla="*/ 3147068 h 3147068"/>
                <a:gd name="connsiteX1" fmla="*/ 894371 w 2314067"/>
                <a:gd name="connsiteY1" fmla="*/ 3147068 h 3147068"/>
                <a:gd name="connsiteX2" fmla="*/ 0 w 2314067"/>
                <a:gd name="connsiteY2" fmla="*/ 0 h 3147068"/>
                <a:gd name="connsiteX0" fmla="*/ 2163574 w 2163574"/>
                <a:gd name="connsiteY0" fmla="*/ 3208755 h 3208755"/>
                <a:gd name="connsiteX1" fmla="*/ 743878 w 2163574"/>
                <a:gd name="connsiteY1" fmla="*/ 3208755 h 3208755"/>
                <a:gd name="connsiteX2" fmla="*/ 0 w 2163574"/>
                <a:gd name="connsiteY2" fmla="*/ 0 h 3208755"/>
                <a:gd name="connsiteX0" fmla="*/ 1963375 w 1963375"/>
                <a:gd name="connsiteY0" fmla="*/ 3208755 h 3208755"/>
                <a:gd name="connsiteX1" fmla="*/ 543679 w 1963375"/>
                <a:gd name="connsiteY1" fmla="*/ 3208755 h 3208755"/>
                <a:gd name="connsiteX2" fmla="*/ 0 w 1963375"/>
                <a:gd name="connsiteY2" fmla="*/ 0 h 3208755"/>
              </a:gdLst>
              <a:ahLst/>
              <a:cxnLst>
                <a:cxn ang="0">
                  <a:pos x="connsiteX0" y="connsiteY0"/>
                </a:cxn>
                <a:cxn ang="0">
                  <a:pos x="connsiteX1" y="connsiteY1"/>
                </a:cxn>
                <a:cxn ang="0">
                  <a:pos x="connsiteX2" y="connsiteY2"/>
                </a:cxn>
              </a:cxnLst>
              <a:rect l="l" t="t" r="r" b="b"/>
              <a:pathLst>
                <a:path w="1963375" h="3208755">
                  <a:moveTo>
                    <a:pt x="1963375" y="3208755"/>
                  </a:moveTo>
                  <a:lnTo>
                    <a:pt x="543679" y="320875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3" name="Rounded Rectangle 342"/>
            <p:cNvSpPr/>
            <p:nvPr/>
          </p:nvSpPr>
          <p:spPr>
            <a:xfrm>
              <a:off x="4944604" y="5663076"/>
              <a:ext cx="90787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grpSp>
        <p:nvGrpSpPr>
          <p:cNvPr id="236" name="Group 235"/>
          <p:cNvGrpSpPr/>
          <p:nvPr/>
        </p:nvGrpSpPr>
        <p:grpSpPr>
          <a:xfrm>
            <a:off x="6218237" y="3279246"/>
            <a:ext cx="2766865" cy="858089"/>
            <a:chOff x="6218237" y="3279246"/>
            <a:chExt cx="2766865" cy="858089"/>
          </a:xfrm>
        </p:grpSpPr>
        <p:cxnSp>
          <p:nvCxnSpPr>
            <p:cNvPr id="287" name="Straight Connector 286"/>
            <p:cNvCxnSpPr/>
            <p:nvPr/>
          </p:nvCxnSpPr>
          <p:spPr>
            <a:xfrm>
              <a:off x="6218237" y="3279246"/>
              <a:ext cx="2342906" cy="4720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5" name="Group 154"/>
            <p:cNvGrpSpPr>
              <a:grpSpLocks noChangeAspect="1"/>
            </p:cNvGrpSpPr>
            <p:nvPr/>
          </p:nvGrpSpPr>
          <p:grpSpPr>
            <a:xfrm>
              <a:off x="8162142" y="3314375"/>
              <a:ext cx="822960" cy="822960"/>
              <a:chOff x="3410463" y="2759251"/>
              <a:chExt cx="822960" cy="822960"/>
            </a:xfrm>
          </p:grpSpPr>
          <p:sp>
            <p:nvSpPr>
              <p:cNvPr id="159"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0" name="Picture 7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239" name="Group 238"/>
          <p:cNvGrpSpPr/>
          <p:nvPr/>
        </p:nvGrpSpPr>
        <p:grpSpPr>
          <a:xfrm>
            <a:off x="6126789" y="3265313"/>
            <a:ext cx="822960" cy="2948188"/>
            <a:chOff x="6126789" y="3265313"/>
            <a:chExt cx="822960" cy="2948188"/>
          </a:xfrm>
        </p:grpSpPr>
        <p:cxnSp>
          <p:nvCxnSpPr>
            <p:cNvPr id="52" name="Straight Connector 51"/>
            <p:cNvCxnSpPr/>
            <p:nvPr/>
          </p:nvCxnSpPr>
          <p:spPr>
            <a:xfrm flipH="1" flipV="1">
              <a:off x="6218237" y="3265313"/>
              <a:ext cx="320032" cy="219319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6126789" y="5029200"/>
              <a:ext cx="822960" cy="1184301"/>
              <a:chOff x="5709615" y="5029200"/>
              <a:chExt cx="822960" cy="1184301"/>
            </a:xfrm>
          </p:grpSpPr>
          <p:sp>
            <p:nvSpPr>
              <p:cNvPr id="326"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217" name="Group 216"/>
              <p:cNvGrpSpPr>
                <a:grpSpLocks noChangeAspect="1"/>
              </p:cNvGrpSpPr>
              <p:nvPr/>
            </p:nvGrpSpPr>
            <p:grpSpPr>
              <a:xfrm>
                <a:off x="5709615" y="5029200"/>
                <a:ext cx="822960" cy="822960"/>
                <a:chOff x="5082065" y="2742662"/>
                <a:chExt cx="822960" cy="822960"/>
              </a:xfrm>
            </p:grpSpPr>
            <p:sp>
              <p:nvSpPr>
                <p:cNvPr id="21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9" name="Picture 8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7"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96" name="Group 195"/>
          <p:cNvGrpSpPr>
            <a:grpSpLocks noChangeAspect="1"/>
          </p:cNvGrpSpPr>
          <p:nvPr/>
        </p:nvGrpSpPr>
        <p:grpSpPr>
          <a:xfrm>
            <a:off x="2286000" y="2286000"/>
            <a:ext cx="822960" cy="822960"/>
            <a:chOff x="6583680" y="3314400"/>
            <a:chExt cx="822960" cy="822960"/>
          </a:xfrm>
        </p:grpSpPr>
        <p:sp>
          <p:nvSpPr>
            <p:cNvPr id="198" name="Oval 197"/>
            <p:cNvSpPr/>
            <p:nvPr/>
          </p:nvSpPr>
          <p:spPr>
            <a:xfrm>
              <a:off x="6583680" y="33144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99" name="Freeform 128"/>
            <p:cNvSpPr>
              <a:spLocks noChangeAspect="1" noEditPoints="1"/>
            </p:cNvSpPr>
            <p:nvPr/>
          </p:nvSpPr>
          <p:spPr bwMode="auto">
            <a:xfrm>
              <a:off x="6804408" y="3543000"/>
              <a:ext cx="381504" cy="365760"/>
            </a:xfrm>
            <a:custGeom>
              <a:avLst/>
              <a:gdLst>
                <a:gd name="T0" fmla="*/ 127 w 133"/>
                <a:gd name="T1" fmla="*/ 64 h 125"/>
                <a:gd name="T2" fmla="*/ 123 w 133"/>
                <a:gd name="T3" fmla="*/ 44 h 125"/>
                <a:gd name="T4" fmla="*/ 123 w 133"/>
                <a:gd name="T5" fmla="*/ 7 h 125"/>
                <a:gd name="T6" fmla="*/ 105 w 133"/>
                <a:gd name="T7" fmla="*/ 0 h 125"/>
                <a:gd name="T8" fmla="*/ 87 w 133"/>
                <a:gd name="T9" fmla="*/ 7 h 125"/>
                <a:gd name="T10" fmla="*/ 67 w 133"/>
                <a:gd name="T11" fmla="*/ 4 h 125"/>
                <a:gd name="T12" fmla="*/ 47 w 133"/>
                <a:gd name="T13" fmla="*/ 7 h 125"/>
                <a:gd name="T14" fmla="*/ 29 w 133"/>
                <a:gd name="T15" fmla="*/ 0 h 125"/>
                <a:gd name="T16" fmla="*/ 10 w 133"/>
                <a:gd name="T17" fmla="*/ 7 h 125"/>
                <a:gd name="T18" fmla="*/ 10 w 133"/>
                <a:gd name="T19" fmla="*/ 44 h 125"/>
                <a:gd name="T20" fmla="*/ 7 w 133"/>
                <a:gd name="T21" fmla="*/ 64 h 125"/>
                <a:gd name="T22" fmla="*/ 22 w 133"/>
                <a:gd name="T23" fmla="*/ 103 h 125"/>
                <a:gd name="T24" fmla="*/ 8 w 133"/>
                <a:gd name="T25" fmla="*/ 117 h 125"/>
                <a:gd name="T26" fmla="*/ 14 w 133"/>
                <a:gd name="T27" fmla="*/ 123 h 125"/>
                <a:gd name="T28" fmla="*/ 27 w 133"/>
                <a:gd name="T29" fmla="*/ 109 h 125"/>
                <a:gd name="T30" fmla="*/ 67 w 133"/>
                <a:gd name="T31" fmla="*/ 124 h 125"/>
                <a:gd name="T32" fmla="*/ 106 w 133"/>
                <a:gd name="T33" fmla="*/ 109 h 125"/>
                <a:gd name="T34" fmla="*/ 122 w 133"/>
                <a:gd name="T35" fmla="*/ 125 h 125"/>
                <a:gd name="T36" fmla="*/ 128 w 133"/>
                <a:gd name="T37" fmla="*/ 119 h 125"/>
                <a:gd name="T38" fmla="*/ 112 w 133"/>
                <a:gd name="T39" fmla="*/ 103 h 125"/>
                <a:gd name="T40" fmla="*/ 127 w 133"/>
                <a:gd name="T41" fmla="*/ 64 h 125"/>
                <a:gd name="T42" fmla="*/ 105 w 133"/>
                <a:gd name="T43" fmla="*/ 8 h 125"/>
                <a:gd name="T44" fmla="*/ 117 w 133"/>
                <a:gd name="T45" fmla="*/ 13 h 125"/>
                <a:gd name="T46" fmla="*/ 120 w 133"/>
                <a:gd name="T47" fmla="*/ 36 h 125"/>
                <a:gd name="T48" fmla="*/ 95 w 133"/>
                <a:gd name="T49" fmla="*/ 11 h 125"/>
                <a:gd name="T50" fmla="*/ 105 w 133"/>
                <a:gd name="T51" fmla="*/ 8 h 125"/>
                <a:gd name="T52" fmla="*/ 16 w 133"/>
                <a:gd name="T53" fmla="*/ 13 h 125"/>
                <a:gd name="T54" fmla="*/ 29 w 133"/>
                <a:gd name="T55" fmla="*/ 8 h 125"/>
                <a:gd name="T56" fmla="*/ 39 w 133"/>
                <a:gd name="T57" fmla="*/ 11 h 125"/>
                <a:gd name="T58" fmla="*/ 14 w 133"/>
                <a:gd name="T59" fmla="*/ 36 h 125"/>
                <a:gd name="T60" fmla="*/ 16 w 133"/>
                <a:gd name="T61" fmla="*/ 13 h 125"/>
                <a:gd name="T62" fmla="*/ 67 w 133"/>
                <a:gd name="T63" fmla="*/ 116 h 125"/>
                <a:gd name="T64" fmla="*/ 15 w 133"/>
                <a:gd name="T65" fmla="*/ 64 h 125"/>
                <a:gd name="T66" fmla="*/ 67 w 133"/>
                <a:gd name="T67" fmla="*/ 12 h 125"/>
                <a:gd name="T68" fmla="*/ 119 w 133"/>
                <a:gd name="T69" fmla="*/ 64 h 125"/>
                <a:gd name="T70" fmla="*/ 67 w 133"/>
                <a:gd name="T71" fmla="*/ 116 h 125"/>
                <a:gd name="T72" fmla="*/ 71 w 133"/>
                <a:gd name="T73" fmla="*/ 62 h 125"/>
                <a:gd name="T74" fmla="*/ 94 w 133"/>
                <a:gd name="T75" fmla="*/ 85 h 125"/>
                <a:gd name="T76" fmla="*/ 88 w 133"/>
                <a:gd name="T77" fmla="*/ 91 h 125"/>
                <a:gd name="T78" fmla="*/ 63 w 133"/>
                <a:gd name="T79" fmla="*/ 65 h 125"/>
                <a:gd name="T80" fmla="*/ 63 w 133"/>
                <a:gd name="T81" fmla="*/ 28 h 125"/>
                <a:gd name="T82" fmla="*/ 71 w 133"/>
                <a:gd name="T83" fmla="*/ 28 h 125"/>
                <a:gd name="T84" fmla="*/ 71 w 133"/>
                <a:gd name="T85"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3" h="125">
                  <a:moveTo>
                    <a:pt x="127" y="64"/>
                  </a:moveTo>
                  <a:cubicBezTo>
                    <a:pt x="127" y="57"/>
                    <a:pt x="125" y="50"/>
                    <a:pt x="123" y="44"/>
                  </a:cubicBezTo>
                  <a:cubicBezTo>
                    <a:pt x="133" y="34"/>
                    <a:pt x="133" y="17"/>
                    <a:pt x="123" y="7"/>
                  </a:cubicBezTo>
                  <a:cubicBezTo>
                    <a:pt x="118" y="2"/>
                    <a:pt x="112" y="0"/>
                    <a:pt x="105" y="0"/>
                  </a:cubicBezTo>
                  <a:cubicBezTo>
                    <a:pt x="98" y="0"/>
                    <a:pt x="91" y="2"/>
                    <a:pt x="87" y="7"/>
                  </a:cubicBezTo>
                  <a:cubicBezTo>
                    <a:pt x="80" y="5"/>
                    <a:pt x="74" y="4"/>
                    <a:pt x="67" y="4"/>
                  </a:cubicBezTo>
                  <a:cubicBezTo>
                    <a:pt x="60" y="4"/>
                    <a:pt x="53" y="5"/>
                    <a:pt x="47" y="7"/>
                  </a:cubicBezTo>
                  <a:cubicBezTo>
                    <a:pt x="42" y="2"/>
                    <a:pt x="36" y="0"/>
                    <a:pt x="29" y="0"/>
                  </a:cubicBezTo>
                  <a:cubicBezTo>
                    <a:pt x="22" y="0"/>
                    <a:pt x="15" y="2"/>
                    <a:pt x="10" y="7"/>
                  </a:cubicBezTo>
                  <a:cubicBezTo>
                    <a:pt x="0" y="17"/>
                    <a:pt x="0" y="34"/>
                    <a:pt x="10" y="44"/>
                  </a:cubicBezTo>
                  <a:cubicBezTo>
                    <a:pt x="8" y="50"/>
                    <a:pt x="7" y="57"/>
                    <a:pt x="7" y="64"/>
                  </a:cubicBezTo>
                  <a:cubicBezTo>
                    <a:pt x="7" y="79"/>
                    <a:pt x="12" y="93"/>
                    <a:pt x="22" y="103"/>
                  </a:cubicBezTo>
                  <a:cubicBezTo>
                    <a:pt x="8" y="117"/>
                    <a:pt x="8" y="117"/>
                    <a:pt x="8" y="117"/>
                  </a:cubicBezTo>
                  <a:cubicBezTo>
                    <a:pt x="14" y="123"/>
                    <a:pt x="14" y="123"/>
                    <a:pt x="14" y="123"/>
                  </a:cubicBezTo>
                  <a:cubicBezTo>
                    <a:pt x="27" y="109"/>
                    <a:pt x="27" y="109"/>
                    <a:pt x="27" y="109"/>
                  </a:cubicBezTo>
                  <a:cubicBezTo>
                    <a:pt x="38" y="118"/>
                    <a:pt x="52" y="124"/>
                    <a:pt x="67" y="124"/>
                  </a:cubicBezTo>
                  <a:cubicBezTo>
                    <a:pt x="82" y="124"/>
                    <a:pt x="96" y="118"/>
                    <a:pt x="106" y="109"/>
                  </a:cubicBezTo>
                  <a:cubicBezTo>
                    <a:pt x="122" y="125"/>
                    <a:pt x="122" y="125"/>
                    <a:pt x="122" y="125"/>
                  </a:cubicBezTo>
                  <a:cubicBezTo>
                    <a:pt x="128" y="119"/>
                    <a:pt x="128" y="119"/>
                    <a:pt x="128" y="119"/>
                  </a:cubicBezTo>
                  <a:cubicBezTo>
                    <a:pt x="112" y="103"/>
                    <a:pt x="112" y="103"/>
                    <a:pt x="112" y="103"/>
                  </a:cubicBezTo>
                  <a:cubicBezTo>
                    <a:pt x="121" y="93"/>
                    <a:pt x="127" y="79"/>
                    <a:pt x="127" y="64"/>
                  </a:cubicBezTo>
                  <a:close/>
                  <a:moveTo>
                    <a:pt x="105" y="8"/>
                  </a:moveTo>
                  <a:cubicBezTo>
                    <a:pt x="110" y="8"/>
                    <a:pt x="114" y="10"/>
                    <a:pt x="117" y="13"/>
                  </a:cubicBezTo>
                  <a:cubicBezTo>
                    <a:pt x="124" y="19"/>
                    <a:pt x="124" y="29"/>
                    <a:pt x="120" y="36"/>
                  </a:cubicBezTo>
                  <a:cubicBezTo>
                    <a:pt x="114" y="25"/>
                    <a:pt x="105" y="16"/>
                    <a:pt x="95" y="11"/>
                  </a:cubicBezTo>
                  <a:cubicBezTo>
                    <a:pt x="98" y="9"/>
                    <a:pt x="101" y="8"/>
                    <a:pt x="105" y="8"/>
                  </a:cubicBezTo>
                  <a:close/>
                  <a:moveTo>
                    <a:pt x="16" y="13"/>
                  </a:moveTo>
                  <a:cubicBezTo>
                    <a:pt x="19" y="10"/>
                    <a:pt x="24" y="8"/>
                    <a:pt x="29" y="8"/>
                  </a:cubicBezTo>
                  <a:cubicBezTo>
                    <a:pt x="32" y="8"/>
                    <a:pt x="36" y="9"/>
                    <a:pt x="39" y="11"/>
                  </a:cubicBezTo>
                  <a:cubicBezTo>
                    <a:pt x="28" y="16"/>
                    <a:pt x="19" y="25"/>
                    <a:pt x="14" y="36"/>
                  </a:cubicBezTo>
                  <a:cubicBezTo>
                    <a:pt x="9" y="29"/>
                    <a:pt x="10" y="19"/>
                    <a:pt x="16" y="13"/>
                  </a:cubicBezTo>
                  <a:close/>
                  <a:moveTo>
                    <a:pt x="67" y="116"/>
                  </a:moveTo>
                  <a:cubicBezTo>
                    <a:pt x="38" y="116"/>
                    <a:pt x="15" y="92"/>
                    <a:pt x="15" y="64"/>
                  </a:cubicBezTo>
                  <a:cubicBezTo>
                    <a:pt x="15" y="35"/>
                    <a:pt x="38" y="12"/>
                    <a:pt x="67" y="12"/>
                  </a:cubicBezTo>
                  <a:cubicBezTo>
                    <a:pt x="95" y="12"/>
                    <a:pt x="119" y="35"/>
                    <a:pt x="119" y="64"/>
                  </a:cubicBezTo>
                  <a:cubicBezTo>
                    <a:pt x="119" y="92"/>
                    <a:pt x="95" y="116"/>
                    <a:pt x="67" y="116"/>
                  </a:cubicBezTo>
                  <a:close/>
                  <a:moveTo>
                    <a:pt x="71" y="62"/>
                  </a:moveTo>
                  <a:cubicBezTo>
                    <a:pt x="94" y="85"/>
                    <a:pt x="94" y="85"/>
                    <a:pt x="94" y="85"/>
                  </a:cubicBezTo>
                  <a:cubicBezTo>
                    <a:pt x="88" y="91"/>
                    <a:pt x="88" y="91"/>
                    <a:pt x="88" y="91"/>
                  </a:cubicBezTo>
                  <a:cubicBezTo>
                    <a:pt x="63" y="65"/>
                    <a:pt x="63" y="65"/>
                    <a:pt x="63" y="65"/>
                  </a:cubicBezTo>
                  <a:cubicBezTo>
                    <a:pt x="63" y="28"/>
                    <a:pt x="63" y="28"/>
                    <a:pt x="63" y="28"/>
                  </a:cubicBezTo>
                  <a:cubicBezTo>
                    <a:pt x="71" y="28"/>
                    <a:pt x="71" y="28"/>
                    <a:pt x="71" y="28"/>
                  </a:cubicBezTo>
                  <a:lnTo>
                    <a:pt x="71" y="62"/>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246" name="Group 245"/>
          <p:cNvGrpSpPr/>
          <p:nvPr/>
        </p:nvGrpSpPr>
        <p:grpSpPr>
          <a:xfrm>
            <a:off x="640080" y="2262839"/>
            <a:ext cx="1800867" cy="2079334"/>
            <a:chOff x="640080" y="2262839"/>
            <a:chExt cx="1800867" cy="2079334"/>
          </a:xfrm>
        </p:grpSpPr>
        <p:cxnSp>
          <p:nvCxnSpPr>
            <p:cNvPr id="165" name="Straight Connector 164"/>
            <p:cNvCxnSpPr/>
            <p:nvPr/>
          </p:nvCxnSpPr>
          <p:spPr>
            <a:xfrm>
              <a:off x="1051552" y="2662119"/>
              <a:ext cx="1389395" cy="16800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44" name="Group 143"/>
            <p:cNvGrpSpPr>
              <a:grpSpLocks noChangeAspect="1"/>
            </p:cNvGrpSpPr>
            <p:nvPr/>
          </p:nvGrpSpPr>
          <p:grpSpPr>
            <a:xfrm>
              <a:off x="640080" y="2262839"/>
              <a:ext cx="822960" cy="822960"/>
              <a:chOff x="5082065" y="2742662"/>
              <a:chExt cx="822960" cy="822960"/>
            </a:xfrm>
          </p:grpSpPr>
          <p:sp>
            <p:nvSpPr>
              <p:cNvPr id="14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9" name="Picture 8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nvGrpSpPr>
          <p:cNvPr id="202" name="Group 201"/>
          <p:cNvGrpSpPr>
            <a:grpSpLocks noChangeAspect="1"/>
          </p:cNvGrpSpPr>
          <p:nvPr/>
        </p:nvGrpSpPr>
        <p:grpSpPr>
          <a:xfrm>
            <a:off x="9941878" y="3899300"/>
            <a:ext cx="822960" cy="822960"/>
            <a:chOff x="2537808" y="3638324"/>
            <a:chExt cx="822960" cy="822960"/>
          </a:xfrm>
        </p:grpSpPr>
        <p:sp>
          <p:nvSpPr>
            <p:cNvPr id="20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4" name="Picture 6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05" name="Group 204"/>
          <p:cNvGrpSpPr>
            <a:grpSpLocks noChangeAspect="1"/>
          </p:cNvGrpSpPr>
          <p:nvPr/>
        </p:nvGrpSpPr>
        <p:grpSpPr>
          <a:xfrm>
            <a:off x="11064495" y="1119848"/>
            <a:ext cx="822960" cy="822960"/>
            <a:chOff x="2537808" y="3638324"/>
            <a:chExt cx="822960" cy="822960"/>
          </a:xfrm>
        </p:grpSpPr>
        <p:sp>
          <p:nvSpPr>
            <p:cNvPr id="206"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7" name="Picture 6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17" name="Group 16"/>
          <p:cNvGrpSpPr/>
          <p:nvPr/>
        </p:nvGrpSpPr>
        <p:grpSpPr>
          <a:xfrm>
            <a:off x="2814490" y="5382541"/>
            <a:ext cx="822960" cy="1184301"/>
            <a:chOff x="2662647" y="5394960"/>
            <a:chExt cx="822960" cy="1184301"/>
          </a:xfrm>
        </p:grpSpPr>
        <p:sp>
          <p:nvSpPr>
            <p:cNvPr id="339" name="Title 1"/>
            <p:cNvSpPr txBox="1">
              <a:spLocks/>
            </p:cNvSpPr>
            <p:nvPr/>
          </p:nvSpPr>
          <p:spPr>
            <a:xfrm>
              <a:off x="2662647" y="621792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08" name="Group 207"/>
            <p:cNvGrpSpPr>
              <a:grpSpLocks noChangeAspect="1"/>
            </p:cNvGrpSpPr>
            <p:nvPr/>
          </p:nvGrpSpPr>
          <p:grpSpPr>
            <a:xfrm>
              <a:off x="2662647" y="5394960"/>
              <a:ext cx="822960" cy="822960"/>
              <a:chOff x="3410463" y="3638324"/>
              <a:chExt cx="822960" cy="822960"/>
            </a:xfrm>
          </p:grpSpPr>
          <p:sp>
            <p:nvSpPr>
              <p:cNvPr id="209"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0" name="Picture 7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grpSp>
        <p:nvGrpSpPr>
          <p:cNvPr id="211" name="Group 210"/>
          <p:cNvGrpSpPr>
            <a:grpSpLocks noChangeAspect="1"/>
          </p:cNvGrpSpPr>
          <p:nvPr/>
        </p:nvGrpSpPr>
        <p:grpSpPr>
          <a:xfrm>
            <a:off x="9015620" y="822960"/>
            <a:ext cx="822960" cy="822960"/>
            <a:chOff x="3410463" y="2759251"/>
            <a:chExt cx="822960" cy="822960"/>
          </a:xfrm>
        </p:grpSpPr>
        <p:sp>
          <p:nvSpPr>
            <p:cNvPr id="212"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3" name="Picture 7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10">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12" name="GROUPS"/>
          <p:cNvGrpSpPr/>
          <p:nvPr/>
        </p:nvGrpSpPr>
        <p:grpSpPr>
          <a:xfrm>
            <a:off x="1572720" y="3474720"/>
            <a:ext cx="1737360" cy="2194560"/>
            <a:chOff x="10424160" y="-2263395"/>
            <a:chExt cx="1737360" cy="2194560"/>
          </a:xfrm>
        </p:grpSpPr>
        <p:sp>
          <p:nvSpPr>
            <p:cNvPr id="173"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11">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140" name="Freeform 139"/>
          <p:cNvSpPr/>
          <p:nvPr/>
        </p:nvSpPr>
        <p:spPr bwMode="auto">
          <a:xfrm>
            <a:off x="0" y="1"/>
            <a:ext cx="12436475" cy="6515100"/>
          </a:xfrm>
          <a:custGeom>
            <a:avLst/>
            <a:gdLst>
              <a:gd name="connsiteX0" fmla="*/ 0 w 12436475"/>
              <a:gd name="connsiteY0" fmla="*/ 0 h 6515100"/>
              <a:gd name="connsiteX1" fmla="*/ 12436475 w 12436475"/>
              <a:gd name="connsiteY1" fmla="*/ 0 h 6515100"/>
              <a:gd name="connsiteX2" fmla="*/ 12436475 w 12436475"/>
              <a:gd name="connsiteY2" fmla="*/ 6515100 h 6515100"/>
              <a:gd name="connsiteX3" fmla="*/ 1556065 w 12436475"/>
              <a:gd name="connsiteY3" fmla="*/ 6515100 h 6515100"/>
              <a:gd name="connsiteX4" fmla="*/ 0 w 12436475"/>
              <a:gd name="connsiteY4" fmla="*/ 6147151 h 6515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6475" h="6515100">
                <a:moveTo>
                  <a:pt x="0" y="0"/>
                </a:moveTo>
                <a:lnTo>
                  <a:pt x="12436475" y="0"/>
                </a:lnTo>
                <a:lnTo>
                  <a:pt x="12436475" y="6515100"/>
                </a:lnTo>
                <a:lnTo>
                  <a:pt x="1556065" y="6515100"/>
                </a:lnTo>
                <a:lnTo>
                  <a:pt x="0" y="6147151"/>
                </a:lnTo>
                <a:close/>
              </a:path>
            </a:pathLst>
          </a:custGeom>
          <a:solidFill>
            <a:schemeClr val="bg1">
              <a:alpha val="8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noAutofit/>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32" name="Group 231"/>
          <p:cNvGrpSpPr/>
          <p:nvPr/>
        </p:nvGrpSpPr>
        <p:grpSpPr>
          <a:xfrm>
            <a:off x="2836948" y="1363798"/>
            <a:ext cx="3378483" cy="2165185"/>
            <a:chOff x="2836948" y="1363798"/>
            <a:chExt cx="3378483" cy="2165185"/>
          </a:xfrm>
        </p:grpSpPr>
        <p:cxnSp>
          <p:nvCxnSpPr>
            <p:cNvPr id="285" name="Straight Connector 284"/>
            <p:cNvCxnSpPr>
              <a:endCxn id="354" idx="2"/>
            </p:cNvCxnSpPr>
            <p:nvPr/>
          </p:nvCxnSpPr>
          <p:spPr>
            <a:xfrm flipH="1" flipV="1">
              <a:off x="4827499" y="1625689"/>
              <a:ext cx="1387932" cy="190329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endCxn id="354" idx="1"/>
            </p:cNvCxnSpPr>
            <p:nvPr/>
          </p:nvCxnSpPr>
          <p:spPr>
            <a:xfrm>
              <a:off x="2836948" y="1494744"/>
              <a:ext cx="131661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54" name="Rounded Rectangle 353"/>
            <p:cNvSpPr/>
            <p:nvPr/>
          </p:nvSpPr>
          <p:spPr>
            <a:xfrm>
              <a:off x="4153558" y="1363798"/>
              <a:ext cx="134788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trendingAround</a:t>
              </a:r>
            </a:p>
          </p:txBody>
        </p:sp>
      </p:grpSp>
      <p:grpSp>
        <p:nvGrpSpPr>
          <p:cNvPr id="153" name="Group 152"/>
          <p:cNvGrpSpPr>
            <a:grpSpLocks noChangeAspect="1"/>
          </p:cNvGrpSpPr>
          <p:nvPr/>
        </p:nvGrpSpPr>
        <p:grpSpPr>
          <a:xfrm>
            <a:off x="2419950" y="1083263"/>
            <a:ext cx="822960" cy="822960"/>
            <a:chOff x="2537808" y="3638324"/>
            <a:chExt cx="822960" cy="822960"/>
          </a:xfrm>
        </p:grpSpPr>
        <p:sp>
          <p:nvSpPr>
            <p:cNvPr id="16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4" name="Picture 6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sp>
        <p:nvSpPr>
          <p:cNvPr id="11" name="Title 10"/>
          <p:cNvSpPr>
            <a:spLocks noGrp="1"/>
          </p:cNvSpPr>
          <p:nvPr>
            <p:ph type="title"/>
          </p:nvPr>
        </p:nvSpPr>
        <p:spPr/>
        <p:txBody>
          <a:bodyPr/>
          <a:lstStyle/>
          <a:p>
            <a:r>
              <a:rPr lang="en-US" dirty="0"/>
              <a:t>/</a:t>
            </a:r>
            <a:r>
              <a:rPr lang="en-US" dirty="0" err="1"/>
              <a:t>trendingAround</a:t>
            </a:r>
            <a:endParaRPr lang="en-US" dirty="0"/>
          </a:p>
        </p:txBody>
      </p:sp>
      <p:grpSp>
        <p:nvGrpSpPr>
          <p:cNvPr id="5" name="Group 4"/>
          <p:cNvGrpSpPr/>
          <p:nvPr/>
        </p:nvGrpSpPr>
        <p:grpSpPr>
          <a:xfrm>
            <a:off x="4023692" y="1442933"/>
            <a:ext cx="4972909" cy="4215966"/>
            <a:chOff x="4176092" y="1595333"/>
            <a:chExt cx="4972909" cy="4215966"/>
          </a:xfrm>
        </p:grpSpPr>
        <p:grpSp>
          <p:nvGrpSpPr>
            <p:cNvPr id="166" name="Group 165"/>
            <p:cNvGrpSpPr/>
            <p:nvPr/>
          </p:nvGrpSpPr>
          <p:grpSpPr>
            <a:xfrm>
              <a:off x="4176092" y="3420554"/>
              <a:ext cx="2197351" cy="2390745"/>
              <a:chOff x="4023692" y="3268154"/>
              <a:chExt cx="2197351" cy="2390745"/>
            </a:xfrm>
          </p:grpSpPr>
          <p:cxnSp>
            <p:nvCxnSpPr>
              <p:cNvPr id="168" name="Straight Connector 167"/>
              <p:cNvCxnSpPr/>
              <p:nvPr/>
            </p:nvCxnSpPr>
            <p:spPr>
              <a:xfrm flipV="1">
                <a:off x="4438592" y="3268154"/>
                <a:ext cx="1782451" cy="199286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69" name="Rounded Rectangle 168"/>
              <p:cNvSpPr/>
              <p:nvPr/>
            </p:nvSpPr>
            <p:spPr>
              <a:xfrm>
                <a:off x="4572335" y="4320213"/>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70" name="Group 169"/>
              <p:cNvGrpSpPr>
                <a:grpSpLocks noChangeAspect="1"/>
              </p:cNvGrpSpPr>
              <p:nvPr/>
            </p:nvGrpSpPr>
            <p:grpSpPr>
              <a:xfrm>
                <a:off x="4023692" y="4835939"/>
                <a:ext cx="822960" cy="822960"/>
                <a:chOff x="9296150" y="2600178"/>
                <a:chExt cx="822960" cy="822960"/>
              </a:xfrm>
            </p:grpSpPr>
            <p:sp>
              <p:nvSpPr>
                <p:cNvPr id="171" name="Oval 170"/>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72" name="Oval 171"/>
                <p:cNvSpPr>
                  <a:spLocks noChangeAspect="1"/>
                </p:cNvSpPr>
                <p:nvPr/>
              </p:nvSpPr>
              <p:spPr>
                <a:xfrm>
                  <a:off x="9341870" y="2645898"/>
                  <a:ext cx="731520" cy="731520"/>
                </a:xfrm>
                <a:prstGeom prst="ellipse">
                  <a:avLst/>
                </a:prstGeom>
                <a:blipFill>
                  <a:blip r:embed="rId4"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77" name="Group 176"/>
            <p:cNvGrpSpPr/>
            <p:nvPr/>
          </p:nvGrpSpPr>
          <p:grpSpPr>
            <a:xfrm>
              <a:off x="6364273" y="1595333"/>
              <a:ext cx="2784728" cy="1826275"/>
              <a:chOff x="6211873" y="1442933"/>
              <a:chExt cx="2784728" cy="1826275"/>
            </a:xfrm>
          </p:grpSpPr>
          <p:cxnSp>
            <p:nvCxnSpPr>
              <p:cNvPr id="178" name="Straight Connector 177"/>
              <p:cNvCxnSpPr/>
              <p:nvPr/>
            </p:nvCxnSpPr>
            <p:spPr>
              <a:xfrm flipV="1">
                <a:off x="6211873" y="1875712"/>
                <a:ext cx="2349270" cy="139349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9" name="Rounded Rectangle 178"/>
              <p:cNvSpPr/>
              <p:nvPr/>
            </p:nvSpPr>
            <p:spPr>
              <a:xfrm>
                <a:off x="7132627" y="2229542"/>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92" name="Group 191"/>
              <p:cNvGrpSpPr>
                <a:grpSpLocks noChangeAspect="1"/>
              </p:cNvGrpSpPr>
              <p:nvPr/>
            </p:nvGrpSpPr>
            <p:grpSpPr>
              <a:xfrm>
                <a:off x="8173641" y="1442933"/>
                <a:ext cx="822960" cy="822960"/>
                <a:chOff x="8216218" y="2600178"/>
                <a:chExt cx="822960" cy="822960"/>
              </a:xfrm>
            </p:grpSpPr>
            <p:sp>
              <p:nvSpPr>
                <p:cNvPr id="193" name="Oval 192"/>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94" name="Oval 193"/>
                <p:cNvSpPr>
                  <a:spLocks noChangeAspect="1"/>
                </p:cNvSpPr>
                <p:nvPr/>
              </p:nvSpPr>
              <p:spPr>
                <a:xfrm>
                  <a:off x="8261938" y="2645898"/>
                  <a:ext cx="731520" cy="731520"/>
                </a:xfrm>
                <a:prstGeom prst="ellipse">
                  <a:avLst/>
                </a:prstGeom>
                <a:blipFill>
                  <a:blip r:embed="rId3"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grpSp>
        <p:nvGrpSpPr>
          <p:cNvPr id="6" name="Group 5"/>
          <p:cNvGrpSpPr/>
          <p:nvPr/>
        </p:nvGrpSpPr>
        <p:grpSpPr>
          <a:xfrm>
            <a:off x="6230672" y="2278201"/>
            <a:ext cx="5748222" cy="1950582"/>
            <a:chOff x="6383072" y="2430601"/>
            <a:chExt cx="5748222" cy="1950582"/>
          </a:xfrm>
        </p:grpSpPr>
        <p:grpSp>
          <p:nvGrpSpPr>
            <p:cNvPr id="229" name="Group 228"/>
            <p:cNvGrpSpPr/>
            <p:nvPr/>
          </p:nvGrpSpPr>
          <p:grpSpPr>
            <a:xfrm>
              <a:off x="6383072" y="2848417"/>
              <a:ext cx="3818058" cy="556037"/>
              <a:chOff x="6230672" y="2696017"/>
              <a:chExt cx="3818058" cy="556037"/>
            </a:xfrm>
          </p:grpSpPr>
          <p:cxnSp>
            <p:nvCxnSpPr>
              <p:cNvPr id="230" name="Straight Connector 229"/>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31" name="Rounded Rectangle 230"/>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48" name="Group 247"/>
            <p:cNvGrpSpPr/>
            <p:nvPr/>
          </p:nvGrpSpPr>
          <p:grpSpPr>
            <a:xfrm>
              <a:off x="10174404" y="2837819"/>
              <a:ext cx="1750309" cy="1107343"/>
              <a:chOff x="10022004" y="2685419"/>
              <a:chExt cx="1750309" cy="1107343"/>
            </a:xfrm>
          </p:grpSpPr>
          <p:cxnSp>
            <p:nvCxnSpPr>
              <p:cNvPr id="249" name="Straight Connector 248"/>
              <p:cNvCxnSpPr/>
              <p:nvPr/>
            </p:nvCxnSpPr>
            <p:spPr>
              <a:xfrm>
                <a:off x="10022004" y="2685419"/>
                <a:ext cx="1523262" cy="1107343"/>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1" name="Rounded Rectangle 250"/>
              <p:cNvSpPr/>
              <p:nvPr/>
            </p:nvSpPr>
            <p:spPr>
              <a:xfrm>
                <a:off x="10424431" y="3040067"/>
                <a:ext cx="134788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trendingAround</a:t>
                </a:r>
              </a:p>
            </p:txBody>
          </p:sp>
        </p:grpSp>
        <p:grpSp>
          <p:nvGrpSpPr>
            <p:cNvPr id="252" name="Group 251"/>
            <p:cNvGrpSpPr>
              <a:grpSpLocks noChangeAspect="1"/>
            </p:cNvGrpSpPr>
            <p:nvPr/>
          </p:nvGrpSpPr>
          <p:grpSpPr>
            <a:xfrm>
              <a:off x="9789920" y="2430601"/>
              <a:ext cx="822960" cy="822960"/>
              <a:chOff x="9296150" y="3766318"/>
              <a:chExt cx="822960" cy="822960"/>
            </a:xfrm>
          </p:grpSpPr>
          <p:sp>
            <p:nvSpPr>
              <p:cNvPr id="255" name="Oval 254"/>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56" name="Picture 255"/>
              <p:cNvPicPr>
                <a:picLocks noChangeAspect="1"/>
              </p:cNvPicPr>
              <p:nvPr/>
            </p:nvPicPr>
            <p:blipFill rotWithShape="1">
              <a:blip r:embed="rId10">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257" name="Group 256"/>
            <p:cNvGrpSpPr>
              <a:grpSpLocks noChangeAspect="1"/>
            </p:cNvGrpSpPr>
            <p:nvPr/>
          </p:nvGrpSpPr>
          <p:grpSpPr>
            <a:xfrm>
              <a:off x="11308334" y="3558223"/>
              <a:ext cx="822960" cy="822960"/>
              <a:chOff x="3410463" y="3638324"/>
              <a:chExt cx="822960" cy="822960"/>
            </a:xfrm>
          </p:grpSpPr>
          <p:sp>
            <p:nvSpPr>
              <p:cNvPr id="258"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59" name="Picture 7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grpSp>
        <p:nvGrpSpPr>
          <p:cNvPr id="130" name="USER"/>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12"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sp>
        <p:nvSpPr>
          <p:cNvPr id="260" name="delay"/>
          <p:cNvSpPr/>
          <p:nvPr/>
        </p:nvSpPr>
        <p:spPr bwMode="auto">
          <a:xfrm>
            <a:off x="-1005840" y="-1005840"/>
            <a:ext cx="914400" cy="914400"/>
          </a:xfrm>
          <a:prstGeom prst="rect">
            <a:avLst/>
          </a:prstGeom>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dirty="0" smtClean="0">
                <a:gradFill>
                  <a:gsLst>
                    <a:gs pos="0">
                      <a:srgbClr val="FFFFFF"/>
                    </a:gs>
                    <a:gs pos="100000">
                      <a:srgbClr val="FFFFFF"/>
                    </a:gs>
                  </a:gsLst>
                  <a:lin ang="5400000" scaled="0"/>
                </a:gradFill>
              </a:rPr>
              <a:t>delay</a:t>
            </a:r>
            <a:endParaRPr lang="en-US" sz="2000" dirty="0">
              <a:gradFill>
                <a:gsLst>
                  <a:gs pos="0">
                    <a:srgbClr val="FFFFFF"/>
                  </a:gs>
                  <a:gs pos="100000">
                    <a:srgbClr val="FFFFFF"/>
                  </a:gs>
                </a:gsLst>
                <a:lin ang="5400000" scaled="0"/>
              </a:gradFill>
            </a:endParaRPr>
          </a:p>
        </p:txBody>
      </p:sp>
      <p:sp>
        <p:nvSpPr>
          <p:cNvPr id="7" name="Footer Placeholder 6"/>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41035126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250"/>
                                        <p:tgtEl>
                                          <p:spTgt spid="260"/>
                                        </p:tgtEl>
                                      </p:cBhvr>
                                    </p:animEffect>
                                  </p:childTnLst>
                                </p:cTn>
                              </p:par>
                            </p:childTnLst>
                          </p:cTn>
                        </p:par>
                        <p:par>
                          <p:cTn id="8" fill="hold">
                            <p:stCondLst>
                              <p:cond delay="250"/>
                            </p:stCondLst>
                            <p:childTnLst>
                              <p:par>
                                <p:cTn id="9" presetID="10" presetClass="exit" presetSubtype="0" fill="hold" nodeType="afterEffect">
                                  <p:stCondLst>
                                    <p:cond delay="0"/>
                                  </p:stCondLst>
                                  <p:childTnLst>
                                    <p:animEffect transition="out" filter="fade">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232"/>
                                        </p:tgtEl>
                                        <p:attrNameLst>
                                          <p:attrName>style.visibility</p:attrName>
                                        </p:attrNameLst>
                                      </p:cBhvr>
                                      <p:to>
                                        <p:strVal val="visible"/>
                                      </p:to>
                                    </p:set>
                                    <p:animEffect transition="in" filter="fade">
                                      <p:cBhvr>
                                        <p:cTn id="15" dur="500"/>
                                        <p:tgtEl>
                                          <p:spTgt spid="232"/>
                                        </p:tgtEl>
                                      </p:cBhvr>
                                    </p:animEffect>
                                  </p:childTnLst>
                                </p:cTn>
                              </p:par>
                              <p:par>
                                <p:cTn id="16" presetID="10" presetClass="entr" presetSubtype="0" fill="hold" nodeType="withEffect">
                                  <p:stCondLst>
                                    <p:cond delay="0"/>
                                  </p:stCondLst>
                                  <p:childTnLst>
                                    <p:set>
                                      <p:cBhvr>
                                        <p:cTn id="17" dur="1" fill="hold">
                                          <p:stCondLst>
                                            <p:cond delay="0"/>
                                          </p:stCondLst>
                                        </p:cTn>
                                        <p:tgtEl>
                                          <p:spTgt spid="153"/>
                                        </p:tgtEl>
                                        <p:attrNameLst>
                                          <p:attrName>style.visibility</p:attrName>
                                        </p:attrNameLst>
                                      </p:cBhvr>
                                      <p:to>
                                        <p:strVal val="visible"/>
                                      </p:to>
                                    </p:set>
                                    <p:animEffect transition="in" filter="fade">
                                      <p:cBhvr>
                                        <p:cTn id="18" dur="500"/>
                                        <p:tgtEl>
                                          <p:spTgt spid="15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a:t>
            </a:r>
            <a:endParaRPr lang="en-US" dirty="0"/>
          </a:p>
        </p:txBody>
      </p:sp>
      <p:sp>
        <p:nvSpPr>
          <p:cNvPr id="3" name="Content Placeholder 2"/>
          <p:cNvSpPr>
            <a:spLocks noGrp="1"/>
          </p:cNvSpPr>
          <p:nvPr>
            <p:ph type="body" sz="quarter" idx="10"/>
          </p:nvPr>
        </p:nvSpPr>
        <p:spPr>
          <a:xfrm>
            <a:off x="274638" y="1221157"/>
            <a:ext cx="11887199" cy="4364272"/>
          </a:xfrm>
        </p:spPr>
        <p:txBody>
          <a:bodyPr/>
          <a:lstStyle/>
          <a:p>
            <a:r>
              <a:rPr lang="en-US" sz="2800" dirty="0" smtClean="0"/>
              <a:t>GET https://graph.microsoft.com/v1.0</a:t>
            </a:r>
            <a:r>
              <a:rPr lang="en-US" sz="2800" b="1" dirty="0" smtClean="0"/>
              <a:t>/me/trendingAround</a:t>
            </a:r>
          </a:p>
          <a:p>
            <a:endParaRPr lang="en-US" sz="2800" dirty="0" smtClean="0"/>
          </a:p>
          <a:p>
            <a:r>
              <a:rPr lang="en-US" sz="2800" dirty="0" smtClean="0"/>
              <a:t>GET https://graph.microsoft.com/v1.0/contoso.com</a:t>
            </a:r>
          </a:p>
          <a:p>
            <a:r>
              <a:rPr lang="en-US" sz="2800" dirty="0" smtClean="0"/>
              <a:t>	</a:t>
            </a:r>
            <a:r>
              <a:rPr lang="en-US" sz="2800" b="1" dirty="0" smtClean="0"/>
              <a:t>/users/yina@contoso.com/</a:t>
            </a:r>
            <a:r>
              <a:rPr lang="en-US" sz="2800" b="1" dirty="0" err="1" smtClean="0"/>
              <a:t>trendingAround</a:t>
            </a:r>
            <a:endParaRPr lang="en-US" sz="2800" b="1" dirty="0" smtClean="0"/>
          </a:p>
          <a:p>
            <a:endParaRPr lang="en-US" sz="2800" dirty="0" smtClean="0"/>
          </a:p>
          <a:p>
            <a:r>
              <a:rPr lang="en-US" sz="2800" dirty="0" smtClean="0"/>
              <a:t>GET https://graph.microsoft.com/v1.0/contoso.com</a:t>
            </a:r>
          </a:p>
          <a:p>
            <a:r>
              <a:rPr lang="en-US" sz="2800" dirty="0" smtClean="0"/>
              <a:t>	</a:t>
            </a:r>
            <a:r>
              <a:rPr lang="en-US" sz="2800" b="1" dirty="0" smtClean="0"/>
              <a:t>/users/mary@contoso.com/</a:t>
            </a:r>
            <a:r>
              <a:rPr lang="en-US" sz="2800" b="1" dirty="0" err="1" smtClean="0"/>
              <a:t>trendingAround</a:t>
            </a:r>
            <a:endParaRPr lang="en-US" sz="2800" b="1" dirty="0" smtClean="0"/>
          </a:p>
          <a:p>
            <a:endParaRPr lang="en-US" sz="2800" dirty="0" smtClean="0"/>
          </a:p>
          <a:p>
            <a:endParaRPr lang="en-US" sz="2800" dirty="0"/>
          </a:p>
        </p:txBody>
      </p:sp>
      <p:sp>
        <p:nvSpPr>
          <p:cNvPr id="4" name="Footer Placeholder 3"/>
          <p:cNvSpPr>
            <a:spLocks noGrp="1"/>
          </p:cNvSpPr>
          <p:nvPr>
            <p:ph type="ftr" sz="quarter" idx="11"/>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4161479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5" name="Group 254"/>
          <p:cNvGrpSpPr/>
          <p:nvPr/>
        </p:nvGrpSpPr>
        <p:grpSpPr>
          <a:xfrm>
            <a:off x="3657600" y="3108960"/>
            <a:ext cx="2575317" cy="822960"/>
            <a:chOff x="3657600" y="3108960"/>
            <a:chExt cx="2575317" cy="822960"/>
          </a:xfrm>
        </p:grpSpPr>
        <p:cxnSp>
          <p:nvCxnSpPr>
            <p:cNvPr id="59" name="Straight Connector 58"/>
            <p:cNvCxnSpPr/>
            <p:nvPr/>
          </p:nvCxnSpPr>
          <p:spPr>
            <a:xfrm flipV="1">
              <a:off x="4057172" y="3292700"/>
              <a:ext cx="2175745" cy="2277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5" name="Group 194"/>
            <p:cNvGrpSpPr>
              <a:grpSpLocks noChangeAspect="1"/>
            </p:cNvGrpSpPr>
            <p:nvPr/>
          </p:nvGrpSpPr>
          <p:grpSpPr>
            <a:xfrm>
              <a:off x="3657600" y="3108960"/>
              <a:ext cx="822960" cy="822960"/>
              <a:chOff x="6583680" y="2400000"/>
              <a:chExt cx="822960" cy="822960"/>
            </a:xfrm>
          </p:grpSpPr>
          <p:sp>
            <p:nvSpPr>
              <p:cNvPr id="200" name="Oval 199"/>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201" name="Freeform 200"/>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233" name="Group 232"/>
          <p:cNvGrpSpPr/>
          <p:nvPr/>
        </p:nvGrpSpPr>
        <p:grpSpPr>
          <a:xfrm>
            <a:off x="6215431" y="1103495"/>
            <a:ext cx="3210309" cy="2161818"/>
            <a:chOff x="6215431" y="1103495"/>
            <a:chExt cx="3210309" cy="2161818"/>
          </a:xfrm>
        </p:grpSpPr>
        <p:cxnSp>
          <p:nvCxnSpPr>
            <p:cNvPr id="85" name="Straight Connector 84"/>
            <p:cNvCxnSpPr>
              <a:endCxn id="331" idx="2"/>
            </p:cNvCxnSpPr>
            <p:nvPr/>
          </p:nvCxnSpPr>
          <p:spPr>
            <a:xfrm flipV="1">
              <a:off x="6215431" y="1365386"/>
              <a:ext cx="1354456" cy="189992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331" idx="3"/>
            </p:cNvCxnSpPr>
            <p:nvPr/>
          </p:nvCxnSpPr>
          <p:spPr>
            <a:xfrm>
              <a:off x="8261860" y="1234441"/>
              <a:ext cx="116388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1" name="Rounded Rectangle 330"/>
            <p:cNvSpPr/>
            <p:nvPr/>
          </p:nvSpPr>
          <p:spPr>
            <a:xfrm>
              <a:off x="6877914" y="1103495"/>
              <a:ext cx="138394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Shared with me</a:t>
              </a:r>
            </a:p>
          </p:txBody>
        </p:sp>
      </p:grpSp>
      <p:grpSp>
        <p:nvGrpSpPr>
          <p:cNvPr id="232" name="Group 231"/>
          <p:cNvGrpSpPr/>
          <p:nvPr/>
        </p:nvGrpSpPr>
        <p:grpSpPr>
          <a:xfrm>
            <a:off x="2836948" y="1363798"/>
            <a:ext cx="3378483" cy="2165185"/>
            <a:chOff x="2836948" y="1363798"/>
            <a:chExt cx="3378483" cy="2165185"/>
          </a:xfrm>
        </p:grpSpPr>
        <p:cxnSp>
          <p:nvCxnSpPr>
            <p:cNvPr id="285" name="Straight Connector 284"/>
            <p:cNvCxnSpPr>
              <a:endCxn id="354" idx="2"/>
            </p:cNvCxnSpPr>
            <p:nvPr/>
          </p:nvCxnSpPr>
          <p:spPr>
            <a:xfrm flipH="1" flipV="1">
              <a:off x="4827499" y="1625689"/>
              <a:ext cx="1387932" cy="190329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endCxn id="354" idx="1"/>
            </p:cNvCxnSpPr>
            <p:nvPr/>
          </p:nvCxnSpPr>
          <p:spPr>
            <a:xfrm>
              <a:off x="2836948" y="1494744"/>
              <a:ext cx="131661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54" name="Rounded Rectangle 353"/>
            <p:cNvSpPr/>
            <p:nvPr/>
          </p:nvSpPr>
          <p:spPr>
            <a:xfrm>
              <a:off x="4153558" y="1363798"/>
              <a:ext cx="134788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trendingAround</a:t>
              </a:r>
            </a:p>
          </p:txBody>
        </p:sp>
      </p:grpSp>
      <p:grpSp>
        <p:nvGrpSpPr>
          <p:cNvPr id="153" name="Group 152"/>
          <p:cNvGrpSpPr>
            <a:grpSpLocks noChangeAspect="1"/>
          </p:cNvGrpSpPr>
          <p:nvPr/>
        </p:nvGrpSpPr>
        <p:grpSpPr>
          <a:xfrm>
            <a:off x="2419950" y="1083263"/>
            <a:ext cx="822960" cy="822960"/>
            <a:chOff x="2537808" y="3638324"/>
            <a:chExt cx="822960" cy="822960"/>
          </a:xfrm>
        </p:grpSpPr>
        <p:sp>
          <p:nvSpPr>
            <p:cNvPr id="16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4"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cxnSp>
        <p:nvCxnSpPr>
          <p:cNvPr id="125" name="Straight Connector 124"/>
          <p:cNvCxnSpPr/>
          <p:nvPr/>
        </p:nvCxnSpPr>
        <p:spPr>
          <a:xfrm>
            <a:off x="2719862" y="2696017"/>
            <a:ext cx="3498220" cy="58322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1" name="Rectangle 68"/>
          <p:cNvSpPr/>
          <p:nvPr/>
        </p:nvSpPr>
        <p:spPr bwMode="auto">
          <a:xfrm>
            <a:off x="6241594" y="3282702"/>
            <a:ext cx="4091443" cy="1034548"/>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411280 w 2411280"/>
              <a:gd name="connsiteY0" fmla="*/ 2589851 h 2589851"/>
              <a:gd name="connsiteX1" fmla="*/ 991584 w 2411280"/>
              <a:gd name="connsiteY1" fmla="*/ 2589851 h 2589851"/>
              <a:gd name="connsiteX2" fmla="*/ 0 w 2411280"/>
              <a:gd name="connsiteY2" fmla="*/ 0 h 2589851"/>
              <a:gd name="connsiteX0" fmla="*/ 2845768 w 2845768"/>
              <a:gd name="connsiteY0" fmla="*/ 2559685 h 2559685"/>
              <a:gd name="connsiteX1" fmla="*/ 1426072 w 2845768"/>
              <a:gd name="connsiteY1" fmla="*/ 2559685 h 2559685"/>
              <a:gd name="connsiteX2" fmla="*/ 0 w 2845768"/>
              <a:gd name="connsiteY2" fmla="*/ 0 h 2559685"/>
              <a:gd name="connsiteX0" fmla="*/ 2803990 w 2803990"/>
              <a:gd name="connsiteY0" fmla="*/ 2559685 h 2559685"/>
              <a:gd name="connsiteX1" fmla="*/ 1384294 w 2803990"/>
              <a:gd name="connsiteY1" fmla="*/ 2559685 h 2559685"/>
              <a:gd name="connsiteX2" fmla="*/ 0 w 2803990"/>
              <a:gd name="connsiteY2" fmla="*/ 0 h 2559685"/>
            </a:gdLst>
            <a:ahLst/>
            <a:cxnLst>
              <a:cxn ang="0">
                <a:pos x="connsiteX0" y="connsiteY0"/>
              </a:cxn>
              <a:cxn ang="0">
                <a:pos x="connsiteX1" y="connsiteY1"/>
              </a:cxn>
              <a:cxn ang="0">
                <a:pos x="connsiteX2" y="connsiteY2"/>
              </a:cxn>
            </a:cxnLst>
            <a:rect l="l" t="t" r="r" b="b"/>
            <a:pathLst>
              <a:path w="2803990" h="2559685">
                <a:moveTo>
                  <a:pt x="2803990" y="2559685"/>
                </a:moveTo>
                <a:lnTo>
                  <a:pt x="1384294" y="255968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cxnSp>
        <p:nvCxnSpPr>
          <p:cNvPr id="112" name="Straight Connector 111"/>
          <p:cNvCxnSpPr>
            <a:stCxn id="199" idx="36"/>
          </p:cNvCxnSpPr>
          <p:nvPr/>
        </p:nvCxnSpPr>
        <p:spPr>
          <a:xfrm flipH="1">
            <a:off x="2429292" y="2696017"/>
            <a:ext cx="281096" cy="16677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2425967" y="4359784"/>
            <a:ext cx="806428" cy="14466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sp>
        <p:nvSpPr>
          <p:cNvPr id="325" name="Title 1"/>
          <p:cNvSpPr txBox="1">
            <a:spLocks/>
          </p:cNvSpPr>
          <p:nvPr/>
        </p:nvSpPr>
        <p:spPr>
          <a:xfrm>
            <a:off x="9025465" y="3728187"/>
            <a:ext cx="876051"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47" name="Group 246"/>
          <p:cNvGrpSpPr/>
          <p:nvPr/>
        </p:nvGrpSpPr>
        <p:grpSpPr>
          <a:xfrm>
            <a:off x="9248067" y="1234441"/>
            <a:ext cx="1015894" cy="1462284"/>
            <a:chOff x="9248067" y="1234441"/>
            <a:chExt cx="1015894" cy="1462284"/>
          </a:xfrm>
        </p:grpSpPr>
        <p:cxnSp>
          <p:nvCxnSpPr>
            <p:cNvPr id="94" name="Straight Connector 93"/>
            <p:cNvCxnSpPr/>
            <p:nvPr/>
          </p:nvCxnSpPr>
          <p:spPr>
            <a:xfrm>
              <a:off x="9412705" y="1234441"/>
              <a:ext cx="636025" cy="146228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8" name="Rounded Rectangle 337"/>
            <p:cNvSpPr/>
            <p:nvPr/>
          </p:nvSpPr>
          <p:spPr>
            <a:xfrm>
              <a:off x="9248067" y="1768005"/>
              <a:ext cx="1015894"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sp>
        <p:nvSpPr>
          <p:cNvPr id="342" name="Title 1"/>
          <p:cNvSpPr txBox="1">
            <a:spLocks/>
          </p:cNvSpPr>
          <p:nvPr/>
        </p:nvSpPr>
        <p:spPr>
          <a:xfrm>
            <a:off x="274638" y="1942799"/>
            <a:ext cx="200017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CONVERSATIONS</a:t>
            </a:r>
          </a:p>
        </p:txBody>
      </p:sp>
      <p:grpSp>
        <p:nvGrpSpPr>
          <p:cNvPr id="240" name="Group 239"/>
          <p:cNvGrpSpPr/>
          <p:nvPr/>
        </p:nvGrpSpPr>
        <p:grpSpPr>
          <a:xfrm>
            <a:off x="3244266" y="3269689"/>
            <a:ext cx="2989203" cy="2655278"/>
            <a:chOff x="3244266" y="3269689"/>
            <a:chExt cx="2989203" cy="2655278"/>
          </a:xfrm>
        </p:grpSpPr>
        <p:sp>
          <p:nvSpPr>
            <p:cNvPr id="280" name="Rectangle 68"/>
            <p:cNvSpPr/>
            <p:nvPr/>
          </p:nvSpPr>
          <p:spPr bwMode="auto">
            <a:xfrm flipH="1">
              <a:off x="3244266" y="3269689"/>
              <a:ext cx="2989203" cy="2536749"/>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708342 w 2708342"/>
                <a:gd name="connsiteY0" fmla="*/ 3208755 h 3208755"/>
                <a:gd name="connsiteX1" fmla="*/ 1288646 w 2708342"/>
                <a:gd name="connsiteY1" fmla="*/ 3208755 h 3208755"/>
                <a:gd name="connsiteX2" fmla="*/ 0 w 2708342"/>
                <a:gd name="connsiteY2" fmla="*/ 0 h 3208755"/>
                <a:gd name="connsiteX0" fmla="*/ 2675335 w 2675335"/>
                <a:gd name="connsiteY0" fmla="*/ 3208755 h 3208755"/>
                <a:gd name="connsiteX1" fmla="*/ 1255639 w 2675335"/>
                <a:gd name="connsiteY1" fmla="*/ 3208755 h 3208755"/>
                <a:gd name="connsiteX2" fmla="*/ 0 w 2675335"/>
                <a:gd name="connsiteY2" fmla="*/ 0 h 3208755"/>
                <a:gd name="connsiteX0" fmla="*/ 2686337 w 2686337"/>
                <a:gd name="connsiteY0" fmla="*/ 3193333 h 3193333"/>
                <a:gd name="connsiteX1" fmla="*/ 1266641 w 2686337"/>
                <a:gd name="connsiteY1" fmla="*/ 3193333 h 3193333"/>
                <a:gd name="connsiteX2" fmla="*/ 0 w 2686337"/>
                <a:gd name="connsiteY2" fmla="*/ 0 h 3193333"/>
                <a:gd name="connsiteX0" fmla="*/ 2314067 w 2314067"/>
                <a:gd name="connsiteY0" fmla="*/ 3147068 h 3147068"/>
                <a:gd name="connsiteX1" fmla="*/ 894371 w 2314067"/>
                <a:gd name="connsiteY1" fmla="*/ 3147068 h 3147068"/>
                <a:gd name="connsiteX2" fmla="*/ 0 w 2314067"/>
                <a:gd name="connsiteY2" fmla="*/ 0 h 3147068"/>
                <a:gd name="connsiteX0" fmla="*/ 2163574 w 2163574"/>
                <a:gd name="connsiteY0" fmla="*/ 3208755 h 3208755"/>
                <a:gd name="connsiteX1" fmla="*/ 743878 w 2163574"/>
                <a:gd name="connsiteY1" fmla="*/ 3208755 h 3208755"/>
                <a:gd name="connsiteX2" fmla="*/ 0 w 2163574"/>
                <a:gd name="connsiteY2" fmla="*/ 0 h 3208755"/>
                <a:gd name="connsiteX0" fmla="*/ 1963375 w 1963375"/>
                <a:gd name="connsiteY0" fmla="*/ 3208755 h 3208755"/>
                <a:gd name="connsiteX1" fmla="*/ 543679 w 1963375"/>
                <a:gd name="connsiteY1" fmla="*/ 3208755 h 3208755"/>
                <a:gd name="connsiteX2" fmla="*/ 0 w 1963375"/>
                <a:gd name="connsiteY2" fmla="*/ 0 h 3208755"/>
              </a:gdLst>
              <a:ahLst/>
              <a:cxnLst>
                <a:cxn ang="0">
                  <a:pos x="connsiteX0" y="connsiteY0"/>
                </a:cxn>
                <a:cxn ang="0">
                  <a:pos x="connsiteX1" y="connsiteY1"/>
                </a:cxn>
                <a:cxn ang="0">
                  <a:pos x="connsiteX2" y="connsiteY2"/>
                </a:cxn>
              </a:cxnLst>
              <a:rect l="l" t="t" r="r" b="b"/>
              <a:pathLst>
                <a:path w="1963375" h="3208755">
                  <a:moveTo>
                    <a:pt x="1963375" y="3208755"/>
                  </a:moveTo>
                  <a:lnTo>
                    <a:pt x="543679" y="320875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3" name="Rounded Rectangle 342"/>
            <p:cNvSpPr/>
            <p:nvPr/>
          </p:nvSpPr>
          <p:spPr>
            <a:xfrm>
              <a:off x="4944604" y="5663076"/>
              <a:ext cx="90787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sp>
        <p:nvSpPr>
          <p:cNvPr id="327" name="Title 1"/>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grpSp>
        <p:nvGrpSpPr>
          <p:cNvPr id="250" name="Group 249"/>
          <p:cNvGrpSpPr/>
          <p:nvPr/>
        </p:nvGrpSpPr>
        <p:grpSpPr>
          <a:xfrm>
            <a:off x="10019038" y="1488653"/>
            <a:ext cx="1470838" cy="1208072"/>
            <a:chOff x="10019038" y="1488653"/>
            <a:chExt cx="1470838" cy="1208072"/>
          </a:xfrm>
        </p:grpSpPr>
        <p:cxnSp>
          <p:nvCxnSpPr>
            <p:cNvPr id="134" name="Straight Connector 133"/>
            <p:cNvCxnSpPr/>
            <p:nvPr/>
          </p:nvCxnSpPr>
          <p:spPr>
            <a:xfrm flipH="1">
              <a:off x="10019038" y="1488653"/>
              <a:ext cx="1470838" cy="120807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1" name="Rounded Rectangle 370"/>
            <p:cNvSpPr/>
            <p:nvPr/>
          </p:nvSpPr>
          <p:spPr>
            <a:xfrm>
              <a:off x="10435142" y="2057989"/>
              <a:ext cx="68278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public</a:t>
              </a:r>
            </a:p>
          </p:txBody>
        </p:sp>
      </p:grpSp>
      <p:grpSp>
        <p:nvGrpSpPr>
          <p:cNvPr id="254" name="Group 253"/>
          <p:cNvGrpSpPr/>
          <p:nvPr/>
        </p:nvGrpSpPr>
        <p:grpSpPr>
          <a:xfrm>
            <a:off x="9654521" y="2696725"/>
            <a:ext cx="1044227" cy="1649895"/>
            <a:chOff x="9654521" y="2696725"/>
            <a:chExt cx="1044227" cy="1649895"/>
          </a:xfrm>
        </p:grpSpPr>
        <p:cxnSp>
          <p:nvCxnSpPr>
            <p:cNvPr id="282" name="Straight Connector 281"/>
            <p:cNvCxnSpPr/>
            <p:nvPr/>
          </p:nvCxnSpPr>
          <p:spPr>
            <a:xfrm>
              <a:off x="10050878" y="2696725"/>
              <a:ext cx="291751" cy="16498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2" name="Rounded Rectangle 371"/>
            <p:cNvSpPr/>
            <p:nvPr/>
          </p:nvSpPr>
          <p:spPr>
            <a:xfrm>
              <a:off x="9654521" y="3418249"/>
              <a:ext cx="104422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modifiedBy</a:t>
              </a:r>
            </a:p>
          </p:txBody>
        </p:sp>
      </p:grpSp>
      <p:grpSp>
        <p:nvGrpSpPr>
          <p:cNvPr id="253" name="Group 252"/>
          <p:cNvGrpSpPr/>
          <p:nvPr/>
        </p:nvGrpSpPr>
        <p:grpSpPr>
          <a:xfrm>
            <a:off x="10022004" y="2685419"/>
            <a:ext cx="1750309" cy="1107343"/>
            <a:chOff x="10022004" y="2685419"/>
            <a:chExt cx="1750309" cy="1107343"/>
          </a:xfrm>
        </p:grpSpPr>
        <p:cxnSp>
          <p:nvCxnSpPr>
            <p:cNvPr id="135" name="Straight Connector 134"/>
            <p:cNvCxnSpPr/>
            <p:nvPr/>
          </p:nvCxnSpPr>
          <p:spPr>
            <a:xfrm>
              <a:off x="10022004" y="2685419"/>
              <a:ext cx="1523262" cy="1107343"/>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37" name="Rounded Rectangle 136"/>
            <p:cNvSpPr/>
            <p:nvPr/>
          </p:nvSpPr>
          <p:spPr>
            <a:xfrm>
              <a:off x="10424431" y="3040067"/>
              <a:ext cx="134788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trendingAround</a:t>
              </a:r>
            </a:p>
          </p:txBody>
        </p:sp>
      </p:grpSp>
      <p:sp>
        <p:nvSpPr>
          <p:cNvPr id="11" name="Title 10"/>
          <p:cNvSpPr>
            <a:spLocks noGrp="1"/>
          </p:cNvSpPr>
          <p:nvPr>
            <p:ph type="title"/>
          </p:nvPr>
        </p:nvSpPr>
        <p:spPr/>
        <p:txBody>
          <a:bodyPr/>
          <a:lstStyle/>
          <a:p>
            <a:r>
              <a:rPr lang="en-US" dirty="0" smtClean="0"/>
              <a:t>API</a:t>
            </a:r>
            <a:endParaRPr lang="en-US" dirty="0"/>
          </a:p>
        </p:txBody>
      </p:sp>
      <p:grpSp>
        <p:nvGrpSpPr>
          <p:cNvPr id="236" name="Group 235"/>
          <p:cNvGrpSpPr/>
          <p:nvPr/>
        </p:nvGrpSpPr>
        <p:grpSpPr>
          <a:xfrm>
            <a:off x="6218237" y="3279246"/>
            <a:ext cx="2766865" cy="858089"/>
            <a:chOff x="6218237" y="3279246"/>
            <a:chExt cx="2766865" cy="858089"/>
          </a:xfrm>
        </p:grpSpPr>
        <p:cxnSp>
          <p:nvCxnSpPr>
            <p:cNvPr id="287" name="Straight Connector 286"/>
            <p:cNvCxnSpPr/>
            <p:nvPr/>
          </p:nvCxnSpPr>
          <p:spPr>
            <a:xfrm>
              <a:off x="6218237" y="3279246"/>
              <a:ext cx="2342906" cy="4720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5" name="Group 154"/>
            <p:cNvGrpSpPr>
              <a:grpSpLocks noChangeAspect="1"/>
            </p:cNvGrpSpPr>
            <p:nvPr/>
          </p:nvGrpSpPr>
          <p:grpSpPr>
            <a:xfrm>
              <a:off x="8162142" y="3314375"/>
              <a:ext cx="822960" cy="822960"/>
              <a:chOff x="3410463" y="2759251"/>
              <a:chExt cx="822960" cy="822960"/>
            </a:xfrm>
          </p:grpSpPr>
          <p:sp>
            <p:nvSpPr>
              <p:cNvPr id="159"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0" name="Picture 7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239" name="Group 238"/>
          <p:cNvGrpSpPr/>
          <p:nvPr/>
        </p:nvGrpSpPr>
        <p:grpSpPr>
          <a:xfrm>
            <a:off x="6126789" y="3265313"/>
            <a:ext cx="822960" cy="2948188"/>
            <a:chOff x="6126789" y="3265313"/>
            <a:chExt cx="822960" cy="2948188"/>
          </a:xfrm>
        </p:grpSpPr>
        <p:cxnSp>
          <p:nvCxnSpPr>
            <p:cNvPr id="52" name="Straight Connector 51"/>
            <p:cNvCxnSpPr/>
            <p:nvPr/>
          </p:nvCxnSpPr>
          <p:spPr>
            <a:xfrm flipH="1" flipV="1">
              <a:off x="6218237" y="3265313"/>
              <a:ext cx="320032" cy="219319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6126789" y="5029200"/>
              <a:ext cx="822960" cy="1184301"/>
              <a:chOff x="5709615" y="5029200"/>
              <a:chExt cx="822960" cy="1184301"/>
            </a:xfrm>
          </p:grpSpPr>
          <p:sp>
            <p:nvSpPr>
              <p:cNvPr id="326"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217" name="Group 216"/>
              <p:cNvGrpSpPr>
                <a:grpSpLocks noChangeAspect="1"/>
              </p:cNvGrpSpPr>
              <p:nvPr/>
            </p:nvGrpSpPr>
            <p:grpSpPr>
              <a:xfrm>
                <a:off x="5709615" y="5029200"/>
                <a:ext cx="822960" cy="822960"/>
                <a:chOff x="5082065" y="2742662"/>
                <a:chExt cx="822960" cy="822960"/>
              </a:xfrm>
            </p:grpSpPr>
            <p:sp>
              <p:nvSpPr>
                <p:cNvPr id="21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9" name="Picture 8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237" name="Group 236"/>
          <p:cNvGrpSpPr/>
          <p:nvPr/>
        </p:nvGrpSpPr>
        <p:grpSpPr>
          <a:xfrm>
            <a:off x="6232917" y="3252054"/>
            <a:ext cx="2763684" cy="2325786"/>
            <a:chOff x="6232917" y="3252054"/>
            <a:chExt cx="2763684" cy="2325786"/>
          </a:xfrm>
        </p:grpSpPr>
        <p:cxnSp>
          <p:nvCxnSpPr>
            <p:cNvPr id="61" name="Straight Connector 60"/>
            <p:cNvCxnSpPr/>
            <p:nvPr/>
          </p:nvCxnSpPr>
          <p:spPr>
            <a:xfrm>
              <a:off x="6232917" y="3252054"/>
              <a:ext cx="2335348" cy="191430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8173641" y="4434840"/>
              <a:ext cx="822960" cy="1143000"/>
              <a:chOff x="7930458" y="4434840"/>
              <a:chExt cx="822960" cy="1143000"/>
            </a:xfrm>
          </p:grpSpPr>
          <p:sp>
            <p:nvSpPr>
              <p:cNvPr id="328" name="Title 1"/>
              <p:cNvSpPr txBox="1">
                <a:spLocks/>
              </p:cNvSpPr>
              <p:nvPr/>
            </p:nvSpPr>
            <p:spPr>
              <a:xfrm>
                <a:off x="7930458" y="4434840"/>
                <a:ext cx="82296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TASKS</a:t>
                </a:r>
              </a:p>
            </p:txBody>
          </p:sp>
          <p:grpSp>
            <p:nvGrpSpPr>
              <p:cNvPr id="13" name="Group 12"/>
              <p:cNvGrpSpPr>
                <a:grpSpLocks noChangeAspect="1"/>
              </p:cNvGrpSpPr>
              <p:nvPr/>
            </p:nvGrpSpPr>
            <p:grpSpPr>
              <a:xfrm>
                <a:off x="7930458" y="4754880"/>
                <a:ext cx="822960" cy="822960"/>
                <a:chOff x="10812376" y="-1106624"/>
                <a:chExt cx="822960" cy="822960"/>
              </a:xfrm>
            </p:grpSpPr>
            <p:sp>
              <p:nvSpPr>
                <p:cNvPr id="223" name="Oval 222"/>
                <p:cNvSpPr/>
                <p:nvPr/>
              </p:nvSpPr>
              <p:spPr>
                <a:xfrm>
                  <a:off x="10812376" y="-11066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220" name="Group 219"/>
                <p:cNvGrpSpPr>
                  <a:grpSpLocks noChangeAspect="1"/>
                </p:cNvGrpSpPr>
                <p:nvPr/>
              </p:nvGrpSpPr>
              <p:grpSpPr>
                <a:xfrm>
                  <a:off x="11068556" y="-913076"/>
                  <a:ext cx="310601" cy="411480"/>
                  <a:chOff x="8387227" y="3866713"/>
                  <a:chExt cx="1303459" cy="1726804"/>
                </a:xfrm>
                <a:solidFill>
                  <a:srgbClr val="FF8C00"/>
                </a:solidFill>
              </p:grpSpPr>
              <p:sp>
                <p:nvSpPr>
                  <p:cNvPr id="221" name="Freeform 137"/>
                  <p:cNvSpPr>
                    <a:spLocks noChangeAspect="1" noEditPoints="1"/>
                  </p:cNvSpPr>
                  <p:nvPr/>
                </p:nvSpPr>
                <p:spPr bwMode="auto">
                  <a:xfrm>
                    <a:off x="8387227" y="3866713"/>
                    <a:ext cx="1303459" cy="1726804"/>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2" name="Freeform 221"/>
                  <p:cNvSpPr>
                    <a:spLocks/>
                  </p:cNvSpPr>
                  <p:nvPr/>
                </p:nvSpPr>
                <p:spPr bwMode="auto">
                  <a:xfrm>
                    <a:off x="8662203" y="4646138"/>
                    <a:ext cx="753506" cy="532388"/>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grp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6">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241" name="Group 240"/>
          <p:cNvGrpSpPr/>
          <p:nvPr/>
        </p:nvGrpSpPr>
        <p:grpSpPr>
          <a:xfrm>
            <a:off x="4023692" y="3268154"/>
            <a:ext cx="2197351" cy="2390745"/>
            <a:chOff x="4023692" y="3268154"/>
            <a:chExt cx="2197351" cy="2390745"/>
          </a:xfrm>
        </p:grpSpPr>
        <p:cxnSp>
          <p:nvCxnSpPr>
            <p:cNvPr id="63" name="Straight Connector 62"/>
            <p:cNvCxnSpPr/>
            <p:nvPr/>
          </p:nvCxnSpPr>
          <p:spPr>
            <a:xfrm flipV="1">
              <a:off x="4438592" y="3268154"/>
              <a:ext cx="1782451" cy="199286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0" name="Rounded Rectangle 329"/>
            <p:cNvSpPr/>
            <p:nvPr/>
          </p:nvSpPr>
          <p:spPr>
            <a:xfrm>
              <a:off x="4572335" y="4320213"/>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82" name="Group 181"/>
            <p:cNvGrpSpPr>
              <a:grpSpLocks noChangeAspect="1"/>
            </p:cNvGrpSpPr>
            <p:nvPr/>
          </p:nvGrpSpPr>
          <p:grpSpPr>
            <a:xfrm>
              <a:off x="4023692" y="4835939"/>
              <a:ext cx="822960" cy="822960"/>
              <a:chOff x="9296150" y="2600178"/>
              <a:chExt cx="822960" cy="822960"/>
            </a:xfrm>
          </p:grpSpPr>
          <p:sp>
            <p:nvSpPr>
              <p:cNvPr id="186" name="Oval 185"/>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7" name="Oval 186"/>
              <p:cNvSpPr>
                <a:spLocks noChangeAspect="1"/>
              </p:cNvSpPr>
              <p:nvPr/>
            </p:nvSpPr>
            <p:spPr>
              <a:xfrm>
                <a:off x="9341870" y="2645898"/>
                <a:ext cx="731520" cy="731520"/>
              </a:xfrm>
              <a:prstGeom prst="ellipse">
                <a:avLst/>
              </a:prstGeom>
              <a:blipFill>
                <a:blip r:embed="rId7"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234" name="Group 233"/>
          <p:cNvGrpSpPr/>
          <p:nvPr/>
        </p:nvGrpSpPr>
        <p:grpSpPr>
          <a:xfrm>
            <a:off x="6211873" y="1442933"/>
            <a:ext cx="2784728" cy="1826275"/>
            <a:chOff x="6211873" y="1442933"/>
            <a:chExt cx="2784728" cy="1826275"/>
          </a:xfrm>
        </p:grpSpPr>
        <p:cxnSp>
          <p:nvCxnSpPr>
            <p:cNvPr id="288" name="Straight Connector 287"/>
            <p:cNvCxnSpPr/>
            <p:nvPr/>
          </p:nvCxnSpPr>
          <p:spPr>
            <a:xfrm flipV="1">
              <a:off x="6211873" y="1875712"/>
              <a:ext cx="2349270" cy="139349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44" name="Rounded Rectangle 343"/>
            <p:cNvSpPr/>
            <p:nvPr/>
          </p:nvSpPr>
          <p:spPr>
            <a:xfrm>
              <a:off x="7132627" y="2229542"/>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83" name="Group 182"/>
            <p:cNvGrpSpPr>
              <a:grpSpLocks noChangeAspect="1"/>
            </p:cNvGrpSpPr>
            <p:nvPr/>
          </p:nvGrpSpPr>
          <p:grpSpPr>
            <a:xfrm>
              <a:off x="8173641" y="1442933"/>
              <a:ext cx="822960" cy="822960"/>
              <a:chOff x="8216218" y="2600178"/>
              <a:chExt cx="822960" cy="822960"/>
            </a:xfrm>
          </p:grpSpPr>
          <p:sp>
            <p:nvSpPr>
              <p:cNvPr id="184" name="Oval 183"/>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5" name="Oval 184"/>
              <p:cNvSpPr>
                <a:spLocks noChangeAspect="1"/>
              </p:cNvSpPr>
              <p:nvPr/>
            </p:nvSpPr>
            <p:spPr>
              <a:xfrm>
                <a:off x="8261938" y="2645898"/>
                <a:ext cx="731520" cy="731520"/>
              </a:xfrm>
              <a:prstGeom prst="ellipse">
                <a:avLst/>
              </a:prstGeom>
              <a:blipFill>
                <a:blip r:embed="rId8"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9"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96" name="Group 195"/>
          <p:cNvGrpSpPr>
            <a:grpSpLocks noChangeAspect="1"/>
          </p:cNvGrpSpPr>
          <p:nvPr/>
        </p:nvGrpSpPr>
        <p:grpSpPr>
          <a:xfrm>
            <a:off x="2286000" y="2286000"/>
            <a:ext cx="822960" cy="822960"/>
            <a:chOff x="6583680" y="3314400"/>
            <a:chExt cx="822960" cy="822960"/>
          </a:xfrm>
        </p:grpSpPr>
        <p:sp>
          <p:nvSpPr>
            <p:cNvPr id="198" name="Oval 197"/>
            <p:cNvSpPr/>
            <p:nvPr/>
          </p:nvSpPr>
          <p:spPr>
            <a:xfrm>
              <a:off x="6583680" y="33144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99" name="Freeform 128"/>
            <p:cNvSpPr>
              <a:spLocks noChangeAspect="1" noEditPoints="1"/>
            </p:cNvSpPr>
            <p:nvPr/>
          </p:nvSpPr>
          <p:spPr bwMode="auto">
            <a:xfrm>
              <a:off x="6804408" y="3543000"/>
              <a:ext cx="381504" cy="365760"/>
            </a:xfrm>
            <a:custGeom>
              <a:avLst/>
              <a:gdLst>
                <a:gd name="T0" fmla="*/ 127 w 133"/>
                <a:gd name="T1" fmla="*/ 64 h 125"/>
                <a:gd name="T2" fmla="*/ 123 w 133"/>
                <a:gd name="T3" fmla="*/ 44 h 125"/>
                <a:gd name="T4" fmla="*/ 123 w 133"/>
                <a:gd name="T5" fmla="*/ 7 h 125"/>
                <a:gd name="T6" fmla="*/ 105 w 133"/>
                <a:gd name="T7" fmla="*/ 0 h 125"/>
                <a:gd name="T8" fmla="*/ 87 w 133"/>
                <a:gd name="T9" fmla="*/ 7 h 125"/>
                <a:gd name="T10" fmla="*/ 67 w 133"/>
                <a:gd name="T11" fmla="*/ 4 h 125"/>
                <a:gd name="T12" fmla="*/ 47 w 133"/>
                <a:gd name="T13" fmla="*/ 7 h 125"/>
                <a:gd name="T14" fmla="*/ 29 w 133"/>
                <a:gd name="T15" fmla="*/ 0 h 125"/>
                <a:gd name="T16" fmla="*/ 10 w 133"/>
                <a:gd name="T17" fmla="*/ 7 h 125"/>
                <a:gd name="T18" fmla="*/ 10 w 133"/>
                <a:gd name="T19" fmla="*/ 44 h 125"/>
                <a:gd name="T20" fmla="*/ 7 w 133"/>
                <a:gd name="T21" fmla="*/ 64 h 125"/>
                <a:gd name="T22" fmla="*/ 22 w 133"/>
                <a:gd name="T23" fmla="*/ 103 h 125"/>
                <a:gd name="T24" fmla="*/ 8 w 133"/>
                <a:gd name="T25" fmla="*/ 117 h 125"/>
                <a:gd name="T26" fmla="*/ 14 w 133"/>
                <a:gd name="T27" fmla="*/ 123 h 125"/>
                <a:gd name="T28" fmla="*/ 27 w 133"/>
                <a:gd name="T29" fmla="*/ 109 h 125"/>
                <a:gd name="T30" fmla="*/ 67 w 133"/>
                <a:gd name="T31" fmla="*/ 124 h 125"/>
                <a:gd name="T32" fmla="*/ 106 w 133"/>
                <a:gd name="T33" fmla="*/ 109 h 125"/>
                <a:gd name="T34" fmla="*/ 122 w 133"/>
                <a:gd name="T35" fmla="*/ 125 h 125"/>
                <a:gd name="T36" fmla="*/ 128 w 133"/>
                <a:gd name="T37" fmla="*/ 119 h 125"/>
                <a:gd name="T38" fmla="*/ 112 w 133"/>
                <a:gd name="T39" fmla="*/ 103 h 125"/>
                <a:gd name="T40" fmla="*/ 127 w 133"/>
                <a:gd name="T41" fmla="*/ 64 h 125"/>
                <a:gd name="T42" fmla="*/ 105 w 133"/>
                <a:gd name="T43" fmla="*/ 8 h 125"/>
                <a:gd name="T44" fmla="*/ 117 w 133"/>
                <a:gd name="T45" fmla="*/ 13 h 125"/>
                <a:gd name="T46" fmla="*/ 120 w 133"/>
                <a:gd name="T47" fmla="*/ 36 h 125"/>
                <a:gd name="T48" fmla="*/ 95 w 133"/>
                <a:gd name="T49" fmla="*/ 11 h 125"/>
                <a:gd name="T50" fmla="*/ 105 w 133"/>
                <a:gd name="T51" fmla="*/ 8 h 125"/>
                <a:gd name="T52" fmla="*/ 16 w 133"/>
                <a:gd name="T53" fmla="*/ 13 h 125"/>
                <a:gd name="T54" fmla="*/ 29 w 133"/>
                <a:gd name="T55" fmla="*/ 8 h 125"/>
                <a:gd name="T56" fmla="*/ 39 w 133"/>
                <a:gd name="T57" fmla="*/ 11 h 125"/>
                <a:gd name="T58" fmla="*/ 14 w 133"/>
                <a:gd name="T59" fmla="*/ 36 h 125"/>
                <a:gd name="T60" fmla="*/ 16 w 133"/>
                <a:gd name="T61" fmla="*/ 13 h 125"/>
                <a:gd name="T62" fmla="*/ 67 w 133"/>
                <a:gd name="T63" fmla="*/ 116 h 125"/>
                <a:gd name="T64" fmla="*/ 15 w 133"/>
                <a:gd name="T65" fmla="*/ 64 h 125"/>
                <a:gd name="T66" fmla="*/ 67 w 133"/>
                <a:gd name="T67" fmla="*/ 12 h 125"/>
                <a:gd name="T68" fmla="*/ 119 w 133"/>
                <a:gd name="T69" fmla="*/ 64 h 125"/>
                <a:gd name="T70" fmla="*/ 67 w 133"/>
                <a:gd name="T71" fmla="*/ 116 h 125"/>
                <a:gd name="T72" fmla="*/ 71 w 133"/>
                <a:gd name="T73" fmla="*/ 62 h 125"/>
                <a:gd name="T74" fmla="*/ 94 w 133"/>
                <a:gd name="T75" fmla="*/ 85 h 125"/>
                <a:gd name="T76" fmla="*/ 88 w 133"/>
                <a:gd name="T77" fmla="*/ 91 h 125"/>
                <a:gd name="T78" fmla="*/ 63 w 133"/>
                <a:gd name="T79" fmla="*/ 65 h 125"/>
                <a:gd name="T80" fmla="*/ 63 w 133"/>
                <a:gd name="T81" fmla="*/ 28 h 125"/>
                <a:gd name="T82" fmla="*/ 71 w 133"/>
                <a:gd name="T83" fmla="*/ 28 h 125"/>
                <a:gd name="T84" fmla="*/ 71 w 133"/>
                <a:gd name="T85"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3" h="125">
                  <a:moveTo>
                    <a:pt x="127" y="64"/>
                  </a:moveTo>
                  <a:cubicBezTo>
                    <a:pt x="127" y="57"/>
                    <a:pt x="125" y="50"/>
                    <a:pt x="123" y="44"/>
                  </a:cubicBezTo>
                  <a:cubicBezTo>
                    <a:pt x="133" y="34"/>
                    <a:pt x="133" y="17"/>
                    <a:pt x="123" y="7"/>
                  </a:cubicBezTo>
                  <a:cubicBezTo>
                    <a:pt x="118" y="2"/>
                    <a:pt x="112" y="0"/>
                    <a:pt x="105" y="0"/>
                  </a:cubicBezTo>
                  <a:cubicBezTo>
                    <a:pt x="98" y="0"/>
                    <a:pt x="91" y="2"/>
                    <a:pt x="87" y="7"/>
                  </a:cubicBezTo>
                  <a:cubicBezTo>
                    <a:pt x="80" y="5"/>
                    <a:pt x="74" y="4"/>
                    <a:pt x="67" y="4"/>
                  </a:cubicBezTo>
                  <a:cubicBezTo>
                    <a:pt x="60" y="4"/>
                    <a:pt x="53" y="5"/>
                    <a:pt x="47" y="7"/>
                  </a:cubicBezTo>
                  <a:cubicBezTo>
                    <a:pt x="42" y="2"/>
                    <a:pt x="36" y="0"/>
                    <a:pt x="29" y="0"/>
                  </a:cubicBezTo>
                  <a:cubicBezTo>
                    <a:pt x="22" y="0"/>
                    <a:pt x="15" y="2"/>
                    <a:pt x="10" y="7"/>
                  </a:cubicBezTo>
                  <a:cubicBezTo>
                    <a:pt x="0" y="17"/>
                    <a:pt x="0" y="34"/>
                    <a:pt x="10" y="44"/>
                  </a:cubicBezTo>
                  <a:cubicBezTo>
                    <a:pt x="8" y="50"/>
                    <a:pt x="7" y="57"/>
                    <a:pt x="7" y="64"/>
                  </a:cubicBezTo>
                  <a:cubicBezTo>
                    <a:pt x="7" y="79"/>
                    <a:pt x="12" y="93"/>
                    <a:pt x="22" y="103"/>
                  </a:cubicBezTo>
                  <a:cubicBezTo>
                    <a:pt x="8" y="117"/>
                    <a:pt x="8" y="117"/>
                    <a:pt x="8" y="117"/>
                  </a:cubicBezTo>
                  <a:cubicBezTo>
                    <a:pt x="14" y="123"/>
                    <a:pt x="14" y="123"/>
                    <a:pt x="14" y="123"/>
                  </a:cubicBezTo>
                  <a:cubicBezTo>
                    <a:pt x="27" y="109"/>
                    <a:pt x="27" y="109"/>
                    <a:pt x="27" y="109"/>
                  </a:cubicBezTo>
                  <a:cubicBezTo>
                    <a:pt x="38" y="118"/>
                    <a:pt x="52" y="124"/>
                    <a:pt x="67" y="124"/>
                  </a:cubicBezTo>
                  <a:cubicBezTo>
                    <a:pt x="82" y="124"/>
                    <a:pt x="96" y="118"/>
                    <a:pt x="106" y="109"/>
                  </a:cubicBezTo>
                  <a:cubicBezTo>
                    <a:pt x="122" y="125"/>
                    <a:pt x="122" y="125"/>
                    <a:pt x="122" y="125"/>
                  </a:cubicBezTo>
                  <a:cubicBezTo>
                    <a:pt x="128" y="119"/>
                    <a:pt x="128" y="119"/>
                    <a:pt x="128" y="119"/>
                  </a:cubicBezTo>
                  <a:cubicBezTo>
                    <a:pt x="112" y="103"/>
                    <a:pt x="112" y="103"/>
                    <a:pt x="112" y="103"/>
                  </a:cubicBezTo>
                  <a:cubicBezTo>
                    <a:pt x="121" y="93"/>
                    <a:pt x="127" y="79"/>
                    <a:pt x="127" y="64"/>
                  </a:cubicBezTo>
                  <a:close/>
                  <a:moveTo>
                    <a:pt x="105" y="8"/>
                  </a:moveTo>
                  <a:cubicBezTo>
                    <a:pt x="110" y="8"/>
                    <a:pt x="114" y="10"/>
                    <a:pt x="117" y="13"/>
                  </a:cubicBezTo>
                  <a:cubicBezTo>
                    <a:pt x="124" y="19"/>
                    <a:pt x="124" y="29"/>
                    <a:pt x="120" y="36"/>
                  </a:cubicBezTo>
                  <a:cubicBezTo>
                    <a:pt x="114" y="25"/>
                    <a:pt x="105" y="16"/>
                    <a:pt x="95" y="11"/>
                  </a:cubicBezTo>
                  <a:cubicBezTo>
                    <a:pt x="98" y="9"/>
                    <a:pt x="101" y="8"/>
                    <a:pt x="105" y="8"/>
                  </a:cubicBezTo>
                  <a:close/>
                  <a:moveTo>
                    <a:pt x="16" y="13"/>
                  </a:moveTo>
                  <a:cubicBezTo>
                    <a:pt x="19" y="10"/>
                    <a:pt x="24" y="8"/>
                    <a:pt x="29" y="8"/>
                  </a:cubicBezTo>
                  <a:cubicBezTo>
                    <a:pt x="32" y="8"/>
                    <a:pt x="36" y="9"/>
                    <a:pt x="39" y="11"/>
                  </a:cubicBezTo>
                  <a:cubicBezTo>
                    <a:pt x="28" y="16"/>
                    <a:pt x="19" y="25"/>
                    <a:pt x="14" y="36"/>
                  </a:cubicBezTo>
                  <a:cubicBezTo>
                    <a:pt x="9" y="29"/>
                    <a:pt x="10" y="19"/>
                    <a:pt x="16" y="13"/>
                  </a:cubicBezTo>
                  <a:close/>
                  <a:moveTo>
                    <a:pt x="67" y="116"/>
                  </a:moveTo>
                  <a:cubicBezTo>
                    <a:pt x="38" y="116"/>
                    <a:pt x="15" y="92"/>
                    <a:pt x="15" y="64"/>
                  </a:cubicBezTo>
                  <a:cubicBezTo>
                    <a:pt x="15" y="35"/>
                    <a:pt x="38" y="12"/>
                    <a:pt x="67" y="12"/>
                  </a:cubicBezTo>
                  <a:cubicBezTo>
                    <a:pt x="95" y="12"/>
                    <a:pt x="119" y="35"/>
                    <a:pt x="119" y="64"/>
                  </a:cubicBezTo>
                  <a:cubicBezTo>
                    <a:pt x="119" y="92"/>
                    <a:pt x="95" y="116"/>
                    <a:pt x="67" y="116"/>
                  </a:cubicBezTo>
                  <a:close/>
                  <a:moveTo>
                    <a:pt x="71" y="62"/>
                  </a:moveTo>
                  <a:cubicBezTo>
                    <a:pt x="94" y="85"/>
                    <a:pt x="94" y="85"/>
                    <a:pt x="94" y="85"/>
                  </a:cubicBezTo>
                  <a:cubicBezTo>
                    <a:pt x="88" y="91"/>
                    <a:pt x="88" y="91"/>
                    <a:pt x="88" y="91"/>
                  </a:cubicBezTo>
                  <a:cubicBezTo>
                    <a:pt x="63" y="65"/>
                    <a:pt x="63" y="65"/>
                    <a:pt x="63" y="65"/>
                  </a:cubicBezTo>
                  <a:cubicBezTo>
                    <a:pt x="63" y="28"/>
                    <a:pt x="63" y="28"/>
                    <a:pt x="63" y="28"/>
                  </a:cubicBezTo>
                  <a:cubicBezTo>
                    <a:pt x="71" y="28"/>
                    <a:pt x="71" y="28"/>
                    <a:pt x="71" y="28"/>
                  </a:cubicBezTo>
                  <a:lnTo>
                    <a:pt x="71" y="62"/>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245" name="Group 244"/>
          <p:cNvGrpSpPr/>
          <p:nvPr/>
        </p:nvGrpSpPr>
        <p:grpSpPr>
          <a:xfrm>
            <a:off x="366141" y="3622846"/>
            <a:ext cx="2057019" cy="1143000"/>
            <a:chOff x="366141" y="3622846"/>
            <a:chExt cx="2057019" cy="1143000"/>
          </a:xfrm>
        </p:grpSpPr>
        <p:cxnSp>
          <p:nvCxnSpPr>
            <p:cNvPr id="197" name="Straight Connector 196"/>
            <p:cNvCxnSpPr/>
            <p:nvPr/>
          </p:nvCxnSpPr>
          <p:spPr>
            <a:xfrm>
              <a:off x="812494" y="4343400"/>
              <a:ext cx="1610666"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11" name="Group 110"/>
            <p:cNvGrpSpPr/>
            <p:nvPr/>
          </p:nvGrpSpPr>
          <p:grpSpPr>
            <a:xfrm>
              <a:off x="366141" y="3622846"/>
              <a:ext cx="945034" cy="1143000"/>
              <a:chOff x="366141" y="3520440"/>
              <a:chExt cx="945034" cy="1143000"/>
            </a:xfrm>
          </p:grpSpPr>
          <p:sp>
            <p:nvSpPr>
              <p:cNvPr id="341" name="Title 1"/>
              <p:cNvSpPr txBox="1">
                <a:spLocks/>
              </p:cNvSpPr>
              <p:nvPr/>
            </p:nvSpPr>
            <p:spPr>
              <a:xfrm>
                <a:off x="366141" y="3520440"/>
                <a:ext cx="945034"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TASKS</a:t>
                </a:r>
              </a:p>
            </p:txBody>
          </p:sp>
          <p:grpSp>
            <p:nvGrpSpPr>
              <p:cNvPr id="224" name="Group 223"/>
              <p:cNvGrpSpPr>
                <a:grpSpLocks noChangeAspect="1"/>
              </p:cNvGrpSpPr>
              <p:nvPr/>
            </p:nvGrpSpPr>
            <p:grpSpPr>
              <a:xfrm>
                <a:off x="427178" y="3840480"/>
                <a:ext cx="822960" cy="822960"/>
                <a:chOff x="10812376" y="-1106624"/>
                <a:chExt cx="822960" cy="822960"/>
              </a:xfrm>
            </p:grpSpPr>
            <p:sp>
              <p:nvSpPr>
                <p:cNvPr id="225" name="Oval 224"/>
                <p:cNvSpPr/>
                <p:nvPr/>
              </p:nvSpPr>
              <p:spPr>
                <a:xfrm>
                  <a:off x="10812376" y="-11066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226" name="Group 225"/>
                <p:cNvGrpSpPr>
                  <a:grpSpLocks noChangeAspect="1"/>
                </p:cNvGrpSpPr>
                <p:nvPr/>
              </p:nvGrpSpPr>
              <p:grpSpPr>
                <a:xfrm>
                  <a:off x="11068556" y="-913076"/>
                  <a:ext cx="310601" cy="411480"/>
                  <a:chOff x="8387227" y="3866713"/>
                  <a:chExt cx="1303459" cy="1726804"/>
                </a:xfrm>
                <a:solidFill>
                  <a:srgbClr val="FF8C00"/>
                </a:solidFill>
              </p:grpSpPr>
              <p:sp>
                <p:nvSpPr>
                  <p:cNvPr id="227" name="Freeform 137"/>
                  <p:cNvSpPr>
                    <a:spLocks noChangeAspect="1" noEditPoints="1"/>
                  </p:cNvSpPr>
                  <p:nvPr/>
                </p:nvSpPr>
                <p:spPr bwMode="auto">
                  <a:xfrm>
                    <a:off x="8387227" y="3866713"/>
                    <a:ext cx="1303459" cy="1726804"/>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8" name="Freeform 227"/>
                  <p:cNvSpPr>
                    <a:spLocks/>
                  </p:cNvSpPr>
                  <p:nvPr/>
                </p:nvSpPr>
                <p:spPr bwMode="auto">
                  <a:xfrm>
                    <a:off x="8662203" y="4646138"/>
                    <a:ext cx="753506" cy="532388"/>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grp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grpSp>
        <p:nvGrpSpPr>
          <p:cNvPr id="246" name="Group 245"/>
          <p:cNvGrpSpPr/>
          <p:nvPr/>
        </p:nvGrpSpPr>
        <p:grpSpPr>
          <a:xfrm>
            <a:off x="640080" y="2262839"/>
            <a:ext cx="1800867" cy="2079334"/>
            <a:chOff x="640080" y="2262839"/>
            <a:chExt cx="1800867" cy="2079334"/>
          </a:xfrm>
        </p:grpSpPr>
        <p:cxnSp>
          <p:nvCxnSpPr>
            <p:cNvPr id="165" name="Straight Connector 164"/>
            <p:cNvCxnSpPr/>
            <p:nvPr/>
          </p:nvCxnSpPr>
          <p:spPr>
            <a:xfrm>
              <a:off x="1051552" y="2662119"/>
              <a:ext cx="1389395" cy="16800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44" name="Group 143"/>
            <p:cNvGrpSpPr>
              <a:grpSpLocks noChangeAspect="1"/>
            </p:cNvGrpSpPr>
            <p:nvPr/>
          </p:nvGrpSpPr>
          <p:grpSpPr>
            <a:xfrm>
              <a:off x="640080" y="2262839"/>
              <a:ext cx="822960" cy="822960"/>
              <a:chOff x="5082065" y="2742662"/>
              <a:chExt cx="822960" cy="822960"/>
            </a:xfrm>
          </p:grpSpPr>
          <p:sp>
            <p:nvSpPr>
              <p:cNvPr id="14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9" name="Picture 8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nvGrpSpPr>
          <p:cNvPr id="154" name="Group 153"/>
          <p:cNvGrpSpPr>
            <a:grpSpLocks noChangeAspect="1"/>
          </p:cNvGrpSpPr>
          <p:nvPr/>
        </p:nvGrpSpPr>
        <p:grpSpPr>
          <a:xfrm>
            <a:off x="11155934" y="3405823"/>
            <a:ext cx="822960" cy="822960"/>
            <a:chOff x="3410463" y="3638324"/>
            <a:chExt cx="822960" cy="822960"/>
          </a:xfrm>
        </p:grpSpPr>
        <p:sp>
          <p:nvSpPr>
            <p:cNvPr id="161"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2" name="Picture 7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nvGrpSpPr>
          <p:cNvPr id="238" name="Group 237"/>
          <p:cNvGrpSpPr/>
          <p:nvPr/>
        </p:nvGrpSpPr>
        <p:grpSpPr>
          <a:xfrm>
            <a:off x="6230672" y="3307086"/>
            <a:ext cx="3791332" cy="2910834"/>
            <a:chOff x="6230672" y="3307086"/>
            <a:chExt cx="3791332" cy="2910834"/>
          </a:xfrm>
        </p:grpSpPr>
        <p:sp>
          <p:nvSpPr>
            <p:cNvPr id="69" name="Rectangle 68"/>
            <p:cNvSpPr/>
            <p:nvPr/>
          </p:nvSpPr>
          <p:spPr bwMode="auto">
            <a:xfrm>
              <a:off x="6230672" y="3307086"/>
              <a:ext cx="3379852" cy="249935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Lst>
              <a:ahLst/>
              <a:cxnLst>
                <a:cxn ang="0">
                  <a:pos x="connsiteX0" y="connsiteY0"/>
                </a:cxn>
                <a:cxn ang="0">
                  <a:pos x="connsiteX1" y="connsiteY1"/>
                </a:cxn>
                <a:cxn ang="0">
                  <a:pos x="connsiteX2" y="connsiteY2"/>
                </a:cxn>
              </a:cxnLst>
              <a:rect l="l" t="t" r="r" b="b"/>
              <a:pathLst>
                <a:path w="2411280" h="2499354">
                  <a:moveTo>
                    <a:pt x="2411280" y="2499354"/>
                  </a:moveTo>
                  <a:lnTo>
                    <a:pt x="991584" y="2499354"/>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14" name="Group 13"/>
            <p:cNvGrpSpPr/>
            <p:nvPr/>
          </p:nvGrpSpPr>
          <p:grpSpPr>
            <a:xfrm>
              <a:off x="9199044" y="5074920"/>
              <a:ext cx="822960" cy="1143000"/>
              <a:chOff x="8955861" y="5074920"/>
              <a:chExt cx="822960" cy="1143000"/>
            </a:xfrm>
          </p:grpSpPr>
          <p:sp>
            <p:nvSpPr>
              <p:cNvPr id="329" name="Title 1"/>
              <p:cNvSpPr txBox="1">
                <a:spLocks/>
              </p:cNvSpPr>
              <p:nvPr/>
            </p:nvSpPr>
            <p:spPr>
              <a:xfrm>
                <a:off x="8955861" y="5074920"/>
                <a:ext cx="82296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NOTES</a:t>
                </a:r>
              </a:p>
            </p:txBody>
          </p:sp>
          <p:grpSp>
            <p:nvGrpSpPr>
              <p:cNvPr id="156" name="Group 155"/>
              <p:cNvGrpSpPr>
                <a:grpSpLocks noChangeAspect="1"/>
              </p:cNvGrpSpPr>
              <p:nvPr/>
            </p:nvGrpSpPr>
            <p:grpSpPr>
              <a:xfrm>
                <a:off x="8955861" y="5394960"/>
                <a:ext cx="822960" cy="822960"/>
                <a:chOff x="2510178" y="2759251"/>
                <a:chExt cx="822960" cy="822960"/>
              </a:xfrm>
            </p:grpSpPr>
            <p:sp>
              <p:nvSpPr>
                <p:cNvPr id="157"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58" name="Picture 15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202" name="Group 201"/>
          <p:cNvGrpSpPr>
            <a:grpSpLocks noChangeAspect="1"/>
          </p:cNvGrpSpPr>
          <p:nvPr/>
        </p:nvGrpSpPr>
        <p:grpSpPr>
          <a:xfrm>
            <a:off x="9941878" y="3899300"/>
            <a:ext cx="822960" cy="822960"/>
            <a:chOff x="2537808" y="3638324"/>
            <a:chExt cx="822960" cy="822960"/>
          </a:xfrm>
        </p:grpSpPr>
        <p:sp>
          <p:nvSpPr>
            <p:cNvPr id="20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4"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05" name="Group 204"/>
          <p:cNvGrpSpPr>
            <a:grpSpLocks noChangeAspect="1"/>
          </p:cNvGrpSpPr>
          <p:nvPr/>
        </p:nvGrpSpPr>
        <p:grpSpPr>
          <a:xfrm>
            <a:off x="11064495" y="1119848"/>
            <a:ext cx="822960" cy="822960"/>
            <a:chOff x="2537808" y="3638324"/>
            <a:chExt cx="822960" cy="822960"/>
          </a:xfrm>
        </p:grpSpPr>
        <p:sp>
          <p:nvSpPr>
            <p:cNvPr id="206"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7"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17" name="Group 16"/>
          <p:cNvGrpSpPr/>
          <p:nvPr/>
        </p:nvGrpSpPr>
        <p:grpSpPr>
          <a:xfrm>
            <a:off x="2814490" y="5382541"/>
            <a:ext cx="822960" cy="1184301"/>
            <a:chOff x="2662647" y="5394960"/>
            <a:chExt cx="822960" cy="1184301"/>
          </a:xfrm>
        </p:grpSpPr>
        <p:sp>
          <p:nvSpPr>
            <p:cNvPr id="339" name="Title 1"/>
            <p:cNvSpPr txBox="1">
              <a:spLocks/>
            </p:cNvSpPr>
            <p:nvPr/>
          </p:nvSpPr>
          <p:spPr>
            <a:xfrm>
              <a:off x="2662647" y="621792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08" name="Group 207"/>
            <p:cNvGrpSpPr>
              <a:grpSpLocks noChangeAspect="1"/>
            </p:cNvGrpSpPr>
            <p:nvPr/>
          </p:nvGrpSpPr>
          <p:grpSpPr>
            <a:xfrm>
              <a:off x="2662647" y="5394960"/>
              <a:ext cx="822960" cy="822960"/>
              <a:chOff x="3410463" y="3638324"/>
              <a:chExt cx="822960" cy="822960"/>
            </a:xfrm>
          </p:grpSpPr>
          <p:sp>
            <p:nvSpPr>
              <p:cNvPr id="209"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0" name="Picture 7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grpSp>
        <p:nvGrpSpPr>
          <p:cNvPr id="211" name="Group 210"/>
          <p:cNvGrpSpPr>
            <a:grpSpLocks noChangeAspect="1"/>
          </p:cNvGrpSpPr>
          <p:nvPr/>
        </p:nvGrpSpPr>
        <p:grpSpPr>
          <a:xfrm>
            <a:off x="9015620" y="822960"/>
            <a:ext cx="822960" cy="822960"/>
            <a:chOff x="3410463" y="2759251"/>
            <a:chExt cx="822960" cy="822960"/>
          </a:xfrm>
        </p:grpSpPr>
        <p:sp>
          <p:nvSpPr>
            <p:cNvPr id="212"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3" name="Picture 7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244" name="Group 243"/>
          <p:cNvGrpSpPr/>
          <p:nvPr/>
        </p:nvGrpSpPr>
        <p:grpSpPr>
          <a:xfrm>
            <a:off x="506319" y="4357701"/>
            <a:ext cx="1907327" cy="1855800"/>
            <a:chOff x="506319" y="4357701"/>
            <a:chExt cx="1907327" cy="1855800"/>
          </a:xfrm>
        </p:grpSpPr>
        <p:cxnSp>
          <p:nvCxnSpPr>
            <p:cNvPr id="167" name="Straight Connector 166"/>
            <p:cNvCxnSpPr/>
            <p:nvPr/>
          </p:nvCxnSpPr>
          <p:spPr>
            <a:xfrm flipH="1">
              <a:off x="911179" y="4357701"/>
              <a:ext cx="1502467" cy="1100803"/>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506319" y="5029200"/>
              <a:ext cx="822960" cy="1184301"/>
              <a:chOff x="506319" y="5029200"/>
              <a:chExt cx="822960" cy="1184301"/>
            </a:xfrm>
          </p:grpSpPr>
          <p:sp>
            <p:nvSpPr>
              <p:cNvPr id="340" name="Title 1"/>
              <p:cNvSpPr txBox="1">
                <a:spLocks/>
              </p:cNvSpPr>
              <p:nvPr/>
            </p:nvSpPr>
            <p:spPr>
              <a:xfrm>
                <a:off x="506319"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NOTES</a:t>
                </a:r>
              </a:p>
            </p:txBody>
          </p:sp>
          <p:grpSp>
            <p:nvGrpSpPr>
              <p:cNvPr id="214" name="Group 213"/>
              <p:cNvGrpSpPr>
                <a:grpSpLocks noChangeAspect="1"/>
              </p:cNvGrpSpPr>
              <p:nvPr/>
            </p:nvGrpSpPr>
            <p:grpSpPr>
              <a:xfrm>
                <a:off x="506319" y="5029200"/>
                <a:ext cx="822960" cy="822960"/>
                <a:chOff x="2510178" y="2759251"/>
                <a:chExt cx="822960" cy="822960"/>
              </a:xfrm>
            </p:grpSpPr>
            <p:sp>
              <p:nvSpPr>
                <p:cNvPr id="215"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6" name="Picture 21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130" name="Group 129"/>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12"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2" name="Group 11"/>
          <p:cNvGrpSpPr/>
          <p:nvPr/>
        </p:nvGrpSpPr>
        <p:grpSpPr>
          <a:xfrm>
            <a:off x="1572720" y="3474720"/>
            <a:ext cx="1737360" cy="2194560"/>
            <a:chOff x="10424160" y="-2263395"/>
            <a:chExt cx="1737360" cy="2194560"/>
          </a:xfrm>
        </p:grpSpPr>
        <p:sp>
          <p:nvSpPr>
            <p:cNvPr id="173"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13">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3" name="Footer Placeholder 2"/>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1770925063"/>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57600" y="3108960"/>
            <a:ext cx="2575317" cy="822960"/>
            <a:chOff x="3657600" y="3108960"/>
            <a:chExt cx="2575317" cy="822960"/>
          </a:xfrm>
        </p:grpSpPr>
        <p:cxnSp>
          <p:nvCxnSpPr>
            <p:cNvPr id="59" name="Straight Connector 58"/>
            <p:cNvCxnSpPr/>
            <p:nvPr/>
          </p:nvCxnSpPr>
          <p:spPr>
            <a:xfrm flipV="1">
              <a:off x="4057172" y="3292700"/>
              <a:ext cx="2175745" cy="2277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5" name="Group 194"/>
            <p:cNvGrpSpPr>
              <a:grpSpLocks noChangeAspect="1"/>
            </p:cNvGrpSpPr>
            <p:nvPr/>
          </p:nvGrpSpPr>
          <p:grpSpPr>
            <a:xfrm>
              <a:off x="3657600" y="3108960"/>
              <a:ext cx="822960" cy="822960"/>
              <a:chOff x="6583680" y="2400000"/>
              <a:chExt cx="822960" cy="822960"/>
            </a:xfrm>
          </p:grpSpPr>
          <p:sp>
            <p:nvSpPr>
              <p:cNvPr id="200" name="Oval 199"/>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201" name="Freeform 200"/>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233" name="Group 232"/>
          <p:cNvGrpSpPr/>
          <p:nvPr/>
        </p:nvGrpSpPr>
        <p:grpSpPr>
          <a:xfrm>
            <a:off x="6215431" y="1103495"/>
            <a:ext cx="3210309" cy="2161818"/>
            <a:chOff x="6215431" y="1103495"/>
            <a:chExt cx="3210309" cy="2161818"/>
          </a:xfrm>
        </p:grpSpPr>
        <p:cxnSp>
          <p:nvCxnSpPr>
            <p:cNvPr id="85" name="Straight Connector 84"/>
            <p:cNvCxnSpPr>
              <a:endCxn id="331" idx="2"/>
            </p:cNvCxnSpPr>
            <p:nvPr/>
          </p:nvCxnSpPr>
          <p:spPr>
            <a:xfrm flipV="1">
              <a:off x="6215431" y="1365386"/>
              <a:ext cx="1354456" cy="189992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331" idx="3"/>
            </p:cNvCxnSpPr>
            <p:nvPr/>
          </p:nvCxnSpPr>
          <p:spPr>
            <a:xfrm>
              <a:off x="8261860" y="1234441"/>
              <a:ext cx="116388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1" name="Rounded Rectangle 330"/>
            <p:cNvSpPr/>
            <p:nvPr/>
          </p:nvSpPr>
          <p:spPr>
            <a:xfrm>
              <a:off x="6877914" y="1103495"/>
              <a:ext cx="138394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Shared with me</a:t>
              </a:r>
            </a:p>
          </p:txBody>
        </p:sp>
      </p:grpSp>
      <p:grpSp>
        <p:nvGrpSpPr>
          <p:cNvPr id="232" name="Group 231"/>
          <p:cNvGrpSpPr/>
          <p:nvPr/>
        </p:nvGrpSpPr>
        <p:grpSpPr>
          <a:xfrm>
            <a:off x="2836948" y="1363798"/>
            <a:ext cx="3378483" cy="2165185"/>
            <a:chOff x="2836948" y="1363798"/>
            <a:chExt cx="3378483" cy="2165185"/>
          </a:xfrm>
        </p:grpSpPr>
        <p:cxnSp>
          <p:nvCxnSpPr>
            <p:cNvPr id="285" name="Straight Connector 284"/>
            <p:cNvCxnSpPr>
              <a:endCxn id="354" idx="2"/>
            </p:cNvCxnSpPr>
            <p:nvPr/>
          </p:nvCxnSpPr>
          <p:spPr>
            <a:xfrm flipH="1" flipV="1">
              <a:off x="4827499" y="1625689"/>
              <a:ext cx="1387932" cy="190329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endCxn id="354" idx="1"/>
            </p:cNvCxnSpPr>
            <p:nvPr/>
          </p:nvCxnSpPr>
          <p:spPr>
            <a:xfrm>
              <a:off x="2836948" y="1494744"/>
              <a:ext cx="131661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54" name="Rounded Rectangle 353"/>
            <p:cNvSpPr/>
            <p:nvPr/>
          </p:nvSpPr>
          <p:spPr>
            <a:xfrm>
              <a:off x="4153558" y="1363798"/>
              <a:ext cx="134788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trendingAround</a:t>
              </a:r>
            </a:p>
          </p:txBody>
        </p:sp>
      </p:grpSp>
      <p:grpSp>
        <p:nvGrpSpPr>
          <p:cNvPr id="153" name="Group 152"/>
          <p:cNvGrpSpPr>
            <a:grpSpLocks noChangeAspect="1"/>
          </p:cNvGrpSpPr>
          <p:nvPr/>
        </p:nvGrpSpPr>
        <p:grpSpPr>
          <a:xfrm>
            <a:off x="2419950" y="1083263"/>
            <a:ext cx="822960" cy="822960"/>
            <a:chOff x="2537808" y="3638324"/>
            <a:chExt cx="822960" cy="822960"/>
          </a:xfrm>
        </p:grpSpPr>
        <p:sp>
          <p:nvSpPr>
            <p:cNvPr id="16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4"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cxnSp>
        <p:nvCxnSpPr>
          <p:cNvPr id="125" name="Straight Connector 124"/>
          <p:cNvCxnSpPr/>
          <p:nvPr/>
        </p:nvCxnSpPr>
        <p:spPr>
          <a:xfrm>
            <a:off x="2719862" y="2696017"/>
            <a:ext cx="3498220" cy="58322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1" name="Rectangle 68"/>
          <p:cNvSpPr/>
          <p:nvPr/>
        </p:nvSpPr>
        <p:spPr bwMode="auto">
          <a:xfrm>
            <a:off x="6241594" y="3282702"/>
            <a:ext cx="4091443" cy="1034548"/>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411280 w 2411280"/>
              <a:gd name="connsiteY0" fmla="*/ 2589851 h 2589851"/>
              <a:gd name="connsiteX1" fmla="*/ 991584 w 2411280"/>
              <a:gd name="connsiteY1" fmla="*/ 2589851 h 2589851"/>
              <a:gd name="connsiteX2" fmla="*/ 0 w 2411280"/>
              <a:gd name="connsiteY2" fmla="*/ 0 h 2589851"/>
              <a:gd name="connsiteX0" fmla="*/ 2845768 w 2845768"/>
              <a:gd name="connsiteY0" fmla="*/ 2559685 h 2559685"/>
              <a:gd name="connsiteX1" fmla="*/ 1426072 w 2845768"/>
              <a:gd name="connsiteY1" fmla="*/ 2559685 h 2559685"/>
              <a:gd name="connsiteX2" fmla="*/ 0 w 2845768"/>
              <a:gd name="connsiteY2" fmla="*/ 0 h 2559685"/>
              <a:gd name="connsiteX0" fmla="*/ 2803990 w 2803990"/>
              <a:gd name="connsiteY0" fmla="*/ 2559685 h 2559685"/>
              <a:gd name="connsiteX1" fmla="*/ 1384294 w 2803990"/>
              <a:gd name="connsiteY1" fmla="*/ 2559685 h 2559685"/>
              <a:gd name="connsiteX2" fmla="*/ 0 w 2803990"/>
              <a:gd name="connsiteY2" fmla="*/ 0 h 2559685"/>
            </a:gdLst>
            <a:ahLst/>
            <a:cxnLst>
              <a:cxn ang="0">
                <a:pos x="connsiteX0" y="connsiteY0"/>
              </a:cxn>
              <a:cxn ang="0">
                <a:pos x="connsiteX1" y="connsiteY1"/>
              </a:cxn>
              <a:cxn ang="0">
                <a:pos x="connsiteX2" y="connsiteY2"/>
              </a:cxn>
            </a:cxnLst>
            <a:rect l="l" t="t" r="r" b="b"/>
            <a:pathLst>
              <a:path w="2803990" h="2559685">
                <a:moveTo>
                  <a:pt x="2803990" y="2559685"/>
                </a:moveTo>
                <a:lnTo>
                  <a:pt x="1384294" y="255968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cxnSp>
        <p:nvCxnSpPr>
          <p:cNvPr id="112" name="Straight Connector 111"/>
          <p:cNvCxnSpPr>
            <a:stCxn id="199" idx="36"/>
          </p:cNvCxnSpPr>
          <p:nvPr/>
        </p:nvCxnSpPr>
        <p:spPr>
          <a:xfrm flipH="1">
            <a:off x="2429292" y="2696017"/>
            <a:ext cx="281096" cy="16677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2425967" y="4359784"/>
            <a:ext cx="806428" cy="14466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sp>
        <p:nvSpPr>
          <p:cNvPr id="325" name="Title 1"/>
          <p:cNvSpPr txBox="1">
            <a:spLocks/>
          </p:cNvSpPr>
          <p:nvPr/>
        </p:nvSpPr>
        <p:spPr>
          <a:xfrm>
            <a:off x="9025465" y="3728187"/>
            <a:ext cx="876051"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47" name="Group 246"/>
          <p:cNvGrpSpPr/>
          <p:nvPr/>
        </p:nvGrpSpPr>
        <p:grpSpPr>
          <a:xfrm>
            <a:off x="9248067" y="1234441"/>
            <a:ext cx="1015894" cy="1462284"/>
            <a:chOff x="9248067" y="1234441"/>
            <a:chExt cx="1015894" cy="1462284"/>
          </a:xfrm>
        </p:grpSpPr>
        <p:cxnSp>
          <p:nvCxnSpPr>
            <p:cNvPr id="94" name="Straight Connector 93"/>
            <p:cNvCxnSpPr/>
            <p:nvPr/>
          </p:nvCxnSpPr>
          <p:spPr>
            <a:xfrm>
              <a:off x="9412705" y="1234441"/>
              <a:ext cx="636025" cy="146228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8" name="Rounded Rectangle 337"/>
            <p:cNvSpPr/>
            <p:nvPr/>
          </p:nvSpPr>
          <p:spPr>
            <a:xfrm>
              <a:off x="9248067" y="1768005"/>
              <a:ext cx="1015894"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sp>
        <p:nvSpPr>
          <p:cNvPr id="342" name="Title 1"/>
          <p:cNvSpPr txBox="1">
            <a:spLocks/>
          </p:cNvSpPr>
          <p:nvPr/>
        </p:nvSpPr>
        <p:spPr>
          <a:xfrm>
            <a:off x="274638" y="1942799"/>
            <a:ext cx="200017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CONVERSATIONS</a:t>
            </a:r>
          </a:p>
        </p:txBody>
      </p:sp>
      <p:grpSp>
        <p:nvGrpSpPr>
          <p:cNvPr id="240" name="Group 239"/>
          <p:cNvGrpSpPr/>
          <p:nvPr/>
        </p:nvGrpSpPr>
        <p:grpSpPr>
          <a:xfrm>
            <a:off x="3244266" y="3269689"/>
            <a:ext cx="2989203" cy="2655278"/>
            <a:chOff x="3244266" y="3269689"/>
            <a:chExt cx="2989203" cy="2655278"/>
          </a:xfrm>
        </p:grpSpPr>
        <p:sp>
          <p:nvSpPr>
            <p:cNvPr id="280" name="Rectangle 68"/>
            <p:cNvSpPr/>
            <p:nvPr/>
          </p:nvSpPr>
          <p:spPr bwMode="auto">
            <a:xfrm flipH="1">
              <a:off x="3244266" y="3269689"/>
              <a:ext cx="2989203" cy="2536749"/>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708342 w 2708342"/>
                <a:gd name="connsiteY0" fmla="*/ 3208755 h 3208755"/>
                <a:gd name="connsiteX1" fmla="*/ 1288646 w 2708342"/>
                <a:gd name="connsiteY1" fmla="*/ 3208755 h 3208755"/>
                <a:gd name="connsiteX2" fmla="*/ 0 w 2708342"/>
                <a:gd name="connsiteY2" fmla="*/ 0 h 3208755"/>
                <a:gd name="connsiteX0" fmla="*/ 2675335 w 2675335"/>
                <a:gd name="connsiteY0" fmla="*/ 3208755 h 3208755"/>
                <a:gd name="connsiteX1" fmla="*/ 1255639 w 2675335"/>
                <a:gd name="connsiteY1" fmla="*/ 3208755 h 3208755"/>
                <a:gd name="connsiteX2" fmla="*/ 0 w 2675335"/>
                <a:gd name="connsiteY2" fmla="*/ 0 h 3208755"/>
                <a:gd name="connsiteX0" fmla="*/ 2686337 w 2686337"/>
                <a:gd name="connsiteY0" fmla="*/ 3193333 h 3193333"/>
                <a:gd name="connsiteX1" fmla="*/ 1266641 w 2686337"/>
                <a:gd name="connsiteY1" fmla="*/ 3193333 h 3193333"/>
                <a:gd name="connsiteX2" fmla="*/ 0 w 2686337"/>
                <a:gd name="connsiteY2" fmla="*/ 0 h 3193333"/>
                <a:gd name="connsiteX0" fmla="*/ 2314067 w 2314067"/>
                <a:gd name="connsiteY0" fmla="*/ 3147068 h 3147068"/>
                <a:gd name="connsiteX1" fmla="*/ 894371 w 2314067"/>
                <a:gd name="connsiteY1" fmla="*/ 3147068 h 3147068"/>
                <a:gd name="connsiteX2" fmla="*/ 0 w 2314067"/>
                <a:gd name="connsiteY2" fmla="*/ 0 h 3147068"/>
                <a:gd name="connsiteX0" fmla="*/ 2163574 w 2163574"/>
                <a:gd name="connsiteY0" fmla="*/ 3208755 h 3208755"/>
                <a:gd name="connsiteX1" fmla="*/ 743878 w 2163574"/>
                <a:gd name="connsiteY1" fmla="*/ 3208755 h 3208755"/>
                <a:gd name="connsiteX2" fmla="*/ 0 w 2163574"/>
                <a:gd name="connsiteY2" fmla="*/ 0 h 3208755"/>
                <a:gd name="connsiteX0" fmla="*/ 1963375 w 1963375"/>
                <a:gd name="connsiteY0" fmla="*/ 3208755 h 3208755"/>
                <a:gd name="connsiteX1" fmla="*/ 543679 w 1963375"/>
                <a:gd name="connsiteY1" fmla="*/ 3208755 h 3208755"/>
                <a:gd name="connsiteX2" fmla="*/ 0 w 1963375"/>
                <a:gd name="connsiteY2" fmla="*/ 0 h 3208755"/>
              </a:gdLst>
              <a:ahLst/>
              <a:cxnLst>
                <a:cxn ang="0">
                  <a:pos x="connsiteX0" y="connsiteY0"/>
                </a:cxn>
                <a:cxn ang="0">
                  <a:pos x="connsiteX1" y="connsiteY1"/>
                </a:cxn>
                <a:cxn ang="0">
                  <a:pos x="connsiteX2" y="connsiteY2"/>
                </a:cxn>
              </a:cxnLst>
              <a:rect l="l" t="t" r="r" b="b"/>
              <a:pathLst>
                <a:path w="1963375" h="3208755">
                  <a:moveTo>
                    <a:pt x="1963375" y="3208755"/>
                  </a:moveTo>
                  <a:lnTo>
                    <a:pt x="543679" y="320875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3" name="Rounded Rectangle 342"/>
            <p:cNvSpPr/>
            <p:nvPr/>
          </p:nvSpPr>
          <p:spPr>
            <a:xfrm>
              <a:off x="4944604" y="5663076"/>
              <a:ext cx="90787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sp>
        <p:nvSpPr>
          <p:cNvPr id="327" name="Title 1"/>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grpSp>
        <p:nvGrpSpPr>
          <p:cNvPr id="250" name="Group 249"/>
          <p:cNvGrpSpPr/>
          <p:nvPr/>
        </p:nvGrpSpPr>
        <p:grpSpPr>
          <a:xfrm>
            <a:off x="10019038" y="1488653"/>
            <a:ext cx="1470838" cy="1208072"/>
            <a:chOff x="10019038" y="1488653"/>
            <a:chExt cx="1470838" cy="1208072"/>
          </a:xfrm>
        </p:grpSpPr>
        <p:cxnSp>
          <p:nvCxnSpPr>
            <p:cNvPr id="134" name="Straight Connector 133"/>
            <p:cNvCxnSpPr/>
            <p:nvPr/>
          </p:nvCxnSpPr>
          <p:spPr>
            <a:xfrm flipH="1">
              <a:off x="10019038" y="1488653"/>
              <a:ext cx="1470838" cy="120807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1" name="Rounded Rectangle 370"/>
            <p:cNvSpPr/>
            <p:nvPr/>
          </p:nvSpPr>
          <p:spPr>
            <a:xfrm>
              <a:off x="10435142" y="2057989"/>
              <a:ext cx="68278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public</a:t>
              </a:r>
            </a:p>
          </p:txBody>
        </p:sp>
      </p:grpSp>
      <p:grpSp>
        <p:nvGrpSpPr>
          <p:cNvPr id="254" name="Group 253"/>
          <p:cNvGrpSpPr/>
          <p:nvPr/>
        </p:nvGrpSpPr>
        <p:grpSpPr>
          <a:xfrm>
            <a:off x="9654521" y="2696725"/>
            <a:ext cx="1044227" cy="1649895"/>
            <a:chOff x="9654521" y="2696725"/>
            <a:chExt cx="1044227" cy="1649895"/>
          </a:xfrm>
        </p:grpSpPr>
        <p:cxnSp>
          <p:nvCxnSpPr>
            <p:cNvPr id="282" name="Straight Connector 281"/>
            <p:cNvCxnSpPr/>
            <p:nvPr/>
          </p:nvCxnSpPr>
          <p:spPr>
            <a:xfrm>
              <a:off x="10050878" y="2696725"/>
              <a:ext cx="291751" cy="16498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2" name="Rounded Rectangle 371"/>
            <p:cNvSpPr/>
            <p:nvPr/>
          </p:nvSpPr>
          <p:spPr>
            <a:xfrm>
              <a:off x="9654521" y="3418249"/>
              <a:ext cx="104422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modifiedBy</a:t>
              </a:r>
            </a:p>
          </p:txBody>
        </p:sp>
      </p:grpSp>
      <p:grpSp>
        <p:nvGrpSpPr>
          <p:cNvPr id="253" name="Group 252"/>
          <p:cNvGrpSpPr/>
          <p:nvPr/>
        </p:nvGrpSpPr>
        <p:grpSpPr>
          <a:xfrm>
            <a:off x="10022004" y="2685419"/>
            <a:ext cx="1750309" cy="1107343"/>
            <a:chOff x="10022004" y="2685419"/>
            <a:chExt cx="1750309" cy="1107343"/>
          </a:xfrm>
        </p:grpSpPr>
        <p:cxnSp>
          <p:nvCxnSpPr>
            <p:cNvPr id="135" name="Straight Connector 134"/>
            <p:cNvCxnSpPr/>
            <p:nvPr/>
          </p:nvCxnSpPr>
          <p:spPr>
            <a:xfrm>
              <a:off x="10022004" y="2685419"/>
              <a:ext cx="1523262" cy="1107343"/>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37" name="Rounded Rectangle 136"/>
            <p:cNvSpPr/>
            <p:nvPr/>
          </p:nvSpPr>
          <p:spPr>
            <a:xfrm>
              <a:off x="10424431" y="3040067"/>
              <a:ext cx="134788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trendingAround</a:t>
              </a:r>
            </a:p>
          </p:txBody>
        </p:sp>
      </p:grpSp>
      <p:sp>
        <p:nvSpPr>
          <p:cNvPr id="11" name="Title 10"/>
          <p:cNvSpPr>
            <a:spLocks noGrp="1"/>
          </p:cNvSpPr>
          <p:nvPr>
            <p:ph type="title"/>
          </p:nvPr>
        </p:nvSpPr>
        <p:spPr/>
        <p:txBody>
          <a:bodyPr/>
          <a:lstStyle/>
          <a:p>
            <a:r>
              <a:rPr lang="en-US" dirty="0" smtClean="0"/>
              <a:t>API</a:t>
            </a:r>
            <a:endParaRPr lang="en-US" dirty="0"/>
          </a:p>
        </p:txBody>
      </p:sp>
      <p:grpSp>
        <p:nvGrpSpPr>
          <p:cNvPr id="236" name="Group 235"/>
          <p:cNvGrpSpPr/>
          <p:nvPr/>
        </p:nvGrpSpPr>
        <p:grpSpPr>
          <a:xfrm>
            <a:off x="6218237" y="3279246"/>
            <a:ext cx="2766865" cy="858089"/>
            <a:chOff x="6218237" y="3279246"/>
            <a:chExt cx="2766865" cy="858089"/>
          </a:xfrm>
        </p:grpSpPr>
        <p:cxnSp>
          <p:nvCxnSpPr>
            <p:cNvPr id="287" name="Straight Connector 286"/>
            <p:cNvCxnSpPr/>
            <p:nvPr/>
          </p:nvCxnSpPr>
          <p:spPr>
            <a:xfrm>
              <a:off x="6218237" y="3279246"/>
              <a:ext cx="2342906" cy="4720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5" name="Group 154"/>
            <p:cNvGrpSpPr>
              <a:grpSpLocks noChangeAspect="1"/>
            </p:cNvGrpSpPr>
            <p:nvPr/>
          </p:nvGrpSpPr>
          <p:grpSpPr>
            <a:xfrm>
              <a:off x="8162142" y="3314375"/>
              <a:ext cx="822960" cy="822960"/>
              <a:chOff x="3410463" y="2759251"/>
              <a:chExt cx="822960" cy="822960"/>
            </a:xfrm>
          </p:grpSpPr>
          <p:sp>
            <p:nvSpPr>
              <p:cNvPr id="159"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0" name="Picture 7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239" name="Group 238"/>
          <p:cNvGrpSpPr/>
          <p:nvPr/>
        </p:nvGrpSpPr>
        <p:grpSpPr>
          <a:xfrm>
            <a:off x="6126789" y="3265313"/>
            <a:ext cx="822960" cy="2948188"/>
            <a:chOff x="6126789" y="3265313"/>
            <a:chExt cx="822960" cy="2948188"/>
          </a:xfrm>
        </p:grpSpPr>
        <p:cxnSp>
          <p:nvCxnSpPr>
            <p:cNvPr id="52" name="Straight Connector 51"/>
            <p:cNvCxnSpPr/>
            <p:nvPr/>
          </p:nvCxnSpPr>
          <p:spPr>
            <a:xfrm flipH="1" flipV="1">
              <a:off x="6218237" y="3265313"/>
              <a:ext cx="320032" cy="219319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6126789" y="5029200"/>
              <a:ext cx="822960" cy="1184301"/>
              <a:chOff x="5709615" y="5029200"/>
              <a:chExt cx="822960" cy="1184301"/>
            </a:xfrm>
          </p:grpSpPr>
          <p:sp>
            <p:nvSpPr>
              <p:cNvPr id="326"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217" name="Group 216"/>
              <p:cNvGrpSpPr>
                <a:grpSpLocks noChangeAspect="1"/>
              </p:cNvGrpSpPr>
              <p:nvPr/>
            </p:nvGrpSpPr>
            <p:grpSpPr>
              <a:xfrm>
                <a:off x="5709615" y="5029200"/>
                <a:ext cx="822960" cy="822960"/>
                <a:chOff x="5082065" y="2742662"/>
                <a:chExt cx="822960" cy="822960"/>
              </a:xfrm>
            </p:grpSpPr>
            <p:sp>
              <p:nvSpPr>
                <p:cNvPr id="21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9" name="Picture 8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237" name="Group 236"/>
          <p:cNvGrpSpPr/>
          <p:nvPr/>
        </p:nvGrpSpPr>
        <p:grpSpPr>
          <a:xfrm>
            <a:off x="6232917" y="3252054"/>
            <a:ext cx="2763684" cy="2325786"/>
            <a:chOff x="6232917" y="3252054"/>
            <a:chExt cx="2763684" cy="2325786"/>
          </a:xfrm>
        </p:grpSpPr>
        <p:cxnSp>
          <p:nvCxnSpPr>
            <p:cNvPr id="61" name="Straight Connector 60"/>
            <p:cNvCxnSpPr/>
            <p:nvPr/>
          </p:nvCxnSpPr>
          <p:spPr>
            <a:xfrm>
              <a:off x="6232917" y="3252054"/>
              <a:ext cx="2335348" cy="191430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8173641" y="4434840"/>
              <a:ext cx="822960" cy="1143000"/>
              <a:chOff x="7930458" y="4434840"/>
              <a:chExt cx="822960" cy="1143000"/>
            </a:xfrm>
          </p:grpSpPr>
          <p:sp>
            <p:nvSpPr>
              <p:cNvPr id="328" name="Title 1"/>
              <p:cNvSpPr txBox="1">
                <a:spLocks/>
              </p:cNvSpPr>
              <p:nvPr/>
            </p:nvSpPr>
            <p:spPr>
              <a:xfrm>
                <a:off x="7930458" y="4434840"/>
                <a:ext cx="82296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TASKS</a:t>
                </a:r>
              </a:p>
            </p:txBody>
          </p:sp>
          <p:grpSp>
            <p:nvGrpSpPr>
              <p:cNvPr id="13" name="Group 12"/>
              <p:cNvGrpSpPr>
                <a:grpSpLocks noChangeAspect="1"/>
              </p:cNvGrpSpPr>
              <p:nvPr/>
            </p:nvGrpSpPr>
            <p:grpSpPr>
              <a:xfrm>
                <a:off x="7930458" y="4754880"/>
                <a:ext cx="822960" cy="822960"/>
                <a:chOff x="10812376" y="-1106624"/>
                <a:chExt cx="822960" cy="822960"/>
              </a:xfrm>
            </p:grpSpPr>
            <p:sp>
              <p:nvSpPr>
                <p:cNvPr id="223" name="Oval 222"/>
                <p:cNvSpPr/>
                <p:nvPr/>
              </p:nvSpPr>
              <p:spPr>
                <a:xfrm>
                  <a:off x="10812376" y="-11066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220" name="Group 219"/>
                <p:cNvGrpSpPr>
                  <a:grpSpLocks noChangeAspect="1"/>
                </p:cNvGrpSpPr>
                <p:nvPr/>
              </p:nvGrpSpPr>
              <p:grpSpPr>
                <a:xfrm>
                  <a:off x="11068556" y="-913076"/>
                  <a:ext cx="310601" cy="411480"/>
                  <a:chOff x="8387227" y="3866713"/>
                  <a:chExt cx="1303459" cy="1726804"/>
                </a:xfrm>
                <a:solidFill>
                  <a:srgbClr val="FF8C00"/>
                </a:solidFill>
              </p:grpSpPr>
              <p:sp>
                <p:nvSpPr>
                  <p:cNvPr id="221" name="Freeform 137"/>
                  <p:cNvSpPr>
                    <a:spLocks noChangeAspect="1" noEditPoints="1"/>
                  </p:cNvSpPr>
                  <p:nvPr/>
                </p:nvSpPr>
                <p:spPr bwMode="auto">
                  <a:xfrm>
                    <a:off x="8387227" y="3866713"/>
                    <a:ext cx="1303459" cy="1726804"/>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2" name="Freeform 221"/>
                  <p:cNvSpPr>
                    <a:spLocks/>
                  </p:cNvSpPr>
                  <p:nvPr/>
                </p:nvSpPr>
                <p:spPr bwMode="auto">
                  <a:xfrm>
                    <a:off x="8662203" y="4646138"/>
                    <a:ext cx="753506" cy="532388"/>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grp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6">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241" name="Group 240"/>
          <p:cNvGrpSpPr/>
          <p:nvPr/>
        </p:nvGrpSpPr>
        <p:grpSpPr>
          <a:xfrm>
            <a:off x="4023692" y="3268154"/>
            <a:ext cx="2197351" cy="2390745"/>
            <a:chOff x="4023692" y="3268154"/>
            <a:chExt cx="2197351" cy="2390745"/>
          </a:xfrm>
        </p:grpSpPr>
        <p:cxnSp>
          <p:nvCxnSpPr>
            <p:cNvPr id="63" name="Straight Connector 62"/>
            <p:cNvCxnSpPr/>
            <p:nvPr/>
          </p:nvCxnSpPr>
          <p:spPr>
            <a:xfrm flipV="1">
              <a:off x="4438592" y="3268154"/>
              <a:ext cx="1782451" cy="199286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0" name="Rounded Rectangle 329"/>
            <p:cNvSpPr/>
            <p:nvPr/>
          </p:nvSpPr>
          <p:spPr>
            <a:xfrm>
              <a:off x="4572335" y="4320213"/>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82" name="Group 181"/>
            <p:cNvGrpSpPr>
              <a:grpSpLocks noChangeAspect="1"/>
            </p:cNvGrpSpPr>
            <p:nvPr/>
          </p:nvGrpSpPr>
          <p:grpSpPr>
            <a:xfrm>
              <a:off x="4023692" y="4835939"/>
              <a:ext cx="822960" cy="822960"/>
              <a:chOff x="9296150" y="2600178"/>
              <a:chExt cx="822960" cy="822960"/>
            </a:xfrm>
          </p:grpSpPr>
          <p:sp>
            <p:nvSpPr>
              <p:cNvPr id="186" name="Oval 185"/>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7" name="Oval 186"/>
              <p:cNvSpPr>
                <a:spLocks noChangeAspect="1"/>
              </p:cNvSpPr>
              <p:nvPr/>
            </p:nvSpPr>
            <p:spPr>
              <a:xfrm>
                <a:off x="9341870" y="2645898"/>
                <a:ext cx="731520" cy="731520"/>
              </a:xfrm>
              <a:prstGeom prst="ellipse">
                <a:avLst/>
              </a:prstGeom>
              <a:blipFill>
                <a:blip r:embed="rId7"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234" name="Group 233"/>
          <p:cNvGrpSpPr/>
          <p:nvPr/>
        </p:nvGrpSpPr>
        <p:grpSpPr>
          <a:xfrm>
            <a:off x="6211873" y="1442933"/>
            <a:ext cx="2784728" cy="1826275"/>
            <a:chOff x="6211873" y="1442933"/>
            <a:chExt cx="2784728" cy="1826275"/>
          </a:xfrm>
        </p:grpSpPr>
        <p:cxnSp>
          <p:nvCxnSpPr>
            <p:cNvPr id="288" name="Straight Connector 287"/>
            <p:cNvCxnSpPr/>
            <p:nvPr/>
          </p:nvCxnSpPr>
          <p:spPr>
            <a:xfrm flipV="1">
              <a:off x="6211873" y="1875712"/>
              <a:ext cx="2349270" cy="139349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44" name="Rounded Rectangle 343"/>
            <p:cNvSpPr/>
            <p:nvPr/>
          </p:nvSpPr>
          <p:spPr>
            <a:xfrm>
              <a:off x="7132627" y="2229542"/>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83" name="Group 182"/>
            <p:cNvGrpSpPr>
              <a:grpSpLocks noChangeAspect="1"/>
            </p:cNvGrpSpPr>
            <p:nvPr/>
          </p:nvGrpSpPr>
          <p:grpSpPr>
            <a:xfrm>
              <a:off x="8173641" y="1442933"/>
              <a:ext cx="822960" cy="822960"/>
              <a:chOff x="8216218" y="2600178"/>
              <a:chExt cx="822960" cy="822960"/>
            </a:xfrm>
          </p:grpSpPr>
          <p:sp>
            <p:nvSpPr>
              <p:cNvPr id="184" name="Oval 183"/>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5" name="Oval 184"/>
              <p:cNvSpPr>
                <a:spLocks noChangeAspect="1"/>
              </p:cNvSpPr>
              <p:nvPr/>
            </p:nvSpPr>
            <p:spPr>
              <a:xfrm>
                <a:off x="8261938" y="2645898"/>
                <a:ext cx="731520" cy="731520"/>
              </a:xfrm>
              <a:prstGeom prst="ellipse">
                <a:avLst/>
              </a:prstGeom>
              <a:blipFill>
                <a:blip r:embed="rId8"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9"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96" name="Group 195"/>
          <p:cNvGrpSpPr>
            <a:grpSpLocks noChangeAspect="1"/>
          </p:cNvGrpSpPr>
          <p:nvPr/>
        </p:nvGrpSpPr>
        <p:grpSpPr>
          <a:xfrm>
            <a:off x="2286000" y="2286000"/>
            <a:ext cx="822960" cy="822960"/>
            <a:chOff x="6583680" y="3314400"/>
            <a:chExt cx="822960" cy="822960"/>
          </a:xfrm>
        </p:grpSpPr>
        <p:sp>
          <p:nvSpPr>
            <p:cNvPr id="198" name="Oval 197"/>
            <p:cNvSpPr/>
            <p:nvPr/>
          </p:nvSpPr>
          <p:spPr>
            <a:xfrm>
              <a:off x="6583680" y="33144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99" name="Freeform 128"/>
            <p:cNvSpPr>
              <a:spLocks noChangeAspect="1" noEditPoints="1"/>
            </p:cNvSpPr>
            <p:nvPr/>
          </p:nvSpPr>
          <p:spPr bwMode="auto">
            <a:xfrm>
              <a:off x="6804408" y="3543000"/>
              <a:ext cx="381504" cy="365760"/>
            </a:xfrm>
            <a:custGeom>
              <a:avLst/>
              <a:gdLst>
                <a:gd name="T0" fmla="*/ 127 w 133"/>
                <a:gd name="T1" fmla="*/ 64 h 125"/>
                <a:gd name="T2" fmla="*/ 123 w 133"/>
                <a:gd name="T3" fmla="*/ 44 h 125"/>
                <a:gd name="T4" fmla="*/ 123 w 133"/>
                <a:gd name="T5" fmla="*/ 7 h 125"/>
                <a:gd name="T6" fmla="*/ 105 w 133"/>
                <a:gd name="T7" fmla="*/ 0 h 125"/>
                <a:gd name="T8" fmla="*/ 87 w 133"/>
                <a:gd name="T9" fmla="*/ 7 h 125"/>
                <a:gd name="T10" fmla="*/ 67 w 133"/>
                <a:gd name="T11" fmla="*/ 4 h 125"/>
                <a:gd name="T12" fmla="*/ 47 w 133"/>
                <a:gd name="T13" fmla="*/ 7 h 125"/>
                <a:gd name="T14" fmla="*/ 29 w 133"/>
                <a:gd name="T15" fmla="*/ 0 h 125"/>
                <a:gd name="T16" fmla="*/ 10 w 133"/>
                <a:gd name="T17" fmla="*/ 7 h 125"/>
                <a:gd name="T18" fmla="*/ 10 w 133"/>
                <a:gd name="T19" fmla="*/ 44 h 125"/>
                <a:gd name="T20" fmla="*/ 7 w 133"/>
                <a:gd name="T21" fmla="*/ 64 h 125"/>
                <a:gd name="T22" fmla="*/ 22 w 133"/>
                <a:gd name="T23" fmla="*/ 103 h 125"/>
                <a:gd name="T24" fmla="*/ 8 w 133"/>
                <a:gd name="T25" fmla="*/ 117 h 125"/>
                <a:gd name="T26" fmla="*/ 14 w 133"/>
                <a:gd name="T27" fmla="*/ 123 h 125"/>
                <a:gd name="T28" fmla="*/ 27 w 133"/>
                <a:gd name="T29" fmla="*/ 109 h 125"/>
                <a:gd name="T30" fmla="*/ 67 w 133"/>
                <a:gd name="T31" fmla="*/ 124 h 125"/>
                <a:gd name="T32" fmla="*/ 106 w 133"/>
                <a:gd name="T33" fmla="*/ 109 h 125"/>
                <a:gd name="T34" fmla="*/ 122 w 133"/>
                <a:gd name="T35" fmla="*/ 125 h 125"/>
                <a:gd name="T36" fmla="*/ 128 w 133"/>
                <a:gd name="T37" fmla="*/ 119 h 125"/>
                <a:gd name="T38" fmla="*/ 112 w 133"/>
                <a:gd name="T39" fmla="*/ 103 h 125"/>
                <a:gd name="T40" fmla="*/ 127 w 133"/>
                <a:gd name="T41" fmla="*/ 64 h 125"/>
                <a:gd name="T42" fmla="*/ 105 w 133"/>
                <a:gd name="T43" fmla="*/ 8 h 125"/>
                <a:gd name="T44" fmla="*/ 117 w 133"/>
                <a:gd name="T45" fmla="*/ 13 h 125"/>
                <a:gd name="T46" fmla="*/ 120 w 133"/>
                <a:gd name="T47" fmla="*/ 36 h 125"/>
                <a:gd name="T48" fmla="*/ 95 w 133"/>
                <a:gd name="T49" fmla="*/ 11 h 125"/>
                <a:gd name="T50" fmla="*/ 105 w 133"/>
                <a:gd name="T51" fmla="*/ 8 h 125"/>
                <a:gd name="T52" fmla="*/ 16 w 133"/>
                <a:gd name="T53" fmla="*/ 13 h 125"/>
                <a:gd name="T54" fmla="*/ 29 w 133"/>
                <a:gd name="T55" fmla="*/ 8 h 125"/>
                <a:gd name="T56" fmla="*/ 39 w 133"/>
                <a:gd name="T57" fmla="*/ 11 h 125"/>
                <a:gd name="T58" fmla="*/ 14 w 133"/>
                <a:gd name="T59" fmla="*/ 36 h 125"/>
                <a:gd name="T60" fmla="*/ 16 w 133"/>
                <a:gd name="T61" fmla="*/ 13 h 125"/>
                <a:gd name="T62" fmla="*/ 67 w 133"/>
                <a:gd name="T63" fmla="*/ 116 h 125"/>
                <a:gd name="T64" fmla="*/ 15 w 133"/>
                <a:gd name="T65" fmla="*/ 64 h 125"/>
                <a:gd name="T66" fmla="*/ 67 w 133"/>
                <a:gd name="T67" fmla="*/ 12 h 125"/>
                <a:gd name="T68" fmla="*/ 119 w 133"/>
                <a:gd name="T69" fmla="*/ 64 h 125"/>
                <a:gd name="T70" fmla="*/ 67 w 133"/>
                <a:gd name="T71" fmla="*/ 116 h 125"/>
                <a:gd name="T72" fmla="*/ 71 w 133"/>
                <a:gd name="T73" fmla="*/ 62 h 125"/>
                <a:gd name="T74" fmla="*/ 94 w 133"/>
                <a:gd name="T75" fmla="*/ 85 h 125"/>
                <a:gd name="T76" fmla="*/ 88 w 133"/>
                <a:gd name="T77" fmla="*/ 91 h 125"/>
                <a:gd name="T78" fmla="*/ 63 w 133"/>
                <a:gd name="T79" fmla="*/ 65 h 125"/>
                <a:gd name="T80" fmla="*/ 63 w 133"/>
                <a:gd name="T81" fmla="*/ 28 h 125"/>
                <a:gd name="T82" fmla="*/ 71 w 133"/>
                <a:gd name="T83" fmla="*/ 28 h 125"/>
                <a:gd name="T84" fmla="*/ 71 w 133"/>
                <a:gd name="T85"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3" h="125">
                  <a:moveTo>
                    <a:pt x="127" y="64"/>
                  </a:moveTo>
                  <a:cubicBezTo>
                    <a:pt x="127" y="57"/>
                    <a:pt x="125" y="50"/>
                    <a:pt x="123" y="44"/>
                  </a:cubicBezTo>
                  <a:cubicBezTo>
                    <a:pt x="133" y="34"/>
                    <a:pt x="133" y="17"/>
                    <a:pt x="123" y="7"/>
                  </a:cubicBezTo>
                  <a:cubicBezTo>
                    <a:pt x="118" y="2"/>
                    <a:pt x="112" y="0"/>
                    <a:pt x="105" y="0"/>
                  </a:cubicBezTo>
                  <a:cubicBezTo>
                    <a:pt x="98" y="0"/>
                    <a:pt x="91" y="2"/>
                    <a:pt x="87" y="7"/>
                  </a:cubicBezTo>
                  <a:cubicBezTo>
                    <a:pt x="80" y="5"/>
                    <a:pt x="74" y="4"/>
                    <a:pt x="67" y="4"/>
                  </a:cubicBezTo>
                  <a:cubicBezTo>
                    <a:pt x="60" y="4"/>
                    <a:pt x="53" y="5"/>
                    <a:pt x="47" y="7"/>
                  </a:cubicBezTo>
                  <a:cubicBezTo>
                    <a:pt x="42" y="2"/>
                    <a:pt x="36" y="0"/>
                    <a:pt x="29" y="0"/>
                  </a:cubicBezTo>
                  <a:cubicBezTo>
                    <a:pt x="22" y="0"/>
                    <a:pt x="15" y="2"/>
                    <a:pt x="10" y="7"/>
                  </a:cubicBezTo>
                  <a:cubicBezTo>
                    <a:pt x="0" y="17"/>
                    <a:pt x="0" y="34"/>
                    <a:pt x="10" y="44"/>
                  </a:cubicBezTo>
                  <a:cubicBezTo>
                    <a:pt x="8" y="50"/>
                    <a:pt x="7" y="57"/>
                    <a:pt x="7" y="64"/>
                  </a:cubicBezTo>
                  <a:cubicBezTo>
                    <a:pt x="7" y="79"/>
                    <a:pt x="12" y="93"/>
                    <a:pt x="22" y="103"/>
                  </a:cubicBezTo>
                  <a:cubicBezTo>
                    <a:pt x="8" y="117"/>
                    <a:pt x="8" y="117"/>
                    <a:pt x="8" y="117"/>
                  </a:cubicBezTo>
                  <a:cubicBezTo>
                    <a:pt x="14" y="123"/>
                    <a:pt x="14" y="123"/>
                    <a:pt x="14" y="123"/>
                  </a:cubicBezTo>
                  <a:cubicBezTo>
                    <a:pt x="27" y="109"/>
                    <a:pt x="27" y="109"/>
                    <a:pt x="27" y="109"/>
                  </a:cubicBezTo>
                  <a:cubicBezTo>
                    <a:pt x="38" y="118"/>
                    <a:pt x="52" y="124"/>
                    <a:pt x="67" y="124"/>
                  </a:cubicBezTo>
                  <a:cubicBezTo>
                    <a:pt x="82" y="124"/>
                    <a:pt x="96" y="118"/>
                    <a:pt x="106" y="109"/>
                  </a:cubicBezTo>
                  <a:cubicBezTo>
                    <a:pt x="122" y="125"/>
                    <a:pt x="122" y="125"/>
                    <a:pt x="122" y="125"/>
                  </a:cubicBezTo>
                  <a:cubicBezTo>
                    <a:pt x="128" y="119"/>
                    <a:pt x="128" y="119"/>
                    <a:pt x="128" y="119"/>
                  </a:cubicBezTo>
                  <a:cubicBezTo>
                    <a:pt x="112" y="103"/>
                    <a:pt x="112" y="103"/>
                    <a:pt x="112" y="103"/>
                  </a:cubicBezTo>
                  <a:cubicBezTo>
                    <a:pt x="121" y="93"/>
                    <a:pt x="127" y="79"/>
                    <a:pt x="127" y="64"/>
                  </a:cubicBezTo>
                  <a:close/>
                  <a:moveTo>
                    <a:pt x="105" y="8"/>
                  </a:moveTo>
                  <a:cubicBezTo>
                    <a:pt x="110" y="8"/>
                    <a:pt x="114" y="10"/>
                    <a:pt x="117" y="13"/>
                  </a:cubicBezTo>
                  <a:cubicBezTo>
                    <a:pt x="124" y="19"/>
                    <a:pt x="124" y="29"/>
                    <a:pt x="120" y="36"/>
                  </a:cubicBezTo>
                  <a:cubicBezTo>
                    <a:pt x="114" y="25"/>
                    <a:pt x="105" y="16"/>
                    <a:pt x="95" y="11"/>
                  </a:cubicBezTo>
                  <a:cubicBezTo>
                    <a:pt x="98" y="9"/>
                    <a:pt x="101" y="8"/>
                    <a:pt x="105" y="8"/>
                  </a:cubicBezTo>
                  <a:close/>
                  <a:moveTo>
                    <a:pt x="16" y="13"/>
                  </a:moveTo>
                  <a:cubicBezTo>
                    <a:pt x="19" y="10"/>
                    <a:pt x="24" y="8"/>
                    <a:pt x="29" y="8"/>
                  </a:cubicBezTo>
                  <a:cubicBezTo>
                    <a:pt x="32" y="8"/>
                    <a:pt x="36" y="9"/>
                    <a:pt x="39" y="11"/>
                  </a:cubicBezTo>
                  <a:cubicBezTo>
                    <a:pt x="28" y="16"/>
                    <a:pt x="19" y="25"/>
                    <a:pt x="14" y="36"/>
                  </a:cubicBezTo>
                  <a:cubicBezTo>
                    <a:pt x="9" y="29"/>
                    <a:pt x="10" y="19"/>
                    <a:pt x="16" y="13"/>
                  </a:cubicBezTo>
                  <a:close/>
                  <a:moveTo>
                    <a:pt x="67" y="116"/>
                  </a:moveTo>
                  <a:cubicBezTo>
                    <a:pt x="38" y="116"/>
                    <a:pt x="15" y="92"/>
                    <a:pt x="15" y="64"/>
                  </a:cubicBezTo>
                  <a:cubicBezTo>
                    <a:pt x="15" y="35"/>
                    <a:pt x="38" y="12"/>
                    <a:pt x="67" y="12"/>
                  </a:cubicBezTo>
                  <a:cubicBezTo>
                    <a:pt x="95" y="12"/>
                    <a:pt x="119" y="35"/>
                    <a:pt x="119" y="64"/>
                  </a:cubicBezTo>
                  <a:cubicBezTo>
                    <a:pt x="119" y="92"/>
                    <a:pt x="95" y="116"/>
                    <a:pt x="67" y="116"/>
                  </a:cubicBezTo>
                  <a:close/>
                  <a:moveTo>
                    <a:pt x="71" y="62"/>
                  </a:moveTo>
                  <a:cubicBezTo>
                    <a:pt x="94" y="85"/>
                    <a:pt x="94" y="85"/>
                    <a:pt x="94" y="85"/>
                  </a:cubicBezTo>
                  <a:cubicBezTo>
                    <a:pt x="88" y="91"/>
                    <a:pt x="88" y="91"/>
                    <a:pt x="88" y="91"/>
                  </a:cubicBezTo>
                  <a:cubicBezTo>
                    <a:pt x="63" y="65"/>
                    <a:pt x="63" y="65"/>
                    <a:pt x="63" y="65"/>
                  </a:cubicBezTo>
                  <a:cubicBezTo>
                    <a:pt x="63" y="28"/>
                    <a:pt x="63" y="28"/>
                    <a:pt x="63" y="28"/>
                  </a:cubicBezTo>
                  <a:cubicBezTo>
                    <a:pt x="71" y="28"/>
                    <a:pt x="71" y="28"/>
                    <a:pt x="71" y="28"/>
                  </a:cubicBezTo>
                  <a:lnTo>
                    <a:pt x="71" y="62"/>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245" name="Group 244"/>
          <p:cNvGrpSpPr/>
          <p:nvPr/>
        </p:nvGrpSpPr>
        <p:grpSpPr>
          <a:xfrm>
            <a:off x="366141" y="3622846"/>
            <a:ext cx="2057019" cy="1143000"/>
            <a:chOff x="366141" y="3622846"/>
            <a:chExt cx="2057019" cy="1143000"/>
          </a:xfrm>
        </p:grpSpPr>
        <p:cxnSp>
          <p:nvCxnSpPr>
            <p:cNvPr id="197" name="Straight Connector 196"/>
            <p:cNvCxnSpPr/>
            <p:nvPr/>
          </p:nvCxnSpPr>
          <p:spPr>
            <a:xfrm>
              <a:off x="812494" y="4343400"/>
              <a:ext cx="1610666"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11" name="Group 110"/>
            <p:cNvGrpSpPr/>
            <p:nvPr/>
          </p:nvGrpSpPr>
          <p:grpSpPr>
            <a:xfrm>
              <a:off x="366141" y="3622846"/>
              <a:ext cx="945034" cy="1143000"/>
              <a:chOff x="366141" y="3520440"/>
              <a:chExt cx="945034" cy="1143000"/>
            </a:xfrm>
          </p:grpSpPr>
          <p:sp>
            <p:nvSpPr>
              <p:cNvPr id="341" name="Title 1"/>
              <p:cNvSpPr txBox="1">
                <a:spLocks/>
              </p:cNvSpPr>
              <p:nvPr/>
            </p:nvSpPr>
            <p:spPr>
              <a:xfrm>
                <a:off x="366141" y="3520440"/>
                <a:ext cx="945034"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TASKS</a:t>
                </a:r>
              </a:p>
            </p:txBody>
          </p:sp>
          <p:grpSp>
            <p:nvGrpSpPr>
              <p:cNvPr id="224" name="Group 223"/>
              <p:cNvGrpSpPr>
                <a:grpSpLocks noChangeAspect="1"/>
              </p:cNvGrpSpPr>
              <p:nvPr/>
            </p:nvGrpSpPr>
            <p:grpSpPr>
              <a:xfrm>
                <a:off x="427178" y="3840480"/>
                <a:ext cx="822960" cy="822960"/>
                <a:chOff x="10812376" y="-1106624"/>
                <a:chExt cx="822960" cy="822960"/>
              </a:xfrm>
            </p:grpSpPr>
            <p:sp>
              <p:nvSpPr>
                <p:cNvPr id="225" name="Oval 224"/>
                <p:cNvSpPr/>
                <p:nvPr/>
              </p:nvSpPr>
              <p:spPr>
                <a:xfrm>
                  <a:off x="10812376" y="-11066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226" name="Group 225"/>
                <p:cNvGrpSpPr>
                  <a:grpSpLocks noChangeAspect="1"/>
                </p:cNvGrpSpPr>
                <p:nvPr/>
              </p:nvGrpSpPr>
              <p:grpSpPr>
                <a:xfrm>
                  <a:off x="11068556" y="-913076"/>
                  <a:ext cx="310601" cy="411480"/>
                  <a:chOff x="8387227" y="3866713"/>
                  <a:chExt cx="1303459" cy="1726804"/>
                </a:xfrm>
                <a:solidFill>
                  <a:srgbClr val="FF8C00"/>
                </a:solidFill>
              </p:grpSpPr>
              <p:sp>
                <p:nvSpPr>
                  <p:cNvPr id="227" name="Freeform 137"/>
                  <p:cNvSpPr>
                    <a:spLocks noChangeAspect="1" noEditPoints="1"/>
                  </p:cNvSpPr>
                  <p:nvPr/>
                </p:nvSpPr>
                <p:spPr bwMode="auto">
                  <a:xfrm>
                    <a:off x="8387227" y="3866713"/>
                    <a:ext cx="1303459" cy="1726804"/>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8" name="Freeform 227"/>
                  <p:cNvSpPr>
                    <a:spLocks/>
                  </p:cNvSpPr>
                  <p:nvPr/>
                </p:nvSpPr>
                <p:spPr bwMode="auto">
                  <a:xfrm>
                    <a:off x="8662203" y="4646138"/>
                    <a:ext cx="753506" cy="532388"/>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grp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grpSp>
        <p:nvGrpSpPr>
          <p:cNvPr id="246" name="Group 245"/>
          <p:cNvGrpSpPr/>
          <p:nvPr/>
        </p:nvGrpSpPr>
        <p:grpSpPr>
          <a:xfrm>
            <a:off x="640080" y="2262839"/>
            <a:ext cx="1800867" cy="2079334"/>
            <a:chOff x="640080" y="2262839"/>
            <a:chExt cx="1800867" cy="2079334"/>
          </a:xfrm>
        </p:grpSpPr>
        <p:cxnSp>
          <p:nvCxnSpPr>
            <p:cNvPr id="165" name="Straight Connector 164"/>
            <p:cNvCxnSpPr/>
            <p:nvPr/>
          </p:nvCxnSpPr>
          <p:spPr>
            <a:xfrm>
              <a:off x="1051552" y="2662119"/>
              <a:ext cx="1389395" cy="16800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44" name="Group 143"/>
            <p:cNvGrpSpPr>
              <a:grpSpLocks noChangeAspect="1"/>
            </p:cNvGrpSpPr>
            <p:nvPr/>
          </p:nvGrpSpPr>
          <p:grpSpPr>
            <a:xfrm>
              <a:off x="640080" y="2262839"/>
              <a:ext cx="822960" cy="822960"/>
              <a:chOff x="5082065" y="2742662"/>
              <a:chExt cx="822960" cy="822960"/>
            </a:xfrm>
          </p:grpSpPr>
          <p:sp>
            <p:nvSpPr>
              <p:cNvPr id="14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9" name="Picture 8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nvGrpSpPr>
          <p:cNvPr id="154" name="Group 153"/>
          <p:cNvGrpSpPr>
            <a:grpSpLocks noChangeAspect="1"/>
          </p:cNvGrpSpPr>
          <p:nvPr/>
        </p:nvGrpSpPr>
        <p:grpSpPr>
          <a:xfrm>
            <a:off x="11155934" y="3405823"/>
            <a:ext cx="822960" cy="822960"/>
            <a:chOff x="3410463" y="3638324"/>
            <a:chExt cx="822960" cy="822960"/>
          </a:xfrm>
        </p:grpSpPr>
        <p:sp>
          <p:nvSpPr>
            <p:cNvPr id="161"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2" name="Picture 7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nvGrpSpPr>
          <p:cNvPr id="238" name="Group 237"/>
          <p:cNvGrpSpPr/>
          <p:nvPr/>
        </p:nvGrpSpPr>
        <p:grpSpPr>
          <a:xfrm>
            <a:off x="6230672" y="3307086"/>
            <a:ext cx="3791332" cy="2910834"/>
            <a:chOff x="6230672" y="3307086"/>
            <a:chExt cx="3791332" cy="2910834"/>
          </a:xfrm>
        </p:grpSpPr>
        <p:sp>
          <p:nvSpPr>
            <p:cNvPr id="69" name="Rectangle 68"/>
            <p:cNvSpPr/>
            <p:nvPr/>
          </p:nvSpPr>
          <p:spPr bwMode="auto">
            <a:xfrm>
              <a:off x="6230672" y="3307086"/>
              <a:ext cx="3379852" cy="249935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Lst>
              <a:ahLst/>
              <a:cxnLst>
                <a:cxn ang="0">
                  <a:pos x="connsiteX0" y="connsiteY0"/>
                </a:cxn>
                <a:cxn ang="0">
                  <a:pos x="connsiteX1" y="connsiteY1"/>
                </a:cxn>
                <a:cxn ang="0">
                  <a:pos x="connsiteX2" y="connsiteY2"/>
                </a:cxn>
              </a:cxnLst>
              <a:rect l="l" t="t" r="r" b="b"/>
              <a:pathLst>
                <a:path w="2411280" h="2499354">
                  <a:moveTo>
                    <a:pt x="2411280" y="2499354"/>
                  </a:moveTo>
                  <a:lnTo>
                    <a:pt x="991584" y="2499354"/>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14" name="Group 13"/>
            <p:cNvGrpSpPr/>
            <p:nvPr/>
          </p:nvGrpSpPr>
          <p:grpSpPr>
            <a:xfrm>
              <a:off x="9199044" y="5074920"/>
              <a:ext cx="822960" cy="1143000"/>
              <a:chOff x="8955861" y="5074920"/>
              <a:chExt cx="822960" cy="1143000"/>
            </a:xfrm>
          </p:grpSpPr>
          <p:sp>
            <p:nvSpPr>
              <p:cNvPr id="329" name="Title 1"/>
              <p:cNvSpPr txBox="1">
                <a:spLocks/>
              </p:cNvSpPr>
              <p:nvPr/>
            </p:nvSpPr>
            <p:spPr>
              <a:xfrm>
                <a:off x="8955861" y="5074920"/>
                <a:ext cx="82296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NOTES</a:t>
                </a:r>
              </a:p>
            </p:txBody>
          </p:sp>
          <p:grpSp>
            <p:nvGrpSpPr>
              <p:cNvPr id="156" name="Group 155"/>
              <p:cNvGrpSpPr>
                <a:grpSpLocks noChangeAspect="1"/>
              </p:cNvGrpSpPr>
              <p:nvPr/>
            </p:nvGrpSpPr>
            <p:grpSpPr>
              <a:xfrm>
                <a:off x="8955861" y="5394960"/>
                <a:ext cx="822960" cy="822960"/>
                <a:chOff x="2510178" y="2759251"/>
                <a:chExt cx="822960" cy="822960"/>
              </a:xfrm>
            </p:grpSpPr>
            <p:sp>
              <p:nvSpPr>
                <p:cNvPr id="157"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58" name="Picture 15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202" name="Group 201"/>
          <p:cNvGrpSpPr>
            <a:grpSpLocks noChangeAspect="1"/>
          </p:cNvGrpSpPr>
          <p:nvPr/>
        </p:nvGrpSpPr>
        <p:grpSpPr>
          <a:xfrm>
            <a:off x="9941878" y="3899300"/>
            <a:ext cx="822960" cy="822960"/>
            <a:chOff x="2537808" y="3638324"/>
            <a:chExt cx="822960" cy="822960"/>
          </a:xfrm>
        </p:grpSpPr>
        <p:sp>
          <p:nvSpPr>
            <p:cNvPr id="20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4"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05" name="Group 204"/>
          <p:cNvGrpSpPr>
            <a:grpSpLocks noChangeAspect="1"/>
          </p:cNvGrpSpPr>
          <p:nvPr/>
        </p:nvGrpSpPr>
        <p:grpSpPr>
          <a:xfrm>
            <a:off x="11064495" y="1119848"/>
            <a:ext cx="822960" cy="822960"/>
            <a:chOff x="2537808" y="3638324"/>
            <a:chExt cx="822960" cy="822960"/>
          </a:xfrm>
        </p:grpSpPr>
        <p:sp>
          <p:nvSpPr>
            <p:cNvPr id="206"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7"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17" name="Group 16"/>
          <p:cNvGrpSpPr/>
          <p:nvPr/>
        </p:nvGrpSpPr>
        <p:grpSpPr>
          <a:xfrm>
            <a:off x="2814490" y="5382541"/>
            <a:ext cx="822960" cy="1184301"/>
            <a:chOff x="2662647" y="5394960"/>
            <a:chExt cx="822960" cy="1184301"/>
          </a:xfrm>
        </p:grpSpPr>
        <p:sp>
          <p:nvSpPr>
            <p:cNvPr id="339" name="Title 1"/>
            <p:cNvSpPr txBox="1">
              <a:spLocks/>
            </p:cNvSpPr>
            <p:nvPr/>
          </p:nvSpPr>
          <p:spPr>
            <a:xfrm>
              <a:off x="2662647" y="621792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08" name="Group 207"/>
            <p:cNvGrpSpPr>
              <a:grpSpLocks noChangeAspect="1"/>
            </p:cNvGrpSpPr>
            <p:nvPr/>
          </p:nvGrpSpPr>
          <p:grpSpPr>
            <a:xfrm>
              <a:off x="2662647" y="5394960"/>
              <a:ext cx="822960" cy="822960"/>
              <a:chOff x="3410463" y="3638324"/>
              <a:chExt cx="822960" cy="822960"/>
            </a:xfrm>
          </p:grpSpPr>
          <p:sp>
            <p:nvSpPr>
              <p:cNvPr id="209"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0" name="Picture 7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grpSp>
        <p:nvGrpSpPr>
          <p:cNvPr id="211" name="Group 210"/>
          <p:cNvGrpSpPr>
            <a:grpSpLocks noChangeAspect="1"/>
          </p:cNvGrpSpPr>
          <p:nvPr/>
        </p:nvGrpSpPr>
        <p:grpSpPr>
          <a:xfrm>
            <a:off x="9015620" y="822960"/>
            <a:ext cx="822960" cy="822960"/>
            <a:chOff x="3410463" y="2759251"/>
            <a:chExt cx="822960" cy="822960"/>
          </a:xfrm>
        </p:grpSpPr>
        <p:sp>
          <p:nvSpPr>
            <p:cNvPr id="212"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3" name="Picture 7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244" name="Group 243"/>
          <p:cNvGrpSpPr/>
          <p:nvPr/>
        </p:nvGrpSpPr>
        <p:grpSpPr>
          <a:xfrm>
            <a:off x="506319" y="4357701"/>
            <a:ext cx="1907327" cy="1855800"/>
            <a:chOff x="506319" y="4357701"/>
            <a:chExt cx="1907327" cy="1855800"/>
          </a:xfrm>
        </p:grpSpPr>
        <p:cxnSp>
          <p:nvCxnSpPr>
            <p:cNvPr id="167" name="Straight Connector 166"/>
            <p:cNvCxnSpPr/>
            <p:nvPr/>
          </p:nvCxnSpPr>
          <p:spPr>
            <a:xfrm flipH="1">
              <a:off x="911179" y="4357701"/>
              <a:ext cx="1502467" cy="1100803"/>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506319" y="5029200"/>
              <a:ext cx="822960" cy="1184301"/>
              <a:chOff x="506319" y="5029200"/>
              <a:chExt cx="822960" cy="1184301"/>
            </a:xfrm>
          </p:grpSpPr>
          <p:sp>
            <p:nvSpPr>
              <p:cNvPr id="340" name="Title 1"/>
              <p:cNvSpPr txBox="1">
                <a:spLocks/>
              </p:cNvSpPr>
              <p:nvPr/>
            </p:nvSpPr>
            <p:spPr>
              <a:xfrm>
                <a:off x="506319"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NOTES</a:t>
                </a:r>
              </a:p>
            </p:txBody>
          </p:sp>
          <p:grpSp>
            <p:nvGrpSpPr>
              <p:cNvPr id="214" name="Group 213"/>
              <p:cNvGrpSpPr>
                <a:grpSpLocks noChangeAspect="1"/>
              </p:cNvGrpSpPr>
              <p:nvPr/>
            </p:nvGrpSpPr>
            <p:grpSpPr>
              <a:xfrm>
                <a:off x="506319" y="5029200"/>
                <a:ext cx="822960" cy="822960"/>
                <a:chOff x="2510178" y="2759251"/>
                <a:chExt cx="822960" cy="822960"/>
              </a:xfrm>
            </p:grpSpPr>
            <p:sp>
              <p:nvSpPr>
                <p:cNvPr id="215"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6" name="Picture 21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130" name="Group 129"/>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12"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2" name="Group 11"/>
          <p:cNvGrpSpPr/>
          <p:nvPr/>
        </p:nvGrpSpPr>
        <p:grpSpPr>
          <a:xfrm>
            <a:off x="1572720" y="3474720"/>
            <a:ext cx="1737360" cy="2194560"/>
            <a:chOff x="10424160" y="-2263395"/>
            <a:chExt cx="1737360" cy="2194560"/>
          </a:xfrm>
        </p:grpSpPr>
        <p:sp>
          <p:nvSpPr>
            <p:cNvPr id="173"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13">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166" name="Title 5"/>
          <p:cNvSpPr txBox="1">
            <a:spLocks/>
          </p:cNvSpPr>
          <p:nvPr/>
        </p:nvSpPr>
        <p:spPr>
          <a:xfrm>
            <a:off x="1" y="2582872"/>
            <a:ext cx="12436474" cy="1371600"/>
          </a:xfrm>
          <a:prstGeom prst="rect">
            <a:avLst/>
          </a:prstGeom>
          <a:solidFill>
            <a:schemeClr val="accent1">
              <a:alpha val="90000"/>
            </a:schemeClr>
          </a:solidFill>
        </p:spPr>
        <p:txBody>
          <a:bodyPr vert="horz" wrap="square" lIns="146246" tIns="91403" rIns="146246" bIns="91403" rtlCol="0" anchor="ctr" anchorCtr="0">
            <a:no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ctr"/>
            <a:r>
              <a:rPr sz="4398" dirty="0">
                <a:gradFill>
                  <a:gsLst>
                    <a:gs pos="100000">
                      <a:srgbClr val="FFFFFF"/>
                    </a:gs>
                    <a:gs pos="0">
                      <a:srgbClr val="FFFFFF"/>
                    </a:gs>
                  </a:gsLst>
                  <a:lin ang="5400000" scaled="1"/>
                </a:gradFill>
              </a:rPr>
              <a:t>https://graph.microsoft.com</a:t>
            </a:r>
            <a:r>
              <a:rPr sz="4398" dirty="0" smtClean="0">
                <a:gradFill>
                  <a:gsLst>
                    <a:gs pos="100000">
                      <a:srgbClr val="FFFFFF"/>
                    </a:gs>
                    <a:gs pos="0">
                      <a:srgbClr val="FFFFFF"/>
                    </a:gs>
                  </a:gsLst>
                  <a:lin ang="5400000" scaled="1"/>
                </a:gradFill>
              </a:rPr>
              <a:t>/</a:t>
            </a:r>
            <a:endParaRPr sz="4398" dirty="0">
              <a:gradFill>
                <a:gsLst>
                  <a:gs pos="100000">
                    <a:srgbClr val="FFFFFF"/>
                  </a:gs>
                  <a:gs pos="0">
                    <a:srgbClr val="FFFFFF"/>
                  </a:gs>
                </a:gsLst>
                <a:lin ang="5400000" scaled="1"/>
              </a:gradFill>
            </a:endParaRPr>
          </a:p>
        </p:txBody>
      </p:sp>
      <p:sp>
        <p:nvSpPr>
          <p:cNvPr id="4" name="Footer Placeholder 3"/>
          <p:cNvSpPr>
            <a:spLocks noGrp="1"/>
          </p:cNvSpPr>
          <p:nvPr>
            <p:ph type="ftr" sz="quarter" idx="10"/>
          </p:nvPr>
        </p:nvSpPr>
        <p:spPr/>
        <p:txBody>
          <a:bodyPr/>
          <a:lstStyle/>
          <a:p>
            <a:pPr lvl="0">
              <a:defRPr/>
            </a:pPr>
            <a:r>
              <a:rPr lang="en-US" sz="1400" b="1" dirty="0">
                <a:gradFill>
                  <a:gsLst>
                    <a:gs pos="8367">
                      <a:schemeClr val="accent6"/>
                    </a:gs>
                    <a:gs pos="31000">
                      <a:schemeClr val="accent6"/>
                    </a:gs>
                  </a:gsLst>
                  <a:lin ang="5400000" scaled="0"/>
                </a:gradFill>
              </a:rPr>
              <a:t>2</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the Microsoft Graph API?</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889929695"/>
      </p:ext>
    </p:extLst>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Graph Explorer</a:t>
            </a:r>
            <a:br>
              <a:rPr lang="en-US" dirty="0" smtClean="0"/>
            </a:br>
            <a:r>
              <a:rPr lang="en-US" sz="4400" dirty="0" smtClean="0"/>
              <a:t>https://graphexplorer2.azurewebsites.net</a:t>
            </a:r>
            <a:endParaRPr lang="en-US" sz="4400" dirty="0"/>
          </a:p>
        </p:txBody>
      </p:sp>
      <p:sp>
        <p:nvSpPr>
          <p:cNvPr id="5" name="Text Placeholder 4"/>
          <p:cNvSpPr>
            <a:spLocks noGrp="1"/>
          </p:cNvSpPr>
          <p:nvPr>
            <p:ph type="body" sz="quarter" idx="12"/>
          </p:nvPr>
        </p:nvSpPr>
        <p:spPr/>
        <p:txBody>
          <a:bodyPr/>
          <a:lstStyle/>
          <a:p>
            <a:r>
              <a:rPr lang="en-US" dirty="0" smtClean="0"/>
              <a:t>demo</a:t>
            </a:r>
            <a:endParaRPr lang="en-US" dirty="0"/>
          </a:p>
        </p:txBody>
      </p:sp>
      <p:grpSp>
        <p:nvGrpSpPr>
          <p:cNvPr id="11" name="Group 10"/>
          <p:cNvGrpSpPr/>
          <p:nvPr/>
        </p:nvGrpSpPr>
        <p:grpSpPr>
          <a:xfrm>
            <a:off x="8138456" y="3284452"/>
            <a:ext cx="3840819" cy="3230298"/>
            <a:chOff x="8443913" y="4611688"/>
            <a:chExt cx="2676525" cy="2251075"/>
          </a:xfrm>
        </p:grpSpPr>
        <p:sp>
          <p:nvSpPr>
            <p:cNvPr id="12" name="Freeform 5"/>
            <p:cNvSpPr>
              <a:spLocks/>
            </p:cNvSpPr>
            <p:nvPr/>
          </p:nvSpPr>
          <p:spPr bwMode="auto">
            <a:xfrm>
              <a:off x="9709150" y="4840288"/>
              <a:ext cx="454025" cy="573088"/>
            </a:xfrm>
            <a:custGeom>
              <a:avLst/>
              <a:gdLst>
                <a:gd name="T0" fmla="*/ 0 w 103"/>
                <a:gd name="T1" fmla="*/ 57 h 130"/>
                <a:gd name="T2" fmla="*/ 5 w 103"/>
                <a:gd name="T3" fmla="*/ 28 h 130"/>
                <a:gd name="T4" fmla="*/ 8 w 103"/>
                <a:gd name="T5" fmla="*/ 14 h 130"/>
                <a:gd name="T6" fmla="*/ 24 w 103"/>
                <a:gd name="T7" fmla="*/ 0 h 130"/>
                <a:gd name="T8" fmla="*/ 60 w 103"/>
                <a:gd name="T9" fmla="*/ 0 h 130"/>
                <a:gd name="T10" fmla="*/ 60 w 103"/>
                <a:gd name="T11" fmla="*/ 0 h 130"/>
                <a:gd name="T12" fmla="*/ 67 w 103"/>
                <a:gd name="T13" fmla="*/ 0 h 130"/>
                <a:gd name="T14" fmla="*/ 81 w 103"/>
                <a:gd name="T15" fmla="*/ 14 h 130"/>
                <a:gd name="T16" fmla="*/ 81 w 103"/>
                <a:gd name="T17" fmla="*/ 28 h 130"/>
                <a:gd name="T18" fmla="*/ 85 w 103"/>
                <a:gd name="T19" fmla="*/ 29 h 130"/>
                <a:gd name="T20" fmla="*/ 92 w 103"/>
                <a:gd name="T21" fmla="*/ 30 h 130"/>
                <a:gd name="T22" fmla="*/ 92 w 103"/>
                <a:gd name="T23" fmla="*/ 31 h 130"/>
                <a:gd name="T24" fmla="*/ 96 w 103"/>
                <a:gd name="T25" fmla="*/ 31 h 130"/>
                <a:gd name="T26" fmla="*/ 102 w 103"/>
                <a:gd name="T27" fmla="*/ 41 h 130"/>
                <a:gd name="T28" fmla="*/ 96 w 103"/>
                <a:gd name="T29" fmla="*/ 56 h 130"/>
                <a:gd name="T30" fmla="*/ 88 w 103"/>
                <a:gd name="T31" fmla="*/ 58 h 130"/>
                <a:gd name="T32" fmla="*/ 88 w 103"/>
                <a:gd name="T33" fmla="*/ 99 h 130"/>
                <a:gd name="T34" fmla="*/ 88 w 103"/>
                <a:gd name="T35" fmla="*/ 130 h 130"/>
                <a:gd name="T36" fmla="*/ 38 w 103"/>
                <a:gd name="T37" fmla="*/ 130 h 130"/>
                <a:gd name="T38" fmla="*/ 38 w 103"/>
                <a:gd name="T39" fmla="*/ 99 h 130"/>
                <a:gd name="T40" fmla="*/ 24 w 103"/>
                <a:gd name="T41" fmla="*/ 99 h 130"/>
                <a:gd name="T42" fmla="*/ 9 w 103"/>
                <a:gd name="T43" fmla="*/ 85 h 130"/>
                <a:gd name="T44" fmla="*/ 9 w 103"/>
                <a:gd name="T45" fmla="*/ 66 h 130"/>
                <a:gd name="T46" fmla="*/ 9 w 103"/>
                <a:gd name="T47" fmla="*/ 63 h 130"/>
                <a:gd name="T48" fmla="*/ 5 w 103"/>
                <a:gd name="T49" fmla="*/ 63 h 130"/>
                <a:gd name="T50" fmla="*/ 1 w 103"/>
                <a:gd name="T51" fmla="*/ 61 h 130"/>
                <a:gd name="T52" fmla="*/ 0 w 103"/>
                <a:gd name="T53" fmla="*/ 5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3" h="130">
                  <a:moveTo>
                    <a:pt x="0" y="57"/>
                  </a:moveTo>
                  <a:cubicBezTo>
                    <a:pt x="1" y="47"/>
                    <a:pt x="3" y="36"/>
                    <a:pt x="5" y="28"/>
                  </a:cubicBezTo>
                  <a:cubicBezTo>
                    <a:pt x="6" y="26"/>
                    <a:pt x="7" y="16"/>
                    <a:pt x="8" y="14"/>
                  </a:cubicBezTo>
                  <a:cubicBezTo>
                    <a:pt x="10" y="6"/>
                    <a:pt x="15" y="0"/>
                    <a:pt x="24" y="0"/>
                  </a:cubicBezTo>
                  <a:cubicBezTo>
                    <a:pt x="60" y="0"/>
                    <a:pt x="60" y="0"/>
                    <a:pt x="60" y="0"/>
                  </a:cubicBezTo>
                  <a:cubicBezTo>
                    <a:pt x="60" y="0"/>
                    <a:pt x="60" y="0"/>
                    <a:pt x="60" y="0"/>
                  </a:cubicBezTo>
                  <a:cubicBezTo>
                    <a:pt x="67" y="0"/>
                    <a:pt x="67" y="0"/>
                    <a:pt x="67" y="0"/>
                  </a:cubicBezTo>
                  <a:cubicBezTo>
                    <a:pt x="75" y="0"/>
                    <a:pt x="81" y="6"/>
                    <a:pt x="81" y="14"/>
                  </a:cubicBezTo>
                  <a:cubicBezTo>
                    <a:pt x="81" y="28"/>
                    <a:pt x="81" y="28"/>
                    <a:pt x="81" y="28"/>
                  </a:cubicBezTo>
                  <a:cubicBezTo>
                    <a:pt x="83" y="28"/>
                    <a:pt x="84" y="28"/>
                    <a:pt x="85" y="29"/>
                  </a:cubicBezTo>
                  <a:cubicBezTo>
                    <a:pt x="92" y="30"/>
                    <a:pt x="92" y="30"/>
                    <a:pt x="92" y="30"/>
                  </a:cubicBezTo>
                  <a:cubicBezTo>
                    <a:pt x="92" y="31"/>
                    <a:pt x="92" y="31"/>
                    <a:pt x="92" y="31"/>
                  </a:cubicBezTo>
                  <a:cubicBezTo>
                    <a:pt x="92" y="31"/>
                    <a:pt x="93" y="31"/>
                    <a:pt x="96" y="31"/>
                  </a:cubicBezTo>
                  <a:cubicBezTo>
                    <a:pt x="99" y="32"/>
                    <a:pt x="103" y="34"/>
                    <a:pt x="102" y="41"/>
                  </a:cubicBezTo>
                  <a:cubicBezTo>
                    <a:pt x="102" y="48"/>
                    <a:pt x="100" y="52"/>
                    <a:pt x="96" y="56"/>
                  </a:cubicBezTo>
                  <a:cubicBezTo>
                    <a:pt x="93" y="59"/>
                    <a:pt x="89" y="59"/>
                    <a:pt x="88" y="58"/>
                  </a:cubicBezTo>
                  <a:cubicBezTo>
                    <a:pt x="88" y="99"/>
                    <a:pt x="88" y="99"/>
                    <a:pt x="88" y="99"/>
                  </a:cubicBezTo>
                  <a:cubicBezTo>
                    <a:pt x="88" y="130"/>
                    <a:pt x="88" y="130"/>
                    <a:pt x="88" y="130"/>
                  </a:cubicBezTo>
                  <a:cubicBezTo>
                    <a:pt x="38" y="130"/>
                    <a:pt x="38" y="130"/>
                    <a:pt x="38" y="130"/>
                  </a:cubicBezTo>
                  <a:cubicBezTo>
                    <a:pt x="38" y="99"/>
                    <a:pt x="38" y="99"/>
                    <a:pt x="38" y="99"/>
                  </a:cubicBezTo>
                  <a:cubicBezTo>
                    <a:pt x="24" y="99"/>
                    <a:pt x="24" y="99"/>
                    <a:pt x="24" y="99"/>
                  </a:cubicBezTo>
                  <a:cubicBezTo>
                    <a:pt x="16" y="99"/>
                    <a:pt x="9" y="93"/>
                    <a:pt x="9" y="85"/>
                  </a:cubicBezTo>
                  <a:cubicBezTo>
                    <a:pt x="9" y="66"/>
                    <a:pt x="9" y="66"/>
                    <a:pt x="9" y="66"/>
                  </a:cubicBezTo>
                  <a:cubicBezTo>
                    <a:pt x="9" y="63"/>
                    <a:pt x="9" y="63"/>
                    <a:pt x="9" y="63"/>
                  </a:cubicBezTo>
                  <a:cubicBezTo>
                    <a:pt x="5" y="63"/>
                    <a:pt x="5" y="63"/>
                    <a:pt x="5" y="63"/>
                  </a:cubicBezTo>
                  <a:cubicBezTo>
                    <a:pt x="4" y="63"/>
                    <a:pt x="2" y="62"/>
                    <a:pt x="1" y="61"/>
                  </a:cubicBezTo>
                  <a:cubicBezTo>
                    <a:pt x="0" y="60"/>
                    <a:pt x="0" y="58"/>
                    <a:pt x="0" y="57"/>
                  </a:cubicBezTo>
                  <a:close/>
                </a:path>
              </a:pathLst>
            </a:custGeom>
            <a:solidFill>
              <a:srgbClr val="F5BF9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3" name="Rectangle 6"/>
            <p:cNvSpPr>
              <a:spLocks noChangeArrowheads="1"/>
            </p:cNvSpPr>
            <p:nvPr/>
          </p:nvSpPr>
          <p:spPr bwMode="auto">
            <a:xfrm>
              <a:off x="9731375" y="4800600"/>
              <a:ext cx="260350" cy="166688"/>
            </a:xfrm>
            <a:prstGeom prst="rect">
              <a:avLst/>
            </a:prstGeom>
            <a:solidFill>
              <a:srgbClr val="F5BF9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4" name="Freeform 7"/>
            <p:cNvSpPr>
              <a:spLocks/>
            </p:cNvSpPr>
            <p:nvPr/>
          </p:nvSpPr>
          <p:spPr bwMode="auto">
            <a:xfrm>
              <a:off x="9723438" y="4611688"/>
              <a:ext cx="431800" cy="409575"/>
            </a:xfrm>
            <a:custGeom>
              <a:avLst/>
              <a:gdLst>
                <a:gd name="T0" fmla="*/ 2 w 98"/>
                <a:gd name="T1" fmla="*/ 40 h 93"/>
                <a:gd name="T2" fmla="*/ 14 w 98"/>
                <a:gd name="T3" fmla="*/ 28 h 93"/>
                <a:gd name="T4" fmla="*/ 29 w 98"/>
                <a:gd name="T5" fmla="*/ 22 h 93"/>
                <a:gd name="T6" fmla="*/ 36 w 98"/>
                <a:gd name="T7" fmla="*/ 16 h 93"/>
                <a:gd name="T8" fmla="*/ 40 w 98"/>
                <a:gd name="T9" fmla="*/ 14 h 93"/>
                <a:gd name="T10" fmla="*/ 43 w 98"/>
                <a:gd name="T11" fmla="*/ 20 h 93"/>
                <a:gd name="T12" fmla="*/ 48 w 98"/>
                <a:gd name="T13" fmla="*/ 16 h 93"/>
                <a:gd name="T14" fmla="*/ 51 w 98"/>
                <a:gd name="T15" fmla="*/ 9 h 93"/>
                <a:gd name="T16" fmla="*/ 55 w 98"/>
                <a:gd name="T17" fmla="*/ 15 h 93"/>
                <a:gd name="T18" fmla="*/ 60 w 98"/>
                <a:gd name="T19" fmla="*/ 17 h 93"/>
                <a:gd name="T20" fmla="*/ 70 w 98"/>
                <a:gd name="T21" fmla="*/ 6 h 93"/>
                <a:gd name="T22" fmla="*/ 81 w 98"/>
                <a:gd name="T23" fmla="*/ 12 h 93"/>
                <a:gd name="T24" fmla="*/ 84 w 98"/>
                <a:gd name="T25" fmla="*/ 35 h 93"/>
                <a:gd name="T26" fmla="*/ 87 w 98"/>
                <a:gd name="T27" fmla="*/ 39 h 93"/>
                <a:gd name="T28" fmla="*/ 92 w 98"/>
                <a:gd name="T29" fmla="*/ 34 h 93"/>
                <a:gd name="T30" fmla="*/ 96 w 98"/>
                <a:gd name="T31" fmla="*/ 34 h 93"/>
                <a:gd name="T32" fmla="*/ 98 w 98"/>
                <a:gd name="T33" fmla="*/ 37 h 93"/>
                <a:gd name="T34" fmla="*/ 95 w 98"/>
                <a:gd name="T35" fmla="*/ 52 h 93"/>
                <a:gd name="T36" fmla="*/ 93 w 98"/>
                <a:gd name="T37" fmla="*/ 57 h 93"/>
                <a:gd name="T38" fmla="*/ 95 w 98"/>
                <a:gd name="T39" fmla="*/ 71 h 93"/>
                <a:gd name="T40" fmla="*/ 94 w 98"/>
                <a:gd name="T41" fmla="*/ 83 h 93"/>
                <a:gd name="T42" fmla="*/ 81 w 98"/>
                <a:gd name="T43" fmla="*/ 87 h 93"/>
                <a:gd name="T44" fmla="*/ 78 w 98"/>
                <a:gd name="T45" fmla="*/ 93 h 93"/>
                <a:gd name="T46" fmla="*/ 72 w 98"/>
                <a:gd name="T47" fmla="*/ 59 h 93"/>
                <a:gd name="T48" fmla="*/ 45 w 98"/>
                <a:gd name="T49" fmla="*/ 53 h 93"/>
                <a:gd name="T50" fmla="*/ 19 w 98"/>
                <a:gd name="T51" fmla="*/ 45 h 93"/>
                <a:gd name="T52" fmla="*/ 17 w 98"/>
                <a:gd name="T53" fmla="*/ 45 h 93"/>
                <a:gd name="T54" fmla="*/ 15 w 98"/>
                <a:gd name="T55" fmla="*/ 45 h 93"/>
                <a:gd name="T56" fmla="*/ 14 w 98"/>
                <a:gd name="T57" fmla="*/ 46 h 93"/>
                <a:gd name="T58" fmla="*/ 14 w 98"/>
                <a:gd name="T59" fmla="*/ 46 h 93"/>
                <a:gd name="T60" fmla="*/ 13 w 98"/>
                <a:gd name="T61" fmla="*/ 46 h 93"/>
                <a:gd name="T62" fmla="*/ 13 w 98"/>
                <a:gd name="T63" fmla="*/ 46 h 93"/>
                <a:gd name="T64" fmla="*/ 2 w 98"/>
                <a:gd name="T65" fmla="*/ 62 h 93"/>
                <a:gd name="T66" fmla="*/ 2 w 98"/>
                <a:gd name="T67" fmla="*/ 4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8" h="93">
                  <a:moveTo>
                    <a:pt x="2" y="40"/>
                  </a:moveTo>
                  <a:cubicBezTo>
                    <a:pt x="4" y="34"/>
                    <a:pt x="9" y="30"/>
                    <a:pt x="14" y="28"/>
                  </a:cubicBezTo>
                  <a:cubicBezTo>
                    <a:pt x="19" y="24"/>
                    <a:pt x="25" y="23"/>
                    <a:pt x="29" y="22"/>
                  </a:cubicBezTo>
                  <a:cubicBezTo>
                    <a:pt x="35" y="21"/>
                    <a:pt x="35" y="21"/>
                    <a:pt x="36" y="16"/>
                  </a:cubicBezTo>
                  <a:cubicBezTo>
                    <a:pt x="37" y="10"/>
                    <a:pt x="39" y="12"/>
                    <a:pt x="40" y="14"/>
                  </a:cubicBezTo>
                  <a:cubicBezTo>
                    <a:pt x="41" y="16"/>
                    <a:pt x="41" y="20"/>
                    <a:pt x="43" y="20"/>
                  </a:cubicBezTo>
                  <a:cubicBezTo>
                    <a:pt x="44" y="20"/>
                    <a:pt x="46" y="19"/>
                    <a:pt x="48" y="16"/>
                  </a:cubicBezTo>
                  <a:cubicBezTo>
                    <a:pt x="50" y="13"/>
                    <a:pt x="50" y="9"/>
                    <a:pt x="51" y="9"/>
                  </a:cubicBezTo>
                  <a:cubicBezTo>
                    <a:pt x="53" y="10"/>
                    <a:pt x="54" y="12"/>
                    <a:pt x="55" y="15"/>
                  </a:cubicBezTo>
                  <a:cubicBezTo>
                    <a:pt x="55" y="18"/>
                    <a:pt x="56" y="19"/>
                    <a:pt x="60" y="17"/>
                  </a:cubicBezTo>
                  <a:cubicBezTo>
                    <a:pt x="64" y="15"/>
                    <a:pt x="67" y="11"/>
                    <a:pt x="70" y="6"/>
                  </a:cubicBezTo>
                  <a:cubicBezTo>
                    <a:pt x="73" y="0"/>
                    <a:pt x="76" y="2"/>
                    <a:pt x="81" y="12"/>
                  </a:cubicBezTo>
                  <a:cubicBezTo>
                    <a:pt x="87" y="22"/>
                    <a:pt x="85" y="32"/>
                    <a:pt x="84" y="35"/>
                  </a:cubicBezTo>
                  <a:cubicBezTo>
                    <a:pt x="84" y="38"/>
                    <a:pt x="85" y="39"/>
                    <a:pt x="87" y="39"/>
                  </a:cubicBezTo>
                  <a:cubicBezTo>
                    <a:pt x="89" y="38"/>
                    <a:pt x="90" y="36"/>
                    <a:pt x="92" y="34"/>
                  </a:cubicBezTo>
                  <a:cubicBezTo>
                    <a:pt x="93" y="34"/>
                    <a:pt x="95" y="33"/>
                    <a:pt x="96" y="34"/>
                  </a:cubicBezTo>
                  <a:cubicBezTo>
                    <a:pt x="97" y="35"/>
                    <a:pt x="98" y="36"/>
                    <a:pt x="98" y="37"/>
                  </a:cubicBezTo>
                  <a:cubicBezTo>
                    <a:pt x="97" y="43"/>
                    <a:pt x="96" y="49"/>
                    <a:pt x="95" y="52"/>
                  </a:cubicBezTo>
                  <a:cubicBezTo>
                    <a:pt x="94" y="54"/>
                    <a:pt x="94" y="56"/>
                    <a:pt x="93" y="57"/>
                  </a:cubicBezTo>
                  <a:cubicBezTo>
                    <a:pt x="95" y="61"/>
                    <a:pt x="95" y="66"/>
                    <a:pt x="95" y="71"/>
                  </a:cubicBezTo>
                  <a:cubicBezTo>
                    <a:pt x="95" y="76"/>
                    <a:pt x="95" y="80"/>
                    <a:pt x="94" y="83"/>
                  </a:cubicBezTo>
                  <a:cubicBezTo>
                    <a:pt x="94" y="83"/>
                    <a:pt x="85" y="82"/>
                    <a:pt x="81" y="87"/>
                  </a:cubicBezTo>
                  <a:cubicBezTo>
                    <a:pt x="79" y="90"/>
                    <a:pt x="78" y="93"/>
                    <a:pt x="78" y="93"/>
                  </a:cubicBezTo>
                  <a:cubicBezTo>
                    <a:pt x="72" y="59"/>
                    <a:pt x="72" y="59"/>
                    <a:pt x="72" y="59"/>
                  </a:cubicBezTo>
                  <a:cubicBezTo>
                    <a:pt x="72" y="59"/>
                    <a:pt x="61" y="60"/>
                    <a:pt x="45" y="53"/>
                  </a:cubicBezTo>
                  <a:cubicBezTo>
                    <a:pt x="33" y="48"/>
                    <a:pt x="25" y="46"/>
                    <a:pt x="19" y="45"/>
                  </a:cubicBezTo>
                  <a:cubicBezTo>
                    <a:pt x="18" y="45"/>
                    <a:pt x="18" y="45"/>
                    <a:pt x="17" y="45"/>
                  </a:cubicBezTo>
                  <a:cubicBezTo>
                    <a:pt x="16" y="45"/>
                    <a:pt x="15" y="45"/>
                    <a:pt x="15" y="45"/>
                  </a:cubicBezTo>
                  <a:cubicBezTo>
                    <a:pt x="14" y="45"/>
                    <a:pt x="14" y="45"/>
                    <a:pt x="14" y="46"/>
                  </a:cubicBezTo>
                  <a:cubicBezTo>
                    <a:pt x="14" y="46"/>
                    <a:pt x="14" y="46"/>
                    <a:pt x="14" y="46"/>
                  </a:cubicBezTo>
                  <a:cubicBezTo>
                    <a:pt x="14" y="46"/>
                    <a:pt x="14" y="46"/>
                    <a:pt x="13" y="46"/>
                  </a:cubicBezTo>
                  <a:cubicBezTo>
                    <a:pt x="13" y="46"/>
                    <a:pt x="13" y="46"/>
                    <a:pt x="13" y="46"/>
                  </a:cubicBezTo>
                  <a:cubicBezTo>
                    <a:pt x="8" y="48"/>
                    <a:pt x="3" y="54"/>
                    <a:pt x="2" y="62"/>
                  </a:cubicBezTo>
                  <a:cubicBezTo>
                    <a:pt x="0" y="54"/>
                    <a:pt x="1" y="45"/>
                    <a:pt x="2" y="40"/>
                  </a:cubicBezTo>
                  <a:close/>
                </a:path>
              </a:pathLst>
            </a:custGeom>
            <a:solidFill>
              <a:srgbClr val="3034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5" name="Oval 8"/>
            <p:cNvSpPr>
              <a:spLocks noChangeArrowheads="1"/>
            </p:cNvSpPr>
            <p:nvPr/>
          </p:nvSpPr>
          <p:spPr bwMode="auto">
            <a:xfrm>
              <a:off x="9899650" y="5073650"/>
              <a:ext cx="39687" cy="34925"/>
            </a:xfrm>
            <a:prstGeom prst="ellipse">
              <a:avLst/>
            </a:prstGeom>
            <a:solidFill>
              <a:srgbClr val="F0B0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6" name="Oval 9"/>
            <p:cNvSpPr>
              <a:spLocks noChangeArrowheads="1"/>
            </p:cNvSpPr>
            <p:nvPr/>
          </p:nvSpPr>
          <p:spPr bwMode="auto">
            <a:xfrm>
              <a:off x="9802813" y="4976813"/>
              <a:ext cx="52387" cy="52388"/>
            </a:xfrm>
            <a:prstGeom prst="ellipse">
              <a:avLst/>
            </a:prstGeom>
            <a:solidFill>
              <a:srgbClr val="5289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7" name="Oval 10"/>
            <p:cNvSpPr>
              <a:spLocks noChangeArrowheads="1"/>
            </p:cNvSpPr>
            <p:nvPr/>
          </p:nvSpPr>
          <p:spPr bwMode="auto">
            <a:xfrm>
              <a:off x="9810750" y="4984750"/>
              <a:ext cx="22225" cy="22225"/>
            </a:xfrm>
            <a:prstGeom prst="ellipse">
              <a:avLst/>
            </a:prstGeom>
            <a:solidFill>
              <a:srgbClr val="F5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8" name="Freeform 11"/>
            <p:cNvSpPr>
              <a:spLocks/>
            </p:cNvSpPr>
            <p:nvPr/>
          </p:nvSpPr>
          <p:spPr bwMode="auto">
            <a:xfrm>
              <a:off x="10066338" y="5064125"/>
              <a:ext cx="31750" cy="53975"/>
            </a:xfrm>
            <a:custGeom>
              <a:avLst/>
              <a:gdLst>
                <a:gd name="T0" fmla="*/ 0 w 7"/>
                <a:gd name="T1" fmla="*/ 0 h 12"/>
                <a:gd name="T2" fmla="*/ 2 w 7"/>
                <a:gd name="T3" fmla="*/ 4 h 12"/>
                <a:gd name="T4" fmla="*/ 7 w 7"/>
                <a:gd name="T5" fmla="*/ 7 h 12"/>
                <a:gd name="T6" fmla="*/ 7 w 7"/>
                <a:gd name="T7" fmla="*/ 11 h 12"/>
                <a:gd name="T8" fmla="*/ 6 w 7"/>
                <a:gd name="T9" fmla="*/ 12 h 12"/>
                <a:gd name="T10" fmla="*/ 4 w 7"/>
                <a:gd name="T11" fmla="*/ 11 h 12"/>
                <a:gd name="T12" fmla="*/ 3 w 7"/>
                <a:gd name="T13" fmla="*/ 11 h 12"/>
                <a:gd name="T14" fmla="*/ 2 w 7"/>
                <a:gd name="T15" fmla="*/ 9 h 12"/>
                <a:gd name="T16" fmla="*/ 0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0"/>
                  </a:moveTo>
                  <a:cubicBezTo>
                    <a:pt x="2" y="4"/>
                    <a:pt x="2" y="4"/>
                    <a:pt x="2" y="4"/>
                  </a:cubicBezTo>
                  <a:cubicBezTo>
                    <a:pt x="4" y="6"/>
                    <a:pt x="5" y="7"/>
                    <a:pt x="7" y="7"/>
                  </a:cubicBezTo>
                  <a:cubicBezTo>
                    <a:pt x="7" y="11"/>
                    <a:pt x="7" y="11"/>
                    <a:pt x="7" y="11"/>
                  </a:cubicBezTo>
                  <a:cubicBezTo>
                    <a:pt x="6" y="12"/>
                    <a:pt x="6" y="12"/>
                    <a:pt x="6" y="12"/>
                  </a:cubicBezTo>
                  <a:cubicBezTo>
                    <a:pt x="5" y="12"/>
                    <a:pt x="4" y="11"/>
                    <a:pt x="4" y="11"/>
                  </a:cubicBezTo>
                  <a:cubicBezTo>
                    <a:pt x="4" y="11"/>
                    <a:pt x="4" y="11"/>
                    <a:pt x="3" y="11"/>
                  </a:cubicBezTo>
                  <a:cubicBezTo>
                    <a:pt x="3" y="10"/>
                    <a:pt x="2" y="10"/>
                    <a:pt x="2" y="9"/>
                  </a:cubicBezTo>
                  <a:cubicBezTo>
                    <a:pt x="0" y="4"/>
                    <a:pt x="0" y="0"/>
                    <a:pt x="0" y="0"/>
                  </a:cubicBezTo>
                  <a:close/>
                </a:path>
              </a:pathLst>
            </a:custGeom>
            <a:solidFill>
              <a:srgbClr val="EC8A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9" name="Freeform 12"/>
            <p:cNvSpPr>
              <a:spLocks/>
            </p:cNvSpPr>
            <p:nvPr/>
          </p:nvSpPr>
          <p:spPr bwMode="auto">
            <a:xfrm>
              <a:off x="9793288" y="4924425"/>
              <a:ext cx="79375" cy="42863"/>
            </a:xfrm>
            <a:custGeom>
              <a:avLst/>
              <a:gdLst>
                <a:gd name="T0" fmla="*/ 15 w 18"/>
                <a:gd name="T1" fmla="*/ 4 h 10"/>
                <a:gd name="T2" fmla="*/ 4 w 18"/>
                <a:gd name="T3" fmla="*/ 0 h 10"/>
                <a:gd name="T4" fmla="*/ 0 w 18"/>
                <a:gd name="T5" fmla="*/ 1 h 10"/>
                <a:gd name="T6" fmla="*/ 0 w 18"/>
                <a:gd name="T7" fmla="*/ 1 h 10"/>
                <a:gd name="T8" fmla="*/ 3 w 18"/>
                <a:gd name="T9" fmla="*/ 5 h 10"/>
                <a:gd name="T10" fmla="*/ 13 w 18"/>
                <a:gd name="T11" fmla="*/ 9 h 10"/>
                <a:gd name="T12" fmla="*/ 17 w 18"/>
                <a:gd name="T13" fmla="*/ 8 h 10"/>
                <a:gd name="T14" fmla="*/ 17 w 18"/>
                <a:gd name="T15" fmla="*/ 8 h 10"/>
                <a:gd name="T16" fmla="*/ 15 w 18"/>
                <a:gd name="T1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0">
                  <a:moveTo>
                    <a:pt x="15" y="4"/>
                  </a:moveTo>
                  <a:cubicBezTo>
                    <a:pt x="4" y="0"/>
                    <a:pt x="4" y="0"/>
                    <a:pt x="4" y="0"/>
                  </a:cubicBezTo>
                  <a:cubicBezTo>
                    <a:pt x="3" y="0"/>
                    <a:pt x="1" y="0"/>
                    <a:pt x="0" y="1"/>
                  </a:cubicBezTo>
                  <a:cubicBezTo>
                    <a:pt x="0" y="1"/>
                    <a:pt x="0" y="1"/>
                    <a:pt x="0" y="1"/>
                  </a:cubicBezTo>
                  <a:cubicBezTo>
                    <a:pt x="0" y="3"/>
                    <a:pt x="1" y="4"/>
                    <a:pt x="3" y="5"/>
                  </a:cubicBezTo>
                  <a:cubicBezTo>
                    <a:pt x="13" y="9"/>
                    <a:pt x="13" y="9"/>
                    <a:pt x="13" y="9"/>
                  </a:cubicBezTo>
                  <a:cubicBezTo>
                    <a:pt x="15" y="10"/>
                    <a:pt x="17" y="9"/>
                    <a:pt x="17" y="8"/>
                  </a:cubicBezTo>
                  <a:cubicBezTo>
                    <a:pt x="17" y="8"/>
                    <a:pt x="17" y="8"/>
                    <a:pt x="17" y="8"/>
                  </a:cubicBezTo>
                  <a:cubicBezTo>
                    <a:pt x="18" y="7"/>
                    <a:pt x="17" y="5"/>
                    <a:pt x="15" y="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0" name="Freeform 13"/>
            <p:cNvSpPr>
              <a:spLocks/>
            </p:cNvSpPr>
            <p:nvPr/>
          </p:nvSpPr>
          <p:spPr bwMode="auto">
            <a:xfrm>
              <a:off x="9625013" y="5262563"/>
              <a:ext cx="666750" cy="692150"/>
            </a:xfrm>
            <a:custGeom>
              <a:avLst/>
              <a:gdLst>
                <a:gd name="T0" fmla="*/ 18 w 151"/>
                <a:gd name="T1" fmla="*/ 13 h 157"/>
                <a:gd name="T2" fmla="*/ 45 w 151"/>
                <a:gd name="T3" fmla="*/ 0 h 157"/>
                <a:gd name="T4" fmla="*/ 62 w 151"/>
                <a:gd name="T5" fmla="*/ 31 h 157"/>
                <a:gd name="T6" fmla="*/ 90 w 151"/>
                <a:gd name="T7" fmla="*/ 30 h 157"/>
                <a:gd name="T8" fmla="*/ 107 w 151"/>
                <a:gd name="T9" fmla="*/ 2 h 157"/>
                <a:gd name="T10" fmla="*/ 142 w 151"/>
                <a:gd name="T11" fmla="*/ 20 h 157"/>
                <a:gd name="T12" fmla="*/ 150 w 151"/>
                <a:gd name="T13" fmla="*/ 49 h 157"/>
                <a:gd name="T14" fmla="*/ 150 w 151"/>
                <a:gd name="T15" fmla="*/ 157 h 157"/>
                <a:gd name="T16" fmla="*/ 0 w 151"/>
                <a:gd name="T17" fmla="*/ 157 h 157"/>
                <a:gd name="T18" fmla="*/ 0 w 151"/>
                <a:gd name="T19" fmla="*/ 49 h 157"/>
                <a:gd name="T20" fmla="*/ 18 w 151"/>
                <a:gd name="T21" fmla="*/ 13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1" h="157">
                  <a:moveTo>
                    <a:pt x="18" y="13"/>
                  </a:moveTo>
                  <a:cubicBezTo>
                    <a:pt x="29" y="6"/>
                    <a:pt x="41" y="2"/>
                    <a:pt x="45" y="0"/>
                  </a:cubicBezTo>
                  <a:cubicBezTo>
                    <a:pt x="62" y="31"/>
                    <a:pt x="62" y="31"/>
                    <a:pt x="62" y="31"/>
                  </a:cubicBezTo>
                  <a:cubicBezTo>
                    <a:pt x="90" y="30"/>
                    <a:pt x="90" y="30"/>
                    <a:pt x="90" y="30"/>
                  </a:cubicBezTo>
                  <a:cubicBezTo>
                    <a:pt x="107" y="2"/>
                    <a:pt x="107" y="2"/>
                    <a:pt x="107" y="2"/>
                  </a:cubicBezTo>
                  <a:cubicBezTo>
                    <a:pt x="118" y="7"/>
                    <a:pt x="135" y="13"/>
                    <a:pt x="142" y="20"/>
                  </a:cubicBezTo>
                  <a:cubicBezTo>
                    <a:pt x="151" y="31"/>
                    <a:pt x="150" y="49"/>
                    <a:pt x="150" y="49"/>
                  </a:cubicBezTo>
                  <a:cubicBezTo>
                    <a:pt x="150" y="157"/>
                    <a:pt x="150" y="157"/>
                    <a:pt x="150" y="157"/>
                  </a:cubicBezTo>
                  <a:cubicBezTo>
                    <a:pt x="0" y="157"/>
                    <a:pt x="0" y="157"/>
                    <a:pt x="0" y="157"/>
                  </a:cubicBezTo>
                  <a:cubicBezTo>
                    <a:pt x="0" y="49"/>
                    <a:pt x="0" y="49"/>
                    <a:pt x="0" y="49"/>
                  </a:cubicBezTo>
                  <a:cubicBezTo>
                    <a:pt x="0" y="32"/>
                    <a:pt x="5" y="20"/>
                    <a:pt x="18" y="13"/>
                  </a:cubicBezTo>
                  <a:close/>
                </a:path>
              </a:pathLst>
            </a:custGeom>
            <a:solidFill>
              <a:srgbClr val="784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1" name="Rectangle 14"/>
            <p:cNvSpPr>
              <a:spLocks noChangeArrowheads="1"/>
            </p:cNvSpPr>
            <p:nvPr/>
          </p:nvSpPr>
          <p:spPr bwMode="auto">
            <a:xfrm>
              <a:off x="9753600" y="5808663"/>
              <a:ext cx="406400" cy="119063"/>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 name="Freeform 15"/>
            <p:cNvSpPr>
              <a:spLocks/>
            </p:cNvSpPr>
            <p:nvPr/>
          </p:nvSpPr>
          <p:spPr bwMode="auto">
            <a:xfrm>
              <a:off x="9713913" y="6681788"/>
              <a:ext cx="215900" cy="119063"/>
            </a:xfrm>
            <a:custGeom>
              <a:avLst/>
              <a:gdLst>
                <a:gd name="T0" fmla="*/ 49 w 49"/>
                <a:gd name="T1" fmla="*/ 2 h 27"/>
                <a:gd name="T2" fmla="*/ 39 w 49"/>
                <a:gd name="T3" fmla="*/ 2 h 27"/>
                <a:gd name="T4" fmla="*/ 38 w 49"/>
                <a:gd name="T5" fmla="*/ 0 h 27"/>
                <a:gd name="T6" fmla="*/ 34 w 49"/>
                <a:gd name="T7" fmla="*/ 2 h 27"/>
                <a:gd name="T8" fmla="*/ 28 w 49"/>
                <a:gd name="T9" fmla="*/ 2 h 27"/>
                <a:gd name="T10" fmla="*/ 28 w 49"/>
                <a:gd name="T11" fmla="*/ 5 h 27"/>
                <a:gd name="T12" fmla="*/ 27 w 49"/>
                <a:gd name="T13" fmla="*/ 6 h 27"/>
                <a:gd name="T14" fmla="*/ 8 w 49"/>
                <a:gd name="T15" fmla="*/ 15 h 27"/>
                <a:gd name="T16" fmla="*/ 1 w 49"/>
                <a:gd name="T17" fmla="*/ 23 h 27"/>
                <a:gd name="T18" fmla="*/ 7 w 49"/>
                <a:gd name="T19" fmla="*/ 26 h 27"/>
                <a:gd name="T20" fmla="*/ 28 w 49"/>
                <a:gd name="T21" fmla="*/ 26 h 27"/>
                <a:gd name="T22" fmla="*/ 35 w 49"/>
                <a:gd name="T23" fmla="*/ 24 h 27"/>
                <a:gd name="T24" fmla="*/ 40 w 49"/>
                <a:gd name="T25" fmla="*/ 21 h 27"/>
                <a:gd name="T26" fmla="*/ 40 w 49"/>
                <a:gd name="T27" fmla="*/ 26 h 27"/>
                <a:gd name="T28" fmla="*/ 48 w 49"/>
                <a:gd name="T29" fmla="*/ 25 h 27"/>
                <a:gd name="T30" fmla="*/ 49 w 49"/>
                <a:gd name="T31" fmla="*/ 19 h 27"/>
                <a:gd name="T32" fmla="*/ 49 w 49"/>
                <a:gd name="T33" fmla="*/ 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27">
                  <a:moveTo>
                    <a:pt x="49" y="2"/>
                  </a:moveTo>
                  <a:cubicBezTo>
                    <a:pt x="39" y="2"/>
                    <a:pt x="39" y="2"/>
                    <a:pt x="39" y="2"/>
                  </a:cubicBezTo>
                  <a:cubicBezTo>
                    <a:pt x="38" y="0"/>
                    <a:pt x="38" y="0"/>
                    <a:pt x="38" y="0"/>
                  </a:cubicBezTo>
                  <a:cubicBezTo>
                    <a:pt x="38" y="0"/>
                    <a:pt x="36" y="0"/>
                    <a:pt x="34" y="2"/>
                  </a:cubicBezTo>
                  <a:cubicBezTo>
                    <a:pt x="28" y="2"/>
                    <a:pt x="28" y="2"/>
                    <a:pt x="28" y="2"/>
                  </a:cubicBezTo>
                  <a:cubicBezTo>
                    <a:pt x="28" y="5"/>
                    <a:pt x="28" y="5"/>
                    <a:pt x="28" y="5"/>
                  </a:cubicBezTo>
                  <a:cubicBezTo>
                    <a:pt x="28" y="5"/>
                    <a:pt x="27" y="5"/>
                    <a:pt x="27" y="6"/>
                  </a:cubicBezTo>
                  <a:cubicBezTo>
                    <a:pt x="22" y="9"/>
                    <a:pt x="16" y="12"/>
                    <a:pt x="8" y="15"/>
                  </a:cubicBezTo>
                  <a:cubicBezTo>
                    <a:pt x="1" y="17"/>
                    <a:pt x="0" y="19"/>
                    <a:pt x="1" y="23"/>
                  </a:cubicBezTo>
                  <a:cubicBezTo>
                    <a:pt x="2" y="26"/>
                    <a:pt x="7" y="26"/>
                    <a:pt x="7" y="26"/>
                  </a:cubicBezTo>
                  <a:cubicBezTo>
                    <a:pt x="7" y="26"/>
                    <a:pt x="24" y="26"/>
                    <a:pt x="28" y="26"/>
                  </a:cubicBezTo>
                  <a:cubicBezTo>
                    <a:pt x="32" y="26"/>
                    <a:pt x="32" y="26"/>
                    <a:pt x="35" y="24"/>
                  </a:cubicBezTo>
                  <a:cubicBezTo>
                    <a:pt x="38" y="22"/>
                    <a:pt x="40" y="21"/>
                    <a:pt x="40" y="21"/>
                  </a:cubicBezTo>
                  <a:cubicBezTo>
                    <a:pt x="40" y="26"/>
                    <a:pt x="40" y="26"/>
                    <a:pt x="40" y="26"/>
                  </a:cubicBezTo>
                  <a:cubicBezTo>
                    <a:pt x="40" y="26"/>
                    <a:pt x="46" y="27"/>
                    <a:pt x="48" y="25"/>
                  </a:cubicBezTo>
                  <a:cubicBezTo>
                    <a:pt x="49" y="24"/>
                    <a:pt x="49" y="19"/>
                    <a:pt x="49" y="19"/>
                  </a:cubicBezTo>
                  <a:lnTo>
                    <a:pt x="49" y="2"/>
                  </a:lnTo>
                  <a:close/>
                </a:path>
              </a:pathLst>
            </a:custGeom>
            <a:solidFill>
              <a:srgbClr val="3034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3" name="Freeform 16"/>
            <p:cNvSpPr>
              <a:spLocks/>
            </p:cNvSpPr>
            <p:nvPr/>
          </p:nvSpPr>
          <p:spPr bwMode="auto">
            <a:xfrm>
              <a:off x="9982200" y="6681788"/>
              <a:ext cx="220662" cy="119063"/>
            </a:xfrm>
            <a:custGeom>
              <a:avLst/>
              <a:gdLst>
                <a:gd name="T0" fmla="*/ 1 w 50"/>
                <a:gd name="T1" fmla="*/ 2 h 27"/>
                <a:gd name="T2" fmla="*/ 11 w 50"/>
                <a:gd name="T3" fmla="*/ 2 h 27"/>
                <a:gd name="T4" fmla="*/ 12 w 50"/>
                <a:gd name="T5" fmla="*/ 0 h 27"/>
                <a:gd name="T6" fmla="*/ 16 w 50"/>
                <a:gd name="T7" fmla="*/ 2 h 27"/>
                <a:gd name="T8" fmla="*/ 22 w 50"/>
                <a:gd name="T9" fmla="*/ 2 h 27"/>
                <a:gd name="T10" fmla="*/ 22 w 50"/>
                <a:gd name="T11" fmla="*/ 5 h 27"/>
                <a:gd name="T12" fmla="*/ 23 w 50"/>
                <a:gd name="T13" fmla="*/ 6 h 27"/>
                <a:gd name="T14" fmla="*/ 41 w 50"/>
                <a:gd name="T15" fmla="*/ 15 h 27"/>
                <a:gd name="T16" fmla="*/ 49 w 50"/>
                <a:gd name="T17" fmla="*/ 23 h 27"/>
                <a:gd name="T18" fmla="*/ 43 w 50"/>
                <a:gd name="T19" fmla="*/ 26 h 27"/>
                <a:gd name="T20" fmla="*/ 22 w 50"/>
                <a:gd name="T21" fmla="*/ 26 h 27"/>
                <a:gd name="T22" fmla="*/ 14 w 50"/>
                <a:gd name="T23" fmla="*/ 24 h 27"/>
                <a:gd name="T24" fmla="*/ 10 w 50"/>
                <a:gd name="T25" fmla="*/ 21 h 27"/>
                <a:gd name="T26" fmla="*/ 10 w 50"/>
                <a:gd name="T27" fmla="*/ 26 h 27"/>
                <a:gd name="T28" fmla="*/ 2 w 50"/>
                <a:gd name="T29" fmla="*/ 25 h 27"/>
                <a:gd name="T30" fmla="*/ 1 w 50"/>
                <a:gd name="T31" fmla="*/ 19 h 27"/>
                <a:gd name="T32" fmla="*/ 1 w 50"/>
                <a:gd name="T33" fmla="*/ 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27">
                  <a:moveTo>
                    <a:pt x="1" y="2"/>
                  </a:moveTo>
                  <a:cubicBezTo>
                    <a:pt x="11" y="2"/>
                    <a:pt x="11" y="2"/>
                    <a:pt x="11" y="2"/>
                  </a:cubicBezTo>
                  <a:cubicBezTo>
                    <a:pt x="12" y="0"/>
                    <a:pt x="12" y="0"/>
                    <a:pt x="12" y="0"/>
                  </a:cubicBezTo>
                  <a:cubicBezTo>
                    <a:pt x="12" y="0"/>
                    <a:pt x="13" y="0"/>
                    <a:pt x="16" y="2"/>
                  </a:cubicBezTo>
                  <a:cubicBezTo>
                    <a:pt x="22" y="2"/>
                    <a:pt x="22" y="2"/>
                    <a:pt x="22" y="2"/>
                  </a:cubicBezTo>
                  <a:cubicBezTo>
                    <a:pt x="22" y="5"/>
                    <a:pt x="22" y="5"/>
                    <a:pt x="22" y="5"/>
                  </a:cubicBezTo>
                  <a:cubicBezTo>
                    <a:pt x="23" y="5"/>
                    <a:pt x="23" y="5"/>
                    <a:pt x="23" y="6"/>
                  </a:cubicBezTo>
                  <a:cubicBezTo>
                    <a:pt x="27" y="9"/>
                    <a:pt x="33" y="12"/>
                    <a:pt x="41" y="15"/>
                  </a:cubicBezTo>
                  <a:cubicBezTo>
                    <a:pt x="49" y="17"/>
                    <a:pt x="50" y="19"/>
                    <a:pt x="49" y="23"/>
                  </a:cubicBezTo>
                  <a:cubicBezTo>
                    <a:pt x="48" y="26"/>
                    <a:pt x="43" y="26"/>
                    <a:pt x="43" y="26"/>
                  </a:cubicBezTo>
                  <a:cubicBezTo>
                    <a:pt x="43" y="26"/>
                    <a:pt x="26" y="26"/>
                    <a:pt x="22" y="26"/>
                  </a:cubicBezTo>
                  <a:cubicBezTo>
                    <a:pt x="18" y="26"/>
                    <a:pt x="17" y="26"/>
                    <a:pt x="14" y="24"/>
                  </a:cubicBezTo>
                  <a:cubicBezTo>
                    <a:pt x="12" y="22"/>
                    <a:pt x="10" y="21"/>
                    <a:pt x="10" y="21"/>
                  </a:cubicBezTo>
                  <a:cubicBezTo>
                    <a:pt x="10" y="26"/>
                    <a:pt x="10" y="26"/>
                    <a:pt x="10" y="26"/>
                  </a:cubicBezTo>
                  <a:cubicBezTo>
                    <a:pt x="10" y="26"/>
                    <a:pt x="4" y="27"/>
                    <a:pt x="2" y="25"/>
                  </a:cubicBezTo>
                  <a:cubicBezTo>
                    <a:pt x="0" y="24"/>
                    <a:pt x="1" y="19"/>
                    <a:pt x="1" y="19"/>
                  </a:cubicBezTo>
                  <a:lnTo>
                    <a:pt x="1" y="2"/>
                  </a:lnTo>
                  <a:close/>
                </a:path>
              </a:pathLst>
            </a:custGeom>
            <a:solidFill>
              <a:srgbClr val="3034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4" name="Freeform 17"/>
            <p:cNvSpPr>
              <a:spLocks/>
            </p:cNvSpPr>
            <p:nvPr/>
          </p:nvSpPr>
          <p:spPr bwMode="auto">
            <a:xfrm>
              <a:off x="9718675" y="5813425"/>
              <a:ext cx="466725" cy="876300"/>
            </a:xfrm>
            <a:custGeom>
              <a:avLst/>
              <a:gdLst>
                <a:gd name="T0" fmla="*/ 0 w 106"/>
                <a:gd name="T1" fmla="*/ 0 h 199"/>
                <a:gd name="T2" fmla="*/ 5 w 106"/>
                <a:gd name="T3" fmla="*/ 47 h 199"/>
                <a:gd name="T4" fmla="*/ 14 w 106"/>
                <a:gd name="T5" fmla="*/ 162 h 199"/>
                <a:gd name="T6" fmla="*/ 25 w 106"/>
                <a:gd name="T7" fmla="*/ 199 h 199"/>
                <a:gd name="T8" fmla="*/ 48 w 106"/>
                <a:gd name="T9" fmla="*/ 199 h 199"/>
                <a:gd name="T10" fmla="*/ 48 w 106"/>
                <a:gd name="T11" fmla="*/ 91 h 199"/>
                <a:gd name="T12" fmla="*/ 48 w 106"/>
                <a:gd name="T13" fmla="*/ 86 h 199"/>
                <a:gd name="T14" fmla="*/ 54 w 106"/>
                <a:gd name="T15" fmla="*/ 77 h 199"/>
                <a:gd name="T16" fmla="*/ 61 w 106"/>
                <a:gd name="T17" fmla="*/ 86 h 199"/>
                <a:gd name="T18" fmla="*/ 61 w 106"/>
                <a:gd name="T19" fmla="*/ 91 h 199"/>
                <a:gd name="T20" fmla="*/ 61 w 106"/>
                <a:gd name="T21" fmla="*/ 199 h 199"/>
                <a:gd name="T22" fmla="*/ 82 w 106"/>
                <a:gd name="T23" fmla="*/ 199 h 199"/>
                <a:gd name="T24" fmla="*/ 89 w 106"/>
                <a:gd name="T25" fmla="*/ 188 h 199"/>
                <a:gd name="T26" fmla="*/ 100 w 106"/>
                <a:gd name="T27" fmla="*/ 47 h 199"/>
                <a:gd name="T28" fmla="*/ 106 w 106"/>
                <a:gd name="T29" fmla="*/ 0 h 199"/>
                <a:gd name="T30" fmla="*/ 0 w 106"/>
                <a:gd name="T31"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6" h="199">
                  <a:moveTo>
                    <a:pt x="0" y="0"/>
                  </a:moveTo>
                  <a:cubicBezTo>
                    <a:pt x="5" y="47"/>
                    <a:pt x="5" y="47"/>
                    <a:pt x="5" y="47"/>
                  </a:cubicBezTo>
                  <a:cubicBezTo>
                    <a:pt x="5" y="47"/>
                    <a:pt x="12" y="140"/>
                    <a:pt x="14" y="162"/>
                  </a:cubicBezTo>
                  <a:cubicBezTo>
                    <a:pt x="16" y="184"/>
                    <a:pt x="15" y="198"/>
                    <a:pt x="25" y="199"/>
                  </a:cubicBezTo>
                  <a:cubicBezTo>
                    <a:pt x="29" y="199"/>
                    <a:pt x="37" y="199"/>
                    <a:pt x="48" y="199"/>
                  </a:cubicBezTo>
                  <a:cubicBezTo>
                    <a:pt x="48" y="91"/>
                    <a:pt x="48" y="91"/>
                    <a:pt x="48" y="91"/>
                  </a:cubicBezTo>
                  <a:cubicBezTo>
                    <a:pt x="48" y="86"/>
                    <a:pt x="48" y="86"/>
                    <a:pt x="48" y="86"/>
                  </a:cubicBezTo>
                  <a:cubicBezTo>
                    <a:pt x="48" y="81"/>
                    <a:pt x="51" y="77"/>
                    <a:pt x="54" y="77"/>
                  </a:cubicBezTo>
                  <a:cubicBezTo>
                    <a:pt x="58" y="77"/>
                    <a:pt x="61" y="81"/>
                    <a:pt x="61" y="86"/>
                  </a:cubicBezTo>
                  <a:cubicBezTo>
                    <a:pt x="61" y="91"/>
                    <a:pt x="61" y="91"/>
                    <a:pt x="61" y="91"/>
                  </a:cubicBezTo>
                  <a:cubicBezTo>
                    <a:pt x="61" y="199"/>
                    <a:pt x="61" y="199"/>
                    <a:pt x="61" y="199"/>
                  </a:cubicBezTo>
                  <a:cubicBezTo>
                    <a:pt x="69" y="199"/>
                    <a:pt x="79" y="199"/>
                    <a:pt x="82" y="199"/>
                  </a:cubicBezTo>
                  <a:cubicBezTo>
                    <a:pt x="87" y="198"/>
                    <a:pt x="88" y="197"/>
                    <a:pt x="89" y="188"/>
                  </a:cubicBezTo>
                  <a:cubicBezTo>
                    <a:pt x="100" y="47"/>
                    <a:pt x="100" y="47"/>
                    <a:pt x="100" y="47"/>
                  </a:cubicBezTo>
                  <a:cubicBezTo>
                    <a:pt x="106" y="0"/>
                    <a:pt x="106" y="0"/>
                    <a:pt x="106" y="0"/>
                  </a:cubicBezTo>
                  <a:lnTo>
                    <a:pt x="0" y="0"/>
                  </a:lnTo>
                  <a:close/>
                </a:path>
              </a:pathLst>
            </a:custGeom>
            <a:solidFill>
              <a:srgbClr val="3034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5" name="Freeform 18"/>
            <p:cNvSpPr>
              <a:spLocks/>
            </p:cNvSpPr>
            <p:nvPr/>
          </p:nvSpPr>
          <p:spPr bwMode="auto">
            <a:xfrm>
              <a:off x="9837738" y="5284788"/>
              <a:ext cx="246062" cy="250825"/>
            </a:xfrm>
            <a:custGeom>
              <a:avLst/>
              <a:gdLst>
                <a:gd name="T0" fmla="*/ 27 w 56"/>
                <a:gd name="T1" fmla="*/ 25 h 57"/>
                <a:gd name="T2" fmla="*/ 56 w 56"/>
                <a:gd name="T3" fmla="*/ 2 h 57"/>
                <a:gd name="T4" fmla="*/ 28 w 56"/>
                <a:gd name="T5" fmla="*/ 57 h 57"/>
                <a:gd name="T6" fmla="*/ 0 w 56"/>
                <a:gd name="T7" fmla="*/ 0 h 57"/>
                <a:gd name="T8" fmla="*/ 27 w 56"/>
                <a:gd name="T9" fmla="*/ 25 h 57"/>
              </a:gdLst>
              <a:ahLst/>
              <a:cxnLst>
                <a:cxn ang="0">
                  <a:pos x="T0" y="T1"/>
                </a:cxn>
                <a:cxn ang="0">
                  <a:pos x="T2" y="T3"/>
                </a:cxn>
                <a:cxn ang="0">
                  <a:pos x="T4" y="T5"/>
                </a:cxn>
                <a:cxn ang="0">
                  <a:pos x="T6" y="T7"/>
                </a:cxn>
                <a:cxn ang="0">
                  <a:pos x="T8" y="T9"/>
                </a:cxn>
              </a:cxnLst>
              <a:rect l="0" t="0" r="r" b="b"/>
              <a:pathLst>
                <a:path w="56" h="57">
                  <a:moveTo>
                    <a:pt x="27" y="25"/>
                  </a:moveTo>
                  <a:cubicBezTo>
                    <a:pt x="35" y="25"/>
                    <a:pt x="50" y="7"/>
                    <a:pt x="56" y="2"/>
                  </a:cubicBezTo>
                  <a:cubicBezTo>
                    <a:pt x="28" y="57"/>
                    <a:pt x="28" y="57"/>
                    <a:pt x="28" y="57"/>
                  </a:cubicBezTo>
                  <a:cubicBezTo>
                    <a:pt x="0" y="0"/>
                    <a:pt x="0" y="0"/>
                    <a:pt x="0" y="0"/>
                  </a:cubicBezTo>
                  <a:cubicBezTo>
                    <a:pt x="6" y="7"/>
                    <a:pt x="19" y="25"/>
                    <a:pt x="27" y="2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6" name="Freeform 19"/>
            <p:cNvSpPr>
              <a:spLocks/>
            </p:cNvSpPr>
            <p:nvPr/>
          </p:nvSpPr>
          <p:spPr bwMode="auto">
            <a:xfrm>
              <a:off x="9625013" y="5813425"/>
              <a:ext cx="128587" cy="255588"/>
            </a:xfrm>
            <a:custGeom>
              <a:avLst/>
              <a:gdLst>
                <a:gd name="T0" fmla="*/ 0 w 29"/>
                <a:gd name="T1" fmla="*/ 0 h 58"/>
                <a:gd name="T2" fmla="*/ 0 w 29"/>
                <a:gd name="T3" fmla="*/ 44 h 58"/>
                <a:gd name="T4" fmla="*/ 15 w 29"/>
                <a:gd name="T5" fmla="*/ 58 h 58"/>
                <a:gd name="T6" fmla="*/ 15 w 29"/>
                <a:gd name="T7" fmla="*/ 58 h 58"/>
                <a:gd name="T8" fmla="*/ 29 w 29"/>
                <a:gd name="T9" fmla="*/ 44 h 58"/>
                <a:gd name="T10" fmla="*/ 29 w 29"/>
                <a:gd name="T11" fmla="*/ 0 h 58"/>
                <a:gd name="T12" fmla="*/ 0 w 29"/>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29" h="58">
                  <a:moveTo>
                    <a:pt x="0" y="0"/>
                  </a:moveTo>
                  <a:cubicBezTo>
                    <a:pt x="0" y="44"/>
                    <a:pt x="0" y="44"/>
                    <a:pt x="0" y="44"/>
                  </a:cubicBezTo>
                  <a:cubicBezTo>
                    <a:pt x="0" y="52"/>
                    <a:pt x="7" y="58"/>
                    <a:pt x="15" y="58"/>
                  </a:cubicBezTo>
                  <a:cubicBezTo>
                    <a:pt x="15" y="58"/>
                    <a:pt x="15" y="58"/>
                    <a:pt x="15" y="58"/>
                  </a:cubicBezTo>
                  <a:cubicBezTo>
                    <a:pt x="23" y="58"/>
                    <a:pt x="29" y="52"/>
                    <a:pt x="29" y="44"/>
                  </a:cubicBezTo>
                  <a:cubicBezTo>
                    <a:pt x="29" y="0"/>
                    <a:pt x="29" y="0"/>
                    <a:pt x="29" y="0"/>
                  </a:cubicBezTo>
                  <a:lnTo>
                    <a:pt x="0" y="0"/>
                  </a:lnTo>
                  <a:close/>
                </a:path>
              </a:pathLst>
            </a:custGeom>
            <a:solidFill>
              <a:srgbClr val="F5BF9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7" name="Freeform 20"/>
            <p:cNvSpPr>
              <a:spLocks/>
            </p:cNvSpPr>
            <p:nvPr/>
          </p:nvSpPr>
          <p:spPr bwMode="auto">
            <a:xfrm>
              <a:off x="10160000" y="5813425"/>
              <a:ext cx="127000" cy="255588"/>
            </a:xfrm>
            <a:custGeom>
              <a:avLst/>
              <a:gdLst>
                <a:gd name="T0" fmla="*/ 0 w 29"/>
                <a:gd name="T1" fmla="*/ 0 h 58"/>
                <a:gd name="T2" fmla="*/ 0 w 29"/>
                <a:gd name="T3" fmla="*/ 44 h 58"/>
                <a:gd name="T4" fmla="*/ 14 w 29"/>
                <a:gd name="T5" fmla="*/ 58 h 58"/>
                <a:gd name="T6" fmla="*/ 15 w 29"/>
                <a:gd name="T7" fmla="*/ 58 h 58"/>
                <a:gd name="T8" fmla="*/ 29 w 29"/>
                <a:gd name="T9" fmla="*/ 44 h 58"/>
                <a:gd name="T10" fmla="*/ 29 w 29"/>
                <a:gd name="T11" fmla="*/ 0 h 58"/>
                <a:gd name="T12" fmla="*/ 0 w 29"/>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29" h="58">
                  <a:moveTo>
                    <a:pt x="0" y="0"/>
                  </a:moveTo>
                  <a:cubicBezTo>
                    <a:pt x="0" y="44"/>
                    <a:pt x="0" y="44"/>
                    <a:pt x="0" y="44"/>
                  </a:cubicBezTo>
                  <a:cubicBezTo>
                    <a:pt x="0" y="52"/>
                    <a:pt x="6" y="58"/>
                    <a:pt x="14" y="58"/>
                  </a:cubicBezTo>
                  <a:cubicBezTo>
                    <a:pt x="15" y="58"/>
                    <a:pt x="15" y="58"/>
                    <a:pt x="15" y="58"/>
                  </a:cubicBezTo>
                  <a:cubicBezTo>
                    <a:pt x="22" y="58"/>
                    <a:pt x="29" y="52"/>
                    <a:pt x="29" y="44"/>
                  </a:cubicBezTo>
                  <a:cubicBezTo>
                    <a:pt x="29" y="0"/>
                    <a:pt x="29" y="0"/>
                    <a:pt x="29" y="0"/>
                  </a:cubicBezTo>
                  <a:lnTo>
                    <a:pt x="0" y="0"/>
                  </a:lnTo>
                  <a:close/>
                </a:path>
              </a:pathLst>
            </a:custGeom>
            <a:solidFill>
              <a:srgbClr val="F5BF9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8" name="Rectangle 21"/>
            <p:cNvSpPr>
              <a:spLocks noChangeArrowheads="1"/>
            </p:cNvSpPr>
            <p:nvPr/>
          </p:nvSpPr>
          <p:spPr bwMode="auto">
            <a:xfrm>
              <a:off x="8443913" y="5954713"/>
              <a:ext cx="1270000" cy="88900"/>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9" name="Rectangle 22"/>
            <p:cNvSpPr>
              <a:spLocks noChangeArrowheads="1"/>
            </p:cNvSpPr>
            <p:nvPr/>
          </p:nvSpPr>
          <p:spPr bwMode="auto">
            <a:xfrm>
              <a:off x="9272588" y="6038850"/>
              <a:ext cx="84137" cy="812446"/>
            </a:xfrm>
            <a:prstGeom prst="rect">
              <a:avLst/>
            </a:prstGeom>
            <a:solidFill>
              <a:srgbClr val="52302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0" name="Freeform 23"/>
            <p:cNvSpPr>
              <a:spLocks/>
            </p:cNvSpPr>
            <p:nvPr/>
          </p:nvSpPr>
          <p:spPr bwMode="auto">
            <a:xfrm>
              <a:off x="8443913" y="6038850"/>
              <a:ext cx="1270000" cy="812446"/>
            </a:xfrm>
            <a:custGeom>
              <a:avLst/>
              <a:gdLst>
                <a:gd name="T0" fmla="*/ 0 w 800"/>
                <a:gd name="T1" fmla="*/ 477 h 477"/>
                <a:gd name="T2" fmla="*/ 50 w 800"/>
                <a:gd name="T3" fmla="*/ 477 h 477"/>
                <a:gd name="T4" fmla="*/ 50 w 800"/>
                <a:gd name="T5" fmla="*/ 50 h 477"/>
                <a:gd name="T6" fmla="*/ 800 w 800"/>
                <a:gd name="T7" fmla="*/ 50 h 477"/>
                <a:gd name="T8" fmla="*/ 800 w 800"/>
                <a:gd name="T9" fmla="*/ 0 h 477"/>
                <a:gd name="T10" fmla="*/ 0 w 800"/>
                <a:gd name="T11" fmla="*/ 0 h 477"/>
                <a:gd name="T12" fmla="*/ 0 w 800"/>
                <a:gd name="T13" fmla="*/ 477 h 477"/>
              </a:gdLst>
              <a:ahLst/>
              <a:cxnLst>
                <a:cxn ang="0">
                  <a:pos x="T0" y="T1"/>
                </a:cxn>
                <a:cxn ang="0">
                  <a:pos x="T2" y="T3"/>
                </a:cxn>
                <a:cxn ang="0">
                  <a:pos x="T4" y="T5"/>
                </a:cxn>
                <a:cxn ang="0">
                  <a:pos x="T6" y="T7"/>
                </a:cxn>
                <a:cxn ang="0">
                  <a:pos x="T8" y="T9"/>
                </a:cxn>
                <a:cxn ang="0">
                  <a:pos x="T10" y="T11"/>
                </a:cxn>
                <a:cxn ang="0">
                  <a:pos x="T12" y="T13"/>
                </a:cxn>
              </a:cxnLst>
              <a:rect l="0" t="0" r="r" b="b"/>
              <a:pathLst>
                <a:path w="800" h="477">
                  <a:moveTo>
                    <a:pt x="0" y="477"/>
                  </a:moveTo>
                  <a:lnTo>
                    <a:pt x="50" y="477"/>
                  </a:lnTo>
                  <a:lnTo>
                    <a:pt x="50" y="50"/>
                  </a:lnTo>
                  <a:lnTo>
                    <a:pt x="800" y="50"/>
                  </a:lnTo>
                  <a:lnTo>
                    <a:pt x="800" y="0"/>
                  </a:lnTo>
                  <a:lnTo>
                    <a:pt x="0" y="0"/>
                  </a:lnTo>
                  <a:lnTo>
                    <a:pt x="0" y="477"/>
                  </a:lnTo>
                  <a:close/>
                </a:path>
              </a:pathLst>
            </a:custGeom>
            <a:solidFill>
              <a:srgbClr val="6E45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1" name="Rectangle 24"/>
            <p:cNvSpPr>
              <a:spLocks noChangeArrowheads="1"/>
            </p:cNvSpPr>
            <p:nvPr/>
          </p:nvSpPr>
          <p:spPr bwMode="auto">
            <a:xfrm>
              <a:off x="9505950" y="5954713"/>
              <a:ext cx="565150" cy="88900"/>
            </a:xfrm>
            <a:prstGeom prst="rect">
              <a:avLst/>
            </a:prstGeom>
            <a:solidFill>
              <a:srgbClr val="6E451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2" name="Freeform 25"/>
            <p:cNvSpPr>
              <a:spLocks/>
            </p:cNvSpPr>
            <p:nvPr/>
          </p:nvSpPr>
          <p:spPr bwMode="auto">
            <a:xfrm>
              <a:off x="9505950" y="6038850"/>
              <a:ext cx="565150" cy="812446"/>
            </a:xfrm>
            <a:custGeom>
              <a:avLst/>
              <a:gdLst>
                <a:gd name="T0" fmla="*/ 0 w 356"/>
                <a:gd name="T1" fmla="*/ 477 h 477"/>
                <a:gd name="T2" fmla="*/ 50 w 356"/>
                <a:gd name="T3" fmla="*/ 477 h 477"/>
                <a:gd name="T4" fmla="*/ 50 w 356"/>
                <a:gd name="T5" fmla="*/ 50 h 477"/>
                <a:gd name="T6" fmla="*/ 303 w 356"/>
                <a:gd name="T7" fmla="*/ 50 h 477"/>
                <a:gd name="T8" fmla="*/ 303 w 356"/>
                <a:gd name="T9" fmla="*/ 477 h 477"/>
                <a:gd name="T10" fmla="*/ 356 w 356"/>
                <a:gd name="T11" fmla="*/ 477 h 477"/>
                <a:gd name="T12" fmla="*/ 356 w 356"/>
                <a:gd name="T13" fmla="*/ 0 h 477"/>
                <a:gd name="T14" fmla="*/ 0 w 356"/>
                <a:gd name="T15" fmla="*/ 0 h 477"/>
                <a:gd name="T16" fmla="*/ 0 w 356"/>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6" h="477">
                  <a:moveTo>
                    <a:pt x="0" y="477"/>
                  </a:moveTo>
                  <a:lnTo>
                    <a:pt x="50" y="477"/>
                  </a:lnTo>
                  <a:lnTo>
                    <a:pt x="50" y="50"/>
                  </a:lnTo>
                  <a:lnTo>
                    <a:pt x="303" y="50"/>
                  </a:lnTo>
                  <a:lnTo>
                    <a:pt x="303" y="477"/>
                  </a:lnTo>
                  <a:lnTo>
                    <a:pt x="356" y="477"/>
                  </a:lnTo>
                  <a:lnTo>
                    <a:pt x="356" y="0"/>
                  </a:lnTo>
                  <a:lnTo>
                    <a:pt x="0" y="0"/>
                  </a:lnTo>
                  <a:lnTo>
                    <a:pt x="0" y="477"/>
                  </a:lnTo>
                  <a:close/>
                </a:path>
              </a:pathLst>
            </a:custGeom>
            <a:solidFill>
              <a:srgbClr val="523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3" name="Freeform 26"/>
            <p:cNvSpPr>
              <a:spLocks/>
            </p:cNvSpPr>
            <p:nvPr/>
          </p:nvSpPr>
          <p:spPr bwMode="auto">
            <a:xfrm>
              <a:off x="9431338" y="5880100"/>
              <a:ext cx="468312" cy="79375"/>
            </a:xfrm>
            <a:custGeom>
              <a:avLst/>
              <a:gdLst>
                <a:gd name="T0" fmla="*/ 9 w 106"/>
                <a:gd name="T1" fmla="*/ 0 h 18"/>
                <a:gd name="T2" fmla="*/ 61 w 106"/>
                <a:gd name="T3" fmla="*/ 0 h 18"/>
                <a:gd name="T4" fmla="*/ 98 w 106"/>
                <a:gd name="T5" fmla="*/ 7 h 18"/>
                <a:gd name="T6" fmla="*/ 105 w 106"/>
                <a:gd name="T7" fmla="*/ 17 h 18"/>
                <a:gd name="T8" fmla="*/ 69 w 106"/>
                <a:gd name="T9" fmla="*/ 11 h 18"/>
                <a:gd name="T10" fmla="*/ 59 w 106"/>
                <a:gd name="T11" fmla="*/ 17 h 18"/>
                <a:gd name="T12" fmla="*/ 7 w 106"/>
                <a:gd name="T13" fmla="*/ 17 h 18"/>
                <a:gd name="T14" fmla="*/ 0 w 106"/>
                <a:gd name="T15" fmla="*/ 8 h 18"/>
                <a:gd name="T16" fmla="*/ 0 w 106"/>
                <a:gd name="T17" fmla="*/ 8 h 18"/>
                <a:gd name="T18" fmla="*/ 9 w 106"/>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
                  <a:moveTo>
                    <a:pt x="9" y="0"/>
                  </a:moveTo>
                  <a:cubicBezTo>
                    <a:pt x="18" y="0"/>
                    <a:pt x="61" y="0"/>
                    <a:pt x="61" y="0"/>
                  </a:cubicBezTo>
                  <a:cubicBezTo>
                    <a:pt x="98" y="7"/>
                    <a:pt x="98" y="7"/>
                    <a:pt x="98" y="7"/>
                  </a:cubicBezTo>
                  <a:cubicBezTo>
                    <a:pt x="103" y="8"/>
                    <a:pt x="106" y="12"/>
                    <a:pt x="105" y="17"/>
                  </a:cubicBezTo>
                  <a:cubicBezTo>
                    <a:pt x="69" y="11"/>
                    <a:pt x="69" y="11"/>
                    <a:pt x="69" y="11"/>
                  </a:cubicBezTo>
                  <a:cubicBezTo>
                    <a:pt x="68" y="15"/>
                    <a:pt x="63" y="18"/>
                    <a:pt x="59" y="17"/>
                  </a:cubicBezTo>
                  <a:cubicBezTo>
                    <a:pt x="59" y="17"/>
                    <a:pt x="13" y="17"/>
                    <a:pt x="7" y="17"/>
                  </a:cubicBezTo>
                  <a:cubicBezTo>
                    <a:pt x="3" y="17"/>
                    <a:pt x="0" y="13"/>
                    <a:pt x="0" y="8"/>
                  </a:cubicBezTo>
                  <a:cubicBezTo>
                    <a:pt x="0" y="8"/>
                    <a:pt x="0" y="8"/>
                    <a:pt x="0" y="8"/>
                  </a:cubicBezTo>
                  <a:cubicBezTo>
                    <a:pt x="0" y="8"/>
                    <a:pt x="0"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4" name="Freeform 27"/>
            <p:cNvSpPr>
              <a:spLocks/>
            </p:cNvSpPr>
            <p:nvPr/>
          </p:nvSpPr>
          <p:spPr bwMode="auto">
            <a:xfrm>
              <a:off x="9661525" y="5870575"/>
              <a:ext cx="233362" cy="88900"/>
            </a:xfrm>
            <a:custGeom>
              <a:avLst/>
              <a:gdLst>
                <a:gd name="T0" fmla="*/ 0 w 53"/>
                <a:gd name="T1" fmla="*/ 10 h 20"/>
                <a:gd name="T2" fmla="*/ 10 w 53"/>
                <a:gd name="T3" fmla="*/ 2 h 20"/>
                <a:gd name="T4" fmla="*/ 46 w 53"/>
                <a:gd name="T5" fmla="*/ 9 h 20"/>
                <a:gd name="T6" fmla="*/ 51 w 53"/>
                <a:gd name="T7" fmla="*/ 13 h 20"/>
                <a:gd name="T8" fmla="*/ 53 w 53"/>
                <a:gd name="T9" fmla="*/ 19 h 20"/>
                <a:gd name="T10" fmla="*/ 17 w 53"/>
                <a:gd name="T11" fmla="*/ 13 h 20"/>
                <a:gd name="T12" fmla="*/ 7 w 53"/>
                <a:gd name="T13" fmla="*/ 19 h 20"/>
                <a:gd name="T14" fmla="*/ 0 w 53"/>
                <a:gd name="T15" fmla="*/ 1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20">
                  <a:moveTo>
                    <a:pt x="0" y="10"/>
                  </a:moveTo>
                  <a:cubicBezTo>
                    <a:pt x="0" y="10"/>
                    <a:pt x="0" y="0"/>
                    <a:pt x="10" y="2"/>
                  </a:cubicBezTo>
                  <a:cubicBezTo>
                    <a:pt x="16" y="3"/>
                    <a:pt x="35" y="7"/>
                    <a:pt x="46" y="9"/>
                  </a:cubicBezTo>
                  <a:cubicBezTo>
                    <a:pt x="48" y="9"/>
                    <a:pt x="50" y="11"/>
                    <a:pt x="51" y="13"/>
                  </a:cubicBezTo>
                  <a:cubicBezTo>
                    <a:pt x="53" y="15"/>
                    <a:pt x="53" y="17"/>
                    <a:pt x="53" y="19"/>
                  </a:cubicBezTo>
                  <a:cubicBezTo>
                    <a:pt x="17" y="13"/>
                    <a:pt x="17" y="13"/>
                    <a:pt x="17" y="13"/>
                  </a:cubicBezTo>
                  <a:cubicBezTo>
                    <a:pt x="16" y="17"/>
                    <a:pt x="11" y="20"/>
                    <a:pt x="7" y="19"/>
                  </a:cubicBezTo>
                  <a:cubicBezTo>
                    <a:pt x="3" y="19"/>
                    <a:pt x="0" y="15"/>
                    <a:pt x="0" y="10"/>
                  </a:cubicBezTo>
                  <a:close/>
                </a:path>
              </a:pathLst>
            </a:custGeom>
            <a:solidFill>
              <a:srgbClr val="F3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5" name="Oval 28"/>
            <p:cNvSpPr>
              <a:spLocks noChangeArrowheads="1"/>
            </p:cNvSpPr>
            <p:nvPr/>
          </p:nvSpPr>
          <p:spPr bwMode="auto">
            <a:xfrm>
              <a:off x="9674225" y="5892800"/>
              <a:ext cx="49212" cy="52388"/>
            </a:xfrm>
            <a:prstGeom prst="ellipse">
              <a:avLst/>
            </a:pr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6" name="Freeform 29"/>
            <p:cNvSpPr>
              <a:spLocks/>
            </p:cNvSpPr>
            <p:nvPr/>
          </p:nvSpPr>
          <p:spPr bwMode="auto">
            <a:xfrm>
              <a:off x="9493250" y="5413375"/>
              <a:ext cx="146050" cy="546100"/>
            </a:xfrm>
            <a:custGeom>
              <a:avLst/>
              <a:gdLst>
                <a:gd name="T0" fmla="*/ 12 w 33"/>
                <a:gd name="T1" fmla="*/ 1 h 124"/>
                <a:gd name="T2" fmla="*/ 20 w 33"/>
                <a:gd name="T3" fmla="*/ 11 h 124"/>
                <a:gd name="T4" fmla="*/ 31 w 33"/>
                <a:gd name="T5" fmla="*/ 111 h 124"/>
                <a:gd name="T6" fmla="*/ 24 w 33"/>
                <a:gd name="T7" fmla="*/ 123 h 124"/>
                <a:gd name="T8" fmla="*/ 14 w 33"/>
                <a:gd name="T9" fmla="*/ 123 h 124"/>
                <a:gd name="T10" fmla="*/ 0 w 33"/>
                <a:gd name="T11" fmla="*/ 0 h 124"/>
                <a:gd name="T12" fmla="*/ 12 w 33"/>
                <a:gd name="T13" fmla="*/ 1 h 124"/>
              </a:gdLst>
              <a:ahLst/>
              <a:cxnLst>
                <a:cxn ang="0">
                  <a:pos x="T0" y="T1"/>
                </a:cxn>
                <a:cxn ang="0">
                  <a:pos x="T2" y="T3"/>
                </a:cxn>
                <a:cxn ang="0">
                  <a:pos x="T4" y="T5"/>
                </a:cxn>
                <a:cxn ang="0">
                  <a:pos x="T6" y="T7"/>
                </a:cxn>
                <a:cxn ang="0">
                  <a:pos x="T8" y="T9"/>
                </a:cxn>
                <a:cxn ang="0">
                  <a:pos x="T10" y="T11"/>
                </a:cxn>
                <a:cxn ang="0">
                  <a:pos x="T12" y="T13"/>
                </a:cxn>
              </a:cxnLst>
              <a:rect l="0" t="0" r="r" b="b"/>
              <a:pathLst>
                <a:path w="33" h="124">
                  <a:moveTo>
                    <a:pt x="12" y="1"/>
                  </a:moveTo>
                  <a:cubicBezTo>
                    <a:pt x="16" y="1"/>
                    <a:pt x="20" y="4"/>
                    <a:pt x="20" y="11"/>
                  </a:cubicBezTo>
                  <a:cubicBezTo>
                    <a:pt x="31" y="111"/>
                    <a:pt x="31" y="111"/>
                    <a:pt x="31" y="111"/>
                  </a:cubicBezTo>
                  <a:cubicBezTo>
                    <a:pt x="33" y="119"/>
                    <a:pt x="29" y="124"/>
                    <a:pt x="24" y="123"/>
                  </a:cubicBezTo>
                  <a:cubicBezTo>
                    <a:pt x="14" y="123"/>
                    <a:pt x="14" y="123"/>
                    <a:pt x="14" y="123"/>
                  </a:cubicBezTo>
                  <a:cubicBezTo>
                    <a:pt x="0" y="0"/>
                    <a:pt x="0" y="0"/>
                    <a:pt x="0" y="0"/>
                  </a:cubicBezTo>
                  <a:lnTo>
                    <a:pt x="12" y="1"/>
                  </a:lnTo>
                  <a:close/>
                </a:path>
              </a:pathLst>
            </a:custGeom>
            <a:solidFill>
              <a:srgbClr val="F3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7" name="Freeform 30"/>
            <p:cNvSpPr>
              <a:spLocks/>
            </p:cNvSpPr>
            <p:nvPr/>
          </p:nvSpPr>
          <p:spPr bwMode="auto">
            <a:xfrm>
              <a:off x="8907463" y="5413375"/>
              <a:ext cx="682625" cy="541338"/>
            </a:xfrm>
            <a:custGeom>
              <a:avLst/>
              <a:gdLst>
                <a:gd name="T0" fmla="*/ 9 w 155"/>
                <a:gd name="T1" fmla="*/ 0 h 123"/>
                <a:gd name="T2" fmla="*/ 132 w 155"/>
                <a:gd name="T3" fmla="*/ 0 h 123"/>
                <a:gd name="T4" fmla="*/ 142 w 155"/>
                <a:gd name="T5" fmla="*/ 9 h 123"/>
                <a:gd name="T6" fmla="*/ 154 w 155"/>
                <a:gd name="T7" fmla="*/ 112 h 123"/>
                <a:gd name="T8" fmla="*/ 144 w 155"/>
                <a:gd name="T9" fmla="*/ 123 h 123"/>
                <a:gd name="T10" fmla="*/ 21 w 155"/>
                <a:gd name="T11" fmla="*/ 123 h 123"/>
                <a:gd name="T12" fmla="*/ 13 w 155"/>
                <a:gd name="T13" fmla="*/ 116 h 123"/>
                <a:gd name="T14" fmla="*/ 1 w 155"/>
                <a:gd name="T15" fmla="*/ 10 h 123"/>
                <a:gd name="T16" fmla="*/ 9 w 155"/>
                <a:gd name="T17"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5" h="123">
                  <a:moveTo>
                    <a:pt x="9" y="0"/>
                  </a:moveTo>
                  <a:cubicBezTo>
                    <a:pt x="132" y="0"/>
                    <a:pt x="132" y="0"/>
                    <a:pt x="132" y="0"/>
                  </a:cubicBezTo>
                  <a:cubicBezTo>
                    <a:pt x="137" y="0"/>
                    <a:pt x="142" y="4"/>
                    <a:pt x="142" y="9"/>
                  </a:cubicBezTo>
                  <a:cubicBezTo>
                    <a:pt x="154" y="112"/>
                    <a:pt x="154" y="112"/>
                    <a:pt x="154" y="112"/>
                  </a:cubicBezTo>
                  <a:cubicBezTo>
                    <a:pt x="155" y="118"/>
                    <a:pt x="150" y="123"/>
                    <a:pt x="144" y="123"/>
                  </a:cubicBezTo>
                  <a:cubicBezTo>
                    <a:pt x="21" y="123"/>
                    <a:pt x="21" y="123"/>
                    <a:pt x="21" y="123"/>
                  </a:cubicBezTo>
                  <a:cubicBezTo>
                    <a:pt x="17" y="123"/>
                    <a:pt x="13" y="120"/>
                    <a:pt x="13" y="116"/>
                  </a:cubicBezTo>
                  <a:cubicBezTo>
                    <a:pt x="1" y="10"/>
                    <a:pt x="1" y="10"/>
                    <a:pt x="1" y="10"/>
                  </a:cubicBezTo>
                  <a:cubicBezTo>
                    <a:pt x="0" y="5"/>
                    <a:pt x="4" y="0"/>
                    <a:pt x="9" y="0"/>
                  </a:cubicBezTo>
                  <a:close/>
                </a:path>
              </a:pathLst>
            </a:custGeom>
            <a:solidFill>
              <a:srgbClr val="BCC7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8" name="Freeform 31"/>
            <p:cNvSpPr>
              <a:spLocks/>
            </p:cNvSpPr>
            <p:nvPr/>
          </p:nvSpPr>
          <p:spPr bwMode="auto">
            <a:xfrm>
              <a:off x="9118600" y="5664200"/>
              <a:ext cx="260350" cy="44450"/>
            </a:xfrm>
            <a:custGeom>
              <a:avLst/>
              <a:gdLst>
                <a:gd name="T0" fmla="*/ 59 w 59"/>
                <a:gd name="T1" fmla="*/ 5 h 10"/>
                <a:gd name="T2" fmla="*/ 54 w 59"/>
                <a:gd name="T3" fmla="*/ 10 h 10"/>
                <a:gd name="T4" fmla="*/ 5 w 59"/>
                <a:gd name="T5" fmla="*/ 10 h 10"/>
                <a:gd name="T6" fmla="*/ 0 w 59"/>
                <a:gd name="T7" fmla="*/ 5 h 10"/>
                <a:gd name="T8" fmla="*/ 0 w 59"/>
                <a:gd name="T9" fmla="*/ 5 h 10"/>
                <a:gd name="T10" fmla="*/ 5 w 59"/>
                <a:gd name="T11" fmla="*/ 0 h 10"/>
                <a:gd name="T12" fmla="*/ 54 w 59"/>
                <a:gd name="T13" fmla="*/ 0 h 10"/>
                <a:gd name="T14" fmla="*/ 59 w 59"/>
                <a:gd name="T15" fmla="*/ 5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10">
                  <a:moveTo>
                    <a:pt x="59" y="5"/>
                  </a:moveTo>
                  <a:cubicBezTo>
                    <a:pt x="59" y="8"/>
                    <a:pt x="56" y="10"/>
                    <a:pt x="54" y="10"/>
                  </a:cubicBezTo>
                  <a:cubicBezTo>
                    <a:pt x="5" y="10"/>
                    <a:pt x="5" y="10"/>
                    <a:pt x="5" y="10"/>
                  </a:cubicBezTo>
                  <a:cubicBezTo>
                    <a:pt x="3" y="10"/>
                    <a:pt x="0" y="8"/>
                    <a:pt x="0" y="5"/>
                  </a:cubicBezTo>
                  <a:cubicBezTo>
                    <a:pt x="0" y="5"/>
                    <a:pt x="0" y="5"/>
                    <a:pt x="0" y="5"/>
                  </a:cubicBezTo>
                  <a:cubicBezTo>
                    <a:pt x="0" y="2"/>
                    <a:pt x="3" y="0"/>
                    <a:pt x="5" y="0"/>
                  </a:cubicBezTo>
                  <a:cubicBezTo>
                    <a:pt x="54" y="0"/>
                    <a:pt x="54" y="0"/>
                    <a:pt x="54" y="0"/>
                  </a:cubicBezTo>
                  <a:cubicBezTo>
                    <a:pt x="56" y="0"/>
                    <a:pt x="59" y="2"/>
                    <a:pt x="59" y="5"/>
                  </a:cubicBezTo>
                  <a:close/>
                </a:path>
              </a:pathLst>
            </a:custGeom>
            <a:solidFill>
              <a:srgbClr val="99AD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39" name="Rectangle 32"/>
            <p:cNvSpPr>
              <a:spLocks noChangeArrowheads="1"/>
            </p:cNvSpPr>
            <p:nvPr/>
          </p:nvSpPr>
          <p:spPr bwMode="auto">
            <a:xfrm>
              <a:off x="10847388" y="6694488"/>
              <a:ext cx="22225" cy="74613"/>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0" name="Rectangle 33"/>
            <p:cNvSpPr>
              <a:spLocks noChangeArrowheads="1"/>
            </p:cNvSpPr>
            <p:nvPr/>
          </p:nvSpPr>
          <p:spPr bwMode="auto">
            <a:xfrm>
              <a:off x="10467975" y="6694488"/>
              <a:ext cx="22225" cy="74613"/>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1" name="Freeform 34"/>
            <p:cNvSpPr>
              <a:spLocks/>
            </p:cNvSpPr>
            <p:nvPr/>
          </p:nvSpPr>
          <p:spPr bwMode="auto">
            <a:xfrm>
              <a:off x="10671175" y="6637338"/>
              <a:ext cx="225425" cy="84138"/>
            </a:xfrm>
            <a:custGeom>
              <a:avLst/>
              <a:gdLst>
                <a:gd name="T0" fmla="*/ 0 w 142"/>
                <a:gd name="T1" fmla="*/ 11 h 53"/>
                <a:gd name="T2" fmla="*/ 3 w 142"/>
                <a:gd name="T3" fmla="*/ 0 h 53"/>
                <a:gd name="T4" fmla="*/ 142 w 142"/>
                <a:gd name="T5" fmla="*/ 28 h 53"/>
                <a:gd name="T6" fmla="*/ 142 w 142"/>
                <a:gd name="T7" fmla="*/ 53 h 53"/>
                <a:gd name="T8" fmla="*/ 0 w 142"/>
                <a:gd name="T9" fmla="*/ 22 h 53"/>
                <a:gd name="T10" fmla="*/ 3 w 142"/>
                <a:gd name="T11" fmla="*/ 22 h 53"/>
                <a:gd name="T12" fmla="*/ 0 w 142"/>
                <a:gd name="T13" fmla="*/ 11 h 53"/>
              </a:gdLst>
              <a:ahLst/>
              <a:cxnLst>
                <a:cxn ang="0">
                  <a:pos x="T0" y="T1"/>
                </a:cxn>
                <a:cxn ang="0">
                  <a:pos x="T2" y="T3"/>
                </a:cxn>
                <a:cxn ang="0">
                  <a:pos x="T4" y="T5"/>
                </a:cxn>
                <a:cxn ang="0">
                  <a:pos x="T6" y="T7"/>
                </a:cxn>
                <a:cxn ang="0">
                  <a:pos x="T8" y="T9"/>
                </a:cxn>
                <a:cxn ang="0">
                  <a:pos x="T10" y="T11"/>
                </a:cxn>
                <a:cxn ang="0">
                  <a:pos x="T12" y="T13"/>
                </a:cxn>
              </a:cxnLst>
              <a:rect l="0" t="0" r="r" b="b"/>
              <a:pathLst>
                <a:path w="142" h="53">
                  <a:moveTo>
                    <a:pt x="0" y="11"/>
                  </a:moveTo>
                  <a:lnTo>
                    <a:pt x="3" y="0"/>
                  </a:lnTo>
                  <a:lnTo>
                    <a:pt x="142" y="28"/>
                  </a:lnTo>
                  <a:lnTo>
                    <a:pt x="142" y="53"/>
                  </a:lnTo>
                  <a:lnTo>
                    <a:pt x="0" y="22"/>
                  </a:lnTo>
                  <a:lnTo>
                    <a:pt x="3" y="22"/>
                  </a:lnTo>
                  <a:lnTo>
                    <a:pt x="0" y="11"/>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2" name="Freeform 35"/>
            <p:cNvSpPr>
              <a:spLocks/>
            </p:cNvSpPr>
            <p:nvPr/>
          </p:nvSpPr>
          <p:spPr bwMode="auto">
            <a:xfrm>
              <a:off x="10440988" y="6637338"/>
              <a:ext cx="230187" cy="84138"/>
            </a:xfrm>
            <a:custGeom>
              <a:avLst/>
              <a:gdLst>
                <a:gd name="T0" fmla="*/ 142 w 145"/>
                <a:gd name="T1" fmla="*/ 0 h 53"/>
                <a:gd name="T2" fmla="*/ 145 w 145"/>
                <a:gd name="T3" fmla="*/ 11 h 53"/>
                <a:gd name="T4" fmla="*/ 142 w 145"/>
                <a:gd name="T5" fmla="*/ 22 h 53"/>
                <a:gd name="T6" fmla="*/ 145 w 145"/>
                <a:gd name="T7" fmla="*/ 22 h 53"/>
                <a:gd name="T8" fmla="*/ 0 w 145"/>
                <a:gd name="T9" fmla="*/ 53 h 53"/>
                <a:gd name="T10" fmla="*/ 0 w 145"/>
                <a:gd name="T11" fmla="*/ 28 h 53"/>
                <a:gd name="T12" fmla="*/ 142 w 145"/>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145" h="53">
                  <a:moveTo>
                    <a:pt x="142" y="0"/>
                  </a:moveTo>
                  <a:lnTo>
                    <a:pt x="145" y="11"/>
                  </a:lnTo>
                  <a:lnTo>
                    <a:pt x="142" y="22"/>
                  </a:lnTo>
                  <a:lnTo>
                    <a:pt x="145" y="22"/>
                  </a:lnTo>
                  <a:lnTo>
                    <a:pt x="0" y="53"/>
                  </a:lnTo>
                  <a:lnTo>
                    <a:pt x="0" y="28"/>
                  </a:lnTo>
                  <a:lnTo>
                    <a:pt x="142"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3" name="Freeform 36"/>
            <p:cNvSpPr>
              <a:spLocks/>
            </p:cNvSpPr>
            <p:nvPr/>
          </p:nvSpPr>
          <p:spPr bwMode="auto">
            <a:xfrm>
              <a:off x="10666413" y="6654800"/>
              <a:ext cx="9525" cy="17463"/>
            </a:xfrm>
            <a:custGeom>
              <a:avLst/>
              <a:gdLst>
                <a:gd name="T0" fmla="*/ 3 w 6"/>
                <a:gd name="T1" fmla="*/ 0 h 11"/>
                <a:gd name="T2" fmla="*/ 6 w 6"/>
                <a:gd name="T3" fmla="*/ 11 h 11"/>
                <a:gd name="T4" fmla="*/ 3 w 6"/>
                <a:gd name="T5" fmla="*/ 11 h 11"/>
                <a:gd name="T6" fmla="*/ 0 w 6"/>
                <a:gd name="T7" fmla="*/ 11 h 11"/>
                <a:gd name="T8" fmla="*/ 3 w 6"/>
                <a:gd name="T9" fmla="*/ 0 h 11"/>
              </a:gdLst>
              <a:ahLst/>
              <a:cxnLst>
                <a:cxn ang="0">
                  <a:pos x="T0" y="T1"/>
                </a:cxn>
                <a:cxn ang="0">
                  <a:pos x="T2" y="T3"/>
                </a:cxn>
                <a:cxn ang="0">
                  <a:pos x="T4" y="T5"/>
                </a:cxn>
                <a:cxn ang="0">
                  <a:pos x="T6" y="T7"/>
                </a:cxn>
                <a:cxn ang="0">
                  <a:pos x="T8" y="T9"/>
                </a:cxn>
              </a:cxnLst>
              <a:rect l="0" t="0" r="r" b="b"/>
              <a:pathLst>
                <a:path w="6" h="11">
                  <a:moveTo>
                    <a:pt x="3" y="0"/>
                  </a:moveTo>
                  <a:lnTo>
                    <a:pt x="6" y="11"/>
                  </a:lnTo>
                  <a:lnTo>
                    <a:pt x="3" y="11"/>
                  </a:lnTo>
                  <a:lnTo>
                    <a:pt x="0" y="11"/>
                  </a:lnTo>
                  <a:lnTo>
                    <a:pt x="3"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4" name="Rectangle 37"/>
            <p:cNvSpPr>
              <a:spLocks noChangeArrowheads="1"/>
            </p:cNvSpPr>
            <p:nvPr/>
          </p:nvSpPr>
          <p:spPr bwMode="auto">
            <a:xfrm>
              <a:off x="10648950" y="6483350"/>
              <a:ext cx="39687" cy="23812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5" name="Rectangle 38"/>
            <p:cNvSpPr>
              <a:spLocks noChangeArrowheads="1"/>
            </p:cNvSpPr>
            <p:nvPr/>
          </p:nvSpPr>
          <p:spPr bwMode="auto">
            <a:xfrm>
              <a:off x="10658475" y="6654800"/>
              <a:ext cx="20637" cy="114300"/>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6" name="Freeform 39"/>
            <p:cNvSpPr>
              <a:spLocks/>
            </p:cNvSpPr>
            <p:nvPr/>
          </p:nvSpPr>
          <p:spPr bwMode="auto">
            <a:xfrm>
              <a:off x="10375900" y="6434138"/>
              <a:ext cx="401637" cy="58738"/>
            </a:xfrm>
            <a:custGeom>
              <a:avLst/>
              <a:gdLst>
                <a:gd name="T0" fmla="*/ 0 w 253"/>
                <a:gd name="T1" fmla="*/ 0 h 37"/>
                <a:gd name="T2" fmla="*/ 253 w 253"/>
                <a:gd name="T3" fmla="*/ 0 h 37"/>
                <a:gd name="T4" fmla="*/ 253 w 253"/>
                <a:gd name="T5" fmla="*/ 37 h 37"/>
                <a:gd name="T6" fmla="*/ 39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9" y="37"/>
                  </a:lnTo>
                  <a:lnTo>
                    <a:pt x="0"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7" name="Freeform 40"/>
            <p:cNvSpPr>
              <a:spLocks/>
            </p:cNvSpPr>
            <p:nvPr/>
          </p:nvSpPr>
          <p:spPr bwMode="auto">
            <a:xfrm>
              <a:off x="10547350" y="6434138"/>
              <a:ext cx="401637" cy="58738"/>
            </a:xfrm>
            <a:custGeom>
              <a:avLst/>
              <a:gdLst>
                <a:gd name="T0" fmla="*/ 0 w 253"/>
                <a:gd name="T1" fmla="*/ 0 h 37"/>
                <a:gd name="T2" fmla="*/ 253 w 253"/>
                <a:gd name="T3" fmla="*/ 0 h 37"/>
                <a:gd name="T4" fmla="*/ 253 w 253"/>
                <a:gd name="T5" fmla="*/ 37 h 37"/>
                <a:gd name="T6" fmla="*/ 36 w 253"/>
                <a:gd name="T7" fmla="*/ 37 h 37"/>
                <a:gd name="T8" fmla="*/ 0 w 253"/>
                <a:gd name="T9" fmla="*/ 0 h 37"/>
              </a:gdLst>
              <a:ahLst/>
              <a:cxnLst>
                <a:cxn ang="0">
                  <a:pos x="T0" y="T1"/>
                </a:cxn>
                <a:cxn ang="0">
                  <a:pos x="T2" y="T3"/>
                </a:cxn>
                <a:cxn ang="0">
                  <a:pos x="T4" y="T5"/>
                </a:cxn>
                <a:cxn ang="0">
                  <a:pos x="T6" y="T7"/>
                </a:cxn>
                <a:cxn ang="0">
                  <a:pos x="T8" y="T9"/>
                </a:cxn>
              </a:cxnLst>
              <a:rect l="0" t="0" r="r" b="b"/>
              <a:pathLst>
                <a:path w="253" h="37">
                  <a:moveTo>
                    <a:pt x="0" y="0"/>
                  </a:moveTo>
                  <a:lnTo>
                    <a:pt x="253" y="0"/>
                  </a:lnTo>
                  <a:lnTo>
                    <a:pt x="253" y="37"/>
                  </a:lnTo>
                  <a:lnTo>
                    <a:pt x="36" y="37"/>
                  </a:lnTo>
                  <a:lnTo>
                    <a:pt x="0" y="0"/>
                  </a:lnTo>
                  <a:close/>
                </a:path>
              </a:pathLst>
            </a:cu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8" name="Oval 41"/>
            <p:cNvSpPr>
              <a:spLocks noChangeArrowheads="1"/>
            </p:cNvSpPr>
            <p:nvPr/>
          </p:nvSpPr>
          <p:spPr bwMode="auto">
            <a:xfrm>
              <a:off x="10636250" y="6734175"/>
              <a:ext cx="69850" cy="71438"/>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49" name="Oval 42"/>
            <p:cNvSpPr>
              <a:spLocks noChangeArrowheads="1"/>
            </p:cNvSpPr>
            <p:nvPr/>
          </p:nvSpPr>
          <p:spPr bwMode="auto">
            <a:xfrm>
              <a:off x="10445750" y="6734175"/>
              <a:ext cx="71437" cy="71438"/>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0" name="Oval 43"/>
            <p:cNvSpPr>
              <a:spLocks noChangeArrowheads="1"/>
            </p:cNvSpPr>
            <p:nvPr/>
          </p:nvSpPr>
          <p:spPr bwMode="auto">
            <a:xfrm>
              <a:off x="10825163" y="6734175"/>
              <a:ext cx="71437" cy="71438"/>
            </a:xfrm>
            <a:prstGeom prst="ellipse">
              <a:avLst/>
            </a:prstGeom>
            <a:solidFill>
              <a:srgbClr val="3535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1" name="Freeform 44"/>
            <p:cNvSpPr>
              <a:spLocks/>
            </p:cNvSpPr>
            <p:nvPr/>
          </p:nvSpPr>
          <p:spPr bwMode="auto">
            <a:xfrm>
              <a:off x="10380663" y="6135688"/>
              <a:ext cx="409575" cy="241300"/>
            </a:xfrm>
            <a:custGeom>
              <a:avLst/>
              <a:gdLst>
                <a:gd name="T0" fmla="*/ 29 w 93"/>
                <a:gd name="T1" fmla="*/ 0 h 55"/>
                <a:gd name="T2" fmla="*/ 93 w 93"/>
                <a:gd name="T3" fmla="*/ 0 h 55"/>
                <a:gd name="T4" fmla="*/ 93 w 93"/>
                <a:gd name="T5" fmla="*/ 6 h 55"/>
                <a:gd name="T6" fmla="*/ 29 w 93"/>
                <a:gd name="T7" fmla="*/ 6 h 55"/>
                <a:gd name="T8" fmla="*/ 7 w 93"/>
                <a:gd name="T9" fmla="*/ 29 h 55"/>
                <a:gd name="T10" fmla="*/ 7 w 93"/>
                <a:gd name="T11" fmla="*/ 55 h 55"/>
                <a:gd name="T12" fmla="*/ 0 w 93"/>
                <a:gd name="T13" fmla="*/ 55 h 55"/>
                <a:gd name="T14" fmla="*/ 0 w 93"/>
                <a:gd name="T15" fmla="*/ 29 h 55"/>
                <a:gd name="T16" fmla="*/ 29 w 93"/>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55">
                  <a:moveTo>
                    <a:pt x="29" y="0"/>
                  </a:moveTo>
                  <a:cubicBezTo>
                    <a:pt x="93" y="0"/>
                    <a:pt x="93" y="0"/>
                    <a:pt x="93" y="0"/>
                  </a:cubicBezTo>
                  <a:cubicBezTo>
                    <a:pt x="93" y="6"/>
                    <a:pt x="93" y="6"/>
                    <a:pt x="93" y="6"/>
                  </a:cubicBezTo>
                  <a:cubicBezTo>
                    <a:pt x="29" y="6"/>
                    <a:pt x="29" y="6"/>
                    <a:pt x="29" y="6"/>
                  </a:cubicBezTo>
                  <a:cubicBezTo>
                    <a:pt x="17" y="6"/>
                    <a:pt x="7" y="17"/>
                    <a:pt x="7" y="29"/>
                  </a:cubicBezTo>
                  <a:cubicBezTo>
                    <a:pt x="7" y="55"/>
                    <a:pt x="7" y="55"/>
                    <a:pt x="7" y="55"/>
                  </a:cubicBezTo>
                  <a:cubicBezTo>
                    <a:pt x="0" y="55"/>
                    <a:pt x="0" y="55"/>
                    <a:pt x="0" y="55"/>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2" name="Freeform 45"/>
            <p:cNvSpPr>
              <a:spLocks/>
            </p:cNvSpPr>
            <p:nvPr/>
          </p:nvSpPr>
          <p:spPr bwMode="auto">
            <a:xfrm>
              <a:off x="10658475" y="5721350"/>
              <a:ext cx="369887" cy="739775"/>
            </a:xfrm>
            <a:custGeom>
              <a:avLst/>
              <a:gdLst>
                <a:gd name="T0" fmla="*/ 233 w 233"/>
                <a:gd name="T1" fmla="*/ 0 h 466"/>
                <a:gd name="T2" fmla="*/ 197 w 233"/>
                <a:gd name="T3" fmla="*/ 466 h 466"/>
                <a:gd name="T4" fmla="*/ 0 w 233"/>
                <a:gd name="T5" fmla="*/ 466 h 466"/>
                <a:gd name="T6" fmla="*/ 36 w 233"/>
                <a:gd name="T7" fmla="*/ 0 h 466"/>
                <a:gd name="T8" fmla="*/ 233 w 233"/>
                <a:gd name="T9" fmla="*/ 0 h 466"/>
              </a:gdLst>
              <a:ahLst/>
              <a:cxnLst>
                <a:cxn ang="0">
                  <a:pos x="T0" y="T1"/>
                </a:cxn>
                <a:cxn ang="0">
                  <a:pos x="T2" y="T3"/>
                </a:cxn>
                <a:cxn ang="0">
                  <a:pos x="T4" y="T5"/>
                </a:cxn>
                <a:cxn ang="0">
                  <a:pos x="T6" y="T7"/>
                </a:cxn>
                <a:cxn ang="0">
                  <a:pos x="T8" y="T9"/>
                </a:cxn>
              </a:cxnLst>
              <a:rect l="0" t="0" r="r" b="b"/>
              <a:pathLst>
                <a:path w="233" h="466">
                  <a:moveTo>
                    <a:pt x="233" y="0"/>
                  </a:moveTo>
                  <a:lnTo>
                    <a:pt x="197" y="466"/>
                  </a:lnTo>
                  <a:lnTo>
                    <a:pt x="0" y="466"/>
                  </a:lnTo>
                  <a:lnTo>
                    <a:pt x="36" y="0"/>
                  </a:lnTo>
                  <a:lnTo>
                    <a:pt x="233" y="0"/>
                  </a:lnTo>
                  <a:close/>
                </a:path>
              </a:pathLst>
            </a:custGeom>
            <a:solidFill>
              <a:srgbClr val="444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3" name="Oval 46"/>
            <p:cNvSpPr>
              <a:spLocks noChangeArrowheads="1"/>
            </p:cNvSpPr>
            <p:nvPr/>
          </p:nvSpPr>
          <p:spPr bwMode="auto">
            <a:xfrm>
              <a:off x="10264775" y="6346825"/>
              <a:ext cx="115887" cy="114300"/>
            </a:xfrm>
            <a:prstGeom prst="ellipse">
              <a:avLst/>
            </a:prstGeom>
            <a:solidFill>
              <a:srgbClr val="444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4" name="Rectangle 47"/>
            <p:cNvSpPr>
              <a:spLocks noChangeArrowheads="1"/>
            </p:cNvSpPr>
            <p:nvPr/>
          </p:nvSpPr>
          <p:spPr bwMode="auto">
            <a:xfrm>
              <a:off x="10321925" y="6346825"/>
              <a:ext cx="225425" cy="114300"/>
            </a:xfrm>
            <a:prstGeom prst="rect">
              <a:avLst/>
            </a:prstGeom>
            <a:solidFill>
              <a:srgbClr val="444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5" name="Rectangle 48"/>
            <p:cNvSpPr>
              <a:spLocks noChangeArrowheads="1"/>
            </p:cNvSpPr>
            <p:nvPr/>
          </p:nvSpPr>
          <p:spPr bwMode="auto">
            <a:xfrm>
              <a:off x="10547350" y="6346825"/>
              <a:ext cx="458787" cy="114300"/>
            </a:xfrm>
            <a:prstGeom prst="rect">
              <a:avLst/>
            </a:prstGeom>
            <a:solidFill>
              <a:srgbClr val="20202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6" name="Oval 49"/>
            <p:cNvSpPr>
              <a:spLocks noChangeArrowheads="1"/>
            </p:cNvSpPr>
            <p:nvPr/>
          </p:nvSpPr>
          <p:spPr bwMode="auto">
            <a:xfrm>
              <a:off x="10494963" y="6346825"/>
              <a:ext cx="109537" cy="114300"/>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7" name="Oval 50"/>
            <p:cNvSpPr>
              <a:spLocks noChangeArrowheads="1"/>
            </p:cNvSpPr>
            <p:nvPr/>
          </p:nvSpPr>
          <p:spPr bwMode="auto">
            <a:xfrm>
              <a:off x="11006138" y="5721350"/>
              <a:ext cx="114300" cy="114300"/>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8" name="Freeform 51"/>
            <p:cNvSpPr>
              <a:spLocks/>
            </p:cNvSpPr>
            <p:nvPr/>
          </p:nvSpPr>
          <p:spPr bwMode="auto">
            <a:xfrm>
              <a:off x="10948988" y="5721350"/>
              <a:ext cx="114300" cy="739775"/>
            </a:xfrm>
            <a:custGeom>
              <a:avLst/>
              <a:gdLst>
                <a:gd name="T0" fmla="*/ 72 w 72"/>
                <a:gd name="T1" fmla="*/ 0 h 466"/>
                <a:gd name="T2" fmla="*/ 36 w 72"/>
                <a:gd name="T3" fmla="*/ 466 h 466"/>
                <a:gd name="T4" fmla="*/ 0 w 72"/>
                <a:gd name="T5" fmla="*/ 466 h 466"/>
                <a:gd name="T6" fmla="*/ 36 w 72"/>
                <a:gd name="T7" fmla="*/ 0 h 466"/>
                <a:gd name="T8" fmla="*/ 72 w 72"/>
                <a:gd name="T9" fmla="*/ 0 h 466"/>
              </a:gdLst>
              <a:ahLst/>
              <a:cxnLst>
                <a:cxn ang="0">
                  <a:pos x="T0" y="T1"/>
                </a:cxn>
                <a:cxn ang="0">
                  <a:pos x="T2" y="T3"/>
                </a:cxn>
                <a:cxn ang="0">
                  <a:pos x="T4" y="T5"/>
                </a:cxn>
                <a:cxn ang="0">
                  <a:pos x="T6" y="T7"/>
                </a:cxn>
                <a:cxn ang="0">
                  <a:pos x="T8" y="T9"/>
                </a:cxn>
              </a:cxnLst>
              <a:rect l="0" t="0" r="r" b="b"/>
              <a:pathLst>
                <a:path w="72" h="466">
                  <a:moveTo>
                    <a:pt x="72" y="0"/>
                  </a:moveTo>
                  <a:lnTo>
                    <a:pt x="36" y="466"/>
                  </a:lnTo>
                  <a:lnTo>
                    <a:pt x="0" y="466"/>
                  </a:lnTo>
                  <a:lnTo>
                    <a:pt x="36" y="0"/>
                  </a:lnTo>
                  <a:lnTo>
                    <a:pt x="72" y="0"/>
                  </a:ln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59" name="Oval 52"/>
            <p:cNvSpPr>
              <a:spLocks noChangeArrowheads="1"/>
            </p:cNvSpPr>
            <p:nvPr/>
          </p:nvSpPr>
          <p:spPr bwMode="auto">
            <a:xfrm>
              <a:off x="10653713" y="6751638"/>
              <a:ext cx="34925" cy="34925"/>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0" name="Oval 53"/>
            <p:cNvSpPr>
              <a:spLocks noChangeArrowheads="1"/>
            </p:cNvSpPr>
            <p:nvPr/>
          </p:nvSpPr>
          <p:spPr bwMode="auto">
            <a:xfrm>
              <a:off x="10463213" y="6751638"/>
              <a:ext cx="36512" cy="34925"/>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1" name="Oval 54"/>
            <p:cNvSpPr>
              <a:spLocks noChangeArrowheads="1"/>
            </p:cNvSpPr>
            <p:nvPr/>
          </p:nvSpPr>
          <p:spPr bwMode="auto">
            <a:xfrm>
              <a:off x="10842625" y="6751638"/>
              <a:ext cx="34925" cy="34925"/>
            </a:xfrm>
            <a:prstGeom prst="ellipse">
              <a:avLst/>
            </a:pr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2" name="Freeform 55"/>
            <p:cNvSpPr>
              <a:spLocks/>
            </p:cNvSpPr>
            <p:nvPr/>
          </p:nvSpPr>
          <p:spPr bwMode="auto">
            <a:xfrm>
              <a:off x="10009188" y="6575425"/>
              <a:ext cx="193675" cy="215900"/>
            </a:xfrm>
            <a:custGeom>
              <a:avLst/>
              <a:gdLst>
                <a:gd name="T0" fmla="*/ 33 w 44"/>
                <a:gd name="T1" fmla="*/ 0 h 49"/>
                <a:gd name="T2" fmla="*/ 34 w 44"/>
                <a:gd name="T3" fmla="*/ 35 h 49"/>
                <a:gd name="T4" fmla="*/ 6 w 44"/>
                <a:gd name="T5" fmla="*/ 38 h 49"/>
                <a:gd name="T6" fmla="*/ 3 w 44"/>
                <a:gd name="T7" fmla="*/ 37 h 49"/>
                <a:gd name="T8" fmla="*/ 0 w 44"/>
                <a:gd name="T9" fmla="*/ 41 h 49"/>
                <a:gd name="T10" fmla="*/ 2 w 44"/>
                <a:gd name="T11" fmla="*/ 44 h 49"/>
                <a:gd name="T12" fmla="*/ 8 w 44"/>
                <a:gd name="T13" fmla="*/ 48 h 49"/>
                <a:gd name="T14" fmla="*/ 37 w 44"/>
                <a:gd name="T15" fmla="*/ 47 h 49"/>
                <a:gd name="T16" fmla="*/ 44 w 44"/>
                <a:gd name="T17" fmla="*/ 42 h 49"/>
                <a:gd name="T18" fmla="*/ 44 w 44"/>
                <a:gd name="T19" fmla="*/ 0 h 49"/>
                <a:gd name="T20" fmla="*/ 33 w 44"/>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49">
                  <a:moveTo>
                    <a:pt x="33" y="0"/>
                  </a:moveTo>
                  <a:cubicBezTo>
                    <a:pt x="34" y="35"/>
                    <a:pt x="34" y="35"/>
                    <a:pt x="34" y="35"/>
                  </a:cubicBezTo>
                  <a:cubicBezTo>
                    <a:pt x="30" y="35"/>
                    <a:pt x="14" y="35"/>
                    <a:pt x="6" y="38"/>
                  </a:cubicBezTo>
                  <a:cubicBezTo>
                    <a:pt x="5" y="37"/>
                    <a:pt x="4" y="37"/>
                    <a:pt x="3" y="37"/>
                  </a:cubicBezTo>
                  <a:cubicBezTo>
                    <a:pt x="1" y="37"/>
                    <a:pt x="0" y="39"/>
                    <a:pt x="0" y="41"/>
                  </a:cubicBezTo>
                  <a:cubicBezTo>
                    <a:pt x="0" y="42"/>
                    <a:pt x="1" y="43"/>
                    <a:pt x="2" y="44"/>
                  </a:cubicBezTo>
                  <a:cubicBezTo>
                    <a:pt x="2" y="46"/>
                    <a:pt x="5" y="48"/>
                    <a:pt x="8" y="48"/>
                  </a:cubicBezTo>
                  <a:cubicBezTo>
                    <a:pt x="11" y="48"/>
                    <a:pt x="30" y="45"/>
                    <a:pt x="37" y="47"/>
                  </a:cubicBezTo>
                  <a:cubicBezTo>
                    <a:pt x="44" y="49"/>
                    <a:pt x="44" y="42"/>
                    <a:pt x="44" y="42"/>
                  </a:cubicBezTo>
                  <a:cubicBezTo>
                    <a:pt x="44" y="0"/>
                    <a:pt x="44" y="0"/>
                    <a:pt x="44" y="0"/>
                  </a:cubicBezTo>
                  <a:lnTo>
                    <a:pt x="33" y="0"/>
                  </a:lnTo>
                  <a:close/>
                </a:path>
              </a:pathLst>
            </a:custGeom>
            <a:solidFill>
              <a:srgbClr val="F3B5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3" name="Freeform 56"/>
            <p:cNvSpPr>
              <a:spLocks/>
            </p:cNvSpPr>
            <p:nvPr/>
          </p:nvSpPr>
          <p:spPr bwMode="auto">
            <a:xfrm>
              <a:off x="9986963" y="6704013"/>
              <a:ext cx="247650" cy="96838"/>
            </a:xfrm>
            <a:custGeom>
              <a:avLst/>
              <a:gdLst>
                <a:gd name="T0" fmla="*/ 52 w 56"/>
                <a:gd name="T1" fmla="*/ 2 h 22"/>
                <a:gd name="T2" fmla="*/ 41 w 56"/>
                <a:gd name="T3" fmla="*/ 3 h 22"/>
                <a:gd name="T4" fmla="*/ 37 w 56"/>
                <a:gd name="T5" fmla="*/ 0 h 22"/>
                <a:gd name="T6" fmla="*/ 20 w 56"/>
                <a:gd name="T7" fmla="*/ 6 h 22"/>
                <a:gd name="T8" fmla="*/ 11 w 56"/>
                <a:gd name="T9" fmla="*/ 7 h 22"/>
                <a:gd name="T10" fmla="*/ 5 w 56"/>
                <a:gd name="T11" fmla="*/ 8 h 22"/>
                <a:gd name="T12" fmla="*/ 2 w 56"/>
                <a:gd name="T13" fmla="*/ 9 h 22"/>
                <a:gd name="T14" fmla="*/ 6 w 56"/>
                <a:gd name="T15" fmla="*/ 11 h 22"/>
                <a:gd name="T16" fmla="*/ 12 w 56"/>
                <a:gd name="T17" fmla="*/ 18 h 22"/>
                <a:gd name="T18" fmla="*/ 0 w 56"/>
                <a:gd name="T19" fmla="*/ 14 h 22"/>
                <a:gd name="T20" fmla="*/ 4 w 56"/>
                <a:gd name="T21" fmla="*/ 19 h 22"/>
                <a:gd name="T22" fmla="*/ 33 w 56"/>
                <a:gd name="T23" fmla="*/ 19 h 22"/>
                <a:gd name="T24" fmla="*/ 52 w 56"/>
                <a:gd name="T25" fmla="*/ 19 h 22"/>
                <a:gd name="T26" fmla="*/ 53 w 56"/>
                <a:gd name="T27" fmla="*/ 18 h 22"/>
                <a:gd name="T28" fmla="*/ 53 w 56"/>
                <a:gd name="T29" fmla="*/ 16 h 22"/>
                <a:gd name="T30" fmla="*/ 52 w 56"/>
                <a:gd name="T3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6" h="22">
                  <a:moveTo>
                    <a:pt x="52" y="2"/>
                  </a:moveTo>
                  <a:cubicBezTo>
                    <a:pt x="49" y="5"/>
                    <a:pt x="47" y="5"/>
                    <a:pt x="41" y="3"/>
                  </a:cubicBezTo>
                  <a:cubicBezTo>
                    <a:pt x="39" y="3"/>
                    <a:pt x="39" y="1"/>
                    <a:pt x="37" y="0"/>
                  </a:cubicBezTo>
                  <a:cubicBezTo>
                    <a:pt x="35" y="2"/>
                    <a:pt x="25" y="4"/>
                    <a:pt x="20" y="6"/>
                  </a:cubicBezTo>
                  <a:cubicBezTo>
                    <a:pt x="17" y="6"/>
                    <a:pt x="13" y="8"/>
                    <a:pt x="11" y="7"/>
                  </a:cubicBezTo>
                  <a:cubicBezTo>
                    <a:pt x="9" y="8"/>
                    <a:pt x="7" y="8"/>
                    <a:pt x="5" y="8"/>
                  </a:cubicBezTo>
                  <a:cubicBezTo>
                    <a:pt x="4" y="8"/>
                    <a:pt x="3" y="8"/>
                    <a:pt x="2" y="9"/>
                  </a:cubicBezTo>
                  <a:cubicBezTo>
                    <a:pt x="2" y="10"/>
                    <a:pt x="3" y="10"/>
                    <a:pt x="6" y="11"/>
                  </a:cubicBezTo>
                  <a:cubicBezTo>
                    <a:pt x="11" y="13"/>
                    <a:pt x="12" y="16"/>
                    <a:pt x="12" y="18"/>
                  </a:cubicBezTo>
                  <a:cubicBezTo>
                    <a:pt x="12" y="20"/>
                    <a:pt x="4" y="18"/>
                    <a:pt x="0" y="14"/>
                  </a:cubicBezTo>
                  <a:cubicBezTo>
                    <a:pt x="0" y="16"/>
                    <a:pt x="2" y="18"/>
                    <a:pt x="4" y="19"/>
                  </a:cubicBezTo>
                  <a:cubicBezTo>
                    <a:pt x="11" y="22"/>
                    <a:pt x="33" y="19"/>
                    <a:pt x="33" y="19"/>
                  </a:cubicBezTo>
                  <a:cubicBezTo>
                    <a:pt x="52" y="19"/>
                    <a:pt x="52" y="19"/>
                    <a:pt x="52" y="19"/>
                  </a:cubicBezTo>
                  <a:cubicBezTo>
                    <a:pt x="53" y="18"/>
                    <a:pt x="53" y="18"/>
                    <a:pt x="53" y="18"/>
                  </a:cubicBezTo>
                  <a:cubicBezTo>
                    <a:pt x="53" y="17"/>
                    <a:pt x="53" y="17"/>
                    <a:pt x="53" y="16"/>
                  </a:cubicBezTo>
                  <a:cubicBezTo>
                    <a:pt x="56" y="15"/>
                    <a:pt x="52" y="2"/>
                    <a:pt x="52" y="2"/>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4" name="Freeform 57"/>
            <p:cNvSpPr>
              <a:spLocks/>
            </p:cNvSpPr>
            <p:nvPr/>
          </p:nvSpPr>
          <p:spPr bwMode="auto">
            <a:xfrm>
              <a:off x="9982200" y="6743700"/>
              <a:ext cx="58737" cy="47625"/>
            </a:xfrm>
            <a:custGeom>
              <a:avLst/>
              <a:gdLst>
                <a:gd name="T0" fmla="*/ 13 w 13"/>
                <a:gd name="T1" fmla="*/ 9 h 11"/>
                <a:gd name="T2" fmla="*/ 7 w 13"/>
                <a:gd name="T3" fmla="*/ 2 h 11"/>
                <a:gd name="T4" fmla="*/ 3 w 13"/>
                <a:gd name="T5" fmla="*/ 0 h 11"/>
                <a:gd name="T6" fmla="*/ 1 w 13"/>
                <a:gd name="T7" fmla="*/ 5 h 11"/>
                <a:gd name="T8" fmla="*/ 13 w 13"/>
                <a:gd name="T9" fmla="*/ 9 h 11"/>
              </a:gdLst>
              <a:ahLst/>
              <a:cxnLst>
                <a:cxn ang="0">
                  <a:pos x="T0" y="T1"/>
                </a:cxn>
                <a:cxn ang="0">
                  <a:pos x="T2" y="T3"/>
                </a:cxn>
                <a:cxn ang="0">
                  <a:pos x="T4" y="T5"/>
                </a:cxn>
                <a:cxn ang="0">
                  <a:pos x="T6" y="T7"/>
                </a:cxn>
                <a:cxn ang="0">
                  <a:pos x="T8" y="T9"/>
                </a:cxn>
              </a:cxnLst>
              <a:rect l="0" t="0" r="r" b="b"/>
              <a:pathLst>
                <a:path w="13" h="11">
                  <a:moveTo>
                    <a:pt x="13" y="9"/>
                  </a:moveTo>
                  <a:cubicBezTo>
                    <a:pt x="13" y="7"/>
                    <a:pt x="12" y="4"/>
                    <a:pt x="7" y="2"/>
                  </a:cubicBezTo>
                  <a:cubicBezTo>
                    <a:pt x="4" y="1"/>
                    <a:pt x="3" y="1"/>
                    <a:pt x="3" y="0"/>
                  </a:cubicBezTo>
                  <a:cubicBezTo>
                    <a:pt x="1" y="1"/>
                    <a:pt x="0" y="3"/>
                    <a:pt x="1" y="5"/>
                  </a:cubicBezTo>
                  <a:cubicBezTo>
                    <a:pt x="5" y="9"/>
                    <a:pt x="13" y="11"/>
                    <a:pt x="13" y="9"/>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5" name="Freeform 58"/>
            <p:cNvSpPr>
              <a:spLocks/>
            </p:cNvSpPr>
            <p:nvPr/>
          </p:nvSpPr>
          <p:spPr bwMode="auto">
            <a:xfrm>
              <a:off x="10036175" y="6686550"/>
              <a:ext cx="203200" cy="96838"/>
            </a:xfrm>
            <a:custGeom>
              <a:avLst/>
              <a:gdLst>
                <a:gd name="T0" fmla="*/ 22 w 46"/>
                <a:gd name="T1" fmla="*/ 4 h 22"/>
                <a:gd name="T2" fmla="*/ 27 w 46"/>
                <a:gd name="T3" fmla="*/ 2 h 22"/>
                <a:gd name="T4" fmla="*/ 36 w 46"/>
                <a:gd name="T5" fmla="*/ 6 h 22"/>
                <a:gd name="T6" fmla="*/ 42 w 46"/>
                <a:gd name="T7" fmla="*/ 4 h 22"/>
                <a:gd name="T8" fmla="*/ 42 w 46"/>
                <a:gd name="T9" fmla="*/ 4 h 22"/>
                <a:gd name="T10" fmla="*/ 42 w 46"/>
                <a:gd name="T11" fmla="*/ 6 h 22"/>
                <a:gd name="T12" fmla="*/ 45 w 46"/>
                <a:gd name="T13" fmla="*/ 20 h 22"/>
                <a:gd name="T14" fmla="*/ 45 w 46"/>
                <a:gd name="T15" fmla="*/ 21 h 22"/>
                <a:gd name="T16" fmla="*/ 42 w 46"/>
                <a:gd name="T17" fmla="*/ 22 h 22"/>
                <a:gd name="T18" fmla="*/ 42 w 46"/>
                <a:gd name="T19" fmla="*/ 20 h 22"/>
                <a:gd name="T20" fmla="*/ 39 w 46"/>
                <a:gd name="T21" fmla="*/ 8 h 22"/>
                <a:gd name="T22" fmla="*/ 29 w 46"/>
                <a:gd name="T23" fmla="*/ 8 h 22"/>
                <a:gd name="T24" fmla="*/ 25 w 46"/>
                <a:gd name="T25" fmla="*/ 6 h 22"/>
                <a:gd name="T26" fmla="*/ 8 w 46"/>
                <a:gd name="T27" fmla="*/ 11 h 22"/>
                <a:gd name="T28" fmla="*/ 0 w 46"/>
                <a:gd name="T29" fmla="*/ 11 h 22"/>
                <a:gd name="T30" fmla="*/ 22 w 46"/>
                <a:gd name="T31"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22">
                  <a:moveTo>
                    <a:pt x="22" y="4"/>
                  </a:moveTo>
                  <a:cubicBezTo>
                    <a:pt x="24" y="2"/>
                    <a:pt x="26" y="0"/>
                    <a:pt x="27" y="2"/>
                  </a:cubicBezTo>
                  <a:cubicBezTo>
                    <a:pt x="30" y="6"/>
                    <a:pt x="32" y="7"/>
                    <a:pt x="36" y="6"/>
                  </a:cubicBezTo>
                  <a:cubicBezTo>
                    <a:pt x="40" y="4"/>
                    <a:pt x="40" y="3"/>
                    <a:pt x="42" y="4"/>
                  </a:cubicBezTo>
                  <a:cubicBezTo>
                    <a:pt x="42" y="4"/>
                    <a:pt x="42" y="4"/>
                    <a:pt x="42" y="4"/>
                  </a:cubicBezTo>
                  <a:cubicBezTo>
                    <a:pt x="42" y="4"/>
                    <a:pt x="41" y="5"/>
                    <a:pt x="42" y="6"/>
                  </a:cubicBezTo>
                  <a:cubicBezTo>
                    <a:pt x="42" y="7"/>
                    <a:pt x="46" y="17"/>
                    <a:pt x="45" y="20"/>
                  </a:cubicBezTo>
                  <a:cubicBezTo>
                    <a:pt x="45" y="21"/>
                    <a:pt x="45" y="21"/>
                    <a:pt x="45" y="21"/>
                  </a:cubicBezTo>
                  <a:cubicBezTo>
                    <a:pt x="42" y="22"/>
                    <a:pt x="42" y="22"/>
                    <a:pt x="42" y="22"/>
                  </a:cubicBezTo>
                  <a:cubicBezTo>
                    <a:pt x="42" y="21"/>
                    <a:pt x="42" y="21"/>
                    <a:pt x="42" y="20"/>
                  </a:cubicBezTo>
                  <a:cubicBezTo>
                    <a:pt x="45" y="19"/>
                    <a:pt x="39" y="8"/>
                    <a:pt x="39" y="8"/>
                  </a:cubicBezTo>
                  <a:cubicBezTo>
                    <a:pt x="36" y="10"/>
                    <a:pt x="35" y="10"/>
                    <a:pt x="29" y="8"/>
                  </a:cubicBezTo>
                  <a:cubicBezTo>
                    <a:pt x="25" y="6"/>
                    <a:pt x="25" y="6"/>
                    <a:pt x="25" y="6"/>
                  </a:cubicBezTo>
                  <a:cubicBezTo>
                    <a:pt x="23" y="7"/>
                    <a:pt x="13" y="10"/>
                    <a:pt x="8" y="11"/>
                  </a:cubicBezTo>
                  <a:cubicBezTo>
                    <a:pt x="5" y="12"/>
                    <a:pt x="2" y="12"/>
                    <a:pt x="0" y="11"/>
                  </a:cubicBezTo>
                  <a:lnTo>
                    <a:pt x="22" y="4"/>
                  </a:ln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6" name="Freeform 59"/>
            <p:cNvSpPr>
              <a:spLocks/>
            </p:cNvSpPr>
            <p:nvPr/>
          </p:nvSpPr>
          <p:spPr bwMode="auto">
            <a:xfrm>
              <a:off x="10217150" y="6704013"/>
              <a:ext cx="30162" cy="74613"/>
            </a:xfrm>
            <a:custGeom>
              <a:avLst/>
              <a:gdLst>
                <a:gd name="T0" fmla="*/ 5 w 7"/>
                <a:gd name="T1" fmla="*/ 11 h 17"/>
                <a:gd name="T2" fmla="*/ 1 w 7"/>
                <a:gd name="T3" fmla="*/ 0 h 17"/>
                <a:gd name="T4" fmla="*/ 1 w 7"/>
                <a:gd name="T5" fmla="*/ 2 h 17"/>
                <a:gd name="T6" fmla="*/ 4 w 7"/>
                <a:gd name="T7" fmla="*/ 16 h 17"/>
                <a:gd name="T8" fmla="*/ 4 w 7"/>
                <a:gd name="T9" fmla="*/ 17 h 17"/>
                <a:gd name="T10" fmla="*/ 5 w 7"/>
                <a:gd name="T11" fmla="*/ 16 h 17"/>
                <a:gd name="T12" fmla="*/ 5 w 7"/>
                <a:gd name="T13" fmla="*/ 11 h 17"/>
              </a:gdLst>
              <a:ahLst/>
              <a:cxnLst>
                <a:cxn ang="0">
                  <a:pos x="T0" y="T1"/>
                </a:cxn>
                <a:cxn ang="0">
                  <a:pos x="T2" y="T3"/>
                </a:cxn>
                <a:cxn ang="0">
                  <a:pos x="T4" y="T5"/>
                </a:cxn>
                <a:cxn ang="0">
                  <a:pos x="T6" y="T7"/>
                </a:cxn>
                <a:cxn ang="0">
                  <a:pos x="T8" y="T9"/>
                </a:cxn>
                <a:cxn ang="0">
                  <a:pos x="T10" y="T11"/>
                </a:cxn>
                <a:cxn ang="0">
                  <a:pos x="T12" y="T13"/>
                </a:cxn>
              </a:cxnLst>
              <a:rect l="0" t="0" r="r" b="b"/>
              <a:pathLst>
                <a:path w="7" h="17">
                  <a:moveTo>
                    <a:pt x="5" y="11"/>
                  </a:moveTo>
                  <a:cubicBezTo>
                    <a:pt x="4" y="6"/>
                    <a:pt x="2" y="0"/>
                    <a:pt x="1" y="0"/>
                  </a:cubicBezTo>
                  <a:cubicBezTo>
                    <a:pt x="1" y="0"/>
                    <a:pt x="0" y="1"/>
                    <a:pt x="1" y="2"/>
                  </a:cubicBezTo>
                  <a:cubicBezTo>
                    <a:pt x="1" y="3"/>
                    <a:pt x="5" y="13"/>
                    <a:pt x="4" y="16"/>
                  </a:cubicBezTo>
                  <a:cubicBezTo>
                    <a:pt x="4" y="17"/>
                    <a:pt x="4" y="17"/>
                    <a:pt x="4" y="17"/>
                  </a:cubicBezTo>
                  <a:cubicBezTo>
                    <a:pt x="5" y="16"/>
                    <a:pt x="5" y="16"/>
                    <a:pt x="5" y="16"/>
                  </a:cubicBezTo>
                  <a:cubicBezTo>
                    <a:pt x="5" y="16"/>
                    <a:pt x="7" y="16"/>
                    <a:pt x="5" y="11"/>
                  </a:cubicBezTo>
                  <a:close/>
                </a:path>
              </a:pathLst>
            </a:custGeom>
            <a:solidFill>
              <a:srgbClr val="B0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7" name="Freeform 60"/>
            <p:cNvSpPr>
              <a:spLocks/>
            </p:cNvSpPr>
            <p:nvPr/>
          </p:nvSpPr>
          <p:spPr bwMode="auto">
            <a:xfrm>
              <a:off x="10048875" y="6729413"/>
              <a:ext cx="153987" cy="57150"/>
            </a:xfrm>
            <a:custGeom>
              <a:avLst/>
              <a:gdLst>
                <a:gd name="T0" fmla="*/ 35 w 35"/>
                <a:gd name="T1" fmla="*/ 13 h 13"/>
                <a:gd name="T2" fmla="*/ 35 w 35"/>
                <a:gd name="T3" fmla="*/ 13 h 13"/>
                <a:gd name="T4" fmla="*/ 17 w 35"/>
                <a:gd name="T5" fmla="*/ 0 h 13"/>
                <a:gd name="T6" fmla="*/ 0 w 35"/>
                <a:gd name="T7" fmla="*/ 13 h 13"/>
                <a:gd name="T8" fmla="*/ 35 w 35"/>
                <a:gd name="T9" fmla="*/ 13 h 13"/>
              </a:gdLst>
              <a:ahLst/>
              <a:cxnLst>
                <a:cxn ang="0">
                  <a:pos x="T0" y="T1"/>
                </a:cxn>
                <a:cxn ang="0">
                  <a:pos x="T2" y="T3"/>
                </a:cxn>
                <a:cxn ang="0">
                  <a:pos x="T4" y="T5"/>
                </a:cxn>
                <a:cxn ang="0">
                  <a:pos x="T6" y="T7"/>
                </a:cxn>
                <a:cxn ang="0">
                  <a:pos x="T8" y="T9"/>
                </a:cxn>
              </a:cxnLst>
              <a:rect l="0" t="0" r="r" b="b"/>
              <a:pathLst>
                <a:path w="35" h="13">
                  <a:moveTo>
                    <a:pt x="35" y="13"/>
                  </a:moveTo>
                  <a:cubicBezTo>
                    <a:pt x="35" y="13"/>
                    <a:pt x="35" y="13"/>
                    <a:pt x="35" y="13"/>
                  </a:cubicBezTo>
                  <a:cubicBezTo>
                    <a:pt x="35" y="6"/>
                    <a:pt x="27" y="0"/>
                    <a:pt x="17" y="0"/>
                  </a:cubicBezTo>
                  <a:cubicBezTo>
                    <a:pt x="8" y="1"/>
                    <a:pt x="1" y="6"/>
                    <a:pt x="0" y="13"/>
                  </a:cubicBezTo>
                  <a:cubicBezTo>
                    <a:pt x="7" y="13"/>
                    <a:pt x="26" y="13"/>
                    <a:pt x="35" y="13"/>
                  </a:cubicBezTo>
                  <a:close/>
                </a:path>
              </a:pathLst>
            </a:custGeom>
            <a:solidFill>
              <a:srgbClr val="D7D8D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8" name="Freeform 61"/>
            <p:cNvSpPr>
              <a:spLocks/>
            </p:cNvSpPr>
            <p:nvPr/>
          </p:nvSpPr>
          <p:spPr bwMode="auto">
            <a:xfrm>
              <a:off x="10115550" y="6699250"/>
              <a:ext cx="17462" cy="12700"/>
            </a:xfrm>
            <a:custGeom>
              <a:avLst/>
              <a:gdLst>
                <a:gd name="T0" fmla="*/ 4 w 4"/>
                <a:gd name="T1" fmla="*/ 2 h 3"/>
                <a:gd name="T2" fmla="*/ 2 w 4"/>
                <a:gd name="T3" fmla="*/ 0 h 3"/>
                <a:gd name="T4" fmla="*/ 0 w 4"/>
                <a:gd name="T5" fmla="*/ 0 h 3"/>
                <a:gd name="T6" fmla="*/ 0 w 4"/>
                <a:gd name="T7" fmla="*/ 1 h 3"/>
                <a:gd name="T8" fmla="*/ 0 w 4"/>
                <a:gd name="T9" fmla="*/ 2 h 3"/>
                <a:gd name="T10" fmla="*/ 0 w 4"/>
                <a:gd name="T11" fmla="*/ 1 h 3"/>
                <a:gd name="T12" fmla="*/ 1 w 4"/>
                <a:gd name="T13" fmla="*/ 1 h 3"/>
                <a:gd name="T14" fmla="*/ 1 w 4"/>
                <a:gd name="T15" fmla="*/ 1 h 3"/>
                <a:gd name="T16" fmla="*/ 1 w 4"/>
                <a:gd name="T17" fmla="*/ 1 h 3"/>
                <a:gd name="T18" fmla="*/ 3 w 4"/>
                <a:gd name="T19" fmla="*/ 3 h 3"/>
                <a:gd name="T20" fmla="*/ 3 w 4"/>
                <a:gd name="T21" fmla="*/ 3 h 3"/>
                <a:gd name="T22" fmla="*/ 3 w 4"/>
                <a:gd name="T23" fmla="*/ 3 h 3"/>
                <a:gd name="T24" fmla="*/ 4 w 4"/>
                <a:gd name="T25"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3">
                  <a:moveTo>
                    <a:pt x="4" y="2"/>
                  </a:moveTo>
                  <a:cubicBezTo>
                    <a:pt x="3" y="1"/>
                    <a:pt x="2" y="1"/>
                    <a:pt x="2" y="0"/>
                  </a:cubicBezTo>
                  <a:cubicBezTo>
                    <a:pt x="1" y="0"/>
                    <a:pt x="1" y="0"/>
                    <a:pt x="0" y="0"/>
                  </a:cubicBezTo>
                  <a:cubicBezTo>
                    <a:pt x="0" y="0"/>
                    <a:pt x="0" y="1"/>
                    <a:pt x="0" y="1"/>
                  </a:cubicBezTo>
                  <a:cubicBezTo>
                    <a:pt x="0" y="1"/>
                    <a:pt x="0" y="2"/>
                    <a:pt x="0" y="2"/>
                  </a:cubicBezTo>
                  <a:cubicBezTo>
                    <a:pt x="0" y="1"/>
                    <a:pt x="0" y="1"/>
                    <a:pt x="0" y="1"/>
                  </a:cubicBezTo>
                  <a:cubicBezTo>
                    <a:pt x="0" y="1"/>
                    <a:pt x="1" y="1"/>
                    <a:pt x="1" y="1"/>
                  </a:cubicBezTo>
                  <a:cubicBezTo>
                    <a:pt x="1" y="1"/>
                    <a:pt x="1" y="1"/>
                    <a:pt x="1" y="1"/>
                  </a:cubicBezTo>
                  <a:cubicBezTo>
                    <a:pt x="1" y="1"/>
                    <a:pt x="1" y="1"/>
                    <a:pt x="1" y="1"/>
                  </a:cubicBezTo>
                  <a:cubicBezTo>
                    <a:pt x="1" y="1"/>
                    <a:pt x="2" y="2"/>
                    <a:pt x="3" y="3"/>
                  </a:cubicBezTo>
                  <a:cubicBezTo>
                    <a:pt x="3" y="3"/>
                    <a:pt x="3" y="3"/>
                    <a:pt x="3" y="3"/>
                  </a:cubicBezTo>
                  <a:cubicBezTo>
                    <a:pt x="3" y="3"/>
                    <a:pt x="3" y="3"/>
                    <a:pt x="3" y="3"/>
                  </a:cubicBezTo>
                  <a:cubicBezTo>
                    <a:pt x="4" y="3"/>
                    <a:pt x="4" y="2"/>
                    <a:pt x="4" y="2"/>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69" name="Freeform 62"/>
            <p:cNvSpPr>
              <a:spLocks/>
            </p:cNvSpPr>
            <p:nvPr/>
          </p:nvSpPr>
          <p:spPr bwMode="auto">
            <a:xfrm>
              <a:off x="10101263" y="6704013"/>
              <a:ext cx="19050" cy="12700"/>
            </a:xfrm>
            <a:custGeom>
              <a:avLst/>
              <a:gdLst>
                <a:gd name="T0" fmla="*/ 2 w 4"/>
                <a:gd name="T1" fmla="*/ 0 h 3"/>
                <a:gd name="T2" fmla="*/ 0 w 4"/>
                <a:gd name="T3" fmla="*/ 0 h 3"/>
                <a:gd name="T4" fmla="*/ 0 w 4"/>
                <a:gd name="T5" fmla="*/ 1 h 3"/>
                <a:gd name="T6" fmla="*/ 0 w 4"/>
                <a:gd name="T7" fmla="*/ 2 h 3"/>
                <a:gd name="T8" fmla="*/ 1 w 4"/>
                <a:gd name="T9" fmla="*/ 1 h 3"/>
                <a:gd name="T10" fmla="*/ 1 w 4"/>
                <a:gd name="T11" fmla="*/ 1 h 3"/>
                <a:gd name="T12" fmla="*/ 1 w 4"/>
                <a:gd name="T13" fmla="*/ 1 h 3"/>
                <a:gd name="T14" fmla="*/ 2 w 4"/>
                <a:gd name="T15" fmla="*/ 3 h 3"/>
                <a:gd name="T16" fmla="*/ 3 w 4"/>
                <a:gd name="T17" fmla="*/ 3 h 3"/>
                <a:gd name="T18" fmla="*/ 3 w 4"/>
                <a:gd name="T19" fmla="*/ 3 h 3"/>
                <a:gd name="T20" fmla="*/ 3 w 4"/>
                <a:gd name="T21" fmla="*/ 2 h 3"/>
                <a:gd name="T22" fmla="*/ 2 w 4"/>
                <a:gd name="T23"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3">
                  <a:moveTo>
                    <a:pt x="2" y="0"/>
                  </a:moveTo>
                  <a:cubicBezTo>
                    <a:pt x="1" y="0"/>
                    <a:pt x="1" y="0"/>
                    <a:pt x="0" y="0"/>
                  </a:cubicBezTo>
                  <a:cubicBezTo>
                    <a:pt x="0" y="0"/>
                    <a:pt x="0" y="1"/>
                    <a:pt x="0" y="1"/>
                  </a:cubicBezTo>
                  <a:cubicBezTo>
                    <a:pt x="0" y="1"/>
                    <a:pt x="0" y="2"/>
                    <a:pt x="0" y="2"/>
                  </a:cubicBezTo>
                  <a:cubicBezTo>
                    <a:pt x="0" y="1"/>
                    <a:pt x="0" y="1"/>
                    <a:pt x="1" y="1"/>
                  </a:cubicBezTo>
                  <a:cubicBezTo>
                    <a:pt x="1" y="1"/>
                    <a:pt x="1" y="1"/>
                    <a:pt x="1" y="1"/>
                  </a:cubicBezTo>
                  <a:cubicBezTo>
                    <a:pt x="1" y="1"/>
                    <a:pt x="1" y="1"/>
                    <a:pt x="1" y="1"/>
                  </a:cubicBezTo>
                  <a:cubicBezTo>
                    <a:pt x="1" y="1"/>
                    <a:pt x="2" y="2"/>
                    <a:pt x="2" y="3"/>
                  </a:cubicBezTo>
                  <a:cubicBezTo>
                    <a:pt x="3" y="3"/>
                    <a:pt x="3" y="3"/>
                    <a:pt x="3" y="3"/>
                  </a:cubicBezTo>
                  <a:cubicBezTo>
                    <a:pt x="3" y="3"/>
                    <a:pt x="3" y="3"/>
                    <a:pt x="3" y="3"/>
                  </a:cubicBezTo>
                  <a:cubicBezTo>
                    <a:pt x="3" y="3"/>
                    <a:pt x="4" y="2"/>
                    <a:pt x="3" y="2"/>
                  </a:cubicBezTo>
                  <a:cubicBezTo>
                    <a:pt x="3" y="2"/>
                    <a:pt x="2" y="1"/>
                    <a:pt x="2" y="0"/>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0" name="Freeform 63"/>
            <p:cNvSpPr>
              <a:spLocks/>
            </p:cNvSpPr>
            <p:nvPr/>
          </p:nvSpPr>
          <p:spPr bwMode="auto">
            <a:xfrm>
              <a:off x="10083800" y="6708775"/>
              <a:ext cx="17462" cy="12700"/>
            </a:xfrm>
            <a:custGeom>
              <a:avLst/>
              <a:gdLst>
                <a:gd name="T0" fmla="*/ 3 w 4"/>
                <a:gd name="T1" fmla="*/ 1 h 3"/>
                <a:gd name="T2" fmla="*/ 1 w 4"/>
                <a:gd name="T3" fmla="*/ 0 h 3"/>
                <a:gd name="T4" fmla="*/ 0 w 4"/>
                <a:gd name="T5" fmla="*/ 1 h 3"/>
                <a:gd name="T6" fmla="*/ 1 w 4"/>
                <a:gd name="T7" fmla="*/ 2 h 3"/>
                <a:gd name="T8" fmla="*/ 2 w 4"/>
                <a:gd name="T9" fmla="*/ 1 h 3"/>
                <a:gd name="T10" fmla="*/ 2 w 4"/>
                <a:gd name="T11" fmla="*/ 1 h 3"/>
                <a:gd name="T12" fmla="*/ 2 w 4"/>
                <a:gd name="T13" fmla="*/ 1 h 3"/>
                <a:gd name="T14" fmla="*/ 3 w 4"/>
                <a:gd name="T15" fmla="*/ 3 h 3"/>
                <a:gd name="T16" fmla="*/ 4 w 4"/>
                <a:gd name="T17" fmla="*/ 3 h 3"/>
                <a:gd name="T18" fmla="*/ 4 w 4"/>
                <a:gd name="T19" fmla="*/ 3 h 3"/>
                <a:gd name="T20" fmla="*/ 4 w 4"/>
                <a:gd name="T21" fmla="*/ 3 h 3"/>
                <a:gd name="T22" fmla="*/ 3 w 4"/>
                <a:gd name="T23"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3">
                  <a:moveTo>
                    <a:pt x="3" y="1"/>
                  </a:moveTo>
                  <a:cubicBezTo>
                    <a:pt x="2" y="0"/>
                    <a:pt x="2" y="0"/>
                    <a:pt x="1" y="0"/>
                  </a:cubicBezTo>
                  <a:cubicBezTo>
                    <a:pt x="1" y="0"/>
                    <a:pt x="1" y="1"/>
                    <a:pt x="0" y="1"/>
                  </a:cubicBezTo>
                  <a:cubicBezTo>
                    <a:pt x="0" y="1"/>
                    <a:pt x="1" y="2"/>
                    <a:pt x="1" y="2"/>
                  </a:cubicBezTo>
                  <a:cubicBezTo>
                    <a:pt x="1" y="2"/>
                    <a:pt x="1" y="1"/>
                    <a:pt x="2" y="1"/>
                  </a:cubicBezTo>
                  <a:cubicBezTo>
                    <a:pt x="2" y="1"/>
                    <a:pt x="2" y="1"/>
                    <a:pt x="2" y="1"/>
                  </a:cubicBezTo>
                  <a:cubicBezTo>
                    <a:pt x="2" y="1"/>
                    <a:pt x="2" y="1"/>
                    <a:pt x="2" y="1"/>
                  </a:cubicBezTo>
                  <a:cubicBezTo>
                    <a:pt x="2" y="2"/>
                    <a:pt x="3" y="2"/>
                    <a:pt x="3" y="3"/>
                  </a:cubicBezTo>
                  <a:cubicBezTo>
                    <a:pt x="3" y="3"/>
                    <a:pt x="3" y="3"/>
                    <a:pt x="4" y="3"/>
                  </a:cubicBezTo>
                  <a:cubicBezTo>
                    <a:pt x="4" y="3"/>
                    <a:pt x="4" y="3"/>
                    <a:pt x="4" y="3"/>
                  </a:cubicBezTo>
                  <a:cubicBezTo>
                    <a:pt x="4" y="3"/>
                    <a:pt x="4" y="3"/>
                    <a:pt x="4" y="3"/>
                  </a:cubicBezTo>
                  <a:cubicBezTo>
                    <a:pt x="4" y="2"/>
                    <a:pt x="3" y="1"/>
                    <a:pt x="3" y="1"/>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1" name="Freeform 64"/>
            <p:cNvSpPr>
              <a:spLocks/>
            </p:cNvSpPr>
            <p:nvPr/>
          </p:nvSpPr>
          <p:spPr bwMode="auto">
            <a:xfrm>
              <a:off x="10071100" y="6711950"/>
              <a:ext cx="17462" cy="14288"/>
            </a:xfrm>
            <a:custGeom>
              <a:avLst/>
              <a:gdLst>
                <a:gd name="T0" fmla="*/ 3 w 4"/>
                <a:gd name="T1" fmla="*/ 1 h 3"/>
                <a:gd name="T2" fmla="*/ 1 w 4"/>
                <a:gd name="T3" fmla="*/ 0 h 3"/>
                <a:gd name="T4" fmla="*/ 0 w 4"/>
                <a:gd name="T5" fmla="*/ 1 h 3"/>
                <a:gd name="T6" fmla="*/ 1 w 4"/>
                <a:gd name="T7" fmla="*/ 2 h 3"/>
                <a:gd name="T8" fmla="*/ 2 w 4"/>
                <a:gd name="T9" fmla="*/ 1 h 3"/>
                <a:gd name="T10" fmla="*/ 2 w 4"/>
                <a:gd name="T11" fmla="*/ 1 h 3"/>
                <a:gd name="T12" fmla="*/ 2 w 4"/>
                <a:gd name="T13" fmla="*/ 1 h 3"/>
                <a:gd name="T14" fmla="*/ 3 w 4"/>
                <a:gd name="T15" fmla="*/ 3 h 3"/>
                <a:gd name="T16" fmla="*/ 4 w 4"/>
                <a:gd name="T17" fmla="*/ 3 h 3"/>
                <a:gd name="T18" fmla="*/ 4 w 4"/>
                <a:gd name="T19" fmla="*/ 3 h 3"/>
                <a:gd name="T20" fmla="*/ 4 w 4"/>
                <a:gd name="T21" fmla="*/ 2 h 3"/>
                <a:gd name="T22" fmla="*/ 3 w 4"/>
                <a:gd name="T23"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3">
                  <a:moveTo>
                    <a:pt x="3" y="1"/>
                  </a:moveTo>
                  <a:cubicBezTo>
                    <a:pt x="2" y="0"/>
                    <a:pt x="2" y="0"/>
                    <a:pt x="1" y="0"/>
                  </a:cubicBezTo>
                  <a:cubicBezTo>
                    <a:pt x="1" y="0"/>
                    <a:pt x="0" y="1"/>
                    <a:pt x="0" y="1"/>
                  </a:cubicBezTo>
                  <a:cubicBezTo>
                    <a:pt x="0" y="1"/>
                    <a:pt x="0" y="2"/>
                    <a:pt x="1" y="2"/>
                  </a:cubicBezTo>
                  <a:cubicBezTo>
                    <a:pt x="1" y="2"/>
                    <a:pt x="1" y="1"/>
                    <a:pt x="2" y="1"/>
                  </a:cubicBezTo>
                  <a:cubicBezTo>
                    <a:pt x="2" y="1"/>
                    <a:pt x="2" y="1"/>
                    <a:pt x="2" y="1"/>
                  </a:cubicBezTo>
                  <a:cubicBezTo>
                    <a:pt x="2" y="1"/>
                    <a:pt x="2" y="1"/>
                    <a:pt x="2" y="1"/>
                  </a:cubicBezTo>
                  <a:cubicBezTo>
                    <a:pt x="2" y="1"/>
                    <a:pt x="3" y="2"/>
                    <a:pt x="3" y="3"/>
                  </a:cubicBezTo>
                  <a:cubicBezTo>
                    <a:pt x="3" y="3"/>
                    <a:pt x="3" y="3"/>
                    <a:pt x="4" y="3"/>
                  </a:cubicBezTo>
                  <a:cubicBezTo>
                    <a:pt x="4" y="3"/>
                    <a:pt x="4" y="3"/>
                    <a:pt x="4" y="3"/>
                  </a:cubicBezTo>
                  <a:cubicBezTo>
                    <a:pt x="4" y="3"/>
                    <a:pt x="4" y="3"/>
                    <a:pt x="4" y="2"/>
                  </a:cubicBezTo>
                  <a:cubicBezTo>
                    <a:pt x="4" y="2"/>
                    <a:pt x="3" y="1"/>
                    <a:pt x="3" y="1"/>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2" name="Freeform 65"/>
            <p:cNvSpPr>
              <a:spLocks/>
            </p:cNvSpPr>
            <p:nvPr/>
          </p:nvSpPr>
          <p:spPr bwMode="auto">
            <a:xfrm>
              <a:off x="9982200" y="6769100"/>
              <a:ext cx="260350" cy="31750"/>
            </a:xfrm>
            <a:custGeom>
              <a:avLst/>
              <a:gdLst>
                <a:gd name="T0" fmla="*/ 19 w 59"/>
                <a:gd name="T1" fmla="*/ 6 h 7"/>
                <a:gd name="T2" fmla="*/ 0 w 59"/>
                <a:gd name="T3" fmla="*/ 0 h 7"/>
                <a:gd name="T4" fmla="*/ 1 w 59"/>
                <a:gd name="T5" fmla="*/ 1 h 7"/>
                <a:gd name="T6" fmla="*/ 19 w 59"/>
                <a:gd name="T7" fmla="*/ 7 h 7"/>
                <a:gd name="T8" fmla="*/ 57 w 59"/>
                <a:gd name="T9" fmla="*/ 6 h 7"/>
                <a:gd name="T10" fmla="*/ 59 w 59"/>
                <a:gd name="T11" fmla="*/ 5 h 7"/>
                <a:gd name="T12" fmla="*/ 58 w 59"/>
                <a:gd name="T13" fmla="*/ 5 h 7"/>
                <a:gd name="T14" fmla="*/ 19 w 59"/>
                <a:gd name="T15" fmla="*/ 6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7">
                  <a:moveTo>
                    <a:pt x="19" y="6"/>
                  </a:moveTo>
                  <a:cubicBezTo>
                    <a:pt x="6" y="6"/>
                    <a:pt x="1" y="2"/>
                    <a:pt x="0" y="0"/>
                  </a:cubicBezTo>
                  <a:cubicBezTo>
                    <a:pt x="0" y="0"/>
                    <a:pt x="0" y="0"/>
                    <a:pt x="1" y="1"/>
                  </a:cubicBezTo>
                  <a:cubicBezTo>
                    <a:pt x="1" y="2"/>
                    <a:pt x="5" y="7"/>
                    <a:pt x="19" y="7"/>
                  </a:cubicBezTo>
                  <a:cubicBezTo>
                    <a:pt x="33" y="7"/>
                    <a:pt x="57" y="6"/>
                    <a:pt x="57" y="6"/>
                  </a:cubicBezTo>
                  <a:cubicBezTo>
                    <a:pt x="58" y="6"/>
                    <a:pt x="59" y="6"/>
                    <a:pt x="59" y="5"/>
                  </a:cubicBezTo>
                  <a:cubicBezTo>
                    <a:pt x="59" y="5"/>
                    <a:pt x="58" y="5"/>
                    <a:pt x="58" y="5"/>
                  </a:cubicBezTo>
                  <a:cubicBezTo>
                    <a:pt x="58" y="5"/>
                    <a:pt x="34" y="6"/>
                    <a:pt x="19" y="6"/>
                  </a:cubicBezTo>
                  <a:close/>
                </a:path>
              </a:pathLst>
            </a:custGeom>
            <a:solidFill>
              <a:srgbClr val="B0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3" name="Freeform 66"/>
            <p:cNvSpPr>
              <a:spLocks/>
            </p:cNvSpPr>
            <p:nvPr/>
          </p:nvSpPr>
          <p:spPr bwMode="auto">
            <a:xfrm>
              <a:off x="9982200" y="6761163"/>
              <a:ext cx="260350" cy="34925"/>
            </a:xfrm>
            <a:custGeom>
              <a:avLst/>
              <a:gdLst>
                <a:gd name="T0" fmla="*/ 57 w 59"/>
                <a:gd name="T1" fmla="*/ 3 h 8"/>
                <a:gd name="T2" fmla="*/ 57 w 59"/>
                <a:gd name="T3" fmla="*/ 3 h 8"/>
                <a:gd name="T4" fmla="*/ 21 w 59"/>
                <a:gd name="T5" fmla="*/ 4 h 8"/>
                <a:gd name="T6" fmla="*/ 1 w 59"/>
                <a:gd name="T7" fmla="*/ 0 h 8"/>
                <a:gd name="T8" fmla="*/ 0 w 59"/>
                <a:gd name="T9" fmla="*/ 1 h 8"/>
                <a:gd name="T10" fmla="*/ 0 w 59"/>
                <a:gd name="T11" fmla="*/ 2 h 8"/>
                <a:gd name="T12" fmla="*/ 19 w 59"/>
                <a:gd name="T13" fmla="*/ 8 h 8"/>
                <a:gd name="T14" fmla="*/ 58 w 59"/>
                <a:gd name="T15" fmla="*/ 7 h 8"/>
                <a:gd name="T16" fmla="*/ 59 w 59"/>
                <a:gd name="T17" fmla="*/ 7 h 8"/>
                <a:gd name="T18" fmla="*/ 59 w 59"/>
                <a:gd name="T19" fmla="*/ 6 h 8"/>
                <a:gd name="T20" fmla="*/ 57 w 59"/>
                <a:gd name="T21"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
                  <a:moveTo>
                    <a:pt x="57" y="3"/>
                  </a:moveTo>
                  <a:cubicBezTo>
                    <a:pt x="57" y="3"/>
                    <a:pt x="57" y="3"/>
                    <a:pt x="57" y="3"/>
                  </a:cubicBezTo>
                  <a:cubicBezTo>
                    <a:pt x="57" y="3"/>
                    <a:pt x="35" y="4"/>
                    <a:pt x="21" y="4"/>
                  </a:cubicBezTo>
                  <a:cubicBezTo>
                    <a:pt x="17" y="5"/>
                    <a:pt x="5" y="5"/>
                    <a:pt x="1" y="0"/>
                  </a:cubicBezTo>
                  <a:cubicBezTo>
                    <a:pt x="0" y="0"/>
                    <a:pt x="0" y="1"/>
                    <a:pt x="0" y="1"/>
                  </a:cubicBezTo>
                  <a:cubicBezTo>
                    <a:pt x="0" y="2"/>
                    <a:pt x="0" y="2"/>
                    <a:pt x="0" y="2"/>
                  </a:cubicBezTo>
                  <a:cubicBezTo>
                    <a:pt x="1" y="4"/>
                    <a:pt x="6" y="8"/>
                    <a:pt x="19" y="8"/>
                  </a:cubicBezTo>
                  <a:cubicBezTo>
                    <a:pt x="34" y="8"/>
                    <a:pt x="58" y="7"/>
                    <a:pt x="58" y="7"/>
                  </a:cubicBezTo>
                  <a:cubicBezTo>
                    <a:pt x="58" y="7"/>
                    <a:pt x="59" y="7"/>
                    <a:pt x="59" y="7"/>
                  </a:cubicBezTo>
                  <a:cubicBezTo>
                    <a:pt x="59" y="7"/>
                    <a:pt x="59" y="6"/>
                    <a:pt x="59" y="6"/>
                  </a:cubicBezTo>
                  <a:cubicBezTo>
                    <a:pt x="59" y="4"/>
                    <a:pt x="58" y="3"/>
                    <a:pt x="57" y="3"/>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4" name="Freeform 67"/>
            <p:cNvSpPr>
              <a:spLocks/>
            </p:cNvSpPr>
            <p:nvPr/>
          </p:nvSpPr>
          <p:spPr bwMode="auto">
            <a:xfrm>
              <a:off x="10123488" y="6637338"/>
              <a:ext cx="198437" cy="211138"/>
            </a:xfrm>
            <a:custGeom>
              <a:avLst/>
              <a:gdLst>
                <a:gd name="T0" fmla="*/ 34 w 45"/>
                <a:gd name="T1" fmla="*/ 0 h 48"/>
                <a:gd name="T2" fmla="*/ 34 w 45"/>
                <a:gd name="T3" fmla="*/ 34 h 48"/>
                <a:gd name="T4" fmla="*/ 6 w 45"/>
                <a:gd name="T5" fmla="*/ 37 h 48"/>
                <a:gd name="T6" fmla="*/ 4 w 45"/>
                <a:gd name="T7" fmla="*/ 36 h 48"/>
                <a:gd name="T8" fmla="*/ 0 w 45"/>
                <a:gd name="T9" fmla="*/ 40 h 48"/>
                <a:gd name="T10" fmla="*/ 2 w 45"/>
                <a:gd name="T11" fmla="*/ 43 h 48"/>
                <a:gd name="T12" fmla="*/ 9 w 45"/>
                <a:gd name="T13" fmla="*/ 47 h 48"/>
                <a:gd name="T14" fmla="*/ 37 w 45"/>
                <a:gd name="T15" fmla="*/ 46 h 48"/>
                <a:gd name="T16" fmla="*/ 45 w 45"/>
                <a:gd name="T17" fmla="*/ 42 h 48"/>
                <a:gd name="T18" fmla="*/ 45 w 45"/>
                <a:gd name="T19" fmla="*/ 0 h 48"/>
                <a:gd name="T20" fmla="*/ 34 w 45"/>
                <a:gd name="T2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48">
                  <a:moveTo>
                    <a:pt x="34" y="0"/>
                  </a:moveTo>
                  <a:cubicBezTo>
                    <a:pt x="34" y="34"/>
                    <a:pt x="34" y="34"/>
                    <a:pt x="34" y="34"/>
                  </a:cubicBezTo>
                  <a:cubicBezTo>
                    <a:pt x="30" y="34"/>
                    <a:pt x="14" y="34"/>
                    <a:pt x="6" y="37"/>
                  </a:cubicBezTo>
                  <a:cubicBezTo>
                    <a:pt x="6" y="37"/>
                    <a:pt x="5" y="36"/>
                    <a:pt x="4" y="36"/>
                  </a:cubicBezTo>
                  <a:cubicBezTo>
                    <a:pt x="2" y="36"/>
                    <a:pt x="0" y="38"/>
                    <a:pt x="0" y="40"/>
                  </a:cubicBezTo>
                  <a:cubicBezTo>
                    <a:pt x="0" y="41"/>
                    <a:pt x="1" y="42"/>
                    <a:pt x="2" y="43"/>
                  </a:cubicBezTo>
                  <a:cubicBezTo>
                    <a:pt x="3" y="45"/>
                    <a:pt x="5" y="47"/>
                    <a:pt x="9" y="47"/>
                  </a:cubicBezTo>
                  <a:cubicBezTo>
                    <a:pt x="12" y="47"/>
                    <a:pt x="30" y="44"/>
                    <a:pt x="37" y="46"/>
                  </a:cubicBezTo>
                  <a:cubicBezTo>
                    <a:pt x="44" y="48"/>
                    <a:pt x="45" y="42"/>
                    <a:pt x="45" y="42"/>
                  </a:cubicBezTo>
                  <a:cubicBezTo>
                    <a:pt x="45" y="0"/>
                    <a:pt x="45" y="0"/>
                    <a:pt x="45" y="0"/>
                  </a:cubicBezTo>
                  <a:lnTo>
                    <a:pt x="34" y="0"/>
                  </a:lnTo>
                  <a:close/>
                </a:path>
              </a:pathLst>
            </a:custGeom>
            <a:solidFill>
              <a:srgbClr val="F3B5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5" name="Freeform 68"/>
            <p:cNvSpPr>
              <a:spLocks/>
            </p:cNvSpPr>
            <p:nvPr/>
          </p:nvSpPr>
          <p:spPr bwMode="auto">
            <a:xfrm>
              <a:off x="10101263" y="6761163"/>
              <a:ext cx="247650" cy="96838"/>
            </a:xfrm>
            <a:custGeom>
              <a:avLst/>
              <a:gdLst>
                <a:gd name="T0" fmla="*/ 52 w 56"/>
                <a:gd name="T1" fmla="*/ 2 h 22"/>
                <a:gd name="T2" fmla="*/ 42 w 56"/>
                <a:gd name="T3" fmla="*/ 3 h 22"/>
                <a:gd name="T4" fmla="*/ 38 w 56"/>
                <a:gd name="T5" fmla="*/ 0 h 22"/>
                <a:gd name="T6" fmla="*/ 21 w 56"/>
                <a:gd name="T7" fmla="*/ 6 h 22"/>
                <a:gd name="T8" fmla="*/ 12 w 56"/>
                <a:gd name="T9" fmla="*/ 7 h 22"/>
                <a:gd name="T10" fmla="*/ 5 w 56"/>
                <a:gd name="T11" fmla="*/ 8 h 22"/>
                <a:gd name="T12" fmla="*/ 2 w 56"/>
                <a:gd name="T13" fmla="*/ 9 h 22"/>
                <a:gd name="T14" fmla="*/ 6 w 56"/>
                <a:gd name="T15" fmla="*/ 11 h 22"/>
                <a:gd name="T16" fmla="*/ 13 w 56"/>
                <a:gd name="T17" fmla="*/ 18 h 22"/>
                <a:gd name="T18" fmla="*/ 0 w 56"/>
                <a:gd name="T19" fmla="*/ 15 h 22"/>
                <a:gd name="T20" fmla="*/ 5 w 56"/>
                <a:gd name="T21" fmla="*/ 19 h 22"/>
                <a:gd name="T22" fmla="*/ 33 w 56"/>
                <a:gd name="T23" fmla="*/ 19 h 22"/>
                <a:gd name="T24" fmla="*/ 52 w 56"/>
                <a:gd name="T25" fmla="*/ 19 h 22"/>
                <a:gd name="T26" fmla="*/ 54 w 56"/>
                <a:gd name="T27" fmla="*/ 18 h 22"/>
                <a:gd name="T28" fmla="*/ 54 w 56"/>
                <a:gd name="T29" fmla="*/ 16 h 22"/>
                <a:gd name="T30" fmla="*/ 52 w 56"/>
                <a:gd name="T3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6" h="22">
                  <a:moveTo>
                    <a:pt x="52" y="2"/>
                  </a:moveTo>
                  <a:cubicBezTo>
                    <a:pt x="49" y="5"/>
                    <a:pt x="48" y="5"/>
                    <a:pt x="42" y="3"/>
                  </a:cubicBezTo>
                  <a:cubicBezTo>
                    <a:pt x="40" y="3"/>
                    <a:pt x="39" y="2"/>
                    <a:pt x="38" y="0"/>
                  </a:cubicBezTo>
                  <a:cubicBezTo>
                    <a:pt x="36" y="2"/>
                    <a:pt x="25" y="5"/>
                    <a:pt x="21" y="6"/>
                  </a:cubicBezTo>
                  <a:cubicBezTo>
                    <a:pt x="18" y="7"/>
                    <a:pt x="14" y="8"/>
                    <a:pt x="12" y="7"/>
                  </a:cubicBezTo>
                  <a:cubicBezTo>
                    <a:pt x="10" y="8"/>
                    <a:pt x="7" y="8"/>
                    <a:pt x="5" y="8"/>
                  </a:cubicBezTo>
                  <a:cubicBezTo>
                    <a:pt x="4" y="8"/>
                    <a:pt x="3" y="9"/>
                    <a:pt x="2" y="9"/>
                  </a:cubicBezTo>
                  <a:cubicBezTo>
                    <a:pt x="3" y="10"/>
                    <a:pt x="4" y="10"/>
                    <a:pt x="6" y="11"/>
                  </a:cubicBezTo>
                  <a:cubicBezTo>
                    <a:pt x="12" y="13"/>
                    <a:pt x="13" y="16"/>
                    <a:pt x="13" y="18"/>
                  </a:cubicBezTo>
                  <a:cubicBezTo>
                    <a:pt x="13" y="20"/>
                    <a:pt x="4" y="18"/>
                    <a:pt x="0" y="15"/>
                  </a:cubicBezTo>
                  <a:cubicBezTo>
                    <a:pt x="1" y="17"/>
                    <a:pt x="2" y="18"/>
                    <a:pt x="5" y="19"/>
                  </a:cubicBezTo>
                  <a:cubicBezTo>
                    <a:pt x="12" y="22"/>
                    <a:pt x="33" y="19"/>
                    <a:pt x="33" y="19"/>
                  </a:cubicBezTo>
                  <a:cubicBezTo>
                    <a:pt x="52" y="19"/>
                    <a:pt x="52" y="19"/>
                    <a:pt x="52" y="19"/>
                  </a:cubicBezTo>
                  <a:cubicBezTo>
                    <a:pt x="54" y="18"/>
                    <a:pt x="54" y="18"/>
                    <a:pt x="54" y="18"/>
                  </a:cubicBezTo>
                  <a:cubicBezTo>
                    <a:pt x="53" y="18"/>
                    <a:pt x="53" y="17"/>
                    <a:pt x="54" y="16"/>
                  </a:cubicBezTo>
                  <a:cubicBezTo>
                    <a:pt x="56" y="15"/>
                    <a:pt x="52" y="2"/>
                    <a:pt x="52" y="2"/>
                  </a:cubicBezTo>
                  <a:close/>
                </a:path>
              </a:pathLst>
            </a:custGeom>
            <a:solidFill>
              <a:srgbClr val="E6E7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6" name="Freeform 69"/>
            <p:cNvSpPr>
              <a:spLocks/>
            </p:cNvSpPr>
            <p:nvPr/>
          </p:nvSpPr>
          <p:spPr bwMode="auto">
            <a:xfrm>
              <a:off x="10101263" y="6800850"/>
              <a:ext cx="58737" cy="47625"/>
            </a:xfrm>
            <a:custGeom>
              <a:avLst/>
              <a:gdLst>
                <a:gd name="T0" fmla="*/ 13 w 13"/>
                <a:gd name="T1" fmla="*/ 9 h 11"/>
                <a:gd name="T2" fmla="*/ 6 w 13"/>
                <a:gd name="T3" fmla="*/ 2 h 11"/>
                <a:gd name="T4" fmla="*/ 2 w 13"/>
                <a:gd name="T5" fmla="*/ 0 h 11"/>
                <a:gd name="T6" fmla="*/ 0 w 13"/>
                <a:gd name="T7" fmla="*/ 6 h 11"/>
                <a:gd name="T8" fmla="*/ 13 w 13"/>
                <a:gd name="T9" fmla="*/ 9 h 11"/>
              </a:gdLst>
              <a:ahLst/>
              <a:cxnLst>
                <a:cxn ang="0">
                  <a:pos x="T0" y="T1"/>
                </a:cxn>
                <a:cxn ang="0">
                  <a:pos x="T2" y="T3"/>
                </a:cxn>
                <a:cxn ang="0">
                  <a:pos x="T4" y="T5"/>
                </a:cxn>
                <a:cxn ang="0">
                  <a:pos x="T6" y="T7"/>
                </a:cxn>
                <a:cxn ang="0">
                  <a:pos x="T8" y="T9"/>
                </a:cxn>
              </a:cxnLst>
              <a:rect l="0" t="0" r="r" b="b"/>
              <a:pathLst>
                <a:path w="13" h="11">
                  <a:moveTo>
                    <a:pt x="13" y="9"/>
                  </a:moveTo>
                  <a:cubicBezTo>
                    <a:pt x="13" y="7"/>
                    <a:pt x="12" y="4"/>
                    <a:pt x="6" y="2"/>
                  </a:cubicBezTo>
                  <a:cubicBezTo>
                    <a:pt x="4" y="1"/>
                    <a:pt x="3" y="1"/>
                    <a:pt x="2" y="0"/>
                  </a:cubicBezTo>
                  <a:cubicBezTo>
                    <a:pt x="1" y="1"/>
                    <a:pt x="0" y="3"/>
                    <a:pt x="0" y="6"/>
                  </a:cubicBezTo>
                  <a:cubicBezTo>
                    <a:pt x="4" y="9"/>
                    <a:pt x="13" y="11"/>
                    <a:pt x="13" y="9"/>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7" name="Freeform 70"/>
            <p:cNvSpPr>
              <a:spLocks/>
            </p:cNvSpPr>
            <p:nvPr/>
          </p:nvSpPr>
          <p:spPr bwMode="auto">
            <a:xfrm>
              <a:off x="10155238" y="6743700"/>
              <a:ext cx="203200" cy="96838"/>
            </a:xfrm>
            <a:custGeom>
              <a:avLst/>
              <a:gdLst>
                <a:gd name="T0" fmla="*/ 21 w 46"/>
                <a:gd name="T1" fmla="*/ 4 h 22"/>
                <a:gd name="T2" fmla="*/ 27 w 46"/>
                <a:gd name="T3" fmla="*/ 3 h 22"/>
                <a:gd name="T4" fmla="*/ 36 w 46"/>
                <a:gd name="T5" fmla="*/ 6 h 22"/>
                <a:gd name="T6" fmla="*/ 41 w 46"/>
                <a:gd name="T7" fmla="*/ 4 h 22"/>
                <a:gd name="T8" fmla="*/ 41 w 46"/>
                <a:gd name="T9" fmla="*/ 4 h 22"/>
                <a:gd name="T10" fmla="*/ 41 w 46"/>
                <a:gd name="T11" fmla="*/ 6 h 22"/>
                <a:gd name="T12" fmla="*/ 44 w 46"/>
                <a:gd name="T13" fmla="*/ 21 h 22"/>
                <a:gd name="T14" fmla="*/ 44 w 46"/>
                <a:gd name="T15" fmla="*/ 21 h 22"/>
                <a:gd name="T16" fmla="*/ 42 w 46"/>
                <a:gd name="T17" fmla="*/ 22 h 22"/>
                <a:gd name="T18" fmla="*/ 42 w 46"/>
                <a:gd name="T19" fmla="*/ 20 h 22"/>
                <a:gd name="T20" fmla="*/ 39 w 46"/>
                <a:gd name="T21" fmla="*/ 8 h 22"/>
                <a:gd name="T22" fmla="*/ 29 w 46"/>
                <a:gd name="T23" fmla="*/ 8 h 22"/>
                <a:gd name="T24" fmla="*/ 25 w 46"/>
                <a:gd name="T25" fmla="*/ 6 h 22"/>
                <a:gd name="T26" fmla="*/ 8 w 46"/>
                <a:gd name="T27" fmla="*/ 11 h 22"/>
                <a:gd name="T28" fmla="*/ 0 w 46"/>
                <a:gd name="T29" fmla="*/ 11 h 22"/>
                <a:gd name="T30" fmla="*/ 21 w 46"/>
                <a:gd name="T31"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22">
                  <a:moveTo>
                    <a:pt x="21" y="4"/>
                  </a:moveTo>
                  <a:cubicBezTo>
                    <a:pt x="23" y="2"/>
                    <a:pt x="25" y="0"/>
                    <a:pt x="27" y="3"/>
                  </a:cubicBezTo>
                  <a:cubicBezTo>
                    <a:pt x="30" y="6"/>
                    <a:pt x="32" y="7"/>
                    <a:pt x="36" y="6"/>
                  </a:cubicBezTo>
                  <a:cubicBezTo>
                    <a:pt x="40" y="4"/>
                    <a:pt x="40" y="3"/>
                    <a:pt x="41" y="4"/>
                  </a:cubicBezTo>
                  <a:cubicBezTo>
                    <a:pt x="41" y="4"/>
                    <a:pt x="41" y="4"/>
                    <a:pt x="41" y="4"/>
                  </a:cubicBezTo>
                  <a:cubicBezTo>
                    <a:pt x="41" y="5"/>
                    <a:pt x="41" y="6"/>
                    <a:pt x="41" y="6"/>
                  </a:cubicBezTo>
                  <a:cubicBezTo>
                    <a:pt x="42" y="8"/>
                    <a:pt x="46" y="17"/>
                    <a:pt x="44" y="21"/>
                  </a:cubicBezTo>
                  <a:cubicBezTo>
                    <a:pt x="44" y="21"/>
                    <a:pt x="44" y="21"/>
                    <a:pt x="44" y="21"/>
                  </a:cubicBezTo>
                  <a:cubicBezTo>
                    <a:pt x="42" y="22"/>
                    <a:pt x="42" y="22"/>
                    <a:pt x="42" y="22"/>
                  </a:cubicBezTo>
                  <a:cubicBezTo>
                    <a:pt x="41" y="22"/>
                    <a:pt x="41" y="21"/>
                    <a:pt x="42" y="20"/>
                  </a:cubicBezTo>
                  <a:cubicBezTo>
                    <a:pt x="44" y="19"/>
                    <a:pt x="39" y="8"/>
                    <a:pt x="39" y="8"/>
                  </a:cubicBezTo>
                  <a:cubicBezTo>
                    <a:pt x="36" y="10"/>
                    <a:pt x="34" y="10"/>
                    <a:pt x="29" y="8"/>
                  </a:cubicBezTo>
                  <a:cubicBezTo>
                    <a:pt x="25" y="6"/>
                    <a:pt x="25" y="6"/>
                    <a:pt x="25" y="6"/>
                  </a:cubicBezTo>
                  <a:cubicBezTo>
                    <a:pt x="23" y="7"/>
                    <a:pt x="12" y="10"/>
                    <a:pt x="8" y="11"/>
                  </a:cubicBezTo>
                  <a:cubicBezTo>
                    <a:pt x="5" y="12"/>
                    <a:pt x="2" y="12"/>
                    <a:pt x="0" y="11"/>
                  </a:cubicBezTo>
                  <a:lnTo>
                    <a:pt x="21" y="4"/>
                  </a:ln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8" name="Freeform 71"/>
            <p:cNvSpPr>
              <a:spLocks/>
            </p:cNvSpPr>
            <p:nvPr/>
          </p:nvSpPr>
          <p:spPr bwMode="auto">
            <a:xfrm>
              <a:off x="10336213" y="6761163"/>
              <a:ext cx="25400" cy="74613"/>
            </a:xfrm>
            <a:custGeom>
              <a:avLst/>
              <a:gdLst>
                <a:gd name="T0" fmla="*/ 5 w 6"/>
                <a:gd name="T1" fmla="*/ 11 h 17"/>
                <a:gd name="T2" fmla="*/ 0 w 6"/>
                <a:gd name="T3" fmla="*/ 0 h 17"/>
                <a:gd name="T4" fmla="*/ 0 w 6"/>
                <a:gd name="T5" fmla="*/ 2 h 17"/>
                <a:gd name="T6" fmla="*/ 3 w 6"/>
                <a:gd name="T7" fmla="*/ 17 h 17"/>
                <a:gd name="T8" fmla="*/ 3 w 6"/>
                <a:gd name="T9" fmla="*/ 17 h 17"/>
                <a:gd name="T10" fmla="*/ 4 w 6"/>
                <a:gd name="T11" fmla="*/ 16 h 17"/>
                <a:gd name="T12" fmla="*/ 5 w 6"/>
                <a:gd name="T13" fmla="*/ 11 h 17"/>
              </a:gdLst>
              <a:ahLst/>
              <a:cxnLst>
                <a:cxn ang="0">
                  <a:pos x="T0" y="T1"/>
                </a:cxn>
                <a:cxn ang="0">
                  <a:pos x="T2" y="T3"/>
                </a:cxn>
                <a:cxn ang="0">
                  <a:pos x="T4" y="T5"/>
                </a:cxn>
                <a:cxn ang="0">
                  <a:pos x="T6" y="T7"/>
                </a:cxn>
                <a:cxn ang="0">
                  <a:pos x="T8" y="T9"/>
                </a:cxn>
                <a:cxn ang="0">
                  <a:pos x="T10" y="T11"/>
                </a:cxn>
                <a:cxn ang="0">
                  <a:pos x="T12" y="T13"/>
                </a:cxn>
              </a:cxnLst>
              <a:rect l="0" t="0" r="r" b="b"/>
              <a:pathLst>
                <a:path w="6" h="17">
                  <a:moveTo>
                    <a:pt x="5" y="11"/>
                  </a:moveTo>
                  <a:cubicBezTo>
                    <a:pt x="4" y="7"/>
                    <a:pt x="2" y="0"/>
                    <a:pt x="0" y="0"/>
                  </a:cubicBezTo>
                  <a:cubicBezTo>
                    <a:pt x="0" y="1"/>
                    <a:pt x="0" y="2"/>
                    <a:pt x="0" y="2"/>
                  </a:cubicBezTo>
                  <a:cubicBezTo>
                    <a:pt x="1" y="4"/>
                    <a:pt x="5" y="13"/>
                    <a:pt x="3" y="17"/>
                  </a:cubicBezTo>
                  <a:cubicBezTo>
                    <a:pt x="3" y="17"/>
                    <a:pt x="3" y="17"/>
                    <a:pt x="3" y="17"/>
                  </a:cubicBezTo>
                  <a:cubicBezTo>
                    <a:pt x="4" y="16"/>
                    <a:pt x="4" y="16"/>
                    <a:pt x="4" y="16"/>
                  </a:cubicBezTo>
                  <a:cubicBezTo>
                    <a:pt x="4" y="16"/>
                    <a:pt x="6" y="16"/>
                    <a:pt x="5" y="11"/>
                  </a:cubicBezTo>
                  <a:close/>
                </a:path>
              </a:pathLst>
            </a:custGeom>
            <a:solidFill>
              <a:srgbClr val="B0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79" name="Freeform 72"/>
            <p:cNvSpPr>
              <a:spLocks/>
            </p:cNvSpPr>
            <p:nvPr/>
          </p:nvSpPr>
          <p:spPr bwMode="auto">
            <a:xfrm>
              <a:off x="10167938" y="6786563"/>
              <a:ext cx="150812" cy="58738"/>
            </a:xfrm>
            <a:custGeom>
              <a:avLst/>
              <a:gdLst>
                <a:gd name="T0" fmla="*/ 34 w 34"/>
                <a:gd name="T1" fmla="*/ 13 h 13"/>
                <a:gd name="T2" fmla="*/ 34 w 34"/>
                <a:gd name="T3" fmla="*/ 13 h 13"/>
                <a:gd name="T4" fmla="*/ 17 w 34"/>
                <a:gd name="T5" fmla="*/ 1 h 13"/>
                <a:gd name="T6" fmla="*/ 0 w 34"/>
                <a:gd name="T7" fmla="*/ 13 h 13"/>
                <a:gd name="T8" fmla="*/ 34 w 34"/>
                <a:gd name="T9" fmla="*/ 13 h 13"/>
              </a:gdLst>
              <a:ahLst/>
              <a:cxnLst>
                <a:cxn ang="0">
                  <a:pos x="T0" y="T1"/>
                </a:cxn>
                <a:cxn ang="0">
                  <a:pos x="T2" y="T3"/>
                </a:cxn>
                <a:cxn ang="0">
                  <a:pos x="T4" y="T5"/>
                </a:cxn>
                <a:cxn ang="0">
                  <a:pos x="T6" y="T7"/>
                </a:cxn>
                <a:cxn ang="0">
                  <a:pos x="T8" y="T9"/>
                </a:cxn>
              </a:cxnLst>
              <a:rect l="0" t="0" r="r" b="b"/>
              <a:pathLst>
                <a:path w="34" h="13">
                  <a:moveTo>
                    <a:pt x="34" y="13"/>
                  </a:moveTo>
                  <a:cubicBezTo>
                    <a:pt x="34" y="13"/>
                    <a:pt x="34" y="13"/>
                    <a:pt x="34" y="13"/>
                  </a:cubicBezTo>
                  <a:cubicBezTo>
                    <a:pt x="34" y="6"/>
                    <a:pt x="26" y="0"/>
                    <a:pt x="17" y="1"/>
                  </a:cubicBezTo>
                  <a:cubicBezTo>
                    <a:pt x="8" y="1"/>
                    <a:pt x="0" y="6"/>
                    <a:pt x="0" y="13"/>
                  </a:cubicBezTo>
                  <a:cubicBezTo>
                    <a:pt x="7" y="13"/>
                    <a:pt x="26" y="13"/>
                    <a:pt x="34" y="13"/>
                  </a:cubicBezTo>
                  <a:close/>
                </a:path>
              </a:pathLst>
            </a:custGeom>
            <a:solidFill>
              <a:srgbClr val="D7D8D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0" name="Freeform 73"/>
            <p:cNvSpPr>
              <a:spLocks/>
            </p:cNvSpPr>
            <p:nvPr/>
          </p:nvSpPr>
          <p:spPr bwMode="auto">
            <a:xfrm>
              <a:off x="10229850" y="6756400"/>
              <a:ext cx="17462" cy="12700"/>
            </a:xfrm>
            <a:custGeom>
              <a:avLst/>
              <a:gdLst>
                <a:gd name="T0" fmla="*/ 4 w 4"/>
                <a:gd name="T1" fmla="*/ 2 h 3"/>
                <a:gd name="T2" fmla="*/ 2 w 4"/>
                <a:gd name="T3" fmla="*/ 0 h 3"/>
                <a:gd name="T4" fmla="*/ 1 w 4"/>
                <a:gd name="T5" fmla="*/ 0 h 3"/>
                <a:gd name="T6" fmla="*/ 0 w 4"/>
                <a:gd name="T7" fmla="*/ 1 h 3"/>
                <a:gd name="T8" fmla="*/ 0 w 4"/>
                <a:gd name="T9" fmla="*/ 2 h 3"/>
                <a:gd name="T10" fmla="*/ 1 w 4"/>
                <a:gd name="T11" fmla="*/ 1 h 3"/>
                <a:gd name="T12" fmla="*/ 1 w 4"/>
                <a:gd name="T13" fmla="*/ 1 h 3"/>
                <a:gd name="T14" fmla="*/ 1 w 4"/>
                <a:gd name="T15" fmla="*/ 1 h 3"/>
                <a:gd name="T16" fmla="*/ 2 w 4"/>
                <a:gd name="T17" fmla="*/ 1 h 3"/>
                <a:gd name="T18" fmla="*/ 3 w 4"/>
                <a:gd name="T19" fmla="*/ 3 h 3"/>
                <a:gd name="T20" fmla="*/ 4 w 4"/>
                <a:gd name="T21" fmla="*/ 3 h 3"/>
                <a:gd name="T22" fmla="*/ 4 w 4"/>
                <a:gd name="T23" fmla="*/ 3 h 3"/>
                <a:gd name="T24" fmla="*/ 4 w 4"/>
                <a:gd name="T25"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3">
                  <a:moveTo>
                    <a:pt x="4" y="2"/>
                  </a:moveTo>
                  <a:cubicBezTo>
                    <a:pt x="4" y="1"/>
                    <a:pt x="3" y="1"/>
                    <a:pt x="2" y="0"/>
                  </a:cubicBezTo>
                  <a:cubicBezTo>
                    <a:pt x="2" y="0"/>
                    <a:pt x="1" y="0"/>
                    <a:pt x="1" y="0"/>
                  </a:cubicBezTo>
                  <a:cubicBezTo>
                    <a:pt x="0" y="0"/>
                    <a:pt x="0" y="1"/>
                    <a:pt x="0" y="1"/>
                  </a:cubicBezTo>
                  <a:cubicBezTo>
                    <a:pt x="0" y="2"/>
                    <a:pt x="0" y="2"/>
                    <a:pt x="0" y="2"/>
                  </a:cubicBezTo>
                  <a:cubicBezTo>
                    <a:pt x="1" y="2"/>
                    <a:pt x="1" y="1"/>
                    <a:pt x="1" y="1"/>
                  </a:cubicBezTo>
                  <a:cubicBezTo>
                    <a:pt x="1" y="1"/>
                    <a:pt x="1" y="1"/>
                    <a:pt x="1" y="1"/>
                  </a:cubicBezTo>
                  <a:cubicBezTo>
                    <a:pt x="1" y="1"/>
                    <a:pt x="1" y="1"/>
                    <a:pt x="1" y="1"/>
                  </a:cubicBezTo>
                  <a:cubicBezTo>
                    <a:pt x="1" y="1"/>
                    <a:pt x="1" y="1"/>
                    <a:pt x="2" y="1"/>
                  </a:cubicBezTo>
                  <a:cubicBezTo>
                    <a:pt x="2" y="1"/>
                    <a:pt x="3" y="2"/>
                    <a:pt x="3" y="3"/>
                  </a:cubicBezTo>
                  <a:cubicBezTo>
                    <a:pt x="3" y="3"/>
                    <a:pt x="4" y="3"/>
                    <a:pt x="4" y="3"/>
                  </a:cubicBezTo>
                  <a:cubicBezTo>
                    <a:pt x="4" y="3"/>
                    <a:pt x="4" y="3"/>
                    <a:pt x="4" y="3"/>
                  </a:cubicBezTo>
                  <a:cubicBezTo>
                    <a:pt x="4" y="3"/>
                    <a:pt x="4" y="2"/>
                    <a:pt x="4" y="2"/>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1" name="Freeform 74"/>
            <p:cNvSpPr>
              <a:spLocks/>
            </p:cNvSpPr>
            <p:nvPr/>
          </p:nvSpPr>
          <p:spPr bwMode="auto">
            <a:xfrm>
              <a:off x="10217150" y="6761163"/>
              <a:ext cx="17462" cy="12700"/>
            </a:xfrm>
            <a:custGeom>
              <a:avLst/>
              <a:gdLst>
                <a:gd name="T0" fmla="*/ 3 w 4"/>
                <a:gd name="T1" fmla="*/ 0 h 3"/>
                <a:gd name="T2" fmla="*/ 1 w 4"/>
                <a:gd name="T3" fmla="*/ 0 h 3"/>
                <a:gd name="T4" fmla="*/ 0 w 4"/>
                <a:gd name="T5" fmla="*/ 1 h 3"/>
                <a:gd name="T6" fmla="*/ 0 w 4"/>
                <a:gd name="T7" fmla="*/ 2 h 3"/>
                <a:gd name="T8" fmla="*/ 1 w 4"/>
                <a:gd name="T9" fmla="*/ 1 h 3"/>
                <a:gd name="T10" fmla="*/ 1 w 4"/>
                <a:gd name="T11" fmla="*/ 1 h 3"/>
                <a:gd name="T12" fmla="*/ 2 w 4"/>
                <a:gd name="T13" fmla="*/ 1 h 3"/>
                <a:gd name="T14" fmla="*/ 3 w 4"/>
                <a:gd name="T15" fmla="*/ 3 h 3"/>
                <a:gd name="T16" fmla="*/ 4 w 4"/>
                <a:gd name="T17" fmla="*/ 3 h 3"/>
                <a:gd name="T18" fmla="*/ 4 w 4"/>
                <a:gd name="T19" fmla="*/ 3 h 3"/>
                <a:gd name="T20" fmla="*/ 4 w 4"/>
                <a:gd name="T21" fmla="*/ 2 h 3"/>
                <a:gd name="T22" fmla="*/ 3 w 4"/>
                <a:gd name="T23"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3">
                  <a:moveTo>
                    <a:pt x="3" y="0"/>
                  </a:moveTo>
                  <a:cubicBezTo>
                    <a:pt x="2" y="0"/>
                    <a:pt x="2" y="0"/>
                    <a:pt x="1" y="0"/>
                  </a:cubicBezTo>
                  <a:cubicBezTo>
                    <a:pt x="0" y="0"/>
                    <a:pt x="0" y="1"/>
                    <a:pt x="0" y="1"/>
                  </a:cubicBezTo>
                  <a:cubicBezTo>
                    <a:pt x="0" y="1"/>
                    <a:pt x="0" y="2"/>
                    <a:pt x="0" y="2"/>
                  </a:cubicBezTo>
                  <a:cubicBezTo>
                    <a:pt x="1" y="2"/>
                    <a:pt x="1" y="1"/>
                    <a:pt x="1" y="1"/>
                  </a:cubicBezTo>
                  <a:cubicBezTo>
                    <a:pt x="1" y="1"/>
                    <a:pt x="1" y="1"/>
                    <a:pt x="1" y="1"/>
                  </a:cubicBezTo>
                  <a:cubicBezTo>
                    <a:pt x="1" y="1"/>
                    <a:pt x="2" y="1"/>
                    <a:pt x="2" y="1"/>
                  </a:cubicBezTo>
                  <a:cubicBezTo>
                    <a:pt x="2" y="1"/>
                    <a:pt x="3" y="2"/>
                    <a:pt x="3" y="3"/>
                  </a:cubicBezTo>
                  <a:cubicBezTo>
                    <a:pt x="3" y="3"/>
                    <a:pt x="3" y="3"/>
                    <a:pt x="4" y="3"/>
                  </a:cubicBezTo>
                  <a:cubicBezTo>
                    <a:pt x="4" y="3"/>
                    <a:pt x="4" y="3"/>
                    <a:pt x="4" y="3"/>
                  </a:cubicBezTo>
                  <a:cubicBezTo>
                    <a:pt x="4" y="3"/>
                    <a:pt x="4" y="3"/>
                    <a:pt x="4" y="2"/>
                  </a:cubicBezTo>
                  <a:cubicBezTo>
                    <a:pt x="4" y="2"/>
                    <a:pt x="3" y="1"/>
                    <a:pt x="3" y="0"/>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2" name="Freeform 75"/>
            <p:cNvSpPr>
              <a:spLocks/>
            </p:cNvSpPr>
            <p:nvPr/>
          </p:nvSpPr>
          <p:spPr bwMode="auto">
            <a:xfrm>
              <a:off x="10202863" y="6765925"/>
              <a:ext cx="17462" cy="12700"/>
            </a:xfrm>
            <a:custGeom>
              <a:avLst/>
              <a:gdLst>
                <a:gd name="T0" fmla="*/ 3 w 4"/>
                <a:gd name="T1" fmla="*/ 1 h 3"/>
                <a:gd name="T2" fmla="*/ 1 w 4"/>
                <a:gd name="T3" fmla="*/ 0 h 3"/>
                <a:gd name="T4" fmla="*/ 0 w 4"/>
                <a:gd name="T5" fmla="*/ 1 h 3"/>
                <a:gd name="T6" fmla="*/ 0 w 4"/>
                <a:gd name="T7" fmla="*/ 2 h 3"/>
                <a:gd name="T8" fmla="*/ 1 w 4"/>
                <a:gd name="T9" fmla="*/ 1 h 3"/>
                <a:gd name="T10" fmla="*/ 1 w 4"/>
                <a:gd name="T11" fmla="*/ 1 h 3"/>
                <a:gd name="T12" fmla="*/ 2 w 4"/>
                <a:gd name="T13" fmla="*/ 1 h 3"/>
                <a:gd name="T14" fmla="*/ 3 w 4"/>
                <a:gd name="T15" fmla="*/ 3 h 3"/>
                <a:gd name="T16" fmla="*/ 3 w 4"/>
                <a:gd name="T17" fmla="*/ 3 h 3"/>
                <a:gd name="T18" fmla="*/ 4 w 4"/>
                <a:gd name="T19" fmla="*/ 3 h 3"/>
                <a:gd name="T20" fmla="*/ 4 w 4"/>
                <a:gd name="T21" fmla="*/ 3 h 3"/>
                <a:gd name="T22" fmla="*/ 3 w 4"/>
                <a:gd name="T23"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3">
                  <a:moveTo>
                    <a:pt x="3" y="1"/>
                  </a:moveTo>
                  <a:cubicBezTo>
                    <a:pt x="2" y="0"/>
                    <a:pt x="1" y="0"/>
                    <a:pt x="1" y="0"/>
                  </a:cubicBezTo>
                  <a:cubicBezTo>
                    <a:pt x="0" y="0"/>
                    <a:pt x="0" y="1"/>
                    <a:pt x="0" y="1"/>
                  </a:cubicBezTo>
                  <a:cubicBezTo>
                    <a:pt x="0" y="2"/>
                    <a:pt x="0" y="2"/>
                    <a:pt x="0" y="2"/>
                  </a:cubicBezTo>
                  <a:cubicBezTo>
                    <a:pt x="1" y="2"/>
                    <a:pt x="1" y="2"/>
                    <a:pt x="1" y="1"/>
                  </a:cubicBezTo>
                  <a:cubicBezTo>
                    <a:pt x="1" y="1"/>
                    <a:pt x="1" y="1"/>
                    <a:pt x="1" y="1"/>
                  </a:cubicBezTo>
                  <a:cubicBezTo>
                    <a:pt x="1" y="1"/>
                    <a:pt x="1" y="1"/>
                    <a:pt x="2" y="1"/>
                  </a:cubicBezTo>
                  <a:cubicBezTo>
                    <a:pt x="2" y="2"/>
                    <a:pt x="2" y="2"/>
                    <a:pt x="3" y="3"/>
                  </a:cubicBezTo>
                  <a:cubicBezTo>
                    <a:pt x="3" y="3"/>
                    <a:pt x="3" y="3"/>
                    <a:pt x="3" y="3"/>
                  </a:cubicBezTo>
                  <a:cubicBezTo>
                    <a:pt x="3" y="3"/>
                    <a:pt x="4" y="3"/>
                    <a:pt x="4" y="3"/>
                  </a:cubicBezTo>
                  <a:cubicBezTo>
                    <a:pt x="4" y="3"/>
                    <a:pt x="4" y="3"/>
                    <a:pt x="4" y="3"/>
                  </a:cubicBezTo>
                  <a:cubicBezTo>
                    <a:pt x="3" y="2"/>
                    <a:pt x="3" y="1"/>
                    <a:pt x="3" y="1"/>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3" name="Freeform 76"/>
            <p:cNvSpPr>
              <a:spLocks/>
            </p:cNvSpPr>
            <p:nvPr/>
          </p:nvSpPr>
          <p:spPr bwMode="auto">
            <a:xfrm>
              <a:off x="10190163" y="6769100"/>
              <a:ext cx="17462" cy="14288"/>
            </a:xfrm>
            <a:custGeom>
              <a:avLst/>
              <a:gdLst>
                <a:gd name="T0" fmla="*/ 3 w 4"/>
                <a:gd name="T1" fmla="*/ 1 h 3"/>
                <a:gd name="T2" fmla="*/ 1 w 4"/>
                <a:gd name="T3" fmla="*/ 0 h 3"/>
                <a:gd name="T4" fmla="*/ 0 w 4"/>
                <a:gd name="T5" fmla="*/ 1 h 3"/>
                <a:gd name="T6" fmla="*/ 0 w 4"/>
                <a:gd name="T7" fmla="*/ 2 h 3"/>
                <a:gd name="T8" fmla="*/ 1 w 4"/>
                <a:gd name="T9" fmla="*/ 1 h 3"/>
                <a:gd name="T10" fmla="*/ 1 w 4"/>
                <a:gd name="T11" fmla="*/ 1 h 3"/>
                <a:gd name="T12" fmla="*/ 2 w 4"/>
                <a:gd name="T13" fmla="*/ 1 h 3"/>
                <a:gd name="T14" fmla="*/ 3 w 4"/>
                <a:gd name="T15" fmla="*/ 3 h 3"/>
                <a:gd name="T16" fmla="*/ 3 w 4"/>
                <a:gd name="T17" fmla="*/ 3 h 3"/>
                <a:gd name="T18" fmla="*/ 4 w 4"/>
                <a:gd name="T19" fmla="*/ 3 h 3"/>
                <a:gd name="T20" fmla="*/ 4 w 4"/>
                <a:gd name="T21" fmla="*/ 3 h 3"/>
                <a:gd name="T22" fmla="*/ 3 w 4"/>
                <a:gd name="T23"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 h="3">
                  <a:moveTo>
                    <a:pt x="3" y="1"/>
                  </a:moveTo>
                  <a:cubicBezTo>
                    <a:pt x="2" y="0"/>
                    <a:pt x="1" y="0"/>
                    <a:pt x="1" y="0"/>
                  </a:cubicBezTo>
                  <a:cubicBezTo>
                    <a:pt x="0" y="0"/>
                    <a:pt x="0" y="1"/>
                    <a:pt x="0" y="1"/>
                  </a:cubicBezTo>
                  <a:cubicBezTo>
                    <a:pt x="0" y="2"/>
                    <a:pt x="0" y="2"/>
                    <a:pt x="0" y="2"/>
                  </a:cubicBezTo>
                  <a:cubicBezTo>
                    <a:pt x="1" y="2"/>
                    <a:pt x="1" y="1"/>
                    <a:pt x="1" y="1"/>
                  </a:cubicBezTo>
                  <a:cubicBezTo>
                    <a:pt x="1" y="1"/>
                    <a:pt x="1" y="1"/>
                    <a:pt x="1" y="1"/>
                  </a:cubicBezTo>
                  <a:cubicBezTo>
                    <a:pt x="1" y="1"/>
                    <a:pt x="1" y="1"/>
                    <a:pt x="2" y="1"/>
                  </a:cubicBezTo>
                  <a:cubicBezTo>
                    <a:pt x="2" y="2"/>
                    <a:pt x="2" y="2"/>
                    <a:pt x="3" y="3"/>
                  </a:cubicBezTo>
                  <a:cubicBezTo>
                    <a:pt x="3" y="3"/>
                    <a:pt x="3" y="3"/>
                    <a:pt x="3" y="3"/>
                  </a:cubicBezTo>
                  <a:cubicBezTo>
                    <a:pt x="3" y="3"/>
                    <a:pt x="4" y="3"/>
                    <a:pt x="4" y="3"/>
                  </a:cubicBezTo>
                  <a:cubicBezTo>
                    <a:pt x="4" y="3"/>
                    <a:pt x="4" y="3"/>
                    <a:pt x="4" y="3"/>
                  </a:cubicBezTo>
                  <a:cubicBezTo>
                    <a:pt x="3" y="2"/>
                    <a:pt x="3" y="1"/>
                    <a:pt x="3" y="1"/>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4" name="Freeform 77"/>
            <p:cNvSpPr>
              <a:spLocks/>
            </p:cNvSpPr>
            <p:nvPr/>
          </p:nvSpPr>
          <p:spPr bwMode="auto">
            <a:xfrm>
              <a:off x="10101263" y="6826250"/>
              <a:ext cx="260350" cy="36513"/>
            </a:xfrm>
            <a:custGeom>
              <a:avLst/>
              <a:gdLst>
                <a:gd name="T0" fmla="*/ 19 w 59"/>
                <a:gd name="T1" fmla="*/ 6 h 8"/>
                <a:gd name="T2" fmla="*/ 0 w 59"/>
                <a:gd name="T3" fmla="*/ 0 h 8"/>
                <a:gd name="T4" fmla="*/ 0 w 59"/>
                <a:gd name="T5" fmla="*/ 1 h 8"/>
                <a:gd name="T6" fmla="*/ 19 w 59"/>
                <a:gd name="T7" fmla="*/ 7 h 8"/>
                <a:gd name="T8" fmla="*/ 57 w 59"/>
                <a:gd name="T9" fmla="*/ 6 h 8"/>
                <a:gd name="T10" fmla="*/ 59 w 59"/>
                <a:gd name="T11" fmla="*/ 5 h 8"/>
                <a:gd name="T12" fmla="*/ 58 w 59"/>
                <a:gd name="T13" fmla="*/ 5 h 8"/>
                <a:gd name="T14" fmla="*/ 19 w 59"/>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8">
                  <a:moveTo>
                    <a:pt x="19" y="6"/>
                  </a:moveTo>
                  <a:cubicBezTo>
                    <a:pt x="6" y="7"/>
                    <a:pt x="1" y="2"/>
                    <a:pt x="0" y="0"/>
                  </a:cubicBezTo>
                  <a:cubicBezTo>
                    <a:pt x="0" y="0"/>
                    <a:pt x="0" y="1"/>
                    <a:pt x="0" y="1"/>
                  </a:cubicBezTo>
                  <a:cubicBezTo>
                    <a:pt x="1" y="2"/>
                    <a:pt x="5" y="8"/>
                    <a:pt x="19" y="7"/>
                  </a:cubicBezTo>
                  <a:cubicBezTo>
                    <a:pt x="33" y="7"/>
                    <a:pt x="56" y="6"/>
                    <a:pt x="57" y="6"/>
                  </a:cubicBezTo>
                  <a:cubicBezTo>
                    <a:pt x="57" y="6"/>
                    <a:pt x="58" y="6"/>
                    <a:pt x="59" y="5"/>
                  </a:cubicBezTo>
                  <a:cubicBezTo>
                    <a:pt x="58" y="5"/>
                    <a:pt x="58" y="5"/>
                    <a:pt x="58" y="5"/>
                  </a:cubicBezTo>
                  <a:cubicBezTo>
                    <a:pt x="57" y="5"/>
                    <a:pt x="34" y="6"/>
                    <a:pt x="19" y="6"/>
                  </a:cubicBezTo>
                  <a:close/>
                </a:path>
              </a:pathLst>
            </a:custGeom>
            <a:solidFill>
              <a:srgbClr val="B0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5" name="Freeform 78"/>
            <p:cNvSpPr>
              <a:spLocks/>
            </p:cNvSpPr>
            <p:nvPr/>
          </p:nvSpPr>
          <p:spPr bwMode="auto">
            <a:xfrm>
              <a:off x="10101263" y="6818313"/>
              <a:ext cx="260350" cy="39688"/>
            </a:xfrm>
            <a:custGeom>
              <a:avLst/>
              <a:gdLst>
                <a:gd name="T0" fmla="*/ 57 w 59"/>
                <a:gd name="T1" fmla="*/ 4 h 9"/>
                <a:gd name="T2" fmla="*/ 56 w 59"/>
                <a:gd name="T3" fmla="*/ 4 h 9"/>
                <a:gd name="T4" fmla="*/ 21 w 59"/>
                <a:gd name="T5" fmla="*/ 4 h 9"/>
                <a:gd name="T6" fmla="*/ 0 w 59"/>
                <a:gd name="T7" fmla="*/ 0 h 9"/>
                <a:gd name="T8" fmla="*/ 0 w 59"/>
                <a:gd name="T9" fmla="*/ 1 h 9"/>
                <a:gd name="T10" fmla="*/ 0 w 59"/>
                <a:gd name="T11" fmla="*/ 2 h 9"/>
                <a:gd name="T12" fmla="*/ 19 w 59"/>
                <a:gd name="T13" fmla="*/ 8 h 9"/>
                <a:gd name="T14" fmla="*/ 58 w 59"/>
                <a:gd name="T15" fmla="*/ 7 h 9"/>
                <a:gd name="T16" fmla="*/ 59 w 59"/>
                <a:gd name="T17" fmla="*/ 7 h 9"/>
                <a:gd name="T18" fmla="*/ 59 w 59"/>
                <a:gd name="T19" fmla="*/ 6 h 9"/>
                <a:gd name="T20" fmla="*/ 57 w 59"/>
                <a:gd name="T21"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9">
                  <a:moveTo>
                    <a:pt x="57" y="4"/>
                  </a:moveTo>
                  <a:cubicBezTo>
                    <a:pt x="57" y="4"/>
                    <a:pt x="56" y="4"/>
                    <a:pt x="56" y="4"/>
                  </a:cubicBezTo>
                  <a:cubicBezTo>
                    <a:pt x="56" y="4"/>
                    <a:pt x="35" y="4"/>
                    <a:pt x="21" y="4"/>
                  </a:cubicBezTo>
                  <a:cubicBezTo>
                    <a:pt x="17" y="5"/>
                    <a:pt x="5" y="5"/>
                    <a:pt x="0" y="0"/>
                  </a:cubicBezTo>
                  <a:cubicBezTo>
                    <a:pt x="0" y="0"/>
                    <a:pt x="0" y="1"/>
                    <a:pt x="0" y="1"/>
                  </a:cubicBezTo>
                  <a:cubicBezTo>
                    <a:pt x="0" y="2"/>
                    <a:pt x="0" y="2"/>
                    <a:pt x="0" y="2"/>
                  </a:cubicBezTo>
                  <a:cubicBezTo>
                    <a:pt x="1" y="4"/>
                    <a:pt x="6" y="9"/>
                    <a:pt x="19" y="8"/>
                  </a:cubicBezTo>
                  <a:cubicBezTo>
                    <a:pt x="34" y="8"/>
                    <a:pt x="57" y="7"/>
                    <a:pt x="58" y="7"/>
                  </a:cubicBezTo>
                  <a:cubicBezTo>
                    <a:pt x="58" y="7"/>
                    <a:pt x="58" y="7"/>
                    <a:pt x="59" y="7"/>
                  </a:cubicBezTo>
                  <a:cubicBezTo>
                    <a:pt x="59" y="7"/>
                    <a:pt x="59" y="6"/>
                    <a:pt x="59" y="6"/>
                  </a:cubicBezTo>
                  <a:cubicBezTo>
                    <a:pt x="59" y="5"/>
                    <a:pt x="58" y="3"/>
                    <a:pt x="57" y="4"/>
                  </a:cubicBezTo>
                  <a:close/>
                </a:path>
              </a:pathLst>
            </a:custGeom>
            <a:solidFill>
              <a:srgbClr val="C8C7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6" name="Rectangle 79"/>
            <p:cNvSpPr>
              <a:spLocks noChangeArrowheads="1"/>
            </p:cNvSpPr>
            <p:nvPr/>
          </p:nvSpPr>
          <p:spPr bwMode="auto">
            <a:xfrm>
              <a:off x="10348913" y="5729288"/>
              <a:ext cx="119062" cy="269875"/>
            </a:xfrm>
            <a:prstGeom prst="rect">
              <a:avLst/>
            </a:prstGeom>
            <a:solidFill>
              <a:srgbClr val="EC8A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7" name="Freeform 80"/>
            <p:cNvSpPr>
              <a:spLocks/>
            </p:cNvSpPr>
            <p:nvPr/>
          </p:nvSpPr>
          <p:spPr bwMode="auto">
            <a:xfrm>
              <a:off x="10348913" y="5592763"/>
              <a:ext cx="119062" cy="136525"/>
            </a:xfrm>
            <a:custGeom>
              <a:avLst/>
              <a:gdLst>
                <a:gd name="T0" fmla="*/ 27 w 27"/>
                <a:gd name="T1" fmla="*/ 0 h 31"/>
                <a:gd name="T2" fmla="*/ 0 w 27"/>
                <a:gd name="T3" fmla="*/ 28 h 31"/>
                <a:gd name="T4" fmla="*/ 0 w 27"/>
                <a:gd name="T5" fmla="*/ 31 h 31"/>
                <a:gd name="T6" fmla="*/ 27 w 27"/>
                <a:gd name="T7" fmla="*/ 31 h 31"/>
                <a:gd name="T8" fmla="*/ 27 w 27"/>
                <a:gd name="T9" fmla="*/ 0 h 31"/>
              </a:gdLst>
              <a:ahLst/>
              <a:cxnLst>
                <a:cxn ang="0">
                  <a:pos x="T0" y="T1"/>
                </a:cxn>
                <a:cxn ang="0">
                  <a:pos x="T2" y="T3"/>
                </a:cxn>
                <a:cxn ang="0">
                  <a:pos x="T4" y="T5"/>
                </a:cxn>
                <a:cxn ang="0">
                  <a:pos x="T6" y="T7"/>
                </a:cxn>
                <a:cxn ang="0">
                  <a:pos x="T8" y="T9"/>
                </a:cxn>
              </a:cxnLst>
              <a:rect l="0" t="0" r="r" b="b"/>
              <a:pathLst>
                <a:path w="27" h="31">
                  <a:moveTo>
                    <a:pt x="27" y="0"/>
                  </a:moveTo>
                  <a:cubicBezTo>
                    <a:pt x="13" y="0"/>
                    <a:pt x="0" y="13"/>
                    <a:pt x="0" y="28"/>
                  </a:cubicBezTo>
                  <a:cubicBezTo>
                    <a:pt x="0" y="31"/>
                    <a:pt x="0" y="31"/>
                    <a:pt x="0" y="31"/>
                  </a:cubicBezTo>
                  <a:cubicBezTo>
                    <a:pt x="27" y="31"/>
                    <a:pt x="27" y="31"/>
                    <a:pt x="27" y="31"/>
                  </a:cubicBezTo>
                  <a:lnTo>
                    <a:pt x="27" y="0"/>
                  </a:lnTo>
                  <a:close/>
                </a:path>
              </a:pathLst>
            </a:custGeom>
            <a:solidFill>
              <a:srgbClr val="D5E7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8" name="Rectangle 81"/>
            <p:cNvSpPr>
              <a:spLocks noChangeArrowheads="1"/>
            </p:cNvSpPr>
            <p:nvPr/>
          </p:nvSpPr>
          <p:spPr bwMode="auto">
            <a:xfrm>
              <a:off x="10331450" y="5721350"/>
              <a:ext cx="136525" cy="61913"/>
            </a:xfrm>
            <a:prstGeom prst="rect">
              <a:avLst/>
            </a:prstGeom>
            <a:solidFill>
              <a:srgbClr val="F5F6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89" name="Freeform 82"/>
            <p:cNvSpPr>
              <a:spLocks/>
            </p:cNvSpPr>
            <p:nvPr/>
          </p:nvSpPr>
          <p:spPr bwMode="auto">
            <a:xfrm>
              <a:off x="10499725" y="5945188"/>
              <a:ext cx="241300" cy="136525"/>
            </a:xfrm>
            <a:custGeom>
              <a:avLst/>
              <a:gdLst>
                <a:gd name="T0" fmla="*/ 0 w 55"/>
                <a:gd name="T1" fmla="*/ 22 h 31"/>
                <a:gd name="T2" fmla="*/ 8 w 55"/>
                <a:gd name="T3" fmla="*/ 31 h 31"/>
                <a:gd name="T4" fmla="*/ 47 w 55"/>
                <a:gd name="T5" fmla="*/ 31 h 31"/>
                <a:gd name="T6" fmla="*/ 55 w 55"/>
                <a:gd name="T7" fmla="*/ 22 h 31"/>
                <a:gd name="T8" fmla="*/ 55 w 55"/>
                <a:gd name="T9" fmla="*/ 0 h 31"/>
                <a:gd name="T10" fmla="*/ 0 w 55"/>
                <a:gd name="T11" fmla="*/ 0 h 31"/>
                <a:gd name="T12" fmla="*/ 0 w 55"/>
                <a:gd name="T13" fmla="*/ 22 h 31"/>
              </a:gdLst>
              <a:ahLst/>
              <a:cxnLst>
                <a:cxn ang="0">
                  <a:pos x="T0" y="T1"/>
                </a:cxn>
                <a:cxn ang="0">
                  <a:pos x="T2" y="T3"/>
                </a:cxn>
                <a:cxn ang="0">
                  <a:pos x="T4" y="T5"/>
                </a:cxn>
                <a:cxn ang="0">
                  <a:pos x="T6" y="T7"/>
                </a:cxn>
                <a:cxn ang="0">
                  <a:pos x="T8" y="T9"/>
                </a:cxn>
                <a:cxn ang="0">
                  <a:pos x="T10" y="T11"/>
                </a:cxn>
                <a:cxn ang="0">
                  <a:pos x="T12" y="T13"/>
                </a:cxn>
              </a:cxnLst>
              <a:rect l="0" t="0" r="r" b="b"/>
              <a:pathLst>
                <a:path w="55" h="31">
                  <a:moveTo>
                    <a:pt x="0" y="22"/>
                  </a:moveTo>
                  <a:cubicBezTo>
                    <a:pt x="0" y="27"/>
                    <a:pt x="3" y="31"/>
                    <a:pt x="8" y="31"/>
                  </a:cubicBezTo>
                  <a:cubicBezTo>
                    <a:pt x="47" y="31"/>
                    <a:pt x="47" y="31"/>
                    <a:pt x="47" y="31"/>
                  </a:cubicBezTo>
                  <a:cubicBezTo>
                    <a:pt x="51" y="31"/>
                    <a:pt x="55" y="27"/>
                    <a:pt x="55" y="22"/>
                  </a:cubicBezTo>
                  <a:cubicBezTo>
                    <a:pt x="55" y="0"/>
                    <a:pt x="55" y="0"/>
                    <a:pt x="55" y="0"/>
                  </a:cubicBezTo>
                  <a:cubicBezTo>
                    <a:pt x="0" y="0"/>
                    <a:pt x="0" y="0"/>
                    <a:pt x="0" y="0"/>
                  </a:cubicBezTo>
                  <a:lnTo>
                    <a:pt x="0" y="22"/>
                  </a:lnTo>
                  <a:close/>
                </a:path>
              </a:pathLst>
            </a:custGeom>
            <a:solidFill>
              <a:srgbClr val="D8D8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0" name="Freeform 83"/>
            <p:cNvSpPr>
              <a:spLocks/>
            </p:cNvSpPr>
            <p:nvPr/>
          </p:nvSpPr>
          <p:spPr bwMode="auto">
            <a:xfrm>
              <a:off x="10467975" y="5897563"/>
              <a:ext cx="304800" cy="0"/>
            </a:xfrm>
            <a:custGeom>
              <a:avLst/>
              <a:gdLst>
                <a:gd name="T0" fmla="*/ 0 w 192"/>
                <a:gd name="T1" fmla="*/ 192 w 192"/>
                <a:gd name="T2" fmla="*/ 0 w 192"/>
              </a:gdLst>
              <a:ahLst/>
              <a:cxnLst>
                <a:cxn ang="0">
                  <a:pos x="T0" y="0"/>
                </a:cxn>
                <a:cxn ang="0">
                  <a:pos x="T1" y="0"/>
                </a:cxn>
                <a:cxn ang="0">
                  <a:pos x="T2" y="0"/>
                </a:cxn>
              </a:cxnLst>
              <a:rect l="0" t="0" r="r" b="b"/>
              <a:pathLst>
                <a:path w="192">
                  <a:moveTo>
                    <a:pt x="0" y="0"/>
                  </a:moveTo>
                  <a:lnTo>
                    <a:pt x="192" y="0"/>
                  </a:lnTo>
                  <a:lnTo>
                    <a:pt x="0" y="0"/>
                  </a:lnTo>
                  <a:close/>
                </a:path>
              </a:pathLst>
            </a:custGeom>
            <a:solidFill>
              <a:srgbClr val="D8D8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1" name="Freeform 84"/>
            <p:cNvSpPr>
              <a:spLocks/>
            </p:cNvSpPr>
            <p:nvPr/>
          </p:nvSpPr>
          <p:spPr bwMode="auto">
            <a:xfrm>
              <a:off x="10361613" y="5549900"/>
              <a:ext cx="503237" cy="439738"/>
            </a:xfrm>
            <a:custGeom>
              <a:avLst/>
              <a:gdLst>
                <a:gd name="T0" fmla="*/ 114 w 114"/>
                <a:gd name="T1" fmla="*/ 28 h 100"/>
                <a:gd name="T2" fmla="*/ 105 w 114"/>
                <a:gd name="T3" fmla="*/ 12 h 100"/>
                <a:gd name="T4" fmla="*/ 86 w 114"/>
                <a:gd name="T5" fmla="*/ 0 h 100"/>
                <a:gd name="T6" fmla="*/ 78 w 114"/>
                <a:gd name="T7" fmla="*/ 0 h 100"/>
                <a:gd name="T8" fmla="*/ 50 w 114"/>
                <a:gd name="T9" fmla="*/ 0 h 100"/>
                <a:gd name="T10" fmla="*/ 34 w 114"/>
                <a:gd name="T11" fmla="*/ 0 h 100"/>
                <a:gd name="T12" fmla="*/ 17 w 114"/>
                <a:gd name="T13" fmla="*/ 9 h 100"/>
                <a:gd name="T14" fmla="*/ 12 w 114"/>
                <a:gd name="T15" fmla="*/ 12 h 100"/>
                <a:gd name="T16" fmla="*/ 2 w 114"/>
                <a:gd name="T17" fmla="*/ 34 h 100"/>
                <a:gd name="T18" fmla="*/ 31 w 114"/>
                <a:gd name="T19" fmla="*/ 100 h 100"/>
                <a:gd name="T20" fmla="*/ 86 w 114"/>
                <a:gd name="T21" fmla="*/ 100 h 100"/>
                <a:gd name="T22" fmla="*/ 114 w 114"/>
                <a:gd name="T23" fmla="*/ 34 h 100"/>
                <a:gd name="T24" fmla="*/ 114 w 114"/>
                <a:gd name="T25" fmla="*/ 2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00">
                  <a:moveTo>
                    <a:pt x="114" y="28"/>
                  </a:moveTo>
                  <a:cubicBezTo>
                    <a:pt x="114" y="22"/>
                    <a:pt x="111" y="16"/>
                    <a:pt x="105" y="12"/>
                  </a:cubicBezTo>
                  <a:cubicBezTo>
                    <a:pt x="86" y="0"/>
                    <a:pt x="86" y="0"/>
                    <a:pt x="86" y="0"/>
                  </a:cubicBezTo>
                  <a:cubicBezTo>
                    <a:pt x="78" y="0"/>
                    <a:pt x="78" y="0"/>
                    <a:pt x="78" y="0"/>
                  </a:cubicBezTo>
                  <a:cubicBezTo>
                    <a:pt x="50" y="0"/>
                    <a:pt x="50" y="0"/>
                    <a:pt x="50" y="0"/>
                  </a:cubicBezTo>
                  <a:cubicBezTo>
                    <a:pt x="34" y="0"/>
                    <a:pt x="34" y="0"/>
                    <a:pt x="34" y="0"/>
                  </a:cubicBezTo>
                  <a:cubicBezTo>
                    <a:pt x="17" y="9"/>
                    <a:pt x="17" y="9"/>
                    <a:pt x="17" y="9"/>
                  </a:cubicBezTo>
                  <a:cubicBezTo>
                    <a:pt x="12" y="12"/>
                    <a:pt x="12" y="12"/>
                    <a:pt x="12" y="12"/>
                  </a:cubicBezTo>
                  <a:cubicBezTo>
                    <a:pt x="4" y="17"/>
                    <a:pt x="0" y="25"/>
                    <a:pt x="2" y="34"/>
                  </a:cubicBezTo>
                  <a:cubicBezTo>
                    <a:pt x="31" y="100"/>
                    <a:pt x="31" y="100"/>
                    <a:pt x="31" y="100"/>
                  </a:cubicBezTo>
                  <a:cubicBezTo>
                    <a:pt x="86" y="100"/>
                    <a:pt x="86" y="100"/>
                    <a:pt x="86" y="100"/>
                  </a:cubicBezTo>
                  <a:cubicBezTo>
                    <a:pt x="114" y="34"/>
                    <a:pt x="114" y="34"/>
                    <a:pt x="114" y="34"/>
                  </a:cubicBezTo>
                  <a:cubicBezTo>
                    <a:pt x="114" y="32"/>
                    <a:pt x="114" y="30"/>
                    <a:pt x="114" y="28"/>
                  </a:cubicBezTo>
                  <a:close/>
                </a:path>
              </a:pathLst>
            </a:custGeom>
            <a:solidFill>
              <a:srgbClr val="D5E7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2" name="Freeform 85"/>
            <p:cNvSpPr>
              <a:spLocks/>
            </p:cNvSpPr>
            <p:nvPr/>
          </p:nvSpPr>
          <p:spPr bwMode="auto">
            <a:xfrm>
              <a:off x="10388600" y="5721350"/>
              <a:ext cx="396875" cy="198438"/>
            </a:xfrm>
            <a:custGeom>
              <a:avLst/>
              <a:gdLst>
                <a:gd name="T0" fmla="*/ 0 w 90"/>
                <a:gd name="T1" fmla="*/ 23 h 45"/>
                <a:gd name="T2" fmla="*/ 22 w 90"/>
                <a:gd name="T3" fmla="*/ 45 h 45"/>
                <a:gd name="T4" fmla="*/ 68 w 90"/>
                <a:gd name="T5" fmla="*/ 45 h 45"/>
                <a:gd name="T6" fmla="*/ 90 w 90"/>
                <a:gd name="T7" fmla="*/ 23 h 45"/>
                <a:gd name="T8" fmla="*/ 90 w 90"/>
                <a:gd name="T9" fmla="*/ 23 h 45"/>
                <a:gd name="T10" fmla="*/ 68 w 90"/>
                <a:gd name="T11" fmla="*/ 0 h 45"/>
                <a:gd name="T12" fmla="*/ 22 w 90"/>
                <a:gd name="T13" fmla="*/ 0 h 45"/>
                <a:gd name="T14" fmla="*/ 0 w 90"/>
                <a:gd name="T15" fmla="*/ 23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45">
                  <a:moveTo>
                    <a:pt x="0" y="23"/>
                  </a:moveTo>
                  <a:cubicBezTo>
                    <a:pt x="0" y="35"/>
                    <a:pt x="10" y="45"/>
                    <a:pt x="22" y="45"/>
                  </a:cubicBezTo>
                  <a:cubicBezTo>
                    <a:pt x="68" y="45"/>
                    <a:pt x="68" y="45"/>
                    <a:pt x="68" y="45"/>
                  </a:cubicBezTo>
                  <a:cubicBezTo>
                    <a:pt x="80" y="45"/>
                    <a:pt x="90" y="35"/>
                    <a:pt x="90" y="23"/>
                  </a:cubicBezTo>
                  <a:cubicBezTo>
                    <a:pt x="90" y="23"/>
                    <a:pt x="90" y="23"/>
                    <a:pt x="90" y="23"/>
                  </a:cubicBezTo>
                  <a:cubicBezTo>
                    <a:pt x="90" y="10"/>
                    <a:pt x="80" y="0"/>
                    <a:pt x="68" y="0"/>
                  </a:cubicBezTo>
                  <a:cubicBezTo>
                    <a:pt x="22" y="0"/>
                    <a:pt x="22" y="0"/>
                    <a:pt x="22" y="0"/>
                  </a:cubicBezTo>
                  <a:cubicBezTo>
                    <a:pt x="10" y="0"/>
                    <a:pt x="0" y="10"/>
                    <a:pt x="0" y="23"/>
                  </a:cubicBezTo>
                  <a:close/>
                </a:path>
              </a:pathLst>
            </a:custGeom>
            <a:solidFill>
              <a:srgbClr val="D5E7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3" name="Freeform 86"/>
            <p:cNvSpPr>
              <a:spLocks/>
            </p:cNvSpPr>
            <p:nvPr/>
          </p:nvSpPr>
          <p:spPr bwMode="auto">
            <a:xfrm>
              <a:off x="10812463" y="5592763"/>
              <a:ext cx="119062" cy="136525"/>
            </a:xfrm>
            <a:custGeom>
              <a:avLst/>
              <a:gdLst>
                <a:gd name="T0" fmla="*/ 27 w 27"/>
                <a:gd name="T1" fmla="*/ 28 h 31"/>
                <a:gd name="T2" fmla="*/ 0 w 27"/>
                <a:gd name="T3" fmla="*/ 0 h 31"/>
                <a:gd name="T4" fmla="*/ 0 w 27"/>
                <a:gd name="T5" fmla="*/ 31 h 31"/>
                <a:gd name="T6" fmla="*/ 27 w 27"/>
                <a:gd name="T7" fmla="*/ 31 h 31"/>
                <a:gd name="T8" fmla="*/ 27 w 27"/>
                <a:gd name="T9" fmla="*/ 28 h 31"/>
              </a:gdLst>
              <a:ahLst/>
              <a:cxnLst>
                <a:cxn ang="0">
                  <a:pos x="T0" y="T1"/>
                </a:cxn>
                <a:cxn ang="0">
                  <a:pos x="T2" y="T3"/>
                </a:cxn>
                <a:cxn ang="0">
                  <a:pos x="T4" y="T5"/>
                </a:cxn>
                <a:cxn ang="0">
                  <a:pos x="T6" y="T7"/>
                </a:cxn>
                <a:cxn ang="0">
                  <a:pos x="T8" y="T9"/>
                </a:cxn>
              </a:cxnLst>
              <a:rect l="0" t="0" r="r" b="b"/>
              <a:pathLst>
                <a:path w="27" h="31">
                  <a:moveTo>
                    <a:pt x="27" y="28"/>
                  </a:moveTo>
                  <a:cubicBezTo>
                    <a:pt x="27" y="13"/>
                    <a:pt x="14" y="0"/>
                    <a:pt x="0" y="0"/>
                  </a:cubicBezTo>
                  <a:cubicBezTo>
                    <a:pt x="0" y="31"/>
                    <a:pt x="0" y="31"/>
                    <a:pt x="0" y="31"/>
                  </a:cubicBezTo>
                  <a:cubicBezTo>
                    <a:pt x="27" y="31"/>
                    <a:pt x="27" y="31"/>
                    <a:pt x="27" y="31"/>
                  </a:cubicBezTo>
                  <a:lnTo>
                    <a:pt x="27" y="28"/>
                  </a:lnTo>
                  <a:close/>
                </a:path>
              </a:pathLst>
            </a:custGeom>
            <a:solidFill>
              <a:srgbClr val="D5E7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4" name="Freeform 87"/>
            <p:cNvSpPr>
              <a:spLocks/>
            </p:cNvSpPr>
            <p:nvPr/>
          </p:nvSpPr>
          <p:spPr bwMode="auto">
            <a:xfrm>
              <a:off x="10639425" y="4964113"/>
              <a:ext cx="314325" cy="603250"/>
            </a:xfrm>
            <a:custGeom>
              <a:avLst/>
              <a:gdLst>
                <a:gd name="T0" fmla="*/ 69 w 71"/>
                <a:gd name="T1" fmla="*/ 105 h 137"/>
                <a:gd name="T2" fmla="*/ 56 w 71"/>
                <a:gd name="T3" fmla="*/ 93 h 137"/>
                <a:gd name="T4" fmla="*/ 50 w 71"/>
                <a:gd name="T5" fmla="*/ 46 h 137"/>
                <a:gd name="T6" fmla="*/ 0 w 71"/>
                <a:gd name="T7" fmla="*/ 1 h 137"/>
                <a:gd name="T8" fmla="*/ 0 w 71"/>
                <a:gd name="T9" fmla="*/ 122 h 137"/>
                <a:gd name="T10" fmla="*/ 20 w 71"/>
                <a:gd name="T11" fmla="*/ 122 h 137"/>
                <a:gd name="T12" fmla="*/ 52 w 71"/>
                <a:gd name="T13" fmla="*/ 130 h 137"/>
                <a:gd name="T14" fmla="*/ 69 w 71"/>
                <a:gd name="T15" fmla="*/ 105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137">
                  <a:moveTo>
                    <a:pt x="69" y="105"/>
                  </a:moveTo>
                  <a:cubicBezTo>
                    <a:pt x="69" y="105"/>
                    <a:pt x="61" y="105"/>
                    <a:pt x="56" y="93"/>
                  </a:cubicBezTo>
                  <a:cubicBezTo>
                    <a:pt x="50" y="82"/>
                    <a:pt x="50" y="60"/>
                    <a:pt x="50" y="46"/>
                  </a:cubicBezTo>
                  <a:cubicBezTo>
                    <a:pt x="50" y="32"/>
                    <a:pt x="39" y="0"/>
                    <a:pt x="0" y="1"/>
                  </a:cubicBezTo>
                  <a:cubicBezTo>
                    <a:pt x="0" y="122"/>
                    <a:pt x="0" y="122"/>
                    <a:pt x="0" y="122"/>
                  </a:cubicBezTo>
                  <a:cubicBezTo>
                    <a:pt x="20" y="122"/>
                    <a:pt x="20" y="122"/>
                    <a:pt x="20" y="122"/>
                  </a:cubicBezTo>
                  <a:cubicBezTo>
                    <a:pt x="20" y="122"/>
                    <a:pt x="34" y="137"/>
                    <a:pt x="52" y="130"/>
                  </a:cubicBezTo>
                  <a:cubicBezTo>
                    <a:pt x="71" y="123"/>
                    <a:pt x="69" y="105"/>
                    <a:pt x="69" y="105"/>
                  </a:cubicBezTo>
                  <a:close/>
                </a:path>
              </a:pathLst>
            </a:custGeom>
            <a:solidFill>
              <a:srgbClr val="6D3F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5" name="Freeform 88"/>
            <p:cNvSpPr>
              <a:spLocks/>
            </p:cNvSpPr>
            <p:nvPr/>
          </p:nvSpPr>
          <p:spPr bwMode="auto">
            <a:xfrm>
              <a:off x="10534650" y="5592763"/>
              <a:ext cx="188912" cy="195263"/>
            </a:xfrm>
            <a:custGeom>
              <a:avLst/>
              <a:gdLst>
                <a:gd name="T0" fmla="*/ 43 w 43"/>
                <a:gd name="T1" fmla="*/ 0 h 44"/>
                <a:gd name="T2" fmla="*/ 0 w 43"/>
                <a:gd name="T3" fmla="*/ 0 h 44"/>
                <a:gd name="T4" fmla="*/ 0 w 43"/>
                <a:gd name="T5" fmla="*/ 38 h 44"/>
                <a:gd name="T6" fmla="*/ 6 w 43"/>
                <a:gd name="T7" fmla="*/ 40 h 44"/>
                <a:gd name="T8" fmla="*/ 43 w 43"/>
                <a:gd name="T9" fmla="*/ 0 h 44"/>
              </a:gdLst>
              <a:ahLst/>
              <a:cxnLst>
                <a:cxn ang="0">
                  <a:pos x="T0" y="T1"/>
                </a:cxn>
                <a:cxn ang="0">
                  <a:pos x="T2" y="T3"/>
                </a:cxn>
                <a:cxn ang="0">
                  <a:pos x="T4" y="T5"/>
                </a:cxn>
                <a:cxn ang="0">
                  <a:pos x="T6" y="T7"/>
                </a:cxn>
                <a:cxn ang="0">
                  <a:pos x="T8" y="T9"/>
                </a:cxn>
              </a:cxnLst>
              <a:rect l="0" t="0" r="r" b="b"/>
              <a:pathLst>
                <a:path w="43" h="44">
                  <a:moveTo>
                    <a:pt x="43" y="0"/>
                  </a:moveTo>
                  <a:cubicBezTo>
                    <a:pt x="0" y="0"/>
                    <a:pt x="0" y="0"/>
                    <a:pt x="0" y="0"/>
                  </a:cubicBezTo>
                  <a:cubicBezTo>
                    <a:pt x="0" y="38"/>
                    <a:pt x="0" y="38"/>
                    <a:pt x="0" y="38"/>
                  </a:cubicBezTo>
                  <a:cubicBezTo>
                    <a:pt x="0" y="43"/>
                    <a:pt x="3" y="44"/>
                    <a:pt x="6" y="40"/>
                  </a:cubicBez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6" name="Freeform 89"/>
            <p:cNvSpPr>
              <a:spLocks/>
            </p:cNvSpPr>
            <p:nvPr/>
          </p:nvSpPr>
          <p:spPr bwMode="auto">
            <a:xfrm>
              <a:off x="10460038" y="5540375"/>
              <a:ext cx="96837" cy="141288"/>
            </a:xfrm>
            <a:custGeom>
              <a:avLst/>
              <a:gdLst>
                <a:gd name="T0" fmla="*/ 21 w 22"/>
                <a:gd name="T1" fmla="*/ 0 h 32"/>
                <a:gd name="T2" fmla="*/ 6 w 22"/>
                <a:gd name="T3" fmla="*/ 12 h 32"/>
                <a:gd name="T4" fmla="*/ 6 w 22"/>
                <a:gd name="T5" fmla="*/ 19 h 32"/>
                <a:gd name="T6" fmla="*/ 18 w 22"/>
                <a:gd name="T7" fmla="*/ 26 h 32"/>
                <a:gd name="T8" fmla="*/ 21 w 22"/>
                <a:gd name="T9" fmla="*/ 32 h 32"/>
                <a:gd name="T10" fmla="*/ 22 w 22"/>
                <a:gd name="T11" fmla="*/ 14 h 32"/>
                <a:gd name="T12" fmla="*/ 21 w 2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2" h="32">
                  <a:moveTo>
                    <a:pt x="21" y="0"/>
                  </a:moveTo>
                  <a:cubicBezTo>
                    <a:pt x="21" y="0"/>
                    <a:pt x="12" y="8"/>
                    <a:pt x="6" y="12"/>
                  </a:cubicBezTo>
                  <a:cubicBezTo>
                    <a:pt x="1" y="17"/>
                    <a:pt x="0" y="17"/>
                    <a:pt x="6" y="19"/>
                  </a:cubicBezTo>
                  <a:cubicBezTo>
                    <a:pt x="11" y="20"/>
                    <a:pt x="16" y="22"/>
                    <a:pt x="18" y="26"/>
                  </a:cubicBezTo>
                  <a:cubicBezTo>
                    <a:pt x="20" y="29"/>
                    <a:pt x="21" y="32"/>
                    <a:pt x="21" y="32"/>
                  </a:cubicBezTo>
                  <a:cubicBezTo>
                    <a:pt x="22" y="14"/>
                    <a:pt x="22" y="14"/>
                    <a:pt x="22" y="14"/>
                  </a:cubicBezTo>
                  <a:lnTo>
                    <a:pt x="2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7" name="Freeform 90"/>
            <p:cNvSpPr>
              <a:spLocks/>
            </p:cNvSpPr>
            <p:nvPr/>
          </p:nvSpPr>
          <p:spPr bwMode="auto">
            <a:xfrm>
              <a:off x="10353675" y="5140325"/>
              <a:ext cx="454025" cy="615950"/>
            </a:xfrm>
            <a:custGeom>
              <a:avLst/>
              <a:gdLst>
                <a:gd name="T0" fmla="*/ 96 w 103"/>
                <a:gd name="T1" fmla="*/ 31 h 140"/>
                <a:gd name="T2" fmla="*/ 92 w 103"/>
                <a:gd name="T3" fmla="*/ 31 h 140"/>
                <a:gd name="T4" fmla="*/ 88 w 103"/>
                <a:gd name="T5" fmla="*/ 33 h 140"/>
                <a:gd name="T6" fmla="*/ 88 w 103"/>
                <a:gd name="T7" fmla="*/ 0 h 140"/>
                <a:gd name="T8" fmla="*/ 18 w 103"/>
                <a:gd name="T9" fmla="*/ 0 h 140"/>
                <a:gd name="T10" fmla="*/ 5 w 103"/>
                <a:gd name="T11" fmla="*/ 13 h 140"/>
                <a:gd name="T12" fmla="*/ 5 w 103"/>
                <a:gd name="T13" fmla="*/ 37 h 140"/>
                <a:gd name="T14" fmla="*/ 4 w 103"/>
                <a:gd name="T15" fmla="*/ 48 h 140"/>
                <a:gd name="T16" fmla="*/ 1 w 103"/>
                <a:gd name="T17" fmla="*/ 57 h 140"/>
                <a:gd name="T18" fmla="*/ 2 w 103"/>
                <a:gd name="T19" fmla="*/ 60 h 140"/>
                <a:gd name="T20" fmla="*/ 9 w 103"/>
                <a:gd name="T21" fmla="*/ 63 h 140"/>
                <a:gd name="T22" fmla="*/ 16 w 103"/>
                <a:gd name="T23" fmla="*/ 79 h 140"/>
                <a:gd name="T24" fmla="*/ 31 w 103"/>
                <a:gd name="T25" fmla="*/ 93 h 140"/>
                <a:gd name="T26" fmla="*/ 45 w 103"/>
                <a:gd name="T27" fmla="*/ 93 h 140"/>
                <a:gd name="T28" fmla="*/ 45 w 103"/>
                <a:gd name="T29" fmla="*/ 140 h 140"/>
                <a:gd name="T30" fmla="*/ 88 w 103"/>
                <a:gd name="T31" fmla="*/ 93 h 140"/>
                <a:gd name="T32" fmla="*/ 88 w 103"/>
                <a:gd name="T33" fmla="*/ 58 h 140"/>
                <a:gd name="T34" fmla="*/ 96 w 103"/>
                <a:gd name="T35" fmla="*/ 56 h 140"/>
                <a:gd name="T36" fmla="*/ 102 w 103"/>
                <a:gd name="T37" fmla="*/ 41 h 140"/>
                <a:gd name="T38" fmla="*/ 96 w 103"/>
                <a:gd name="T39" fmla="*/ 3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3" h="140">
                  <a:moveTo>
                    <a:pt x="96" y="31"/>
                  </a:moveTo>
                  <a:cubicBezTo>
                    <a:pt x="93" y="31"/>
                    <a:pt x="92" y="31"/>
                    <a:pt x="92" y="31"/>
                  </a:cubicBezTo>
                  <a:cubicBezTo>
                    <a:pt x="88" y="33"/>
                    <a:pt x="88" y="33"/>
                    <a:pt x="88" y="33"/>
                  </a:cubicBezTo>
                  <a:cubicBezTo>
                    <a:pt x="88" y="0"/>
                    <a:pt x="88" y="0"/>
                    <a:pt x="88" y="0"/>
                  </a:cubicBezTo>
                  <a:cubicBezTo>
                    <a:pt x="18" y="0"/>
                    <a:pt x="18" y="0"/>
                    <a:pt x="18" y="0"/>
                  </a:cubicBezTo>
                  <a:cubicBezTo>
                    <a:pt x="11" y="0"/>
                    <a:pt x="5" y="6"/>
                    <a:pt x="5" y="13"/>
                  </a:cubicBezTo>
                  <a:cubicBezTo>
                    <a:pt x="5" y="37"/>
                    <a:pt x="5" y="37"/>
                    <a:pt x="5" y="37"/>
                  </a:cubicBezTo>
                  <a:cubicBezTo>
                    <a:pt x="5" y="37"/>
                    <a:pt x="5" y="44"/>
                    <a:pt x="4" y="48"/>
                  </a:cubicBezTo>
                  <a:cubicBezTo>
                    <a:pt x="3" y="52"/>
                    <a:pt x="1" y="57"/>
                    <a:pt x="1" y="57"/>
                  </a:cubicBezTo>
                  <a:cubicBezTo>
                    <a:pt x="0" y="58"/>
                    <a:pt x="1" y="59"/>
                    <a:pt x="2" y="60"/>
                  </a:cubicBezTo>
                  <a:cubicBezTo>
                    <a:pt x="9" y="63"/>
                    <a:pt x="9" y="63"/>
                    <a:pt x="9" y="63"/>
                  </a:cubicBezTo>
                  <a:cubicBezTo>
                    <a:pt x="16" y="79"/>
                    <a:pt x="16" y="79"/>
                    <a:pt x="16" y="79"/>
                  </a:cubicBezTo>
                  <a:cubicBezTo>
                    <a:pt x="19" y="88"/>
                    <a:pt x="23" y="93"/>
                    <a:pt x="31" y="93"/>
                  </a:cubicBezTo>
                  <a:cubicBezTo>
                    <a:pt x="45" y="93"/>
                    <a:pt x="45" y="93"/>
                    <a:pt x="45" y="93"/>
                  </a:cubicBezTo>
                  <a:cubicBezTo>
                    <a:pt x="45" y="140"/>
                    <a:pt x="45" y="140"/>
                    <a:pt x="45" y="140"/>
                  </a:cubicBezTo>
                  <a:cubicBezTo>
                    <a:pt x="88" y="93"/>
                    <a:pt x="88" y="93"/>
                    <a:pt x="88" y="93"/>
                  </a:cubicBezTo>
                  <a:cubicBezTo>
                    <a:pt x="88" y="58"/>
                    <a:pt x="88" y="58"/>
                    <a:pt x="88" y="58"/>
                  </a:cubicBezTo>
                  <a:cubicBezTo>
                    <a:pt x="89" y="59"/>
                    <a:pt x="93" y="59"/>
                    <a:pt x="96" y="56"/>
                  </a:cubicBezTo>
                  <a:cubicBezTo>
                    <a:pt x="100" y="53"/>
                    <a:pt x="102" y="48"/>
                    <a:pt x="102" y="41"/>
                  </a:cubicBezTo>
                  <a:cubicBezTo>
                    <a:pt x="103" y="35"/>
                    <a:pt x="99" y="32"/>
                    <a:pt x="96" y="31"/>
                  </a:cubicBezTo>
                  <a:close/>
                </a:path>
              </a:pathLst>
            </a:custGeom>
            <a:solidFill>
              <a:srgbClr val="F3B5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8" name="Freeform 91"/>
            <p:cNvSpPr>
              <a:spLocks/>
            </p:cNvSpPr>
            <p:nvPr/>
          </p:nvSpPr>
          <p:spPr bwMode="auto">
            <a:xfrm>
              <a:off x="10401300" y="5430838"/>
              <a:ext cx="84137" cy="44450"/>
            </a:xfrm>
            <a:custGeom>
              <a:avLst/>
              <a:gdLst>
                <a:gd name="T0" fmla="*/ 2 w 19"/>
                <a:gd name="T1" fmla="*/ 2 h 10"/>
                <a:gd name="T2" fmla="*/ 16 w 19"/>
                <a:gd name="T3" fmla="*/ 0 h 10"/>
                <a:gd name="T4" fmla="*/ 19 w 19"/>
                <a:gd name="T5" fmla="*/ 0 h 10"/>
                <a:gd name="T6" fmla="*/ 19 w 19"/>
                <a:gd name="T7" fmla="*/ 2 h 10"/>
                <a:gd name="T8" fmla="*/ 2 w 19"/>
                <a:gd name="T9" fmla="*/ 5 h 10"/>
                <a:gd name="T10" fmla="*/ 0 w 19"/>
                <a:gd name="T11" fmla="*/ 1 h 10"/>
                <a:gd name="T12" fmla="*/ 2 w 19"/>
                <a:gd name="T13" fmla="*/ 2 h 10"/>
              </a:gdLst>
              <a:ahLst/>
              <a:cxnLst>
                <a:cxn ang="0">
                  <a:pos x="T0" y="T1"/>
                </a:cxn>
                <a:cxn ang="0">
                  <a:pos x="T2" y="T3"/>
                </a:cxn>
                <a:cxn ang="0">
                  <a:pos x="T4" y="T5"/>
                </a:cxn>
                <a:cxn ang="0">
                  <a:pos x="T6" y="T7"/>
                </a:cxn>
                <a:cxn ang="0">
                  <a:pos x="T8" y="T9"/>
                </a:cxn>
                <a:cxn ang="0">
                  <a:pos x="T10" y="T11"/>
                </a:cxn>
                <a:cxn ang="0">
                  <a:pos x="T12" y="T13"/>
                </a:cxn>
              </a:cxnLst>
              <a:rect l="0" t="0" r="r" b="b"/>
              <a:pathLst>
                <a:path w="19" h="10">
                  <a:moveTo>
                    <a:pt x="2" y="2"/>
                  </a:moveTo>
                  <a:cubicBezTo>
                    <a:pt x="12" y="6"/>
                    <a:pt x="16" y="1"/>
                    <a:pt x="16" y="0"/>
                  </a:cubicBezTo>
                  <a:cubicBezTo>
                    <a:pt x="17" y="0"/>
                    <a:pt x="18" y="0"/>
                    <a:pt x="19" y="0"/>
                  </a:cubicBezTo>
                  <a:cubicBezTo>
                    <a:pt x="19" y="1"/>
                    <a:pt x="19" y="2"/>
                    <a:pt x="19" y="2"/>
                  </a:cubicBezTo>
                  <a:cubicBezTo>
                    <a:pt x="18" y="3"/>
                    <a:pt x="13" y="10"/>
                    <a:pt x="2" y="5"/>
                  </a:cubicBezTo>
                  <a:cubicBezTo>
                    <a:pt x="0" y="1"/>
                    <a:pt x="0" y="1"/>
                    <a:pt x="0" y="1"/>
                  </a:cubicBezTo>
                  <a:cubicBezTo>
                    <a:pt x="1" y="2"/>
                    <a:pt x="0" y="2"/>
                    <a:pt x="2" y="2"/>
                  </a:cubicBezTo>
                  <a:close/>
                </a:path>
              </a:pathLst>
            </a:custGeom>
            <a:solidFill>
              <a:srgbClr val="EC8A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99" name="Freeform 92"/>
            <p:cNvSpPr>
              <a:spLocks/>
            </p:cNvSpPr>
            <p:nvPr/>
          </p:nvSpPr>
          <p:spPr bwMode="auto">
            <a:xfrm>
              <a:off x="10366375" y="4967288"/>
              <a:ext cx="493712" cy="396875"/>
            </a:xfrm>
            <a:custGeom>
              <a:avLst/>
              <a:gdLst>
                <a:gd name="T0" fmla="*/ 57 w 112"/>
                <a:gd name="T1" fmla="*/ 0 h 90"/>
                <a:gd name="T2" fmla="*/ 57 w 112"/>
                <a:gd name="T3" fmla="*/ 0 h 90"/>
                <a:gd name="T4" fmla="*/ 56 w 112"/>
                <a:gd name="T5" fmla="*/ 0 h 90"/>
                <a:gd name="T6" fmla="*/ 0 w 112"/>
                <a:gd name="T7" fmla="*/ 52 h 90"/>
                <a:gd name="T8" fmla="*/ 2 w 112"/>
                <a:gd name="T9" fmla="*/ 66 h 90"/>
                <a:gd name="T10" fmla="*/ 7 w 112"/>
                <a:gd name="T11" fmla="*/ 66 h 90"/>
                <a:gd name="T12" fmla="*/ 27 w 112"/>
                <a:gd name="T13" fmla="*/ 55 h 90"/>
                <a:gd name="T14" fmla="*/ 27 w 112"/>
                <a:gd name="T15" fmla="*/ 55 h 90"/>
                <a:gd name="T16" fmla="*/ 27 w 112"/>
                <a:gd name="T17" fmla="*/ 55 h 90"/>
                <a:gd name="T18" fmla="*/ 28 w 112"/>
                <a:gd name="T19" fmla="*/ 49 h 90"/>
                <a:gd name="T20" fmla="*/ 28 w 112"/>
                <a:gd name="T21" fmla="*/ 48 h 90"/>
                <a:gd name="T22" fmla="*/ 49 w 112"/>
                <a:gd name="T23" fmla="*/ 64 h 90"/>
                <a:gd name="T24" fmla="*/ 72 w 112"/>
                <a:gd name="T25" fmla="*/ 73 h 90"/>
                <a:gd name="T26" fmla="*/ 81 w 112"/>
                <a:gd name="T27" fmla="*/ 90 h 90"/>
                <a:gd name="T28" fmla="*/ 83 w 112"/>
                <a:gd name="T29" fmla="*/ 89 h 90"/>
                <a:gd name="T30" fmla="*/ 95 w 112"/>
                <a:gd name="T31" fmla="*/ 69 h 90"/>
                <a:gd name="T32" fmla="*/ 101 w 112"/>
                <a:gd name="T33" fmla="*/ 52 h 90"/>
                <a:gd name="T34" fmla="*/ 112 w 112"/>
                <a:gd name="T35" fmla="*/ 52 h 90"/>
                <a:gd name="T36" fmla="*/ 57 w 112"/>
                <a:gd name="T3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2" h="90">
                  <a:moveTo>
                    <a:pt x="57" y="0"/>
                  </a:moveTo>
                  <a:cubicBezTo>
                    <a:pt x="57" y="0"/>
                    <a:pt x="57" y="0"/>
                    <a:pt x="57" y="0"/>
                  </a:cubicBezTo>
                  <a:cubicBezTo>
                    <a:pt x="57" y="0"/>
                    <a:pt x="56" y="0"/>
                    <a:pt x="56" y="0"/>
                  </a:cubicBezTo>
                  <a:cubicBezTo>
                    <a:pt x="25" y="0"/>
                    <a:pt x="0" y="23"/>
                    <a:pt x="0" y="52"/>
                  </a:cubicBezTo>
                  <a:cubicBezTo>
                    <a:pt x="0" y="57"/>
                    <a:pt x="1" y="61"/>
                    <a:pt x="2" y="66"/>
                  </a:cubicBezTo>
                  <a:cubicBezTo>
                    <a:pt x="4" y="66"/>
                    <a:pt x="5" y="66"/>
                    <a:pt x="7" y="66"/>
                  </a:cubicBezTo>
                  <a:cubicBezTo>
                    <a:pt x="16" y="66"/>
                    <a:pt x="24" y="62"/>
                    <a:pt x="27" y="55"/>
                  </a:cubicBezTo>
                  <a:cubicBezTo>
                    <a:pt x="27" y="55"/>
                    <a:pt x="27" y="55"/>
                    <a:pt x="27" y="55"/>
                  </a:cubicBezTo>
                  <a:cubicBezTo>
                    <a:pt x="27" y="55"/>
                    <a:pt x="27" y="55"/>
                    <a:pt x="27" y="55"/>
                  </a:cubicBezTo>
                  <a:cubicBezTo>
                    <a:pt x="28" y="53"/>
                    <a:pt x="28" y="51"/>
                    <a:pt x="28" y="49"/>
                  </a:cubicBezTo>
                  <a:cubicBezTo>
                    <a:pt x="28" y="49"/>
                    <a:pt x="28" y="48"/>
                    <a:pt x="28" y="48"/>
                  </a:cubicBezTo>
                  <a:cubicBezTo>
                    <a:pt x="32" y="52"/>
                    <a:pt x="39" y="58"/>
                    <a:pt x="49" y="64"/>
                  </a:cubicBezTo>
                  <a:cubicBezTo>
                    <a:pt x="57" y="68"/>
                    <a:pt x="65" y="71"/>
                    <a:pt x="72" y="73"/>
                  </a:cubicBezTo>
                  <a:cubicBezTo>
                    <a:pt x="77" y="74"/>
                    <a:pt x="81" y="85"/>
                    <a:pt x="81" y="90"/>
                  </a:cubicBezTo>
                  <a:cubicBezTo>
                    <a:pt x="83" y="89"/>
                    <a:pt x="83" y="89"/>
                    <a:pt x="83" y="89"/>
                  </a:cubicBezTo>
                  <a:cubicBezTo>
                    <a:pt x="88" y="84"/>
                    <a:pt x="93" y="75"/>
                    <a:pt x="95" y="69"/>
                  </a:cubicBezTo>
                  <a:cubicBezTo>
                    <a:pt x="101" y="52"/>
                    <a:pt x="101" y="52"/>
                    <a:pt x="101" y="52"/>
                  </a:cubicBezTo>
                  <a:cubicBezTo>
                    <a:pt x="112" y="52"/>
                    <a:pt x="112" y="52"/>
                    <a:pt x="112" y="52"/>
                  </a:cubicBezTo>
                  <a:cubicBezTo>
                    <a:pt x="112" y="23"/>
                    <a:pt x="88" y="0"/>
                    <a:pt x="57" y="0"/>
                  </a:cubicBezTo>
                  <a:close/>
                </a:path>
              </a:pathLst>
            </a:custGeom>
            <a:solidFill>
              <a:srgbClr val="6D3F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0" name="Oval 93"/>
            <p:cNvSpPr>
              <a:spLocks noChangeArrowheads="1"/>
            </p:cNvSpPr>
            <p:nvPr/>
          </p:nvSpPr>
          <p:spPr bwMode="auto">
            <a:xfrm>
              <a:off x="10445750" y="5280025"/>
              <a:ext cx="53975" cy="53975"/>
            </a:xfrm>
            <a:prstGeom prst="ellipse">
              <a:avLst/>
            </a:prstGeom>
            <a:solidFill>
              <a:srgbClr val="69C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1" name="Oval 94"/>
            <p:cNvSpPr>
              <a:spLocks noChangeArrowheads="1"/>
            </p:cNvSpPr>
            <p:nvPr/>
          </p:nvSpPr>
          <p:spPr bwMode="auto">
            <a:xfrm>
              <a:off x="10455275" y="5284788"/>
              <a:ext cx="22225" cy="22225"/>
            </a:xfrm>
            <a:prstGeom prst="ellipse">
              <a:avLst/>
            </a:prstGeom>
            <a:solidFill>
              <a:srgbClr val="F5F6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2" name="Freeform 95"/>
            <p:cNvSpPr>
              <a:spLocks/>
            </p:cNvSpPr>
            <p:nvPr/>
          </p:nvSpPr>
          <p:spPr bwMode="auto">
            <a:xfrm>
              <a:off x="10710863" y="5364163"/>
              <a:ext cx="30162" cy="52388"/>
            </a:xfrm>
            <a:custGeom>
              <a:avLst/>
              <a:gdLst>
                <a:gd name="T0" fmla="*/ 0 w 7"/>
                <a:gd name="T1" fmla="*/ 0 h 12"/>
                <a:gd name="T2" fmla="*/ 2 w 7"/>
                <a:gd name="T3" fmla="*/ 4 h 12"/>
                <a:gd name="T4" fmla="*/ 7 w 7"/>
                <a:gd name="T5" fmla="*/ 7 h 12"/>
                <a:gd name="T6" fmla="*/ 7 w 7"/>
                <a:gd name="T7" fmla="*/ 12 h 12"/>
                <a:gd name="T8" fmla="*/ 6 w 7"/>
                <a:gd name="T9" fmla="*/ 12 h 12"/>
                <a:gd name="T10" fmla="*/ 4 w 7"/>
                <a:gd name="T11" fmla="*/ 11 h 12"/>
                <a:gd name="T12" fmla="*/ 4 w 7"/>
                <a:gd name="T13" fmla="*/ 11 h 12"/>
                <a:gd name="T14" fmla="*/ 2 w 7"/>
                <a:gd name="T15" fmla="*/ 9 h 12"/>
                <a:gd name="T16" fmla="*/ 0 w 7"/>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0"/>
                  </a:moveTo>
                  <a:cubicBezTo>
                    <a:pt x="2" y="4"/>
                    <a:pt x="2" y="4"/>
                    <a:pt x="2" y="4"/>
                  </a:cubicBezTo>
                  <a:cubicBezTo>
                    <a:pt x="4" y="6"/>
                    <a:pt x="5" y="7"/>
                    <a:pt x="7" y="7"/>
                  </a:cubicBezTo>
                  <a:cubicBezTo>
                    <a:pt x="7" y="12"/>
                    <a:pt x="7" y="12"/>
                    <a:pt x="7" y="12"/>
                  </a:cubicBezTo>
                  <a:cubicBezTo>
                    <a:pt x="7" y="12"/>
                    <a:pt x="7" y="12"/>
                    <a:pt x="6" y="12"/>
                  </a:cubicBezTo>
                  <a:cubicBezTo>
                    <a:pt x="5" y="12"/>
                    <a:pt x="5" y="11"/>
                    <a:pt x="4" y="11"/>
                  </a:cubicBezTo>
                  <a:cubicBezTo>
                    <a:pt x="4" y="11"/>
                    <a:pt x="4" y="11"/>
                    <a:pt x="4" y="11"/>
                  </a:cubicBezTo>
                  <a:cubicBezTo>
                    <a:pt x="3" y="10"/>
                    <a:pt x="3" y="10"/>
                    <a:pt x="2" y="9"/>
                  </a:cubicBezTo>
                  <a:cubicBezTo>
                    <a:pt x="0" y="4"/>
                    <a:pt x="0" y="0"/>
                    <a:pt x="0" y="0"/>
                  </a:cubicBezTo>
                  <a:close/>
                </a:path>
              </a:pathLst>
            </a:custGeom>
            <a:solidFill>
              <a:srgbClr val="EC8A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3" name="Oval 96"/>
            <p:cNvSpPr>
              <a:spLocks noChangeArrowheads="1"/>
            </p:cNvSpPr>
            <p:nvPr/>
          </p:nvSpPr>
          <p:spPr bwMode="auto">
            <a:xfrm>
              <a:off x="10502900" y="5364163"/>
              <a:ext cx="66675" cy="66675"/>
            </a:xfrm>
            <a:prstGeom prst="ellipse">
              <a:avLst/>
            </a:prstGeom>
            <a:solidFill>
              <a:srgbClr val="F5A78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4" name="Freeform 97"/>
            <p:cNvSpPr>
              <a:spLocks/>
            </p:cNvSpPr>
            <p:nvPr/>
          </p:nvSpPr>
          <p:spPr bwMode="auto">
            <a:xfrm>
              <a:off x="10552113" y="5549900"/>
              <a:ext cx="96837" cy="61913"/>
            </a:xfrm>
            <a:custGeom>
              <a:avLst/>
              <a:gdLst>
                <a:gd name="T0" fmla="*/ 61 w 61"/>
                <a:gd name="T1" fmla="*/ 0 h 39"/>
                <a:gd name="T2" fmla="*/ 33 w 61"/>
                <a:gd name="T3" fmla="*/ 16 h 39"/>
                <a:gd name="T4" fmla="*/ 0 w 61"/>
                <a:gd name="T5" fmla="*/ 39 h 39"/>
                <a:gd name="T6" fmla="*/ 0 w 61"/>
                <a:gd name="T7" fmla="*/ 0 h 39"/>
                <a:gd name="T8" fmla="*/ 61 w 61"/>
                <a:gd name="T9" fmla="*/ 0 h 39"/>
              </a:gdLst>
              <a:ahLst/>
              <a:cxnLst>
                <a:cxn ang="0">
                  <a:pos x="T0" y="T1"/>
                </a:cxn>
                <a:cxn ang="0">
                  <a:pos x="T2" y="T3"/>
                </a:cxn>
                <a:cxn ang="0">
                  <a:pos x="T4" y="T5"/>
                </a:cxn>
                <a:cxn ang="0">
                  <a:pos x="T6" y="T7"/>
                </a:cxn>
                <a:cxn ang="0">
                  <a:pos x="T8" y="T9"/>
                </a:cxn>
              </a:cxnLst>
              <a:rect l="0" t="0" r="r" b="b"/>
              <a:pathLst>
                <a:path w="61" h="39">
                  <a:moveTo>
                    <a:pt x="61" y="0"/>
                  </a:moveTo>
                  <a:lnTo>
                    <a:pt x="33" y="16"/>
                  </a:lnTo>
                  <a:lnTo>
                    <a:pt x="0" y="39"/>
                  </a:lnTo>
                  <a:lnTo>
                    <a:pt x="0" y="0"/>
                  </a:lnTo>
                  <a:lnTo>
                    <a:pt x="61" y="0"/>
                  </a:lnTo>
                  <a:close/>
                </a:path>
              </a:pathLst>
            </a:custGeom>
            <a:solidFill>
              <a:srgbClr val="EC8A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5" name="Freeform 98"/>
            <p:cNvSpPr>
              <a:spLocks/>
            </p:cNvSpPr>
            <p:nvPr/>
          </p:nvSpPr>
          <p:spPr bwMode="auto">
            <a:xfrm>
              <a:off x="10604500" y="6200775"/>
              <a:ext cx="44450" cy="115888"/>
            </a:xfrm>
            <a:custGeom>
              <a:avLst/>
              <a:gdLst>
                <a:gd name="T0" fmla="*/ 10 w 10"/>
                <a:gd name="T1" fmla="*/ 5 h 26"/>
                <a:gd name="T2" fmla="*/ 10 w 10"/>
                <a:gd name="T3" fmla="*/ 22 h 26"/>
                <a:gd name="T4" fmla="*/ 5 w 10"/>
                <a:gd name="T5" fmla="*/ 26 h 26"/>
                <a:gd name="T6" fmla="*/ 0 w 10"/>
                <a:gd name="T7" fmla="*/ 22 h 26"/>
                <a:gd name="T8" fmla="*/ 0 w 10"/>
                <a:gd name="T9" fmla="*/ 5 h 26"/>
                <a:gd name="T10" fmla="*/ 5 w 10"/>
                <a:gd name="T11" fmla="*/ 0 h 26"/>
                <a:gd name="T12" fmla="*/ 10 w 10"/>
                <a:gd name="T13" fmla="*/ 5 h 26"/>
              </a:gdLst>
              <a:ahLst/>
              <a:cxnLst>
                <a:cxn ang="0">
                  <a:pos x="T0" y="T1"/>
                </a:cxn>
                <a:cxn ang="0">
                  <a:pos x="T2" y="T3"/>
                </a:cxn>
                <a:cxn ang="0">
                  <a:pos x="T4" y="T5"/>
                </a:cxn>
                <a:cxn ang="0">
                  <a:pos x="T6" y="T7"/>
                </a:cxn>
                <a:cxn ang="0">
                  <a:pos x="T8" y="T9"/>
                </a:cxn>
                <a:cxn ang="0">
                  <a:pos x="T10" y="T11"/>
                </a:cxn>
                <a:cxn ang="0">
                  <a:pos x="T12" y="T13"/>
                </a:cxn>
              </a:cxnLst>
              <a:rect l="0" t="0" r="r" b="b"/>
              <a:pathLst>
                <a:path w="10" h="26">
                  <a:moveTo>
                    <a:pt x="10" y="5"/>
                  </a:moveTo>
                  <a:cubicBezTo>
                    <a:pt x="10" y="22"/>
                    <a:pt x="10" y="22"/>
                    <a:pt x="10" y="22"/>
                  </a:cubicBezTo>
                  <a:cubicBezTo>
                    <a:pt x="10" y="24"/>
                    <a:pt x="8" y="26"/>
                    <a:pt x="5" y="26"/>
                  </a:cubicBezTo>
                  <a:cubicBezTo>
                    <a:pt x="2" y="26"/>
                    <a:pt x="0" y="24"/>
                    <a:pt x="0" y="22"/>
                  </a:cubicBezTo>
                  <a:cubicBezTo>
                    <a:pt x="0" y="5"/>
                    <a:pt x="0" y="5"/>
                    <a:pt x="0" y="5"/>
                  </a:cubicBezTo>
                  <a:cubicBezTo>
                    <a:pt x="0" y="2"/>
                    <a:pt x="2" y="0"/>
                    <a:pt x="5" y="0"/>
                  </a:cubicBezTo>
                  <a:cubicBezTo>
                    <a:pt x="8" y="0"/>
                    <a:pt x="10" y="2"/>
                    <a:pt x="10" y="5"/>
                  </a:cubicBezTo>
                  <a:close/>
                </a:path>
              </a:pathLst>
            </a:custGeom>
            <a:solidFill>
              <a:srgbClr val="8A50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6" name="Freeform 99"/>
            <p:cNvSpPr>
              <a:spLocks/>
            </p:cNvSpPr>
            <p:nvPr/>
          </p:nvSpPr>
          <p:spPr bwMode="auto">
            <a:xfrm>
              <a:off x="10133013" y="6237288"/>
              <a:ext cx="69850" cy="330200"/>
            </a:xfrm>
            <a:custGeom>
              <a:avLst/>
              <a:gdLst>
                <a:gd name="T0" fmla="*/ 17 w 44"/>
                <a:gd name="T1" fmla="*/ 208 h 208"/>
                <a:gd name="T2" fmla="*/ 44 w 44"/>
                <a:gd name="T3" fmla="*/ 208 h 208"/>
                <a:gd name="T4" fmla="*/ 44 w 44"/>
                <a:gd name="T5" fmla="*/ 0 h 208"/>
                <a:gd name="T6" fmla="*/ 0 w 44"/>
                <a:gd name="T7" fmla="*/ 0 h 208"/>
                <a:gd name="T8" fmla="*/ 17 w 44"/>
                <a:gd name="T9" fmla="*/ 208 h 208"/>
              </a:gdLst>
              <a:ahLst/>
              <a:cxnLst>
                <a:cxn ang="0">
                  <a:pos x="T0" y="T1"/>
                </a:cxn>
                <a:cxn ang="0">
                  <a:pos x="T2" y="T3"/>
                </a:cxn>
                <a:cxn ang="0">
                  <a:pos x="T4" y="T5"/>
                </a:cxn>
                <a:cxn ang="0">
                  <a:pos x="T6" y="T7"/>
                </a:cxn>
                <a:cxn ang="0">
                  <a:pos x="T8" y="T9"/>
                </a:cxn>
              </a:cxnLst>
              <a:rect l="0" t="0" r="r" b="b"/>
              <a:pathLst>
                <a:path w="44" h="208">
                  <a:moveTo>
                    <a:pt x="17" y="208"/>
                  </a:moveTo>
                  <a:lnTo>
                    <a:pt x="44" y="208"/>
                  </a:lnTo>
                  <a:lnTo>
                    <a:pt x="44" y="0"/>
                  </a:lnTo>
                  <a:lnTo>
                    <a:pt x="0" y="0"/>
                  </a:lnTo>
                  <a:lnTo>
                    <a:pt x="17" y="208"/>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7" name="Freeform 100"/>
            <p:cNvSpPr>
              <a:spLocks/>
            </p:cNvSpPr>
            <p:nvPr/>
          </p:nvSpPr>
          <p:spPr bwMode="auto">
            <a:xfrm>
              <a:off x="10128250" y="6100763"/>
              <a:ext cx="476250" cy="171450"/>
            </a:xfrm>
            <a:custGeom>
              <a:avLst/>
              <a:gdLst>
                <a:gd name="T0" fmla="*/ 6 w 108"/>
                <a:gd name="T1" fmla="*/ 24 h 39"/>
                <a:gd name="T2" fmla="*/ 54 w 108"/>
                <a:gd name="T3" fmla="*/ 10 h 39"/>
                <a:gd name="T4" fmla="*/ 78 w 108"/>
                <a:gd name="T5" fmla="*/ 4 h 39"/>
                <a:gd name="T6" fmla="*/ 107 w 108"/>
                <a:gd name="T7" fmla="*/ 20 h 39"/>
                <a:gd name="T8" fmla="*/ 107 w 108"/>
                <a:gd name="T9" fmla="*/ 21 h 39"/>
                <a:gd name="T10" fmla="*/ 106 w 108"/>
                <a:gd name="T11" fmla="*/ 33 h 39"/>
                <a:gd name="T12" fmla="*/ 95 w 108"/>
                <a:gd name="T13" fmla="*/ 39 h 39"/>
                <a:gd name="T14" fmla="*/ 10 w 108"/>
                <a:gd name="T15" fmla="*/ 38 h 39"/>
                <a:gd name="T16" fmla="*/ 10 w 108"/>
                <a:gd name="T17" fmla="*/ 38 h 39"/>
                <a:gd name="T18" fmla="*/ 1 w 108"/>
                <a:gd name="T19" fmla="*/ 33 h 39"/>
                <a:gd name="T20" fmla="*/ 6 w 108"/>
                <a:gd name="T21" fmla="*/ 2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39">
                  <a:moveTo>
                    <a:pt x="6" y="24"/>
                  </a:moveTo>
                  <a:cubicBezTo>
                    <a:pt x="54" y="10"/>
                    <a:pt x="54" y="10"/>
                    <a:pt x="54" y="10"/>
                  </a:cubicBezTo>
                  <a:cubicBezTo>
                    <a:pt x="78" y="4"/>
                    <a:pt x="78" y="4"/>
                    <a:pt x="78" y="4"/>
                  </a:cubicBezTo>
                  <a:cubicBezTo>
                    <a:pt x="91" y="0"/>
                    <a:pt x="103" y="7"/>
                    <a:pt x="107" y="20"/>
                  </a:cubicBezTo>
                  <a:cubicBezTo>
                    <a:pt x="107" y="21"/>
                    <a:pt x="107" y="21"/>
                    <a:pt x="107" y="21"/>
                  </a:cubicBezTo>
                  <a:cubicBezTo>
                    <a:pt x="108" y="25"/>
                    <a:pt x="108" y="29"/>
                    <a:pt x="106" y="33"/>
                  </a:cubicBezTo>
                  <a:cubicBezTo>
                    <a:pt x="103" y="36"/>
                    <a:pt x="99" y="38"/>
                    <a:pt x="95" y="39"/>
                  </a:cubicBezTo>
                  <a:cubicBezTo>
                    <a:pt x="10" y="38"/>
                    <a:pt x="10" y="38"/>
                    <a:pt x="10" y="38"/>
                  </a:cubicBezTo>
                  <a:cubicBezTo>
                    <a:pt x="10" y="38"/>
                    <a:pt x="10" y="38"/>
                    <a:pt x="10" y="38"/>
                  </a:cubicBezTo>
                  <a:cubicBezTo>
                    <a:pt x="6" y="39"/>
                    <a:pt x="2" y="37"/>
                    <a:pt x="1" y="33"/>
                  </a:cubicBezTo>
                  <a:cubicBezTo>
                    <a:pt x="0" y="29"/>
                    <a:pt x="2" y="25"/>
                    <a:pt x="6" y="24"/>
                  </a:cubicBez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8" name="Freeform 101"/>
            <p:cNvSpPr>
              <a:spLocks/>
            </p:cNvSpPr>
            <p:nvPr/>
          </p:nvSpPr>
          <p:spPr bwMode="auto">
            <a:xfrm>
              <a:off x="10340975" y="6073775"/>
              <a:ext cx="439737" cy="282575"/>
            </a:xfrm>
            <a:custGeom>
              <a:avLst/>
              <a:gdLst>
                <a:gd name="T0" fmla="*/ 0 w 100"/>
                <a:gd name="T1" fmla="*/ 35 h 64"/>
                <a:gd name="T2" fmla="*/ 63 w 100"/>
                <a:gd name="T3" fmla="*/ 62 h 64"/>
                <a:gd name="T4" fmla="*/ 88 w 100"/>
                <a:gd name="T5" fmla="*/ 57 h 64"/>
                <a:gd name="T6" fmla="*/ 100 w 100"/>
                <a:gd name="T7" fmla="*/ 34 h 64"/>
                <a:gd name="T8" fmla="*/ 100 w 100"/>
                <a:gd name="T9" fmla="*/ 30 h 64"/>
                <a:gd name="T10" fmla="*/ 71 w 100"/>
                <a:gd name="T11" fmla="*/ 0 h 64"/>
                <a:gd name="T12" fmla="*/ 69 w 100"/>
                <a:gd name="T13" fmla="*/ 0 h 64"/>
                <a:gd name="T14" fmla="*/ 0 w 100"/>
                <a:gd name="T15" fmla="*/ 25 h 64"/>
                <a:gd name="T16" fmla="*/ 0 w 100"/>
                <a:gd name="T17" fmla="*/ 3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64">
                  <a:moveTo>
                    <a:pt x="0" y="35"/>
                  </a:moveTo>
                  <a:cubicBezTo>
                    <a:pt x="63" y="62"/>
                    <a:pt x="63" y="62"/>
                    <a:pt x="63" y="62"/>
                  </a:cubicBezTo>
                  <a:cubicBezTo>
                    <a:pt x="72" y="64"/>
                    <a:pt x="81" y="62"/>
                    <a:pt x="88" y="57"/>
                  </a:cubicBezTo>
                  <a:cubicBezTo>
                    <a:pt x="96" y="51"/>
                    <a:pt x="100" y="43"/>
                    <a:pt x="100" y="34"/>
                  </a:cubicBezTo>
                  <a:cubicBezTo>
                    <a:pt x="100" y="30"/>
                    <a:pt x="100" y="30"/>
                    <a:pt x="100" y="30"/>
                  </a:cubicBezTo>
                  <a:cubicBezTo>
                    <a:pt x="100" y="14"/>
                    <a:pt x="87" y="0"/>
                    <a:pt x="71" y="0"/>
                  </a:cubicBezTo>
                  <a:cubicBezTo>
                    <a:pt x="69" y="0"/>
                    <a:pt x="69" y="0"/>
                    <a:pt x="69" y="0"/>
                  </a:cubicBezTo>
                  <a:cubicBezTo>
                    <a:pt x="41" y="0"/>
                    <a:pt x="25" y="12"/>
                    <a:pt x="0" y="25"/>
                  </a:cubicBezTo>
                  <a:lnTo>
                    <a:pt x="0" y="35"/>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09" name="Freeform 102"/>
            <p:cNvSpPr>
              <a:spLocks/>
            </p:cNvSpPr>
            <p:nvPr/>
          </p:nvSpPr>
          <p:spPr bwMode="auto">
            <a:xfrm>
              <a:off x="10467975" y="5897563"/>
              <a:ext cx="304800" cy="242888"/>
            </a:xfrm>
            <a:custGeom>
              <a:avLst/>
              <a:gdLst>
                <a:gd name="T0" fmla="*/ 0 w 69"/>
                <a:gd name="T1" fmla="*/ 0 h 55"/>
                <a:gd name="T2" fmla="*/ 0 w 69"/>
                <a:gd name="T3" fmla="*/ 46 h 55"/>
                <a:gd name="T4" fmla="*/ 9 w 69"/>
                <a:gd name="T5" fmla="*/ 55 h 55"/>
                <a:gd name="T6" fmla="*/ 60 w 69"/>
                <a:gd name="T7" fmla="*/ 55 h 55"/>
                <a:gd name="T8" fmla="*/ 69 w 69"/>
                <a:gd name="T9" fmla="*/ 46 h 55"/>
                <a:gd name="T10" fmla="*/ 69 w 69"/>
                <a:gd name="T11" fmla="*/ 0 h 55"/>
                <a:gd name="T12" fmla="*/ 0 w 69"/>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9" h="55">
                  <a:moveTo>
                    <a:pt x="0" y="0"/>
                  </a:moveTo>
                  <a:cubicBezTo>
                    <a:pt x="0" y="46"/>
                    <a:pt x="0" y="46"/>
                    <a:pt x="0" y="46"/>
                  </a:cubicBezTo>
                  <a:cubicBezTo>
                    <a:pt x="0" y="51"/>
                    <a:pt x="4" y="55"/>
                    <a:pt x="9" y="55"/>
                  </a:cubicBezTo>
                  <a:cubicBezTo>
                    <a:pt x="60" y="55"/>
                    <a:pt x="60" y="55"/>
                    <a:pt x="60" y="55"/>
                  </a:cubicBezTo>
                  <a:cubicBezTo>
                    <a:pt x="65" y="55"/>
                    <a:pt x="69" y="51"/>
                    <a:pt x="69" y="46"/>
                  </a:cubicBezTo>
                  <a:cubicBezTo>
                    <a:pt x="69" y="0"/>
                    <a:pt x="69" y="0"/>
                    <a:pt x="69" y="0"/>
                  </a:cubicBezTo>
                  <a:lnTo>
                    <a:pt x="0" y="0"/>
                  </a:lnTo>
                  <a:close/>
                </a:path>
              </a:pathLst>
            </a:custGeom>
            <a:solidFill>
              <a:srgbClr val="D5E7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0" name="Rectangle 103"/>
            <p:cNvSpPr>
              <a:spLocks noChangeArrowheads="1"/>
            </p:cNvSpPr>
            <p:nvPr/>
          </p:nvSpPr>
          <p:spPr bwMode="auto">
            <a:xfrm>
              <a:off x="10812463" y="5729288"/>
              <a:ext cx="119062" cy="277813"/>
            </a:xfrm>
            <a:prstGeom prst="rect">
              <a:avLst/>
            </a:prstGeom>
            <a:solidFill>
              <a:srgbClr val="F3B58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1" name="Rectangle 104"/>
            <p:cNvSpPr>
              <a:spLocks noChangeArrowheads="1"/>
            </p:cNvSpPr>
            <p:nvPr/>
          </p:nvSpPr>
          <p:spPr bwMode="auto">
            <a:xfrm>
              <a:off x="10812463" y="5721350"/>
              <a:ext cx="136525" cy="61913"/>
            </a:xfrm>
            <a:prstGeom prst="rect">
              <a:avLst/>
            </a:prstGeom>
            <a:solidFill>
              <a:srgbClr val="F5F6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2" name="Freeform 105"/>
            <p:cNvSpPr>
              <a:spLocks/>
            </p:cNvSpPr>
            <p:nvPr/>
          </p:nvSpPr>
          <p:spPr bwMode="auto">
            <a:xfrm>
              <a:off x="10247313" y="6324600"/>
              <a:ext cx="71437" cy="247650"/>
            </a:xfrm>
            <a:custGeom>
              <a:avLst/>
              <a:gdLst>
                <a:gd name="T0" fmla="*/ 17 w 45"/>
                <a:gd name="T1" fmla="*/ 156 h 156"/>
                <a:gd name="T2" fmla="*/ 45 w 45"/>
                <a:gd name="T3" fmla="*/ 156 h 156"/>
                <a:gd name="T4" fmla="*/ 45 w 45"/>
                <a:gd name="T5" fmla="*/ 0 h 156"/>
                <a:gd name="T6" fmla="*/ 0 w 45"/>
                <a:gd name="T7" fmla="*/ 0 h 156"/>
                <a:gd name="T8" fmla="*/ 17 w 45"/>
                <a:gd name="T9" fmla="*/ 156 h 156"/>
              </a:gdLst>
              <a:ahLst/>
              <a:cxnLst>
                <a:cxn ang="0">
                  <a:pos x="T0" y="T1"/>
                </a:cxn>
                <a:cxn ang="0">
                  <a:pos x="T2" y="T3"/>
                </a:cxn>
                <a:cxn ang="0">
                  <a:pos x="T4" y="T5"/>
                </a:cxn>
                <a:cxn ang="0">
                  <a:pos x="T6" y="T7"/>
                </a:cxn>
                <a:cxn ang="0">
                  <a:pos x="T8" y="T9"/>
                </a:cxn>
              </a:cxnLst>
              <a:rect l="0" t="0" r="r" b="b"/>
              <a:pathLst>
                <a:path w="45" h="156">
                  <a:moveTo>
                    <a:pt x="17" y="156"/>
                  </a:moveTo>
                  <a:lnTo>
                    <a:pt x="45" y="156"/>
                  </a:lnTo>
                  <a:lnTo>
                    <a:pt x="45" y="0"/>
                  </a:lnTo>
                  <a:lnTo>
                    <a:pt x="0" y="0"/>
                  </a:lnTo>
                  <a:lnTo>
                    <a:pt x="17" y="156"/>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3" name="Freeform 106"/>
            <p:cNvSpPr>
              <a:spLocks/>
            </p:cNvSpPr>
            <p:nvPr/>
          </p:nvSpPr>
          <p:spPr bwMode="auto">
            <a:xfrm>
              <a:off x="10274300" y="6567488"/>
              <a:ext cx="44450" cy="119063"/>
            </a:xfrm>
            <a:custGeom>
              <a:avLst/>
              <a:gdLst>
                <a:gd name="T0" fmla="*/ 0 w 28"/>
                <a:gd name="T1" fmla="*/ 0 h 75"/>
                <a:gd name="T2" fmla="*/ 28 w 28"/>
                <a:gd name="T3" fmla="*/ 0 h 75"/>
                <a:gd name="T4" fmla="*/ 28 w 28"/>
                <a:gd name="T5" fmla="*/ 75 h 75"/>
                <a:gd name="T6" fmla="*/ 28 w 28"/>
                <a:gd name="T7" fmla="*/ 75 h 75"/>
                <a:gd name="T8" fmla="*/ 0 w 28"/>
                <a:gd name="T9" fmla="*/ 75 h 75"/>
                <a:gd name="T10" fmla="*/ 0 w 28"/>
                <a:gd name="T11" fmla="*/ 0 h 75"/>
              </a:gdLst>
              <a:ahLst/>
              <a:cxnLst>
                <a:cxn ang="0">
                  <a:pos x="T0" y="T1"/>
                </a:cxn>
                <a:cxn ang="0">
                  <a:pos x="T2" y="T3"/>
                </a:cxn>
                <a:cxn ang="0">
                  <a:pos x="T4" y="T5"/>
                </a:cxn>
                <a:cxn ang="0">
                  <a:pos x="T6" y="T7"/>
                </a:cxn>
                <a:cxn ang="0">
                  <a:pos x="T8" y="T9"/>
                </a:cxn>
                <a:cxn ang="0">
                  <a:pos x="T10" y="T11"/>
                </a:cxn>
              </a:cxnLst>
              <a:rect l="0" t="0" r="r" b="b"/>
              <a:pathLst>
                <a:path w="28" h="75">
                  <a:moveTo>
                    <a:pt x="0" y="0"/>
                  </a:moveTo>
                  <a:lnTo>
                    <a:pt x="28" y="0"/>
                  </a:lnTo>
                  <a:lnTo>
                    <a:pt x="28" y="75"/>
                  </a:lnTo>
                  <a:lnTo>
                    <a:pt x="28" y="75"/>
                  </a:lnTo>
                  <a:lnTo>
                    <a:pt x="0" y="75"/>
                  </a:lnTo>
                  <a:lnTo>
                    <a:pt x="0" y="0"/>
                  </a:lnTo>
                  <a:close/>
                </a:path>
              </a:pathLst>
            </a:custGeom>
            <a:solidFill>
              <a:srgbClr val="F3B5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4" name="Rectangle 107"/>
            <p:cNvSpPr>
              <a:spLocks noChangeArrowheads="1"/>
            </p:cNvSpPr>
            <p:nvPr/>
          </p:nvSpPr>
          <p:spPr bwMode="auto">
            <a:xfrm>
              <a:off x="10261600" y="6535738"/>
              <a:ext cx="65087" cy="57150"/>
            </a:xfrm>
            <a:prstGeom prst="rect">
              <a:avLst/>
            </a:prstGeom>
            <a:solidFill>
              <a:srgbClr val="7979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5" name="Freeform 108"/>
            <p:cNvSpPr>
              <a:spLocks/>
            </p:cNvSpPr>
            <p:nvPr/>
          </p:nvSpPr>
          <p:spPr bwMode="auto">
            <a:xfrm>
              <a:off x="10242550" y="6180138"/>
              <a:ext cx="476250" cy="171450"/>
            </a:xfrm>
            <a:custGeom>
              <a:avLst/>
              <a:gdLst>
                <a:gd name="T0" fmla="*/ 6 w 108"/>
                <a:gd name="T1" fmla="*/ 24 h 39"/>
                <a:gd name="T2" fmla="*/ 54 w 108"/>
                <a:gd name="T3" fmla="*/ 11 h 39"/>
                <a:gd name="T4" fmla="*/ 78 w 108"/>
                <a:gd name="T5" fmla="*/ 4 h 39"/>
                <a:gd name="T6" fmla="*/ 107 w 108"/>
                <a:gd name="T7" fmla="*/ 20 h 39"/>
                <a:gd name="T8" fmla="*/ 107 w 108"/>
                <a:gd name="T9" fmla="*/ 21 h 39"/>
                <a:gd name="T10" fmla="*/ 106 w 108"/>
                <a:gd name="T11" fmla="*/ 32 h 39"/>
                <a:gd name="T12" fmla="*/ 95 w 108"/>
                <a:gd name="T13" fmla="*/ 38 h 39"/>
                <a:gd name="T14" fmla="*/ 10 w 108"/>
                <a:gd name="T15" fmla="*/ 39 h 39"/>
                <a:gd name="T16" fmla="*/ 10 w 108"/>
                <a:gd name="T17" fmla="*/ 39 h 39"/>
                <a:gd name="T18" fmla="*/ 1 w 108"/>
                <a:gd name="T19" fmla="*/ 33 h 39"/>
                <a:gd name="T20" fmla="*/ 6 w 108"/>
                <a:gd name="T21" fmla="*/ 2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39">
                  <a:moveTo>
                    <a:pt x="6" y="24"/>
                  </a:moveTo>
                  <a:cubicBezTo>
                    <a:pt x="54" y="11"/>
                    <a:pt x="54" y="11"/>
                    <a:pt x="54" y="11"/>
                  </a:cubicBezTo>
                  <a:cubicBezTo>
                    <a:pt x="78" y="4"/>
                    <a:pt x="78" y="4"/>
                    <a:pt x="78" y="4"/>
                  </a:cubicBezTo>
                  <a:cubicBezTo>
                    <a:pt x="91" y="0"/>
                    <a:pt x="103" y="7"/>
                    <a:pt x="107" y="20"/>
                  </a:cubicBezTo>
                  <a:cubicBezTo>
                    <a:pt x="107" y="21"/>
                    <a:pt x="107" y="21"/>
                    <a:pt x="107" y="21"/>
                  </a:cubicBezTo>
                  <a:cubicBezTo>
                    <a:pt x="108" y="25"/>
                    <a:pt x="108" y="29"/>
                    <a:pt x="106" y="32"/>
                  </a:cubicBezTo>
                  <a:cubicBezTo>
                    <a:pt x="103" y="36"/>
                    <a:pt x="99" y="38"/>
                    <a:pt x="95" y="38"/>
                  </a:cubicBezTo>
                  <a:cubicBezTo>
                    <a:pt x="10" y="39"/>
                    <a:pt x="10" y="39"/>
                    <a:pt x="10" y="39"/>
                  </a:cubicBezTo>
                  <a:cubicBezTo>
                    <a:pt x="10" y="39"/>
                    <a:pt x="10" y="39"/>
                    <a:pt x="10" y="39"/>
                  </a:cubicBezTo>
                  <a:cubicBezTo>
                    <a:pt x="6" y="39"/>
                    <a:pt x="2" y="38"/>
                    <a:pt x="1" y="33"/>
                  </a:cubicBezTo>
                  <a:cubicBezTo>
                    <a:pt x="0" y="29"/>
                    <a:pt x="2" y="25"/>
                    <a:pt x="6" y="24"/>
                  </a:cubicBez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6" name="Freeform 109"/>
            <p:cNvSpPr>
              <a:spLocks/>
            </p:cNvSpPr>
            <p:nvPr/>
          </p:nvSpPr>
          <p:spPr bwMode="auto">
            <a:xfrm>
              <a:off x="10155238" y="6465888"/>
              <a:ext cx="47625" cy="153988"/>
            </a:xfrm>
            <a:custGeom>
              <a:avLst/>
              <a:gdLst>
                <a:gd name="T0" fmla="*/ 0 w 30"/>
                <a:gd name="T1" fmla="*/ 0 h 97"/>
                <a:gd name="T2" fmla="*/ 30 w 30"/>
                <a:gd name="T3" fmla="*/ 0 h 97"/>
                <a:gd name="T4" fmla="*/ 30 w 30"/>
                <a:gd name="T5" fmla="*/ 97 h 97"/>
                <a:gd name="T6" fmla="*/ 30 w 30"/>
                <a:gd name="T7" fmla="*/ 97 h 97"/>
                <a:gd name="T8" fmla="*/ 0 w 30"/>
                <a:gd name="T9" fmla="*/ 97 h 97"/>
                <a:gd name="T10" fmla="*/ 0 w 30"/>
                <a:gd name="T11" fmla="*/ 0 h 97"/>
              </a:gdLst>
              <a:ahLst/>
              <a:cxnLst>
                <a:cxn ang="0">
                  <a:pos x="T0" y="T1"/>
                </a:cxn>
                <a:cxn ang="0">
                  <a:pos x="T2" y="T3"/>
                </a:cxn>
                <a:cxn ang="0">
                  <a:pos x="T4" y="T5"/>
                </a:cxn>
                <a:cxn ang="0">
                  <a:pos x="T6" y="T7"/>
                </a:cxn>
                <a:cxn ang="0">
                  <a:pos x="T8" y="T9"/>
                </a:cxn>
                <a:cxn ang="0">
                  <a:pos x="T10" y="T11"/>
                </a:cxn>
              </a:cxnLst>
              <a:rect l="0" t="0" r="r" b="b"/>
              <a:pathLst>
                <a:path w="30" h="97">
                  <a:moveTo>
                    <a:pt x="0" y="0"/>
                  </a:moveTo>
                  <a:lnTo>
                    <a:pt x="30" y="0"/>
                  </a:lnTo>
                  <a:lnTo>
                    <a:pt x="30" y="97"/>
                  </a:lnTo>
                  <a:lnTo>
                    <a:pt x="30" y="97"/>
                  </a:lnTo>
                  <a:lnTo>
                    <a:pt x="0" y="97"/>
                  </a:lnTo>
                  <a:lnTo>
                    <a:pt x="0" y="0"/>
                  </a:lnTo>
                  <a:close/>
                </a:path>
              </a:pathLst>
            </a:custGeom>
            <a:solidFill>
              <a:srgbClr val="F3B5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7" name="Rectangle 110"/>
            <p:cNvSpPr>
              <a:spLocks noChangeArrowheads="1"/>
            </p:cNvSpPr>
            <p:nvPr/>
          </p:nvSpPr>
          <p:spPr bwMode="auto">
            <a:xfrm>
              <a:off x="10140950" y="6465888"/>
              <a:ext cx="71437" cy="57150"/>
            </a:xfrm>
            <a:prstGeom prst="rect">
              <a:avLst/>
            </a:prstGeom>
            <a:solidFill>
              <a:srgbClr val="7979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8" name="Freeform 111"/>
            <p:cNvSpPr>
              <a:spLocks/>
            </p:cNvSpPr>
            <p:nvPr/>
          </p:nvSpPr>
          <p:spPr bwMode="auto">
            <a:xfrm>
              <a:off x="10648950" y="5549900"/>
              <a:ext cx="109537" cy="114300"/>
            </a:xfrm>
            <a:custGeom>
              <a:avLst/>
              <a:gdLst>
                <a:gd name="T0" fmla="*/ 21 w 25"/>
                <a:gd name="T1" fmla="*/ 0 h 26"/>
                <a:gd name="T2" fmla="*/ 23 w 25"/>
                <a:gd name="T3" fmla="*/ 18 h 26"/>
                <a:gd name="T4" fmla="*/ 20 w 25"/>
                <a:gd name="T5" fmla="*/ 23 h 26"/>
                <a:gd name="T6" fmla="*/ 6 w 25"/>
                <a:gd name="T7" fmla="*/ 21 h 26"/>
                <a:gd name="T8" fmla="*/ 0 w 25"/>
                <a:gd name="T9" fmla="*/ 23 h 26"/>
                <a:gd name="T10" fmla="*/ 11 w 25"/>
                <a:gd name="T11" fmla="*/ 9 h 26"/>
                <a:gd name="T12" fmla="*/ 21 w 25"/>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25" h="26">
                  <a:moveTo>
                    <a:pt x="21" y="0"/>
                  </a:moveTo>
                  <a:cubicBezTo>
                    <a:pt x="21" y="0"/>
                    <a:pt x="22" y="11"/>
                    <a:pt x="23" y="18"/>
                  </a:cubicBezTo>
                  <a:cubicBezTo>
                    <a:pt x="24" y="25"/>
                    <a:pt x="25" y="26"/>
                    <a:pt x="20" y="23"/>
                  </a:cubicBezTo>
                  <a:cubicBezTo>
                    <a:pt x="14" y="21"/>
                    <a:pt x="10" y="19"/>
                    <a:pt x="6" y="21"/>
                  </a:cubicBezTo>
                  <a:cubicBezTo>
                    <a:pt x="2" y="22"/>
                    <a:pt x="0" y="23"/>
                    <a:pt x="0" y="23"/>
                  </a:cubicBezTo>
                  <a:cubicBezTo>
                    <a:pt x="11" y="9"/>
                    <a:pt x="11" y="9"/>
                    <a:pt x="11" y="9"/>
                  </a:cubicBezTo>
                  <a:lnTo>
                    <a:pt x="2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19" name="Freeform 112"/>
            <p:cNvSpPr>
              <a:spLocks/>
            </p:cNvSpPr>
            <p:nvPr/>
          </p:nvSpPr>
          <p:spPr bwMode="auto">
            <a:xfrm>
              <a:off x="10534650" y="6096000"/>
              <a:ext cx="401637" cy="268288"/>
            </a:xfrm>
            <a:custGeom>
              <a:avLst/>
              <a:gdLst>
                <a:gd name="T0" fmla="*/ 29 w 91"/>
                <a:gd name="T1" fmla="*/ 0 h 61"/>
                <a:gd name="T2" fmla="*/ 91 w 91"/>
                <a:gd name="T3" fmla="*/ 0 h 61"/>
                <a:gd name="T4" fmla="*/ 91 w 91"/>
                <a:gd name="T5" fmla="*/ 7 h 61"/>
                <a:gd name="T6" fmla="*/ 29 w 91"/>
                <a:gd name="T7" fmla="*/ 7 h 61"/>
                <a:gd name="T8" fmla="*/ 7 w 91"/>
                <a:gd name="T9" fmla="*/ 29 h 61"/>
                <a:gd name="T10" fmla="*/ 7 w 91"/>
                <a:gd name="T11" fmla="*/ 61 h 61"/>
                <a:gd name="T12" fmla="*/ 0 w 91"/>
                <a:gd name="T13" fmla="*/ 61 h 61"/>
                <a:gd name="T14" fmla="*/ 0 w 91"/>
                <a:gd name="T15" fmla="*/ 29 h 61"/>
                <a:gd name="T16" fmla="*/ 29 w 91"/>
                <a:gd name="T1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61">
                  <a:moveTo>
                    <a:pt x="29" y="0"/>
                  </a:moveTo>
                  <a:cubicBezTo>
                    <a:pt x="91" y="0"/>
                    <a:pt x="91" y="0"/>
                    <a:pt x="91" y="0"/>
                  </a:cubicBezTo>
                  <a:cubicBezTo>
                    <a:pt x="91" y="7"/>
                    <a:pt x="91" y="7"/>
                    <a:pt x="91" y="7"/>
                  </a:cubicBezTo>
                  <a:cubicBezTo>
                    <a:pt x="29" y="7"/>
                    <a:pt x="29" y="7"/>
                    <a:pt x="29" y="7"/>
                  </a:cubicBezTo>
                  <a:cubicBezTo>
                    <a:pt x="17" y="7"/>
                    <a:pt x="7" y="17"/>
                    <a:pt x="7" y="29"/>
                  </a:cubicBezTo>
                  <a:cubicBezTo>
                    <a:pt x="7" y="61"/>
                    <a:pt x="7" y="61"/>
                    <a:pt x="7" y="61"/>
                  </a:cubicBezTo>
                  <a:cubicBezTo>
                    <a:pt x="0" y="61"/>
                    <a:pt x="0" y="61"/>
                    <a:pt x="0" y="61"/>
                  </a:cubicBezTo>
                  <a:cubicBezTo>
                    <a:pt x="0" y="29"/>
                    <a:pt x="0" y="29"/>
                    <a:pt x="0" y="29"/>
                  </a:cubicBezTo>
                  <a:cubicBezTo>
                    <a:pt x="0" y="13"/>
                    <a:pt x="13" y="0"/>
                    <a:pt x="29" y="0"/>
                  </a:cubicBezTo>
                  <a:close/>
                </a:path>
              </a:pathLst>
            </a:custGeom>
            <a:solidFill>
              <a:srgbClr val="2020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0" name="Freeform 113"/>
            <p:cNvSpPr>
              <a:spLocks/>
            </p:cNvSpPr>
            <p:nvPr/>
          </p:nvSpPr>
          <p:spPr bwMode="auto">
            <a:xfrm>
              <a:off x="9753600" y="5768975"/>
              <a:ext cx="409575" cy="128588"/>
            </a:xfrm>
            <a:custGeom>
              <a:avLst/>
              <a:gdLst>
                <a:gd name="T0" fmla="*/ 0 w 258"/>
                <a:gd name="T1" fmla="*/ 20 h 81"/>
                <a:gd name="T2" fmla="*/ 0 w 258"/>
                <a:gd name="T3" fmla="*/ 67 h 81"/>
                <a:gd name="T4" fmla="*/ 253 w 258"/>
                <a:gd name="T5" fmla="*/ 81 h 81"/>
                <a:gd name="T6" fmla="*/ 258 w 258"/>
                <a:gd name="T7" fmla="*/ 0 h 81"/>
                <a:gd name="T8" fmla="*/ 0 w 258"/>
                <a:gd name="T9" fmla="*/ 20 h 81"/>
              </a:gdLst>
              <a:ahLst/>
              <a:cxnLst>
                <a:cxn ang="0">
                  <a:pos x="T0" y="T1"/>
                </a:cxn>
                <a:cxn ang="0">
                  <a:pos x="T2" y="T3"/>
                </a:cxn>
                <a:cxn ang="0">
                  <a:pos x="T4" y="T5"/>
                </a:cxn>
                <a:cxn ang="0">
                  <a:pos x="T6" y="T7"/>
                </a:cxn>
                <a:cxn ang="0">
                  <a:pos x="T8" y="T9"/>
                </a:cxn>
              </a:cxnLst>
              <a:rect l="0" t="0" r="r" b="b"/>
              <a:pathLst>
                <a:path w="258" h="81">
                  <a:moveTo>
                    <a:pt x="0" y="20"/>
                  </a:moveTo>
                  <a:lnTo>
                    <a:pt x="0" y="67"/>
                  </a:lnTo>
                  <a:lnTo>
                    <a:pt x="253" y="81"/>
                  </a:lnTo>
                  <a:lnTo>
                    <a:pt x="258" y="0"/>
                  </a:lnTo>
                  <a:lnTo>
                    <a:pt x="0" y="20"/>
                  </a:lnTo>
                  <a:close/>
                </a:path>
              </a:pathLst>
            </a:custGeom>
            <a:solidFill>
              <a:srgbClr val="784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1" name="Freeform 114"/>
            <p:cNvSpPr>
              <a:spLocks/>
            </p:cNvSpPr>
            <p:nvPr/>
          </p:nvSpPr>
          <p:spPr bwMode="auto">
            <a:xfrm>
              <a:off x="10036175" y="5808663"/>
              <a:ext cx="449262" cy="247650"/>
            </a:xfrm>
            <a:custGeom>
              <a:avLst/>
              <a:gdLst>
                <a:gd name="T0" fmla="*/ 2 w 102"/>
                <a:gd name="T1" fmla="*/ 12 h 56"/>
                <a:gd name="T2" fmla="*/ 10 w 102"/>
                <a:gd name="T3" fmla="*/ 29 h 56"/>
                <a:gd name="T4" fmla="*/ 83 w 102"/>
                <a:gd name="T5" fmla="*/ 54 h 56"/>
                <a:gd name="T6" fmla="*/ 100 w 102"/>
                <a:gd name="T7" fmla="*/ 45 h 56"/>
                <a:gd name="T8" fmla="*/ 100 w 102"/>
                <a:gd name="T9" fmla="*/ 45 h 56"/>
                <a:gd name="T10" fmla="*/ 92 w 102"/>
                <a:gd name="T11" fmla="*/ 28 h 56"/>
                <a:gd name="T12" fmla="*/ 19 w 102"/>
                <a:gd name="T13" fmla="*/ 3 h 56"/>
                <a:gd name="T14" fmla="*/ 2 w 102"/>
                <a:gd name="T15" fmla="*/ 11 h 56"/>
                <a:gd name="T16" fmla="*/ 2 w 102"/>
                <a:gd name="T17"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56">
                  <a:moveTo>
                    <a:pt x="2" y="12"/>
                  </a:moveTo>
                  <a:cubicBezTo>
                    <a:pt x="0" y="19"/>
                    <a:pt x="3" y="26"/>
                    <a:pt x="10" y="29"/>
                  </a:cubicBezTo>
                  <a:cubicBezTo>
                    <a:pt x="83" y="54"/>
                    <a:pt x="83" y="54"/>
                    <a:pt x="83" y="54"/>
                  </a:cubicBezTo>
                  <a:cubicBezTo>
                    <a:pt x="90" y="56"/>
                    <a:pt x="97" y="53"/>
                    <a:pt x="100" y="45"/>
                  </a:cubicBezTo>
                  <a:cubicBezTo>
                    <a:pt x="100" y="45"/>
                    <a:pt x="100" y="45"/>
                    <a:pt x="100" y="45"/>
                  </a:cubicBezTo>
                  <a:cubicBezTo>
                    <a:pt x="102" y="38"/>
                    <a:pt x="99" y="30"/>
                    <a:pt x="92" y="28"/>
                  </a:cubicBezTo>
                  <a:cubicBezTo>
                    <a:pt x="19" y="3"/>
                    <a:pt x="19" y="3"/>
                    <a:pt x="19" y="3"/>
                  </a:cubicBezTo>
                  <a:cubicBezTo>
                    <a:pt x="12" y="0"/>
                    <a:pt x="5" y="4"/>
                    <a:pt x="2" y="11"/>
                  </a:cubicBezTo>
                  <a:lnTo>
                    <a:pt x="2" y="12"/>
                  </a:lnTo>
                  <a:close/>
                </a:path>
              </a:pathLst>
            </a:custGeom>
            <a:solidFill>
              <a:srgbClr val="F3B5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2" name="Rectangle 115"/>
            <p:cNvSpPr>
              <a:spLocks noChangeArrowheads="1"/>
            </p:cNvSpPr>
            <p:nvPr/>
          </p:nvSpPr>
          <p:spPr bwMode="auto">
            <a:xfrm>
              <a:off x="10145713" y="5672138"/>
              <a:ext cx="150812" cy="146050"/>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3" name="Rectangle 116"/>
            <p:cNvSpPr>
              <a:spLocks noChangeArrowheads="1"/>
            </p:cNvSpPr>
            <p:nvPr/>
          </p:nvSpPr>
          <p:spPr bwMode="auto">
            <a:xfrm>
              <a:off x="9617075" y="5672138"/>
              <a:ext cx="146050" cy="141288"/>
            </a:xfrm>
            <a:prstGeom prst="rect">
              <a:avLst/>
            </a:prstGeom>
            <a:solidFill>
              <a:srgbClr val="985F2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4" name="Freeform 117"/>
            <p:cNvSpPr>
              <a:spLocks/>
            </p:cNvSpPr>
            <p:nvPr/>
          </p:nvSpPr>
          <p:spPr bwMode="auto">
            <a:xfrm>
              <a:off x="9837738" y="5280025"/>
              <a:ext cx="123825" cy="49213"/>
            </a:xfrm>
            <a:custGeom>
              <a:avLst/>
              <a:gdLst>
                <a:gd name="T0" fmla="*/ 0 w 78"/>
                <a:gd name="T1" fmla="*/ 3 h 31"/>
                <a:gd name="T2" fmla="*/ 25 w 78"/>
                <a:gd name="T3" fmla="*/ 31 h 31"/>
                <a:gd name="T4" fmla="*/ 78 w 78"/>
                <a:gd name="T5" fmla="*/ 0 h 31"/>
                <a:gd name="T6" fmla="*/ 0 w 78"/>
                <a:gd name="T7" fmla="*/ 3 h 31"/>
              </a:gdLst>
              <a:ahLst/>
              <a:cxnLst>
                <a:cxn ang="0">
                  <a:pos x="T0" y="T1"/>
                </a:cxn>
                <a:cxn ang="0">
                  <a:pos x="T2" y="T3"/>
                </a:cxn>
                <a:cxn ang="0">
                  <a:pos x="T4" y="T5"/>
                </a:cxn>
                <a:cxn ang="0">
                  <a:pos x="T6" y="T7"/>
                </a:cxn>
              </a:cxnLst>
              <a:rect l="0" t="0" r="r" b="b"/>
              <a:pathLst>
                <a:path w="78" h="31">
                  <a:moveTo>
                    <a:pt x="0" y="3"/>
                  </a:moveTo>
                  <a:lnTo>
                    <a:pt x="25" y="31"/>
                  </a:lnTo>
                  <a:lnTo>
                    <a:pt x="78" y="0"/>
                  </a:lnTo>
                  <a:lnTo>
                    <a:pt x="0" y="3"/>
                  </a:lnTo>
                  <a:close/>
                </a:path>
              </a:pathLst>
            </a:custGeom>
            <a:solidFill>
              <a:srgbClr val="EC8A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5" name="Freeform 118"/>
            <p:cNvSpPr>
              <a:spLocks/>
            </p:cNvSpPr>
            <p:nvPr/>
          </p:nvSpPr>
          <p:spPr bwMode="auto">
            <a:xfrm>
              <a:off x="9748838" y="5078413"/>
              <a:ext cx="349250" cy="228600"/>
            </a:xfrm>
            <a:custGeom>
              <a:avLst/>
              <a:gdLst>
                <a:gd name="T0" fmla="*/ 14 w 79"/>
                <a:gd name="T1" fmla="*/ 0 h 52"/>
                <a:gd name="T2" fmla="*/ 26 w 79"/>
                <a:gd name="T3" fmla="*/ 6 h 52"/>
                <a:gd name="T4" fmla="*/ 37 w 79"/>
                <a:gd name="T5" fmla="*/ 19 h 52"/>
                <a:gd name="T6" fmla="*/ 79 w 79"/>
                <a:gd name="T7" fmla="*/ 6 h 52"/>
                <a:gd name="T8" fmla="*/ 79 w 79"/>
                <a:gd name="T9" fmla="*/ 15 h 52"/>
                <a:gd name="T10" fmla="*/ 32 w 79"/>
                <a:gd name="T11" fmla="*/ 52 h 52"/>
                <a:gd name="T12" fmla="*/ 27 w 79"/>
                <a:gd name="T13" fmla="*/ 47 h 52"/>
                <a:gd name="T14" fmla="*/ 16 w 79"/>
                <a:gd name="T15" fmla="*/ 47 h 52"/>
                <a:gd name="T16" fmla="*/ 0 w 79"/>
                <a:gd name="T17" fmla="*/ 30 h 52"/>
                <a:gd name="T18" fmla="*/ 0 w 79"/>
                <a:gd name="T19" fmla="*/ 9 h 52"/>
                <a:gd name="T20" fmla="*/ 14 w 79"/>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52">
                  <a:moveTo>
                    <a:pt x="14" y="0"/>
                  </a:moveTo>
                  <a:cubicBezTo>
                    <a:pt x="14" y="0"/>
                    <a:pt x="17" y="0"/>
                    <a:pt x="26" y="6"/>
                  </a:cubicBezTo>
                  <a:cubicBezTo>
                    <a:pt x="35" y="12"/>
                    <a:pt x="37" y="19"/>
                    <a:pt x="37" y="19"/>
                  </a:cubicBezTo>
                  <a:cubicBezTo>
                    <a:pt x="79" y="6"/>
                    <a:pt x="79" y="6"/>
                    <a:pt x="79" y="6"/>
                  </a:cubicBezTo>
                  <a:cubicBezTo>
                    <a:pt x="79" y="15"/>
                    <a:pt x="79" y="15"/>
                    <a:pt x="79" y="15"/>
                  </a:cubicBezTo>
                  <a:cubicBezTo>
                    <a:pt x="77" y="35"/>
                    <a:pt x="57" y="52"/>
                    <a:pt x="32" y="52"/>
                  </a:cubicBezTo>
                  <a:cubicBezTo>
                    <a:pt x="27" y="47"/>
                    <a:pt x="27" y="47"/>
                    <a:pt x="27" y="47"/>
                  </a:cubicBezTo>
                  <a:cubicBezTo>
                    <a:pt x="16" y="47"/>
                    <a:pt x="16" y="47"/>
                    <a:pt x="16" y="47"/>
                  </a:cubicBezTo>
                  <a:cubicBezTo>
                    <a:pt x="7" y="47"/>
                    <a:pt x="0" y="39"/>
                    <a:pt x="0" y="30"/>
                  </a:cubicBezTo>
                  <a:cubicBezTo>
                    <a:pt x="0" y="9"/>
                    <a:pt x="0" y="9"/>
                    <a:pt x="0" y="9"/>
                  </a:cubicBezTo>
                  <a:cubicBezTo>
                    <a:pt x="13" y="8"/>
                    <a:pt x="14" y="0"/>
                    <a:pt x="14" y="0"/>
                  </a:cubicBezTo>
                  <a:close/>
                </a:path>
              </a:pathLst>
            </a:custGeom>
            <a:solidFill>
              <a:srgbClr val="3034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6" name="Freeform 119"/>
            <p:cNvSpPr>
              <a:spLocks/>
            </p:cNvSpPr>
            <p:nvPr/>
          </p:nvSpPr>
          <p:spPr bwMode="auto">
            <a:xfrm>
              <a:off x="9748838" y="5153025"/>
              <a:ext cx="79375" cy="44450"/>
            </a:xfrm>
            <a:custGeom>
              <a:avLst/>
              <a:gdLst>
                <a:gd name="T0" fmla="*/ 17 w 18"/>
                <a:gd name="T1" fmla="*/ 1 h 10"/>
                <a:gd name="T2" fmla="*/ 15 w 18"/>
                <a:gd name="T3" fmla="*/ 1 h 10"/>
                <a:gd name="T4" fmla="*/ 0 w 18"/>
                <a:gd name="T5" fmla="*/ 3 h 10"/>
                <a:gd name="T6" fmla="*/ 0 w 18"/>
                <a:gd name="T7" fmla="*/ 6 h 10"/>
                <a:gd name="T8" fmla="*/ 17 w 18"/>
                <a:gd name="T9" fmla="*/ 3 h 10"/>
                <a:gd name="T10" fmla="*/ 17 w 18"/>
                <a:gd name="T11" fmla="*/ 1 h 10"/>
              </a:gdLst>
              <a:ahLst/>
              <a:cxnLst>
                <a:cxn ang="0">
                  <a:pos x="T0" y="T1"/>
                </a:cxn>
                <a:cxn ang="0">
                  <a:pos x="T2" y="T3"/>
                </a:cxn>
                <a:cxn ang="0">
                  <a:pos x="T4" y="T5"/>
                </a:cxn>
                <a:cxn ang="0">
                  <a:pos x="T6" y="T7"/>
                </a:cxn>
                <a:cxn ang="0">
                  <a:pos x="T8" y="T9"/>
                </a:cxn>
                <a:cxn ang="0">
                  <a:pos x="T10" y="T11"/>
                </a:cxn>
              </a:cxnLst>
              <a:rect l="0" t="0" r="r" b="b"/>
              <a:pathLst>
                <a:path w="18" h="10">
                  <a:moveTo>
                    <a:pt x="17" y="1"/>
                  </a:moveTo>
                  <a:cubicBezTo>
                    <a:pt x="16" y="0"/>
                    <a:pt x="15" y="0"/>
                    <a:pt x="15" y="1"/>
                  </a:cubicBezTo>
                  <a:cubicBezTo>
                    <a:pt x="14" y="1"/>
                    <a:pt x="9" y="6"/>
                    <a:pt x="0" y="3"/>
                  </a:cubicBezTo>
                  <a:cubicBezTo>
                    <a:pt x="0" y="6"/>
                    <a:pt x="0" y="6"/>
                    <a:pt x="0" y="6"/>
                  </a:cubicBezTo>
                  <a:cubicBezTo>
                    <a:pt x="11" y="10"/>
                    <a:pt x="17" y="3"/>
                    <a:pt x="17" y="3"/>
                  </a:cubicBezTo>
                  <a:cubicBezTo>
                    <a:pt x="18" y="2"/>
                    <a:pt x="17" y="1"/>
                    <a:pt x="17" y="1"/>
                  </a:cubicBezTo>
                  <a:close/>
                </a:path>
              </a:pathLst>
            </a:custGeom>
            <a:solidFill>
              <a:srgbClr val="EC8A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7" name="Rectangle 121"/>
            <p:cNvSpPr>
              <a:spLocks noChangeArrowheads="1"/>
            </p:cNvSpPr>
            <p:nvPr/>
          </p:nvSpPr>
          <p:spPr bwMode="auto">
            <a:xfrm>
              <a:off x="10058400" y="5937250"/>
              <a:ext cx="523875" cy="52388"/>
            </a:xfrm>
            <a:prstGeom prst="rect">
              <a:avLst/>
            </a:prstGeom>
            <a:solidFill>
              <a:srgbClr val="52535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8" name="Freeform 122"/>
            <p:cNvSpPr>
              <a:spLocks/>
            </p:cNvSpPr>
            <p:nvPr/>
          </p:nvSpPr>
          <p:spPr bwMode="auto">
            <a:xfrm>
              <a:off x="9912350" y="5672138"/>
              <a:ext cx="550862" cy="265113"/>
            </a:xfrm>
            <a:custGeom>
              <a:avLst/>
              <a:gdLst>
                <a:gd name="T0" fmla="*/ 256 w 347"/>
                <a:gd name="T1" fmla="*/ 0 h 167"/>
                <a:gd name="T2" fmla="*/ 0 w 347"/>
                <a:gd name="T3" fmla="*/ 0 h 167"/>
                <a:gd name="T4" fmla="*/ 92 w 347"/>
                <a:gd name="T5" fmla="*/ 167 h 167"/>
                <a:gd name="T6" fmla="*/ 347 w 347"/>
                <a:gd name="T7" fmla="*/ 167 h 167"/>
                <a:gd name="T8" fmla="*/ 256 w 347"/>
                <a:gd name="T9" fmla="*/ 0 h 167"/>
              </a:gdLst>
              <a:ahLst/>
              <a:cxnLst>
                <a:cxn ang="0">
                  <a:pos x="T0" y="T1"/>
                </a:cxn>
                <a:cxn ang="0">
                  <a:pos x="T2" y="T3"/>
                </a:cxn>
                <a:cxn ang="0">
                  <a:pos x="T4" y="T5"/>
                </a:cxn>
                <a:cxn ang="0">
                  <a:pos x="T6" y="T7"/>
                </a:cxn>
                <a:cxn ang="0">
                  <a:pos x="T8" y="T9"/>
                </a:cxn>
              </a:cxnLst>
              <a:rect l="0" t="0" r="r" b="b"/>
              <a:pathLst>
                <a:path w="347" h="167">
                  <a:moveTo>
                    <a:pt x="256" y="0"/>
                  </a:moveTo>
                  <a:lnTo>
                    <a:pt x="0" y="0"/>
                  </a:lnTo>
                  <a:lnTo>
                    <a:pt x="92" y="167"/>
                  </a:lnTo>
                  <a:lnTo>
                    <a:pt x="347" y="167"/>
                  </a:lnTo>
                  <a:lnTo>
                    <a:pt x="2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29" name="Freeform 123"/>
            <p:cNvSpPr>
              <a:spLocks/>
            </p:cNvSpPr>
            <p:nvPr/>
          </p:nvSpPr>
          <p:spPr bwMode="auto">
            <a:xfrm>
              <a:off x="10472738" y="5937250"/>
              <a:ext cx="458787" cy="119063"/>
            </a:xfrm>
            <a:custGeom>
              <a:avLst/>
              <a:gdLst>
                <a:gd name="T0" fmla="*/ 0 w 104"/>
                <a:gd name="T1" fmla="*/ 14 h 27"/>
                <a:gd name="T2" fmla="*/ 14 w 104"/>
                <a:gd name="T3" fmla="*/ 27 h 27"/>
                <a:gd name="T4" fmla="*/ 90 w 104"/>
                <a:gd name="T5" fmla="*/ 27 h 27"/>
                <a:gd name="T6" fmla="*/ 104 w 104"/>
                <a:gd name="T7" fmla="*/ 14 h 27"/>
                <a:gd name="T8" fmla="*/ 104 w 104"/>
                <a:gd name="T9" fmla="*/ 13 h 27"/>
                <a:gd name="T10" fmla="*/ 90 w 104"/>
                <a:gd name="T11" fmla="*/ 0 h 27"/>
                <a:gd name="T12" fmla="*/ 14 w 104"/>
                <a:gd name="T13" fmla="*/ 0 h 27"/>
                <a:gd name="T14" fmla="*/ 0 w 104"/>
                <a:gd name="T15" fmla="*/ 13 h 27"/>
                <a:gd name="T16" fmla="*/ 0 w 104"/>
                <a:gd name="T17"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27">
                  <a:moveTo>
                    <a:pt x="0" y="14"/>
                  </a:moveTo>
                  <a:cubicBezTo>
                    <a:pt x="0" y="21"/>
                    <a:pt x="7" y="27"/>
                    <a:pt x="14" y="27"/>
                  </a:cubicBezTo>
                  <a:cubicBezTo>
                    <a:pt x="90" y="27"/>
                    <a:pt x="90" y="27"/>
                    <a:pt x="90" y="27"/>
                  </a:cubicBezTo>
                  <a:cubicBezTo>
                    <a:pt x="98" y="27"/>
                    <a:pt x="104" y="21"/>
                    <a:pt x="104" y="14"/>
                  </a:cubicBezTo>
                  <a:cubicBezTo>
                    <a:pt x="104" y="13"/>
                    <a:pt x="104" y="13"/>
                    <a:pt x="104" y="13"/>
                  </a:cubicBezTo>
                  <a:cubicBezTo>
                    <a:pt x="104" y="6"/>
                    <a:pt x="98" y="0"/>
                    <a:pt x="90" y="0"/>
                  </a:cubicBezTo>
                  <a:cubicBezTo>
                    <a:pt x="14" y="0"/>
                    <a:pt x="14" y="0"/>
                    <a:pt x="14" y="0"/>
                  </a:cubicBezTo>
                  <a:cubicBezTo>
                    <a:pt x="7" y="0"/>
                    <a:pt x="0" y="6"/>
                    <a:pt x="0" y="13"/>
                  </a:cubicBezTo>
                  <a:lnTo>
                    <a:pt x="0" y="14"/>
                  </a:lnTo>
                  <a:close/>
                </a:path>
              </a:pathLst>
            </a:custGeom>
            <a:solidFill>
              <a:srgbClr val="F3B58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30" name="Freeform 124"/>
            <p:cNvSpPr>
              <a:spLocks/>
            </p:cNvSpPr>
            <p:nvPr/>
          </p:nvSpPr>
          <p:spPr bwMode="auto">
            <a:xfrm>
              <a:off x="10167938" y="5761038"/>
              <a:ext cx="74612" cy="44450"/>
            </a:xfrm>
            <a:custGeom>
              <a:avLst/>
              <a:gdLst>
                <a:gd name="T0" fmla="*/ 11 w 47"/>
                <a:gd name="T1" fmla="*/ 28 h 28"/>
                <a:gd name="T2" fmla="*/ 47 w 47"/>
                <a:gd name="T3" fmla="*/ 28 h 28"/>
                <a:gd name="T4" fmla="*/ 33 w 47"/>
                <a:gd name="T5" fmla="*/ 0 h 28"/>
                <a:gd name="T6" fmla="*/ 0 w 47"/>
                <a:gd name="T7" fmla="*/ 3 h 28"/>
                <a:gd name="T8" fmla="*/ 11 w 47"/>
                <a:gd name="T9" fmla="*/ 28 h 28"/>
              </a:gdLst>
              <a:ahLst/>
              <a:cxnLst>
                <a:cxn ang="0">
                  <a:pos x="T0" y="T1"/>
                </a:cxn>
                <a:cxn ang="0">
                  <a:pos x="T2" y="T3"/>
                </a:cxn>
                <a:cxn ang="0">
                  <a:pos x="T4" y="T5"/>
                </a:cxn>
                <a:cxn ang="0">
                  <a:pos x="T6" y="T7"/>
                </a:cxn>
                <a:cxn ang="0">
                  <a:pos x="T8" y="T9"/>
                </a:cxn>
              </a:cxnLst>
              <a:rect l="0" t="0" r="r" b="b"/>
              <a:pathLst>
                <a:path w="47" h="28">
                  <a:moveTo>
                    <a:pt x="11" y="28"/>
                  </a:moveTo>
                  <a:lnTo>
                    <a:pt x="47" y="28"/>
                  </a:lnTo>
                  <a:lnTo>
                    <a:pt x="33" y="0"/>
                  </a:lnTo>
                  <a:lnTo>
                    <a:pt x="0" y="3"/>
                  </a:lnTo>
                  <a:lnTo>
                    <a:pt x="11" y="28"/>
                  </a:lnTo>
                  <a:close/>
                </a:path>
              </a:pathLst>
            </a:custGeom>
            <a:solidFill>
              <a:srgbClr val="5253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31" name="Freeform 125"/>
            <p:cNvSpPr>
              <a:spLocks/>
            </p:cNvSpPr>
            <p:nvPr/>
          </p:nvSpPr>
          <p:spPr bwMode="auto">
            <a:xfrm>
              <a:off x="10123488" y="5768975"/>
              <a:ext cx="57150" cy="36513"/>
            </a:xfrm>
            <a:custGeom>
              <a:avLst/>
              <a:gdLst>
                <a:gd name="T0" fmla="*/ 36 w 36"/>
                <a:gd name="T1" fmla="*/ 23 h 23"/>
                <a:gd name="T2" fmla="*/ 25 w 36"/>
                <a:gd name="T3" fmla="*/ 0 h 23"/>
                <a:gd name="T4" fmla="*/ 0 w 36"/>
                <a:gd name="T5" fmla="*/ 3 h 23"/>
                <a:gd name="T6" fmla="*/ 9 w 36"/>
                <a:gd name="T7" fmla="*/ 23 h 23"/>
                <a:gd name="T8" fmla="*/ 36 w 36"/>
                <a:gd name="T9" fmla="*/ 23 h 23"/>
              </a:gdLst>
              <a:ahLst/>
              <a:cxnLst>
                <a:cxn ang="0">
                  <a:pos x="T0" y="T1"/>
                </a:cxn>
                <a:cxn ang="0">
                  <a:pos x="T2" y="T3"/>
                </a:cxn>
                <a:cxn ang="0">
                  <a:pos x="T4" y="T5"/>
                </a:cxn>
                <a:cxn ang="0">
                  <a:pos x="T6" y="T7"/>
                </a:cxn>
                <a:cxn ang="0">
                  <a:pos x="T8" y="T9"/>
                </a:cxn>
              </a:cxnLst>
              <a:rect l="0" t="0" r="r" b="b"/>
              <a:pathLst>
                <a:path w="36" h="23">
                  <a:moveTo>
                    <a:pt x="36" y="23"/>
                  </a:moveTo>
                  <a:lnTo>
                    <a:pt x="25" y="0"/>
                  </a:lnTo>
                  <a:lnTo>
                    <a:pt x="0" y="3"/>
                  </a:lnTo>
                  <a:lnTo>
                    <a:pt x="9" y="23"/>
                  </a:lnTo>
                  <a:lnTo>
                    <a:pt x="36" y="23"/>
                  </a:lnTo>
                  <a:close/>
                </a:path>
              </a:pathLst>
            </a:custGeom>
            <a:solidFill>
              <a:srgbClr val="5253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32" name="Freeform 126"/>
            <p:cNvSpPr>
              <a:spLocks/>
            </p:cNvSpPr>
            <p:nvPr/>
          </p:nvSpPr>
          <p:spPr bwMode="auto">
            <a:xfrm>
              <a:off x="10190163" y="5808663"/>
              <a:ext cx="74612" cy="49213"/>
            </a:xfrm>
            <a:custGeom>
              <a:avLst/>
              <a:gdLst>
                <a:gd name="T0" fmla="*/ 0 w 47"/>
                <a:gd name="T1" fmla="*/ 0 h 31"/>
                <a:gd name="T2" fmla="*/ 8 w 47"/>
                <a:gd name="T3" fmla="*/ 25 h 31"/>
                <a:gd name="T4" fmla="*/ 47 w 47"/>
                <a:gd name="T5" fmla="*/ 31 h 31"/>
                <a:gd name="T6" fmla="*/ 33 w 47"/>
                <a:gd name="T7" fmla="*/ 3 h 31"/>
                <a:gd name="T8" fmla="*/ 0 w 47"/>
                <a:gd name="T9" fmla="*/ 0 h 31"/>
              </a:gdLst>
              <a:ahLst/>
              <a:cxnLst>
                <a:cxn ang="0">
                  <a:pos x="T0" y="T1"/>
                </a:cxn>
                <a:cxn ang="0">
                  <a:pos x="T2" y="T3"/>
                </a:cxn>
                <a:cxn ang="0">
                  <a:pos x="T4" y="T5"/>
                </a:cxn>
                <a:cxn ang="0">
                  <a:pos x="T6" y="T7"/>
                </a:cxn>
                <a:cxn ang="0">
                  <a:pos x="T8" y="T9"/>
                </a:cxn>
              </a:cxnLst>
              <a:rect l="0" t="0" r="r" b="b"/>
              <a:pathLst>
                <a:path w="47" h="31">
                  <a:moveTo>
                    <a:pt x="0" y="0"/>
                  </a:moveTo>
                  <a:lnTo>
                    <a:pt x="8" y="25"/>
                  </a:lnTo>
                  <a:lnTo>
                    <a:pt x="47" y="31"/>
                  </a:lnTo>
                  <a:lnTo>
                    <a:pt x="33" y="3"/>
                  </a:lnTo>
                  <a:lnTo>
                    <a:pt x="0" y="0"/>
                  </a:lnTo>
                  <a:close/>
                </a:path>
              </a:pathLst>
            </a:custGeom>
            <a:solidFill>
              <a:srgbClr val="5253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133" name="Freeform 127"/>
            <p:cNvSpPr>
              <a:spLocks/>
            </p:cNvSpPr>
            <p:nvPr/>
          </p:nvSpPr>
          <p:spPr bwMode="auto">
            <a:xfrm>
              <a:off x="10140950" y="5808663"/>
              <a:ext cx="58737" cy="39688"/>
            </a:xfrm>
            <a:custGeom>
              <a:avLst/>
              <a:gdLst>
                <a:gd name="T0" fmla="*/ 25 w 37"/>
                <a:gd name="T1" fmla="*/ 0 h 25"/>
                <a:gd name="T2" fmla="*/ 0 w 37"/>
                <a:gd name="T3" fmla="*/ 0 h 25"/>
                <a:gd name="T4" fmla="*/ 9 w 37"/>
                <a:gd name="T5" fmla="*/ 23 h 25"/>
                <a:gd name="T6" fmla="*/ 37 w 37"/>
                <a:gd name="T7" fmla="*/ 25 h 25"/>
                <a:gd name="T8" fmla="*/ 25 w 37"/>
                <a:gd name="T9" fmla="*/ 0 h 25"/>
              </a:gdLst>
              <a:ahLst/>
              <a:cxnLst>
                <a:cxn ang="0">
                  <a:pos x="T0" y="T1"/>
                </a:cxn>
                <a:cxn ang="0">
                  <a:pos x="T2" y="T3"/>
                </a:cxn>
                <a:cxn ang="0">
                  <a:pos x="T4" y="T5"/>
                </a:cxn>
                <a:cxn ang="0">
                  <a:pos x="T6" y="T7"/>
                </a:cxn>
                <a:cxn ang="0">
                  <a:pos x="T8" y="T9"/>
                </a:cxn>
              </a:cxnLst>
              <a:rect l="0" t="0" r="r" b="b"/>
              <a:pathLst>
                <a:path w="37" h="25">
                  <a:moveTo>
                    <a:pt x="25" y="0"/>
                  </a:moveTo>
                  <a:lnTo>
                    <a:pt x="0" y="0"/>
                  </a:lnTo>
                  <a:lnTo>
                    <a:pt x="9" y="23"/>
                  </a:lnTo>
                  <a:lnTo>
                    <a:pt x="37" y="25"/>
                  </a:lnTo>
                  <a:lnTo>
                    <a:pt x="25" y="0"/>
                  </a:lnTo>
                  <a:close/>
                </a:path>
              </a:pathLst>
            </a:custGeom>
            <a:solidFill>
              <a:srgbClr val="5253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spTree>
    <p:extLst>
      <p:ext uri="{BB962C8B-B14F-4D97-AF65-F5344CB8AC3E}">
        <p14:creationId xmlns:p14="http://schemas.microsoft.com/office/powerpoint/2010/main" val="87020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Documentation at Graph.Microsoft.io</a:t>
            </a:r>
            <a:endParaRPr lang="en-US" dirty="0"/>
          </a:p>
        </p:txBody>
      </p:sp>
      <p:sp>
        <p:nvSpPr>
          <p:cNvPr id="2" name="Text Placeholder 1"/>
          <p:cNvSpPr>
            <a:spLocks noGrp="1"/>
          </p:cNvSpPr>
          <p:nvPr>
            <p:ph type="body" sz="quarter" idx="12"/>
          </p:nvPr>
        </p:nvSpPr>
        <p:spPr/>
        <p:txBody>
          <a:bodyPr/>
          <a:lstStyle/>
          <a:p>
            <a:r>
              <a:rPr lang="en-US" dirty="0" smtClean="0"/>
              <a:t>demo</a:t>
            </a:r>
            <a:endParaRPr lang="en-US" dirty="0"/>
          </a:p>
        </p:txBody>
      </p:sp>
      <p:grpSp>
        <p:nvGrpSpPr>
          <p:cNvPr id="133" name="Group 132"/>
          <p:cNvGrpSpPr/>
          <p:nvPr/>
        </p:nvGrpSpPr>
        <p:grpSpPr>
          <a:xfrm>
            <a:off x="6613193" y="3824626"/>
            <a:ext cx="5366082" cy="2498720"/>
            <a:chOff x="6937830" y="4538026"/>
            <a:chExt cx="4986092" cy="2321778"/>
          </a:xfrm>
        </p:grpSpPr>
        <p:sp>
          <p:nvSpPr>
            <p:cNvPr id="134" name="Freeform 293"/>
            <p:cNvSpPr>
              <a:spLocks/>
            </p:cNvSpPr>
            <p:nvPr/>
          </p:nvSpPr>
          <p:spPr bwMode="auto">
            <a:xfrm>
              <a:off x="8760776" y="4820715"/>
              <a:ext cx="901119" cy="2035131"/>
            </a:xfrm>
            <a:custGeom>
              <a:avLst/>
              <a:gdLst>
                <a:gd name="T0" fmla="*/ 183 w 233"/>
                <a:gd name="T1" fmla="*/ 95 h 526"/>
                <a:gd name="T2" fmla="*/ 182 w 233"/>
                <a:gd name="T3" fmla="*/ 95 h 526"/>
                <a:gd name="T4" fmla="*/ 182 w 233"/>
                <a:gd name="T5" fmla="*/ 95 h 526"/>
                <a:gd name="T6" fmla="*/ 132 w 233"/>
                <a:gd name="T7" fmla="*/ 91 h 526"/>
                <a:gd name="T8" fmla="*/ 132 w 233"/>
                <a:gd name="T9" fmla="*/ 83 h 526"/>
                <a:gd name="T10" fmla="*/ 143 w 233"/>
                <a:gd name="T11" fmla="*/ 70 h 526"/>
                <a:gd name="T12" fmla="*/ 143 w 233"/>
                <a:gd name="T13" fmla="*/ 59 h 526"/>
                <a:gd name="T14" fmla="*/ 148 w 233"/>
                <a:gd name="T15" fmla="*/ 54 h 526"/>
                <a:gd name="T16" fmla="*/ 148 w 233"/>
                <a:gd name="T17" fmla="*/ 44 h 526"/>
                <a:gd name="T18" fmla="*/ 145 w 233"/>
                <a:gd name="T19" fmla="*/ 40 h 526"/>
                <a:gd name="T20" fmla="*/ 151 w 233"/>
                <a:gd name="T21" fmla="*/ 26 h 526"/>
                <a:gd name="T22" fmla="*/ 132 w 233"/>
                <a:gd name="T23" fmla="*/ 7 h 526"/>
                <a:gd name="T24" fmla="*/ 131 w 233"/>
                <a:gd name="T25" fmla="*/ 7 h 526"/>
                <a:gd name="T26" fmla="*/ 110 w 233"/>
                <a:gd name="T27" fmla="*/ 0 h 526"/>
                <a:gd name="T28" fmla="*/ 81 w 233"/>
                <a:gd name="T29" fmla="*/ 25 h 526"/>
                <a:gd name="T30" fmla="*/ 87 w 233"/>
                <a:gd name="T31" fmla="*/ 39 h 526"/>
                <a:gd name="T32" fmla="*/ 83 w 233"/>
                <a:gd name="T33" fmla="*/ 44 h 526"/>
                <a:gd name="T34" fmla="*/ 83 w 233"/>
                <a:gd name="T35" fmla="*/ 54 h 526"/>
                <a:gd name="T36" fmla="*/ 88 w 233"/>
                <a:gd name="T37" fmla="*/ 59 h 526"/>
                <a:gd name="T38" fmla="*/ 88 w 233"/>
                <a:gd name="T39" fmla="*/ 70 h 526"/>
                <a:gd name="T40" fmla="*/ 99 w 233"/>
                <a:gd name="T41" fmla="*/ 83 h 526"/>
                <a:gd name="T42" fmla="*/ 99 w 233"/>
                <a:gd name="T43" fmla="*/ 91 h 526"/>
                <a:gd name="T44" fmla="*/ 49 w 233"/>
                <a:gd name="T45" fmla="*/ 95 h 526"/>
                <a:gd name="T46" fmla="*/ 49 w 233"/>
                <a:gd name="T47" fmla="*/ 97 h 526"/>
                <a:gd name="T48" fmla="*/ 0 w 233"/>
                <a:gd name="T49" fmla="*/ 276 h 526"/>
                <a:gd name="T50" fmla="*/ 3 w 233"/>
                <a:gd name="T51" fmla="*/ 276 h 526"/>
                <a:gd name="T52" fmla="*/ 3 w 233"/>
                <a:gd name="T53" fmla="*/ 289 h 526"/>
                <a:gd name="T54" fmla="*/ 14 w 233"/>
                <a:gd name="T55" fmla="*/ 299 h 526"/>
                <a:gd name="T56" fmla="*/ 25 w 233"/>
                <a:gd name="T57" fmla="*/ 289 h 526"/>
                <a:gd name="T58" fmla="*/ 25 w 233"/>
                <a:gd name="T59" fmla="*/ 276 h 526"/>
                <a:gd name="T60" fmla="*/ 28 w 233"/>
                <a:gd name="T61" fmla="*/ 276 h 526"/>
                <a:gd name="T62" fmla="*/ 49 w 233"/>
                <a:gd name="T63" fmla="*/ 176 h 526"/>
                <a:gd name="T64" fmla="*/ 49 w 233"/>
                <a:gd name="T65" fmla="*/ 319 h 526"/>
                <a:gd name="T66" fmla="*/ 67 w 233"/>
                <a:gd name="T67" fmla="*/ 319 h 526"/>
                <a:gd name="T68" fmla="*/ 73 w 233"/>
                <a:gd name="T69" fmla="*/ 509 h 526"/>
                <a:gd name="T70" fmla="*/ 79 w 233"/>
                <a:gd name="T71" fmla="*/ 509 h 526"/>
                <a:gd name="T72" fmla="*/ 70 w 233"/>
                <a:gd name="T73" fmla="*/ 526 h 526"/>
                <a:gd name="T74" fmla="*/ 111 w 233"/>
                <a:gd name="T75" fmla="*/ 526 h 526"/>
                <a:gd name="T76" fmla="*/ 102 w 233"/>
                <a:gd name="T77" fmla="*/ 509 h 526"/>
                <a:gd name="T78" fmla="*/ 108 w 233"/>
                <a:gd name="T79" fmla="*/ 509 h 526"/>
                <a:gd name="T80" fmla="*/ 115 w 233"/>
                <a:gd name="T81" fmla="*/ 319 h 526"/>
                <a:gd name="T82" fmla="*/ 117 w 233"/>
                <a:gd name="T83" fmla="*/ 319 h 526"/>
                <a:gd name="T84" fmla="*/ 123 w 233"/>
                <a:gd name="T85" fmla="*/ 509 h 526"/>
                <a:gd name="T86" fmla="*/ 129 w 233"/>
                <a:gd name="T87" fmla="*/ 509 h 526"/>
                <a:gd name="T88" fmla="*/ 120 w 233"/>
                <a:gd name="T89" fmla="*/ 526 h 526"/>
                <a:gd name="T90" fmla="*/ 161 w 233"/>
                <a:gd name="T91" fmla="*/ 526 h 526"/>
                <a:gd name="T92" fmla="*/ 153 w 233"/>
                <a:gd name="T93" fmla="*/ 509 h 526"/>
                <a:gd name="T94" fmla="*/ 158 w 233"/>
                <a:gd name="T95" fmla="*/ 509 h 526"/>
                <a:gd name="T96" fmla="*/ 165 w 233"/>
                <a:gd name="T97" fmla="*/ 319 h 526"/>
                <a:gd name="T98" fmla="*/ 182 w 233"/>
                <a:gd name="T99" fmla="*/ 319 h 526"/>
                <a:gd name="T100" fmla="*/ 182 w 233"/>
                <a:gd name="T101" fmla="*/ 173 h 526"/>
                <a:gd name="T102" fmla="*/ 204 w 233"/>
                <a:gd name="T103" fmla="*/ 276 h 526"/>
                <a:gd name="T104" fmla="*/ 208 w 233"/>
                <a:gd name="T105" fmla="*/ 276 h 526"/>
                <a:gd name="T106" fmla="*/ 208 w 233"/>
                <a:gd name="T107" fmla="*/ 289 h 526"/>
                <a:gd name="T108" fmla="*/ 218 w 233"/>
                <a:gd name="T109" fmla="*/ 299 h 526"/>
                <a:gd name="T110" fmla="*/ 229 w 233"/>
                <a:gd name="T111" fmla="*/ 289 h 526"/>
                <a:gd name="T112" fmla="*/ 229 w 233"/>
                <a:gd name="T113" fmla="*/ 276 h 526"/>
                <a:gd name="T114" fmla="*/ 233 w 233"/>
                <a:gd name="T115" fmla="*/ 276 h 526"/>
                <a:gd name="T116" fmla="*/ 183 w 233"/>
                <a:gd name="T117" fmla="*/ 95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3" h="526">
                  <a:moveTo>
                    <a:pt x="183" y="95"/>
                  </a:moveTo>
                  <a:cubicBezTo>
                    <a:pt x="182" y="95"/>
                    <a:pt x="182" y="95"/>
                    <a:pt x="182" y="95"/>
                  </a:cubicBezTo>
                  <a:cubicBezTo>
                    <a:pt x="182" y="95"/>
                    <a:pt x="182" y="95"/>
                    <a:pt x="182" y="95"/>
                  </a:cubicBezTo>
                  <a:cubicBezTo>
                    <a:pt x="132" y="91"/>
                    <a:pt x="132" y="91"/>
                    <a:pt x="132" y="91"/>
                  </a:cubicBezTo>
                  <a:cubicBezTo>
                    <a:pt x="132" y="83"/>
                    <a:pt x="132" y="83"/>
                    <a:pt x="132" y="83"/>
                  </a:cubicBezTo>
                  <a:cubicBezTo>
                    <a:pt x="138" y="82"/>
                    <a:pt x="143" y="77"/>
                    <a:pt x="143" y="70"/>
                  </a:cubicBezTo>
                  <a:cubicBezTo>
                    <a:pt x="143" y="59"/>
                    <a:pt x="143" y="59"/>
                    <a:pt x="143" y="59"/>
                  </a:cubicBezTo>
                  <a:cubicBezTo>
                    <a:pt x="146" y="59"/>
                    <a:pt x="148" y="57"/>
                    <a:pt x="148" y="54"/>
                  </a:cubicBezTo>
                  <a:cubicBezTo>
                    <a:pt x="148" y="44"/>
                    <a:pt x="148" y="44"/>
                    <a:pt x="148" y="44"/>
                  </a:cubicBezTo>
                  <a:cubicBezTo>
                    <a:pt x="148" y="42"/>
                    <a:pt x="146" y="40"/>
                    <a:pt x="145" y="40"/>
                  </a:cubicBezTo>
                  <a:cubicBezTo>
                    <a:pt x="148" y="36"/>
                    <a:pt x="151" y="31"/>
                    <a:pt x="151" y="26"/>
                  </a:cubicBezTo>
                  <a:cubicBezTo>
                    <a:pt x="151" y="16"/>
                    <a:pt x="142" y="7"/>
                    <a:pt x="132" y="7"/>
                  </a:cubicBezTo>
                  <a:cubicBezTo>
                    <a:pt x="131" y="7"/>
                    <a:pt x="131" y="7"/>
                    <a:pt x="131" y="7"/>
                  </a:cubicBezTo>
                  <a:cubicBezTo>
                    <a:pt x="126" y="3"/>
                    <a:pt x="118" y="0"/>
                    <a:pt x="110" y="0"/>
                  </a:cubicBezTo>
                  <a:cubicBezTo>
                    <a:pt x="94" y="0"/>
                    <a:pt x="81" y="11"/>
                    <a:pt x="81" y="25"/>
                  </a:cubicBezTo>
                  <a:cubicBezTo>
                    <a:pt x="81" y="30"/>
                    <a:pt x="83" y="35"/>
                    <a:pt x="87" y="39"/>
                  </a:cubicBezTo>
                  <a:cubicBezTo>
                    <a:pt x="85" y="40"/>
                    <a:pt x="83" y="42"/>
                    <a:pt x="83" y="44"/>
                  </a:cubicBezTo>
                  <a:cubicBezTo>
                    <a:pt x="83" y="54"/>
                    <a:pt x="83" y="54"/>
                    <a:pt x="83" y="54"/>
                  </a:cubicBezTo>
                  <a:cubicBezTo>
                    <a:pt x="83" y="57"/>
                    <a:pt x="85" y="59"/>
                    <a:pt x="88" y="59"/>
                  </a:cubicBezTo>
                  <a:cubicBezTo>
                    <a:pt x="88" y="70"/>
                    <a:pt x="88" y="70"/>
                    <a:pt x="88" y="70"/>
                  </a:cubicBezTo>
                  <a:cubicBezTo>
                    <a:pt x="88" y="77"/>
                    <a:pt x="93" y="83"/>
                    <a:pt x="99" y="83"/>
                  </a:cubicBezTo>
                  <a:cubicBezTo>
                    <a:pt x="99" y="91"/>
                    <a:pt x="99" y="91"/>
                    <a:pt x="99" y="91"/>
                  </a:cubicBezTo>
                  <a:cubicBezTo>
                    <a:pt x="49" y="95"/>
                    <a:pt x="49" y="95"/>
                    <a:pt x="49" y="95"/>
                  </a:cubicBezTo>
                  <a:cubicBezTo>
                    <a:pt x="49" y="97"/>
                    <a:pt x="49" y="97"/>
                    <a:pt x="49" y="97"/>
                  </a:cubicBezTo>
                  <a:cubicBezTo>
                    <a:pt x="23" y="155"/>
                    <a:pt x="6" y="213"/>
                    <a:pt x="0" y="276"/>
                  </a:cubicBezTo>
                  <a:cubicBezTo>
                    <a:pt x="3" y="276"/>
                    <a:pt x="3" y="276"/>
                    <a:pt x="3" y="276"/>
                  </a:cubicBezTo>
                  <a:cubicBezTo>
                    <a:pt x="3" y="289"/>
                    <a:pt x="3" y="289"/>
                    <a:pt x="3" y="289"/>
                  </a:cubicBezTo>
                  <a:cubicBezTo>
                    <a:pt x="3" y="295"/>
                    <a:pt x="8" y="299"/>
                    <a:pt x="14" y="299"/>
                  </a:cubicBezTo>
                  <a:cubicBezTo>
                    <a:pt x="20" y="299"/>
                    <a:pt x="25" y="295"/>
                    <a:pt x="25" y="289"/>
                  </a:cubicBezTo>
                  <a:cubicBezTo>
                    <a:pt x="25" y="276"/>
                    <a:pt x="25" y="276"/>
                    <a:pt x="25" y="276"/>
                  </a:cubicBezTo>
                  <a:cubicBezTo>
                    <a:pt x="28" y="276"/>
                    <a:pt x="28" y="276"/>
                    <a:pt x="28" y="276"/>
                  </a:cubicBezTo>
                  <a:cubicBezTo>
                    <a:pt x="32" y="241"/>
                    <a:pt x="39" y="208"/>
                    <a:pt x="49" y="176"/>
                  </a:cubicBezTo>
                  <a:cubicBezTo>
                    <a:pt x="49" y="319"/>
                    <a:pt x="49" y="319"/>
                    <a:pt x="49" y="319"/>
                  </a:cubicBezTo>
                  <a:cubicBezTo>
                    <a:pt x="67" y="319"/>
                    <a:pt x="67" y="319"/>
                    <a:pt x="67" y="319"/>
                  </a:cubicBezTo>
                  <a:cubicBezTo>
                    <a:pt x="73" y="509"/>
                    <a:pt x="73" y="509"/>
                    <a:pt x="73" y="509"/>
                  </a:cubicBezTo>
                  <a:cubicBezTo>
                    <a:pt x="79" y="509"/>
                    <a:pt x="79" y="509"/>
                    <a:pt x="79" y="509"/>
                  </a:cubicBezTo>
                  <a:cubicBezTo>
                    <a:pt x="74" y="513"/>
                    <a:pt x="70" y="519"/>
                    <a:pt x="70" y="526"/>
                  </a:cubicBezTo>
                  <a:cubicBezTo>
                    <a:pt x="111" y="526"/>
                    <a:pt x="111" y="526"/>
                    <a:pt x="111" y="526"/>
                  </a:cubicBezTo>
                  <a:cubicBezTo>
                    <a:pt x="111" y="519"/>
                    <a:pt x="108" y="513"/>
                    <a:pt x="102" y="509"/>
                  </a:cubicBezTo>
                  <a:cubicBezTo>
                    <a:pt x="108" y="509"/>
                    <a:pt x="108" y="509"/>
                    <a:pt x="108" y="509"/>
                  </a:cubicBezTo>
                  <a:cubicBezTo>
                    <a:pt x="115" y="319"/>
                    <a:pt x="115" y="319"/>
                    <a:pt x="115" y="319"/>
                  </a:cubicBezTo>
                  <a:cubicBezTo>
                    <a:pt x="117" y="319"/>
                    <a:pt x="117" y="319"/>
                    <a:pt x="117" y="319"/>
                  </a:cubicBezTo>
                  <a:cubicBezTo>
                    <a:pt x="123" y="509"/>
                    <a:pt x="123" y="509"/>
                    <a:pt x="123" y="509"/>
                  </a:cubicBezTo>
                  <a:cubicBezTo>
                    <a:pt x="129" y="509"/>
                    <a:pt x="129" y="509"/>
                    <a:pt x="129" y="509"/>
                  </a:cubicBezTo>
                  <a:cubicBezTo>
                    <a:pt x="124" y="513"/>
                    <a:pt x="120" y="519"/>
                    <a:pt x="120" y="526"/>
                  </a:cubicBezTo>
                  <a:cubicBezTo>
                    <a:pt x="161" y="526"/>
                    <a:pt x="161" y="526"/>
                    <a:pt x="161" y="526"/>
                  </a:cubicBezTo>
                  <a:cubicBezTo>
                    <a:pt x="161" y="519"/>
                    <a:pt x="158" y="513"/>
                    <a:pt x="153" y="509"/>
                  </a:cubicBezTo>
                  <a:cubicBezTo>
                    <a:pt x="158" y="509"/>
                    <a:pt x="158" y="509"/>
                    <a:pt x="158" y="509"/>
                  </a:cubicBezTo>
                  <a:cubicBezTo>
                    <a:pt x="165" y="319"/>
                    <a:pt x="165" y="319"/>
                    <a:pt x="165" y="319"/>
                  </a:cubicBezTo>
                  <a:cubicBezTo>
                    <a:pt x="182" y="319"/>
                    <a:pt x="182" y="319"/>
                    <a:pt x="182" y="319"/>
                  </a:cubicBezTo>
                  <a:cubicBezTo>
                    <a:pt x="182" y="173"/>
                    <a:pt x="182" y="173"/>
                    <a:pt x="182" y="173"/>
                  </a:cubicBezTo>
                  <a:cubicBezTo>
                    <a:pt x="193" y="206"/>
                    <a:pt x="200" y="240"/>
                    <a:pt x="204" y="276"/>
                  </a:cubicBezTo>
                  <a:cubicBezTo>
                    <a:pt x="208" y="276"/>
                    <a:pt x="208" y="276"/>
                    <a:pt x="208" y="276"/>
                  </a:cubicBezTo>
                  <a:cubicBezTo>
                    <a:pt x="208" y="289"/>
                    <a:pt x="208" y="289"/>
                    <a:pt x="208" y="289"/>
                  </a:cubicBezTo>
                  <a:cubicBezTo>
                    <a:pt x="208" y="295"/>
                    <a:pt x="212" y="299"/>
                    <a:pt x="218" y="299"/>
                  </a:cubicBezTo>
                  <a:cubicBezTo>
                    <a:pt x="224" y="299"/>
                    <a:pt x="229" y="295"/>
                    <a:pt x="229" y="289"/>
                  </a:cubicBezTo>
                  <a:cubicBezTo>
                    <a:pt x="229" y="276"/>
                    <a:pt x="229" y="276"/>
                    <a:pt x="229" y="276"/>
                  </a:cubicBezTo>
                  <a:cubicBezTo>
                    <a:pt x="233" y="276"/>
                    <a:pt x="233" y="276"/>
                    <a:pt x="233" y="276"/>
                  </a:cubicBezTo>
                  <a:cubicBezTo>
                    <a:pt x="227" y="212"/>
                    <a:pt x="210" y="154"/>
                    <a:pt x="183" y="95"/>
                  </a:cubicBezTo>
                  <a:close/>
                </a:path>
              </a:pathLst>
            </a:custGeom>
            <a:solidFill>
              <a:srgbClr val="2E1648"/>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35" name="Freeform 294"/>
            <p:cNvSpPr>
              <a:spLocks/>
            </p:cNvSpPr>
            <p:nvPr/>
          </p:nvSpPr>
          <p:spPr bwMode="auto">
            <a:xfrm>
              <a:off x="9593800" y="4884219"/>
              <a:ext cx="661002" cy="1973829"/>
            </a:xfrm>
            <a:custGeom>
              <a:avLst/>
              <a:gdLst>
                <a:gd name="T0" fmla="*/ 137 w 167"/>
                <a:gd name="T1" fmla="*/ 101 h 498"/>
                <a:gd name="T2" fmla="*/ 99 w 167"/>
                <a:gd name="T3" fmla="*/ 97 h 498"/>
                <a:gd name="T4" fmla="*/ 95 w 167"/>
                <a:gd name="T5" fmla="*/ 93 h 498"/>
                <a:gd name="T6" fmla="*/ 125 w 167"/>
                <a:gd name="T7" fmla="*/ 79 h 498"/>
                <a:gd name="T8" fmla="*/ 113 w 167"/>
                <a:gd name="T9" fmla="*/ 73 h 498"/>
                <a:gd name="T10" fmla="*/ 118 w 167"/>
                <a:gd name="T11" fmla="*/ 58 h 498"/>
                <a:gd name="T12" fmla="*/ 118 w 167"/>
                <a:gd name="T13" fmla="*/ 57 h 498"/>
                <a:gd name="T14" fmla="*/ 102 w 167"/>
                <a:gd name="T15" fmla="*/ 14 h 498"/>
                <a:gd name="T16" fmla="*/ 48 w 167"/>
                <a:gd name="T17" fmla="*/ 38 h 498"/>
                <a:gd name="T18" fmla="*/ 52 w 167"/>
                <a:gd name="T19" fmla="*/ 57 h 498"/>
                <a:gd name="T20" fmla="*/ 50 w 167"/>
                <a:gd name="T21" fmla="*/ 73 h 498"/>
                <a:gd name="T22" fmla="*/ 58 w 167"/>
                <a:gd name="T23" fmla="*/ 92 h 498"/>
                <a:gd name="T24" fmla="*/ 73 w 167"/>
                <a:gd name="T25" fmla="*/ 97 h 498"/>
                <a:gd name="T26" fmla="*/ 30 w 167"/>
                <a:gd name="T27" fmla="*/ 101 h 498"/>
                <a:gd name="T28" fmla="*/ 30 w 167"/>
                <a:gd name="T29" fmla="*/ 101 h 498"/>
                <a:gd name="T30" fmla="*/ 3 w 167"/>
                <a:gd name="T31" fmla="*/ 229 h 498"/>
                <a:gd name="T32" fmla="*/ 11 w 167"/>
                <a:gd name="T33" fmla="*/ 246 h 498"/>
                <a:gd name="T34" fmla="*/ 18 w 167"/>
                <a:gd name="T35" fmla="*/ 229 h 498"/>
                <a:gd name="T36" fmla="*/ 33 w 167"/>
                <a:gd name="T37" fmla="*/ 154 h 498"/>
                <a:gd name="T38" fmla="*/ 39 w 167"/>
                <a:gd name="T39" fmla="*/ 376 h 498"/>
                <a:gd name="T40" fmla="*/ 57 w 167"/>
                <a:gd name="T41" fmla="*/ 490 h 498"/>
                <a:gd name="T42" fmla="*/ 57 w 167"/>
                <a:gd name="T43" fmla="*/ 498 h 498"/>
                <a:gd name="T44" fmla="*/ 82 w 167"/>
                <a:gd name="T45" fmla="*/ 498 h 498"/>
                <a:gd name="T46" fmla="*/ 82 w 167"/>
                <a:gd name="T47" fmla="*/ 376 h 498"/>
                <a:gd name="T48" fmla="*/ 91 w 167"/>
                <a:gd name="T49" fmla="*/ 490 h 498"/>
                <a:gd name="T50" fmla="*/ 92 w 167"/>
                <a:gd name="T51" fmla="*/ 498 h 498"/>
                <a:gd name="T52" fmla="*/ 116 w 167"/>
                <a:gd name="T53" fmla="*/ 498 h 498"/>
                <a:gd name="T54" fmla="*/ 116 w 167"/>
                <a:gd name="T55" fmla="*/ 376 h 498"/>
                <a:gd name="T56" fmla="*/ 129 w 167"/>
                <a:gd name="T57" fmla="*/ 262 h 498"/>
                <a:gd name="T58" fmla="*/ 146 w 167"/>
                <a:gd name="T59" fmla="*/ 229 h 498"/>
                <a:gd name="T60" fmla="*/ 149 w 167"/>
                <a:gd name="T61" fmla="*/ 238 h 498"/>
                <a:gd name="T62" fmla="*/ 164 w 167"/>
                <a:gd name="T63" fmla="*/ 238 h 498"/>
                <a:gd name="T64" fmla="*/ 167 w 167"/>
                <a:gd name="T65" fmla="*/ 22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7" h="498">
                  <a:moveTo>
                    <a:pt x="137" y="101"/>
                  </a:moveTo>
                  <a:cubicBezTo>
                    <a:pt x="137" y="101"/>
                    <a:pt x="137" y="101"/>
                    <a:pt x="137" y="101"/>
                  </a:cubicBezTo>
                  <a:cubicBezTo>
                    <a:pt x="99" y="97"/>
                    <a:pt x="99" y="97"/>
                    <a:pt x="99" y="97"/>
                  </a:cubicBezTo>
                  <a:cubicBezTo>
                    <a:pt x="99" y="97"/>
                    <a:pt x="99" y="97"/>
                    <a:pt x="99" y="97"/>
                  </a:cubicBezTo>
                  <a:cubicBezTo>
                    <a:pt x="95" y="97"/>
                    <a:pt x="95" y="97"/>
                    <a:pt x="95" y="97"/>
                  </a:cubicBezTo>
                  <a:cubicBezTo>
                    <a:pt x="95" y="93"/>
                    <a:pt x="95" y="93"/>
                    <a:pt x="95" y="93"/>
                  </a:cubicBezTo>
                  <a:cubicBezTo>
                    <a:pt x="100" y="93"/>
                    <a:pt x="105" y="93"/>
                    <a:pt x="112" y="92"/>
                  </a:cubicBezTo>
                  <a:cubicBezTo>
                    <a:pt x="123" y="90"/>
                    <a:pt x="124" y="83"/>
                    <a:pt x="125" y="79"/>
                  </a:cubicBezTo>
                  <a:cubicBezTo>
                    <a:pt x="125" y="75"/>
                    <a:pt x="122" y="68"/>
                    <a:pt x="120" y="73"/>
                  </a:cubicBezTo>
                  <a:cubicBezTo>
                    <a:pt x="119" y="79"/>
                    <a:pt x="114" y="77"/>
                    <a:pt x="113" y="73"/>
                  </a:cubicBezTo>
                  <a:cubicBezTo>
                    <a:pt x="112" y="71"/>
                    <a:pt x="114" y="66"/>
                    <a:pt x="116" y="62"/>
                  </a:cubicBezTo>
                  <a:cubicBezTo>
                    <a:pt x="116" y="60"/>
                    <a:pt x="117" y="59"/>
                    <a:pt x="118" y="58"/>
                  </a:cubicBezTo>
                  <a:cubicBezTo>
                    <a:pt x="118" y="57"/>
                    <a:pt x="118" y="57"/>
                    <a:pt x="118" y="57"/>
                  </a:cubicBezTo>
                  <a:cubicBezTo>
                    <a:pt x="118" y="57"/>
                    <a:pt x="118" y="57"/>
                    <a:pt x="118" y="57"/>
                  </a:cubicBezTo>
                  <a:cubicBezTo>
                    <a:pt x="119" y="53"/>
                    <a:pt x="120" y="49"/>
                    <a:pt x="120" y="44"/>
                  </a:cubicBezTo>
                  <a:cubicBezTo>
                    <a:pt x="120" y="30"/>
                    <a:pt x="113" y="18"/>
                    <a:pt x="102" y="14"/>
                  </a:cubicBezTo>
                  <a:cubicBezTo>
                    <a:pt x="97" y="5"/>
                    <a:pt x="88" y="0"/>
                    <a:pt x="79" y="0"/>
                  </a:cubicBezTo>
                  <a:cubicBezTo>
                    <a:pt x="62" y="0"/>
                    <a:pt x="48" y="17"/>
                    <a:pt x="48" y="38"/>
                  </a:cubicBezTo>
                  <a:cubicBezTo>
                    <a:pt x="48" y="45"/>
                    <a:pt x="50" y="52"/>
                    <a:pt x="52" y="57"/>
                  </a:cubicBezTo>
                  <a:cubicBezTo>
                    <a:pt x="52" y="57"/>
                    <a:pt x="52" y="57"/>
                    <a:pt x="52" y="57"/>
                  </a:cubicBezTo>
                  <a:cubicBezTo>
                    <a:pt x="52" y="57"/>
                    <a:pt x="59" y="70"/>
                    <a:pt x="57" y="73"/>
                  </a:cubicBezTo>
                  <a:cubicBezTo>
                    <a:pt x="56" y="77"/>
                    <a:pt x="51" y="79"/>
                    <a:pt x="50" y="73"/>
                  </a:cubicBezTo>
                  <a:cubicBezTo>
                    <a:pt x="48" y="68"/>
                    <a:pt x="45" y="75"/>
                    <a:pt x="45" y="79"/>
                  </a:cubicBezTo>
                  <a:cubicBezTo>
                    <a:pt x="46" y="83"/>
                    <a:pt x="47" y="90"/>
                    <a:pt x="58" y="92"/>
                  </a:cubicBezTo>
                  <a:cubicBezTo>
                    <a:pt x="64" y="92"/>
                    <a:pt x="68" y="93"/>
                    <a:pt x="72" y="93"/>
                  </a:cubicBezTo>
                  <a:cubicBezTo>
                    <a:pt x="73" y="97"/>
                    <a:pt x="73" y="97"/>
                    <a:pt x="73" y="97"/>
                  </a:cubicBezTo>
                  <a:cubicBezTo>
                    <a:pt x="69" y="97"/>
                    <a:pt x="69" y="97"/>
                    <a:pt x="69" y="97"/>
                  </a:cubicBezTo>
                  <a:cubicBezTo>
                    <a:pt x="30" y="101"/>
                    <a:pt x="30" y="101"/>
                    <a:pt x="30" y="101"/>
                  </a:cubicBezTo>
                  <a:cubicBezTo>
                    <a:pt x="30" y="101"/>
                    <a:pt x="30" y="101"/>
                    <a:pt x="30" y="101"/>
                  </a:cubicBezTo>
                  <a:cubicBezTo>
                    <a:pt x="30" y="101"/>
                    <a:pt x="30" y="101"/>
                    <a:pt x="30" y="101"/>
                  </a:cubicBezTo>
                  <a:cubicBezTo>
                    <a:pt x="10" y="142"/>
                    <a:pt x="4" y="183"/>
                    <a:pt x="0" y="229"/>
                  </a:cubicBezTo>
                  <a:cubicBezTo>
                    <a:pt x="3" y="229"/>
                    <a:pt x="3" y="229"/>
                    <a:pt x="3" y="229"/>
                  </a:cubicBezTo>
                  <a:cubicBezTo>
                    <a:pt x="3" y="238"/>
                    <a:pt x="3" y="238"/>
                    <a:pt x="3" y="238"/>
                  </a:cubicBezTo>
                  <a:cubicBezTo>
                    <a:pt x="3" y="242"/>
                    <a:pt x="6" y="246"/>
                    <a:pt x="11" y="246"/>
                  </a:cubicBezTo>
                  <a:cubicBezTo>
                    <a:pt x="15" y="246"/>
                    <a:pt x="18" y="242"/>
                    <a:pt x="18" y="238"/>
                  </a:cubicBezTo>
                  <a:cubicBezTo>
                    <a:pt x="18" y="229"/>
                    <a:pt x="18" y="229"/>
                    <a:pt x="18" y="229"/>
                  </a:cubicBezTo>
                  <a:cubicBezTo>
                    <a:pt x="21" y="229"/>
                    <a:pt x="21" y="229"/>
                    <a:pt x="21" y="229"/>
                  </a:cubicBezTo>
                  <a:cubicBezTo>
                    <a:pt x="24" y="203"/>
                    <a:pt x="27" y="178"/>
                    <a:pt x="33" y="154"/>
                  </a:cubicBezTo>
                  <a:cubicBezTo>
                    <a:pt x="39" y="262"/>
                    <a:pt x="39" y="262"/>
                    <a:pt x="39" y="262"/>
                  </a:cubicBezTo>
                  <a:cubicBezTo>
                    <a:pt x="39" y="376"/>
                    <a:pt x="39" y="376"/>
                    <a:pt x="39" y="376"/>
                  </a:cubicBezTo>
                  <a:cubicBezTo>
                    <a:pt x="54" y="376"/>
                    <a:pt x="54" y="376"/>
                    <a:pt x="54" y="376"/>
                  </a:cubicBezTo>
                  <a:cubicBezTo>
                    <a:pt x="57" y="490"/>
                    <a:pt x="57" y="490"/>
                    <a:pt x="57" y="490"/>
                  </a:cubicBezTo>
                  <a:cubicBezTo>
                    <a:pt x="56" y="492"/>
                    <a:pt x="55" y="495"/>
                    <a:pt x="55" y="498"/>
                  </a:cubicBezTo>
                  <a:cubicBezTo>
                    <a:pt x="57" y="498"/>
                    <a:pt x="57" y="498"/>
                    <a:pt x="57" y="498"/>
                  </a:cubicBezTo>
                  <a:cubicBezTo>
                    <a:pt x="79" y="498"/>
                    <a:pt x="79" y="498"/>
                    <a:pt x="79" y="498"/>
                  </a:cubicBezTo>
                  <a:cubicBezTo>
                    <a:pt x="82" y="498"/>
                    <a:pt x="82" y="498"/>
                    <a:pt x="82" y="498"/>
                  </a:cubicBezTo>
                  <a:cubicBezTo>
                    <a:pt x="82" y="495"/>
                    <a:pt x="81" y="492"/>
                    <a:pt x="79" y="490"/>
                  </a:cubicBezTo>
                  <a:cubicBezTo>
                    <a:pt x="82" y="376"/>
                    <a:pt x="82" y="376"/>
                    <a:pt x="82" y="376"/>
                  </a:cubicBezTo>
                  <a:cubicBezTo>
                    <a:pt x="89" y="376"/>
                    <a:pt x="89" y="376"/>
                    <a:pt x="89" y="376"/>
                  </a:cubicBezTo>
                  <a:cubicBezTo>
                    <a:pt x="91" y="490"/>
                    <a:pt x="91" y="490"/>
                    <a:pt x="91" y="490"/>
                  </a:cubicBezTo>
                  <a:cubicBezTo>
                    <a:pt x="90" y="492"/>
                    <a:pt x="89" y="495"/>
                    <a:pt x="89" y="498"/>
                  </a:cubicBezTo>
                  <a:cubicBezTo>
                    <a:pt x="92" y="498"/>
                    <a:pt x="92" y="498"/>
                    <a:pt x="92" y="498"/>
                  </a:cubicBezTo>
                  <a:cubicBezTo>
                    <a:pt x="113" y="498"/>
                    <a:pt x="113" y="498"/>
                    <a:pt x="113" y="498"/>
                  </a:cubicBezTo>
                  <a:cubicBezTo>
                    <a:pt x="116" y="498"/>
                    <a:pt x="116" y="498"/>
                    <a:pt x="116" y="498"/>
                  </a:cubicBezTo>
                  <a:cubicBezTo>
                    <a:pt x="116" y="495"/>
                    <a:pt x="115" y="492"/>
                    <a:pt x="113" y="490"/>
                  </a:cubicBezTo>
                  <a:cubicBezTo>
                    <a:pt x="116" y="376"/>
                    <a:pt x="116" y="376"/>
                    <a:pt x="116" y="376"/>
                  </a:cubicBezTo>
                  <a:cubicBezTo>
                    <a:pt x="129" y="376"/>
                    <a:pt x="129" y="376"/>
                    <a:pt x="129" y="376"/>
                  </a:cubicBezTo>
                  <a:cubicBezTo>
                    <a:pt x="129" y="262"/>
                    <a:pt x="129" y="262"/>
                    <a:pt x="129" y="262"/>
                  </a:cubicBezTo>
                  <a:cubicBezTo>
                    <a:pt x="134" y="155"/>
                    <a:pt x="134" y="155"/>
                    <a:pt x="134" y="155"/>
                  </a:cubicBezTo>
                  <a:cubicBezTo>
                    <a:pt x="140" y="179"/>
                    <a:pt x="143" y="203"/>
                    <a:pt x="146" y="229"/>
                  </a:cubicBezTo>
                  <a:cubicBezTo>
                    <a:pt x="149" y="229"/>
                    <a:pt x="149" y="229"/>
                    <a:pt x="149" y="229"/>
                  </a:cubicBezTo>
                  <a:cubicBezTo>
                    <a:pt x="149" y="238"/>
                    <a:pt x="149" y="238"/>
                    <a:pt x="149" y="238"/>
                  </a:cubicBezTo>
                  <a:cubicBezTo>
                    <a:pt x="149" y="242"/>
                    <a:pt x="152" y="246"/>
                    <a:pt x="156" y="246"/>
                  </a:cubicBezTo>
                  <a:cubicBezTo>
                    <a:pt x="160" y="246"/>
                    <a:pt x="164" y="242"/>
                    <a:pt x="164" y="238"/>
                  </a:cubicBezTo>
                  <a:cubicBezTo>
                    <a:pt x="164" y="229"/>
                    <a:pt x="164" y="229"/>
                    <a:pt x="164" y="229"/>
                  </a:cubicBezTo>
                  <a:cubicBezTo>
                    <a:pt x="167" y="229"/>
                    <a:pt x="167" y="229"/>
                    <a:pt x="167" y="229"/>
                  </a:cubicBezTo>
                  <a:cubicBezTo>
                    <a:pt x="162" y="183"/>
                    <a:pt x="156" y="142"/>
                    <a:pt x="137" y="101"/>
                  </a:cubicBezTo>
                  <a:close/>
                </a:path>
              </a:pathLst>
            </a:custGeom>
            <a:solidFill>
              <a:srgbClr val="2E1648"/>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36" name="Freeform 295"/>
            <p:cNvSpPr>
              <a:spLocks/>
            </p:cNvSpPr>
            <p:nvPr/>
          </p:nvSpPr>
          <p:spPr bwMode="auto">
            <a:xfrm>
              <a:off x="11324368" y="5070471"/>
              <a:ext cx="599554" cy="1785376"/>
            </a:xfrm>
            <a:custGeom>
              <a:avLst/>
              <a:gdLst>
                <a:gd name="T0" fmla="*/ 137 w 167"/>
                <a:gd name="T1" fmla="*/ 101 h 498"/>
                <a:gd name="T2" fmla="*/ 99 w 167"/>
                <a:gd name="T3" fmla="*/ 97 h 498"/>
                <a:gd name="T4" fmla="*/ 95 w 167"/>
                <a:gd name="T5" fmla="*/ 93 h 498"/>
                <a:gd name="T6" fmla="*/ 125 w 167"/>
                <a:gd name="T7" fmla="*/ 79 h 498"/>
                <a:gd name="T8" fmla="*/ 113 w 167"/>
                <a:gd name="T9" fmla="*/ 73 h 498"/>
                <a:gd name="T10" fmla="*/ 118 w 167"/>
                <a:gd name="T11" fmla="*/ 58 h 498"/>
                <a:gd name="T12" fmla="*/ 118 w 167"/>
                <a:gd name="T13" fmla="*/ 57 h 498"/>
                <a:gd name="T14" fmla="*/ 102 w 167"/>
                <a:gd name="T15" fmla="*/ 14 h 498"/>
                <a:gd name="T16" fmla="*/ 48 w 167"/>
                <a:gd name="T17" fmla="*/ 38 h 498"/>
                <a:gd name="T18" fmla="*/ 52 w 167"/>
                <a:gd name="T19" fmla="*/ 57 h 498"/>
                <a:gd name="T20" fmla="*/ 50 w 167"/>
                <a:gd name="T21" fmla="*/ 73 h 498"/>
                <a:gd name="T22" fmla="*/ 58 w 167"/>
                <a:gd name="T23" fmla="*/ 92 h 498"/>
                <a:gd name="T24" fmla="*/ 73 w 167"/>
                <a:gd name="T25" fmla="*/ 97 h 498"/>
                <a:gd name="T26" fmla="*/ 31 w 167"/>
                <a:gd name="T27" fmla="*/ 101 h 498"/>
                <a:gd name="T28" fmla="*/ 30 w 167"/>
                <a:gd name="T29" fmla="*/ 101 h 498"/>
                <a:gd name="T30" fmla="*/ 3 w 167"/>
                <a:gd name="T31" fmla="*/ 229 h 498"/>
                <a:gd name="T32" fmla="*/ 11 w 167"/>
                <a:gd name="T33" fmla="*/ 246 h 498"/>
                <a:gd name="T34" fmla="*/ 18 w 167"/>
                <a:gd name="T35" fmla="*/ 229 h 498"/>
                <a:gd name="T36" fmla="*/ 33 w 167"/>
                <a:gd name="T37" fmla="*/ 154 h 498"/>
                <a:gd name="T38" fmla="*/ 39 w 167"/>
                <a:gd name="T39" fmla="*/ 376 h 498"/>
                <a:gd name="T40" fmla="*/ 57 w 167"/>
                <a:gd name="T41" fmla="*/ 490 h 498"/>
                <a:gd name="T42" fmla="*/ 58 w 167"/>
                <a:gd name="T43" fmla="*/ 498 h 498"/>
                <a:gd name="T44" fmla="*/ 82 w 167"/>
                <a:gd name="T45" fmla="*/ 498 h 498"/>
                <a:gd name="T46" fmla="*/ 82 w 167"/>
                <a:gd name="T47" fmla="*/ 376 h 498"/>
                <a:gd name="T48" fmla="*/ 92 w 167"/>
                <a:gd name="T49" fmla="*/ 490 h 498"/>
                <a:gd name="T50" fmla="*/ 92 w 167"/>
                <a:gd name="T51" fmla="*/ 498 h 498"/>
                <a:gd name="T52" fmla="*/ 116 w 167"/>
                <a:gd name="T53" fmla="*/ 498 h 498"/>
                <a:gd name="T54" fmla="*/ 117 w 167"/>
                <a:gd name="T55" fmla="*/ 376 h 498"/>
                <a:gd name="T56" fmla="*/ 129 w 167"/>
                <a:gd name="T57" fmla="*/ 262 h 498"/>
                <a:gd name="T58" fmla="*/ 146 w 167"/>
                <a:gd name="T59" fmla="*/ 229 h 498"/>
                <a:gd name="T60" fmla="*/ 149 w 167"/>
                <a:gd name="T61" fmla="*/ 238 h 498"/>
                <a:gd name="T62" fmla="*/ 164 w 167"/>
                <a:gd name="T63" fmla="*/ 238 h 498"/>
                <a:gd name="T64" fmla="*/ 167 w 167"/>
                <a:gd name="T65" fmla="*/ 22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7" h="498">
                  <a:moveTo>
                    <a:pt x="137" y="101"/>
                  </a:moveTo>
                  <a:cubicBezTo>
                    <a:pt x="137" y="101"/>
                    <a:pt x="137" y="101"/>
                    <a:pt x="137" y="101"/>
                  </a:cubicBezTo>
                  <a:cubicBezTo>
                    <a:pt x="99" y="97"/>
                    <a:pt x="99" y="97"/>
                    <a:pt x="99" y="97"/>
                  </a:cubicBezTo>
                  <a:cubicBezTo>
                    <a:pt x="99" y="97"/>
                    <a:pt x="99" y="97"/>
                    <a:pt x="99" y="97"/>
                  </a:cubicBezTo>
                  <a:cubicBezTo>
                    <a:pt x="95" y="97"/>
                    <a:pt x="95" y="97"/>
                    <a:pt x="95" y="97"/>
                  </a:cubicBezTo>
                  <a:cubicBezTo>
                    <a:pt x="95" y="93"/>
                    <a:pt x="95" y="93"/>
                    <a:pt x="95" y="93"/>
                  </a:cubicBezTo>
                  <a:cubicBezTo>
                    <a:pt x="100" y="93"/>
                    <a:pt x="105" y="93"/>
                    <a:pt x="112" y="92"/>
                  </a:cubicBezTo>
                  <a:cubicBezTo>
                    <a:pt x="123" y="90"/>
                    <a:pt x="124" y="83"/>
                    <a:pt x="125" y="79"/>
                  </a:cubicBezTo>
                  <a:cubicBezTo>
                    <a:pt x="125" y="75"/>
                    <a:pt x="122" y="68"/>
                    <a:pt x="121" y="73"/>
                  </a:cubicBezTo>
                  <a:cubicBezTo>
                    <a:pt x="119" y="79"/>
                    <a:pt x="114" y="77"/>
                    <a:pt x="113" y="73"/>
                  </a:cubicBezTo>
                  <a:cubicBezTo>
                    <a:pt x="112" y="71"/>
                    <a:pt x="114" y="66"/>
                    <a:pt x="116" y="62"/>
                  </a:cubicBezTo>
                  <a:cubicBezTo>
                    <a:pt x="117" y="60"/>
                    <a:pt x="117" y="59"/>
                    <a:pt x="118" y="58"/>
                  </a:cubicBezTo>
                  <a:cubicBezTo>
                    <a:pt x="118" y="57"/>
                    <a:pt x="118" y="57"/>
                    <a:pt x="118" y="57"/>
                  </a:cubicBezTo>
                  <a:cubicBezTo>
                    <a:pt x="118" y="57"/>
                    <a:pt x="118" y="57"/>
                    <a:pt x="118" y="57"/>
                  </a:cubicBezTo>
                  <a:cubicBezTo>
                    <a:pt x="119" y="53"/>
                    <a:pt x="120" y="49"/>
                    <a:pt x="120" y="44"/>
                  </a:cubicBezTo>
                  <a:cubicBezTo>
                    <a:pt x="120" y="30"/>
                    <a:pt x="113" y="18"/>
                    <a:pt x="102" y="14"/>
                  </a:cubicBezTo>
                  <a:cubicBezTo>
                    <a:pt x="97" y="5"/>
                    <a:pt x="88" y="0"/>
                    <a:pt x="79" y="0"/>
                  </a:cubicBezTo>
                  <a:cubicBezTo>
                    <a:pt x="62" y="0"/>
                    <a:pt x="48" y="17"/>
                    <a:pt x="48" y="38"/>
                  </a:cubicBezTo>
                  <a:cubicBezTo>
                    <a:pt x="48" y="45"/>
                    <a:pt x="50" y="52"/>
                    <a:pt x="52" y="57"/>
                  </a:cubicBezTo>
                  <a:cubicBezTo>
                    <a:pt x="52" y="57"/>
                    <a:pt x="52" y="57"/>
                    <a:pt x="52" y="57"/>
                  </a:cubicBezTo>
                  <a:cubicBezTo>
                    <a:pt x="52" y="57"/>
                    <a:pt x="59" y="70"/>
                    <a:pt x="57" y="73"/>
                  </a:cubicBezTo>
                  <a:cubicBezTo>
                    <a:pt x="56" y="77"/>
                    <a:pt x="52" y="79"/>
                    <a:pt x="50" y="73"/>
                  </a:cubicBezTo>
                  <a:cubicBezTo>
                    <a:pt x="48" y="68"/>
                    <a:pt x="45" y="75"/>
                    <a:pt x="45" y="79"/>
                  </a:cubicBezTo>
                  <a:cubicBezTo>
                    <a:pt x="46" y="83"/>
                    <a:pt x="47" y="90"/>
                    <a:pt x="58" y="92"/>
                  </a:cubicBezTo>
                  <a:cubicBezTo>
                    <a:pt x="64" y="92"/>
                    <a:pt x="68" y="93"/>
                    <a:pt x="72" y="93"/>
                  </a:cubicBezTo>
                  <a:cubicBezTo>
                    <a:pt x="73" y="97"/>
                    <a:pt x="73" y="97"/>
                    <a:pt x="73" y="97"/>
                  </a:cubicBezTo>
                  <a:cubicBezTo>
                    <a:pt x="69" y="97"/>
                    <a:pt x="69" y="97"/>
                    <a:pt x="69" y="97"/>
                  </a:cubicBezTo>
                  <a:cubicBezTo>
                    <a:pt x="31" y="101"/>
                    <a:pt x="31" y="101"/>
                    <a:pt x="31" y="101"/>
                  </a:cubicBezTo>
                  <a:cubicBezTo>
                    <a:pt x="31" y="101"/>
                    <a:pt x="31" y="101"/>
                    <a:pt x="31" y="101"/>
                  </a:cubicBezTo>
                  <a:cubicBezTo>
                    <a:pt x="31" y="101"/>
                    <a:pt x="30" y="101"/>
                    <a:pt x="30" y="101"/>
                  </a:cubicBezTo>
                  <a:cubicBezTo>
                    <a:pt x="11" y="142"/>
                    <a:pt x="5" y="183"/>
                    <a:pt x="0" y="229"/>
                  </a:cubicBezTo>
                  <a:cubicBezTo>
                    <a:pt x="3" y="229"/>
                    <a:pt x="3" y="229"/>
                    <a:pt x="3" y="229"/>
                  </a:cubicBezTo>
                  <a:cubicBezTo>
                    <a:pt x="3" y="238"/>
                    <a:pt x="3" y="238"/>
                    <a:pt x="3" y="238"/>
                  </a:cubicBezTo>
                  <a:cubicBezTo>
                    <a:pt x="3" y="242"/>
                    <a:pt x="6" y="246"/>
                    <a:pt x="11" y="246"/>
                  </a:cubicBezTo>
                  <a:cubicBezTo>
                    <a:pt x="15" y="246"/>
                    <a:pt x="18" y="242"/>
                    <a:pt x="18" y="238"/>
                  </a:cubicBezTo>
                  <a:cubicBezTo>
                    <a:pt x="18" y="229"/>
                    <a:pt x="18" y="229"/>
                    <a:pt x="18" y="229"/>
                  </a:cubicBezTo>
                  <a:cubicBezTo>
                    <a:pt x="21" y="229"/>
                    <a:pt x="21" y="229"/>
                    <a:pt x="21" y="229"/>
                  </a:cubicBezTo>
                  <a:cubicBezTo>
                    <a:pt x="24" y="203"/>
                    <a:pt x="27" y="178"/>
                    <a:pt x="33" y="154"/>
                  </a:cubicBezTo>
                  <a:cubicBezTo>
                    <a:pt x="39" y="262"/>
                    <a:pt x="39" y="262"/>
                    <a:pt x="39" y="262"/>
                  </a:cubicBezTo>
                  <a:cubicBezTo>
                    <a:pt x="39" y="376"/>
                    <a:pt x="39" y="376"/>
                    <a:pt x="39" y="376"/>
                  </a:cubicBezTo>
                  <a:cubicBezTo>
                    <a:pt x="55" y="376"/>
                    <a:pt x="55" y="376"/>
                    <a:pt x="55" y="376"/>
                  </a:cubicBezTo>
                  <a:cubicBezTo>
                    <a:pt x="57" y="490"/>
                    <a:pt x="57" y="490"/>
                    <a:pt x="57" y="490"/>
                  </a:cubicBezTo>
                  <a:cubicBezTo>
                    <a:pt x="56" y="492"/>
                    <a:pt x="55" y="495"/>
                    <a:pt x="55" y="498"/>
                  </a:cubicBezTo>
                  <a:cubicBezTo>
                    <a:pt x="58" y="498"/>
                    <a:pt x="58" y="498"/>
                    <a:pt x="58" y="498"/>
                  </a:cubicBezTo>
                  <a:cubicBezTo>
                    <a:pt x="79" y="498"/>
                    <a:pt x="79" y="498"/>
                    <a:pt x="79" y="498"/>
                  </a:cubicBezTo>
                  <a:cubicBezTo>
                    <a:pt x="82" y="498"/>
                    <a:pt x="82" y="498"/>
                    <a:pt x="82" y="498"/>
                  </a:cubicBezTo>
                  <a:cubicBezTo>
                    <a:pt x="82" y="495"/>
                    <a:pt x="81" y="492"/>
                    <a:pt x="79" y="490"/>
                  </a:cubicBezTo>
                  <a:cubicBezTo>
                    <a:pt x="82" y="376"/>
                    <a:pt x="82" y="376"/>
                    <a:pt x="82" y="376"/>
                  </a:cubicBezTo>
                  <a:cubicBezTo>
                    <a:pt x="89" y="376"/>
                    <a:pt x="89" y="376"/>
                    <a:pt x="89" y="376"/>
                  </a:cubicBezTo>
                  <a:cubicBezTo>
                    <a:pt x="92" y="490"/>
                    <a:pt x="92" y="490"/>
                    <a:pt x="92" y="490"/>
                  </a:cubicBezTo>
                  <a:cubicBezTo>
                    <a:pt x="90" y="492"/>
                    <a:pt x="89" y="495"/>
                    <a:pt x="89" y="498"/>
                  </a:cubicBezTo>
                  <a:cubicBezTo>
                    <a:pt x="92" y="498"/>
                    <a:pt x="92" y="498"/>
                    <a:pt x="92" y="498"/>
                  </a:cubicBezTo>
                  <a:cubicBezTo>
                    <a:pt x="113" y="498"/>
                    <a:pt x="113" y="498"/>
                    <a:pt x="113" y="498"/>
                  </a:cubicBezTo>
                  <a:cubicBezTo>
                    <a:pt x="116" y="498"/>
                    <a:pt x="116" y="498"/>
                    <a:pt x="116" y="498"/>
                  </a:cubicBezTo>
                  <a:cubicBezTo>
                    <a:pt x="116" y="495"/>
                    <a:pt x="115" y="492"/>
                    <a:pt x="114" y="490"/>
                  </a:cubicBezTo>
                  <a:cubicBezTo>
                    <a:pt x="117" y="376"/>
                    <a:pt x="117" y="376"/>
                    <a:pt x="117" y="376"/>
                  </a:cubicBezTo>
                  <a:cubicBezTo>
                    <a:pt x="129" y="376"/>
                    <a:pt x="129" y="376"/>
                    <a:pt x="129" y="376"/>
                  </a:cubicBezTo>
                  <a:cubicBezTo>
                    <a:pt x="129" y="262"/>
                    <a:pt x="129" y="262"/>
                    <a:pt x="129" y="262"/>
                  </a:cubicBezTo>
                  <a:cubicBezTo>
                    <a:pt x="134" y="155"/>
                    <a:pt x="134" y="155"/>
                    <a:pt x="134" y="155"/>
                  </a:cubicBezTo>
                  <a:cubicBezTo>
                    <a:pt x="140" y="179"/>
                    <a:pt x="144" y="203"/>
                    <a:pt x="146" y="229"/>
                  </a:cubicBezTo>
                  <a:cubicBezTo>
                    <a:pt x="149" y="229"/>
                    <a:pt x="149" y="229"/>
                    <a:pt x="149" y="229"/>
                  </a:cubicBezTo>
                  <a:cubicBezTo>
                    <a:pt x="149" y="238"/>
                    <a:pt x="149" y="238"/>
                    <a:pt x="149" y="238"/>
                  </a:cubicBezTo>
                  <a:cubicBezTo>
                    <a:pt x="149" y="242"/>
                    <a:pt x="152" y="246"/>
                    <a:pt x="156" y="246"/>
                  </a:cubicBezTo>
                  <a:cubicBezTo>
                    <a:pt x="161" y="246"/>
                    <a:pt x="164" y="242"/>
                    <a:pt x="164" y="238"/>
                  </a:cubicBezTo>
                  <a:cubicBezTo>
                    <a:pt x="164" y="229"/>
                    <a:pt x="164" y="229"/>
                    <a:pt x="164" y="229"/>
                  </a:cubicBezTo>
                  <a:cubicBezTo>
                    <a:pt x="167" y="229"/>
                    <a:pt x="167" y="229"/>
                    <a:pt x="167" y="229"/>
                  </a:cubicBezTo>
                  <a:cubicBezTo>
                    <a:pt x="162" y="183"/>
                    <a:pt x="157" y="142"/>
                    <a:pt x="137" y="101"/>
                  </a:cubicBezTo>
                  <a:close/>
                </a:path>
              </a:pathLst>
            </a:custGeom>
            <a:solidFill>
              <a:srgbClr val="2E1648"/>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37" name="Freeform 296"/>
            <p:cNvSpPr>
              <a:spLocks/>
            </p:cNvSpPr>
            <p:nvPr/>
          </p:nvSpPr>
          <p:spPr bwMode="auto">
            <a:xfrm>
              <a:off x="10356114" y="4881786"/>
              <a:ext cx="908465" cy="1974061"/>
            </a:xfrm>
            <a:custGeom>
              <a:avLst/>
              <a:gdLst>
                <a:gd name="T0" fmla="*/ 183 w 233"/>
                <a:gd name="T1" fmla="*/ 95 h 506"/>
                <a:gd name="T2" fmla="*/ 182 w 233"/>
                <a:gd name="T3" fmla="*/ 95 h 506"/>
                <a:gd name="T4" fmla="*/ 182 w 233"/>
                <a:gd name="T5" fmla="*/ 95 h 506"/>
                <a:gd name="T6" fmla="*/ 132 w 233"/>
                <a:gd name="T7" fmla="*/ 91 h 506"/>
                <a:gd name="T8" fmla="*/ 132 w 233"/>
                <a:gd name="T9" fmla="*/ 91 h 506"/>
                <a:gd name="T10" fmla="*/ 132 w 233"/>
                <a:gd name="T11" fmla="*/ 91 h 506"/>
                <a:gd name="T12" fmla="*/ 132 w 233"/>
                <a:gd name="T13" fmla="*/ 91 h 506"/>
                <a:gd name="T14" fmla="*/ 132 w 233"/>
                <a:gd name="T15" fmla="*/ 83 h 506"/>
                <a:gd name="T16" fmla="*/ 143 w 233"/>
                <a:gd name="T17" fmla="*/ 70 h 506"/>
                <a:gd name="T18" fmla="*/ 143 w 233"/>
                <a:gd name="T19" fmla="*/ 59 h 506"/>
                <a:gd name="T20" fmla="*/ 148 w 233"/>
                <a:gd name="T21" fmla="*/ 54 h 506"/>
                <a:gd name="T22" fmla="*/ 148 w 233"/>
                <a:gd name="T23" fmla="*/ 44 h 506"/>
                <a:gd name="T24" fmla="*/ 145 w 233"/>
                <a:gd name="T25" fmla="*/ 40 h 506"/>
                <a:gd name="T26" fmla="*/ 151 w 233"/>
                <a:gd name="T27" fmla="*/ 26 h 506"/>
                <a:gd name="T28" fmla="*/ 132 w 233"/>
                <a:gd name="T29" fmla="*/ 7 h 506"/>
                <a:gd name="T30" fmla="*/ 131 w 233"/>
                <a:gd name="T31" fmla="*/ 7 h 506"/>
                <a:gd name="T32" fmla="*/ 110 w 233"/>
                <a:gd name="T33" fmla="*/ 0 h 506"/>
                <a:gd name="T34" fmla="*/ 81 w 233"/>
                <a:gd name="T35" fmla="*/ 25 h 506"/>
                <a:gd name="T36" fmla="*/ 87 w 233"/>
                <a:gd name="T37" fmla="*/ 39 h 506"/>
                <a:gd name="T38" fmla="*/ 83 w 233"/>
                <a:gd name="T39" fmla="*/ 44 h 506"/>
                <a:gd name="T40" fmla="*/ 83 w 233"/>
                <a:gd name="T41" fmla="*/ 54 h 506"/>
                <a:gd name="T42" fmla="*/ 88 w 233"/>
                <a:gd name="T43" fmla="*/ 59 h 506"/>
                <a:gd name="T44" fmla="*/ 88 w 233"/>
                <a:gd name="T45" fmla="*/ 70 h 506"/>
                <a:gd name="T46" fmla="*/ 99 w 233"/>
                <a:gd name="T47" fmla="*/ 83 h 506"/>
                <a:gd name="T48" fmla="*/ 99 w 233"/>
                <a:gd name="T49" fmla="*/ 91 h 506"/>
                <a:gd name="T50" fmla="*/ 49 w 233"/>
                <a:gd name="T51" fmla="*/ 95 h 506"/>
                <a:gd name="T52" fmla="*/ 49 w 233"/>
                <a:gd name="T53" fmla="*/ 97 h 506"/>
                <a:gd name="T54" fmla="*/ 0 w 233"/>
                <a:gd name="T55" fmla="*/ 276 h 506"/>
                <a:gd name="T56" fmla="*/ 3 w 233"/>
                <a:gd name="T57" fmla="*/ 276 h 506"/>
                <a:gd name="T58" fmla="*/ 3 w 233"/>
                <a:gd name="T59" fmla="*/ 289 h 506"/>
                <a:gd name="T60" fmla="*/ 14 w 233"/>
                <a:gd name="T61" fmla="*/ 299 h 506"/>
                <a:gd name="T62" fmla="*/ 25 w 233"/>
                <a:gd name="T63" fmla="*/ 289 h 506"/>
                <a:gd name="T64" fmla="*/ 25 w 233"/>
                <a:gd name="T65" fmla="*/ 276 h 506"/>
                <a:gd name="T66" fmla="*/ 28 w 233"/>
                <a:gd name="T67" fmla="*/ 276 h 506"/>
                <a:gd name="T68" fmla="*/ 49 w 233"/>
                <a:gd name="T69" fmla="*/ 176 h 506"/>
                <a:gd name="T70" fmla="*/ 49 w 233"/>
                <a:gd name="T71" fmla="*/ 318 h 506"/>
                <a:gd name="T72" fmla="*/ 67 w 233"/>
                <a:gd name="T73" fmla="*/ 318 h 506"/>
                <a:gd name="T74" fmla="*/ 73 w 233"/>
                <a:gd name="T75" fmla="*/ 489 h 506"/>
                <a:gd name="T76" fmla="*/ 79 w 233"/>
                <a:gd name="T77" fmla="*/ 489 h 506"/>
                <a:gd name="T78" fmla="*/ 70 w 233"/>
                <a:gd name="T79" fmla="*/ 506 h 506"/>
                <a:gd name="T80" fmla="*/ 111 w 233"/>
                <a:gd name="T81" fmla="*/ 506 h 506"/>
                <a:gd name="T82" fmla="*/ 102 w 233"/>
                <a:gd name="T83" fmla="*/ 489 h 506"/>
                <a:gd name="T84" fmla="*/ 108 w 233"/>
                <a:gd name="T85" fmla="*/ 489 h 506"/>
                <a:gd name="T86" fmla="*/ 115 w 233"/>
                <a:gd name="T87" fmla="*/ 318 h 506"/>
                <a:gd name="T88" fmla="*/ 117 w 233"/>
                <a:gd name="T89" fmla="*/ 318 h 506"/>
                <a:gd name="T90" fmla="*/ 123 w 233"/>
                <a:gd name="T91" fmla="*/ 489 h 506"/>
                <a:gd name="T92" fmla="*/ 129 w 233"/>
                <a:gd name="T93" fmla="*/ 489 h 506"/>
                <a:gd name="T94" fmla="*/ 120 w 233"/>
                <a:gd name="T95" fmla="*/ 506 h 506"/>
                <a:gd name="T96" fmla="*/ 161 w 233"/>
                <a:gd name="T97" fmla="*/ 506 h 506"/>
                <a:gd name="T98" fmla="*/ 153 w 233"/>
                <a:gd name="T99" fmla="*/ 489 h 506"/>
                <a:gd name="T100" fmla="*/ 158 w 233"/>
                <a:gd name="T101" fmla="*/ 489 h 506"/>
                <a:gd name="T102" fmla="*/ 165 w 233"/>
                <a:gd name="T103" fmla="*/ 318 h 506"/>
                <a:gd name="T104" fmla="*/ 182 w 233"/>
                <a:gd name="T105" fmla="*/ 318 h 506"/>
                <a:gd name="T106" fmla="*/ 182 w 233"/>
                <a:gd name="T107" fmla="*/ 173 h 506"/>
                <a:gd name="T108" fmla="*/ 204 w 233"/>
                <a:gd name="T109" fmla="*/ 276 h 506"/>
                <a:gd name="T110" fmla="*/ 208 w 233"/>
                <a:gd name="T111" fmla="*/ 276 h 506"/>
                <a:gd name="T112" fmla="*/ 208 w 233"/>
                <a:gd name="T113" fmla="*/ 289 h 506"/>
                <a:gd name="T114" fmla="*/ 218 w 233"/>
                <a:gd name="T115" fmla="*/ 299 h 506"/>
                <a:gd name="T116" fmla="*/ 229 w 233"/>
                <a:gd name="T117" fmla="*/ 289 h 506"/>
                <a:gd name="T118" fmla="*/ 229 w 233"/>
                <a:gd name="T119" fmla="*/ 276 h 506"/>
                <a:gd name="T120" fmla="*/ 233 w 233"/>
                <a:gd name="T121" fmla="*/ 276 h 506"/>
                <a:gd name="T122" fmla="*/ 183 w 233"/>
                <a:gd name="T123" fmla="*/ 9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3" h="506">
                  <a:moveTo>
                    <a:pt x="183" y="95"/>
                  </a:moveTo>
                  <a:cubicBezTo>
                    <a:pt x="182" y="95"/>
                    <a:pt x="182" y="95"/>
                    <a:pt x="182" y="95"/>
                  </a:cubicBezTo>
                  <a:cubicBezTo>
                    <a:pt x="182" y="95"/>
                    <a:pt x="182" y="95"/>
                    <a:pt x="182" y="95"/>
                  </a:cubicBezTo>
                  <a:cubicBezTo>
                    <a:pt x="132" y="91"/>
                    <a:pt x="132" y="91"/>
                    <a:pt x="132" y="91"/>
                  </a:cubicBezTo>
                  <a:cubicBezTo>
                    <a:pt x="132" y="91"/>
                    <a:pt x="132" y="91"/>
                    <a:pt x="132" y="91"/>
                  </a:cubicBezTo>
                  <a:cubicBezTo>
                    <a:pt x="132" y="91"/>
                    <a:pt x="132" y="91"/>
                    <a:pt x="132" y="91"/>
                  </a:cubicBezTo>
                  <a:cubicBezTo>
                    <a:pt x="132" y="91"/>
                    <a:pt x="132" y="91"/>
                    <a:pt x="132" y="91"/>
                  </a:cubicBezTo>
                  <a:cubicBezTo>
                    <a:pt x="132" y="83"/>
                    <a:pt x="132" y="83"/>
                    <a:pt x="132" y="83"/>
                  </a:cubicBezTo>
                  <a:cubicBezTo>
                    <a:pt x="138" y="82"/>
                    <a:pt x="143" y="76"/>
                    <a:pt x="143" y="70"/>
                  </a:cubicBezTo>
                  <a:cubicBezTo>
                    <a:pt x="143" y="59"/>
                    <a:pt x="143" y="59"/>
                    <a:pt x="143" y="59"/>
                  </a:cubicBezTo>
                  <a:cubicBezTo>
                    <a:pt x="146" y="59"/>
                    <a:pt x="148" y="57"/>
                    <a:pt x="148" y="54"/>
                  </a:cubicBezTo>
                  <a:cubicBezTo>
                    <a:pt x="148" y="44"/>
                    <a:pt x="148" y="44"/>
                    <a:pt x="148" y="44"/>
                  </a:cubicBezTo>
                  <a:cubicBezTo>
                    <a:pt x="148" y="42"/>
                    <a:pt x="146" y="40"/>
                    <a:pt x="145" y="40"/>
                  </a:cubicBezTo>
                  <a:cubicBezTo>
                    <a:pt x="148" y="36"/>
                    <a:pt x="151" y="31"/>
                    <a:pt x="151" y="26"/>
                  </a:cubicBezTo>
                  <a:cubicBezTo>
                    <a:pt x="151" y="16"/>
                    <a:pt x="142" y="7"/>
                    <a:pt x="132" y="7"/>
                  </a:cubicBezTo>
                  <a:cubicBezTo>
                    <a:pt x="131" y="7"/>
                    <a:pt x="131" y="7"/>
                    <a:pt x="131" y="7"/>
                  </a:cubicBezTo>
                  <a:cubicBezTo>
                    <a:pt x="126" y="3"/>
                    <a:pt x="118" y="0"/>
                    <a:pt x="110" y="0"/>
                  </a:cubicBezTo>
                  <a:cubicBezTo>
                    <a:pt x="94" y="0"/>
                    <a:pt x="81" y="11"/>
                    <a:pt x="81" y="25"/>
                  </a:cubicBezTo>
                  <a:cubicBezTo>
                    <a:pt x="81" y="30"/>
                    <a:pt x="83" y="35"/>
                    <a:pt x="87" y="39"/>
                  </a:cubicBezTo>
                  <a:cubicBezTo>
                    <a:pt x="85" y="40"/>
                    <a:pt x="83" y="42"/>
                    <a:pt x="83" y="44"/>
                  </a:cubicBezTo>
                  <a:cubicBezTo>
                    <a:pt x="83" y="54"/>
                    <a:pt x="83" y="54"/>
                    <a:pt x="83" y="54"/>
                  </a:cubicBezTo>
                  <a:cubicBezTo>
                    <a:pt x="83" y="57"/>
                    <a:pt x="85" y="59"/>
                    <a:pt x="88" y="59"/>
                  </a:cubicBezTo>
                  <a:cubicBezTo>
                    <a:pt x="88" y="70"/>
                    <a:pt x="88" y="70"/>
                    <a:pt x="88" y="70"/>
                  </a:cubicBezTo>
                  <a:cubicBezTo>
                    <a:pt x="88" y="77"/>
                    <a:pt x="93" y="82"/>
                    <a:pt x="99" y="83"/>
                  </a:cubicBezTo>
                  <a:cubicBezTo>
                    <a:pt x="99" y="91"/>
                    <a:pt x="99" y="91"/>
                    <a:pt x="99" y="91"/>
                  </a:cubicBezTo>
                  <a:cubicBezTo>
                    <a:pt x="49" y="95"/>
                    <a:pt x="49" y="95"/>
                    <a:pt x="49" y="95"/>
                  </a:cubicBezTo>
                  <a:cubicBezTo>
                    <a:pt x="49" y="97"/>
                    <a:pt x="49" y="97"/>
                    <a:pt x="49" y="97"/>
                  </a:cubicBezTo>
                  <a:cubicBezTo>
                    <a:pt x="23" y="155"/>
                    <a:pt x="6" y="213"/>
                    <a:pt x="0" y="276"/>
                  </a:cubicBezTo>
                  <a:cubicBezTo>
                    <a:pt x="3" y="276"/>
                    <a:pt x="3" y="276"/>
                    <a:pt x="3" y="276"/>
                  </a:cubicBezTo>
                  <a:cubicBezTo>
                    <a:pt x="3" y="289"/>
                    <a:pt x="3" y="289"/>
                    <a:pt x="3" y="289"/>
                  </a:cubicBezTo>
                  <a:cubicBezTo>
                    <a:pt x="3" y="295"/>
                    <a:pt x="8" y="299"/>
                    <a:pt x="14" y="299"/>
                  </a:cubicBezTo>
                  <a:cubicBezTo>
                    <a:pt x="20" y="299"/>
                    <a:pt x="25" y="295"/>
                    <a:pt x="25" y="289"/>
                  </a:cubicBezTo>
                  <a:cubicBezTo>
                    <a:pt x="25" y="276"/>
                    <a:pt x="25" y="276"/>
                    <a:pt x="25" y="276"/>
                  </a:cubicBezTo>
                  <a:cubicBezTo>
                    <a:pt x="28" y="276"/>
                    <a:pt x="28" y="276"/>
                    <a:pt x="28" y="276"/>
                  </a:cubicBezTo>
                  <a:cubicBezTo>
                    <a:pt x="32" y="241"/>
                    <a:pt x="39" y="208"/>
                    <a:pt x="49" y="176"/>
                  </a:cubicBezTo>
                  <a:cubicBezTo>
                    <a:pt x="49" y="318"/>
                    <a:pt x="49" y="318"/>
                    <a:pt x="49" y="318"/>
                  </a:cubicBezTo>
                  <a:cubicBezTo>
                    <a:pt x="67" y="318"/>
                    <a:pt x="67" y="318"/>
                    <a:pt x="67" y="318"/>
                  </a:cubicBezTo>
                  <a:cubicBezTo>
                    <a:pt x="73" y="489"/>
                    <a:pt x="73" y="489"/>
                    <a:pt x="73" y="489"/>
                  </a:cubicBezTo>
                  <a:cubicBezTo>
                    <a:pt x="79" y="489"/>
                    <a:pt x="79" y="489"/>
                    <a:pt x="79" y="489"/>
                  </a:cubicBezTo>
                  <a:cubicBezTo>
                    <a:pt x="74" y="493"/>
                    <a:pt x="70" y="499"/>
                    <a:pt x="70" y="506"/>
                  </a:cubicBezTo>
                  <a:cubicBezTo>
                    <a:pt x="111" y="506"/>
                    <a:pt x="111" y="506"/>
                    <a:pt x="111" y="506"/>
                  </a:cubicBezTo>
                  <a:cubicBezTo>
                    <a:pt x="111" y="499"/>
                    <a:pt x="108" y="493"/>
                    <a:pt x="102" y="489"/>
                  </a:cubicBezTo>
                  <a:cubicBezTo>
                    <a:pt x="108" y="489"/>
                    <a:pt x="108" y="489"/>
                    <a:pt x="108" y="489"/>
                  </a:cubicBezTo>
                  <a:cubicBezTo>
                    <a:pt x="115" y="318"/>
                    <a:pt x="115" y="318"/>
                    <a:pt x="115" y="318"/>
                  </a:cubicBezTo>
                  <a:cubicBezTo>
                    <a:pt x="117" y="318"/>
                    <a:pt x="117" y="318"/>
                    <a:pt x="117" y="318"/>
                  </a:cubicBezTo>
                  <a:cubicBezTo>
                    <a:pt x="123" y="489"/>
                    <a:pt x="123" y="489"/>
                    <a:pt x="123" y="489"/>
                  </a:cubicBezTo>
                  <a:cubicBezTo>
                    <a:pt x="129" y="489"/>
                    <a:pt x="129" y="489"/>
                    <a:pt x="129" y="489"/>
                  </a:cubicBezTo>
                  <a:cubicBezTo>
                    <a:pt x="124" y="493"/>
                    <a:pt x="120" y="499"/>
                    <a:pt x="120" y="506"/>
                  </a:cubicBezTo>
                  <a:cubicBezTo>
                    <a:pt x="161" y="506"/>
                    <a:pt x="161" y="506"/>
                    <a:pt x="161" y="506"/>
                  </a:cubicBezTo>
                  <a:cubicBezTo>
                    <a:pt x="161" y="499"/>
                    <a:pt x="158" y="493"/>
                    <a:pt x="153" y="489"/>
                  </a:cubicBezTo>
                  <a:cubicBezTo>
                    <a:pt x="158" y="489"/>
                    <a:pt x="158" y="489"/>
                    <a:pt x="158" y="489"/>
                  </a:cubicBezTo>
                  <a:cubicBezTo>
                    <a:pt x="165" y="318"/>
                    <a:pt x="165" y="318"/>
                    <a:pt x="165" y="318"/>
                  </a:cubicBezTo>
                  <a:cubicBezTo>
                    <a:pt x="182" y="318"/>
                    <a:pt x="182" y="318"/>
                    <a:pt x="182" y="318"/>
                  </a:cubicBezTo>
                  <a:cubicBezTo>
                    <a:pt x="182" y="173"/>
                    <a:pt x="182" y="173"/>
                    <a:pt x="182" y="173"/>
                  </a:cubicBezTo>
                  <a:cubicBezTo>
                    <a:pt x="193" y="206"/>
                    <a:pt x="200" y="240"/>
                    <a:pt x="204" y="276"/>
                  </a:cubicBezTo>
                  <a:cubicBezTo>
                    <a:pt x="208" y="276"/>
                    <a:pt x="208" y="276"/>
                    <a:pt x="208" y="276"/>
                  </a:cubicBezTo>
                  <a:cubicBezTo>
                    <a:pt x="208" y="289"/>
                    <a:pt x="208" y="289"/>
                    <a:pt x="208" y="289"/>
                  </a:cubicBezTo>
                  <a:cubicBezTo>
                    <a:pt x="208" y="295"/>
                    <a:pt x="212" y="299"/>
                    <a:pt x="218" y="299"/>
                  </a:cubicBezTo>
                  <a:cubicBezTo>
                    <a:pt x="224" y="299"/>
                    <a:pt x="229" y="295"/>
                    <a:pt x="229" y="289"/>
                  </a:cubicBezTo>
                  <a:cubicBezTo>
                    <a:pt x="229" y="276"/>
                    <a:pt x="229" y="276"/>
                    <a:pt x="229" y="276"/>
                  </a:cubicBezTo>
                  <a:cubicBezTo>
                    <a:pt x="233" y="276"/>
                    <a:pt x="233" y="276"/>
                    <a:pt x="233" y="276"/>
                  </a:cubicBezTo>
                  <a:cubicBezTo>
                    <a:pt x="227" y="212"/>
                    <a:pt x="210" y="153"/>
                    <a:pt x="183" y="95"/>
                  </a:cubicBezTo>
                  <a:close/>
                </a:path>
              </a:pathLst>
            </a:custGeom>
            <a:solidFill>
              <a:srgbClr val="2E1648"/>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38" name="Freeform 331"/>
            <p:cNvSpPr>
              <a:spLocks/>
            </p:cNvSpPr>
            <p:nvPr/>
          </p:nvSpPr>
          <p:spPr bwMode="auto">
            <a:xfrm>
              <a:off x="9333264" y="5826743"/>
              <a:ext cx="225610" cy="1007445"/>
            </a:xfrm>
            <a:custGeom>
              <a:avLst/>
              <a:gdLst>
                <a:gd name="T0" fmla="*/ 90 w 108"/>
                <a:gd name="T1" fmla="*/ 497 h 497"/>
                <a:gd name="T2" fmla="*/ 13 w 108"/>
                <a:gd name="T3" fmla="*/ 497 h 497"/>
                <a:gd name="T4" fmla="*/ 0 w 108"/>
                <a:gd name="T5" fmla="*/ 0 h 497"/>
                <a:gd name="T6" fmla="*/ 108 w 108"/>
                <a:gd name="T7" fmla="*/ 0 h 497"/>
                <a:gd name="T8" fmla="*/ 90 w 108"/>
                <a:gd name="T9" fmla="*/ 497 h 497"/>
              </a:gdLst>
              <a:ahLst/>
              <a:cxnLst>
                <a:cxn ang="0">
                  <a:pos x="T0" y="T1"/>
                </a:cxn>
                <a:cxn ang="0">
                  <a:pos x="T2" y="T3"/>
                </a:cxn>
                <a:cxn ang="0">
                  <a:pos x="T4" y="T5"/>
                </a:cxn>
                <a:cxn ang="0">
                  <a:pos x="T6" y="T7"/>
                </a:cxn>
                <a:cxn ang="0">
                  <a:pos x="T8" y="T9"/>
                </a:cxn>
              </a:cxnLst>
              <a:rect l="0" t="0" r="r" b="b"/>
              <a:pathLst>
                <a:path w="108" h="497">
                  <a:moveTo>
                    <a:pt x="90" y="497"/>
                  </a:moveTo>
                  <a:lnTo>
                    <a:pt x="13" y="497"/>
                  </a:lnTo>
                  <a:lnTo>
                    <a:pt x="0" y="0"/>
                  </a:lnTo>
                  <a:lnTo>
                    <a:pt x="108" y="0"/>
                  </a:lnTo>
                  <a:lnTo>
                    <a:pt x="90" y="497"/>
                  </a:lnTo>
                  <a:close/>
                </a:path>
              </a:pathLst>
            </a:custGeom>
            <a:solidFill>
              <a:srgbClr val="FF8C00">
                <a:lumMod val="50000"/>
              </a:srgbClr>
            </a:solidFill>
            <a:ln>
              <a:noFill/>
            </a:ln>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39" name="Freeform 332"/>
            <p:cNvSpPr>
              <a:spLocks/>
            </p:cNvSpPr>
            <p:nvPr/>
          </p:nvSpPr>
          <p:spPr bwMode="auto">
            <a:xfrm>
              <a:off x="9524488" y="5832664"/>
              <a:ext cx="210494" cy="968372"/>
            </a:xfrm>
            <a:custGeom>
              <a:avLst/>
              <a:gdLst>
                <a:gd name="T0" fmla="*/ 97 w 110"/>
                <a:gd name="T1" fmla="*/ 497 h 497"/>
                <a:gd name="T2" fmla="*/ 20 w 110"/>
                <a:gd name="T3" fmla="*/ 497 h 497"/>
                <a:gd name="T4" fmla="*/ 0 w 110"/>
                <a:gd name="T5" fmla="*/ 0 h 497"/>
                <a:gd name="T6" fmla="*/ 110 w 110"/>
                <a:gd name="T7" fmla="*/ 0 h 497"/>
                <a:gd name="T8" fmla="*/ 97 w 110"/>
                <a:gd name="T9" fmla="*/ 497 h 497"/>
              </a:gdLst>
              <a:ahLst/>
              <a:cxnLst>
                <a:cxn ang="0">
                  <a:pos x="T0" y="T1"/>
                </a:cxn>
                <a:cxn ang="0">
                  <a:pos x="T2" y="T3"/>
                </a:cxn>
                <a:cxn ang="0">
                  <a:pos x="T4" y="T5"/>
                </a:cxn>
                <a:cxn ang="0">
                  <a:pos x="T6" y="T7"/>
                </a:cxn>
                <a:cxn ang="0">
                  <a:pos x="T8" y="T9"/>
                </a:cxn>
              </a:cxnLst>
              <a:rect l="0" t="0" r="r" b="b"/>
              <a:pathLst>
                <a:path w="110" h="497">
                  <a:moveTo>
                    <a:pt x="97" y="497"/>
                  </a:moveTo>
                  <a:lnTo>
                    <a:pt x="20" y="497"/>
                  </a:lnTo>
                  <a:lnTo>
                    <a:pt x="0" y="0"/>
                  </a:lnTo>
                  <a:lnTo>
                    <a:pt x="110" y="0"/>
                  </a:lnTo>
                  <a:lnTo>
                    <a:pt x="97" y="497"/>
                  </a:lnTo>
                  <a:close/>
                </a:path>
              </a:pathLst>
            </a:custGeom>
            <a:solidFill>
              <a:srgbClr val="FF8C00">
                <a:lumMod val="50000"/>
              </a:srgbClr>
            </a:solidFill>
            <a:ln>
              <a:noFill/>
            </a:ln>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40" name="Freeform 389"/>
            <p:cNvSpPr>
              <a:spLocks/>
            </p:cNvSpPr>
            <p:nvPr/>
          </p:nvSpPr>
          <p:spPr bwMode="auto">
            <a:xfrm flipH="1">
              <a:off x="7686612" y="4806599"/>
              <a:ext cx="909069" cy="2052130"/>
            </a:xfrm>
            <a:custGeom>
              <a:avLst/>
              <a:gdLst>
                <a:gd name="T0" fmla="*/ 189 w 241"/>
                <a:gd name="T1" fmla="*/ 99 h 545"/>
                <a:gd name="T2" fmla="*/ 189 w 241"/>
                <a:gd name="T3" fmla="*/ 99 h 545"/>
                <a:gd name="T4" fmla="*/ 189 w 241"/>
                <a:gd name="T5" fmla="*/ 99 h 545"/>
                <a:gd name="T6" fmla="*/ 137 w 241"/>
                <a:gd name="T7" fmla="*/ 94 h 545"/>
                <a:gd name="T8" fmla="*/ 137 w 241"/>
                <a:gd name="T9" fmla="*/ 86 h 545"/>
                <a:gd name="T10" fmla="*/ 148 w 241"/>
                <a:gd name="T11" fmla="*/ 73 h 545"/>
                <a:gd name="T12" fmla="*/ 148 w 241"/>
                <a:gd name="T13" fmla="*/ 61 h 545"/>
                <a:gd name="T14" fmla="*/ 153 w 241"/>
                <a:gd name="T15" fmla="*/ 56 h 545"/>
                <a:gd name="T16" fmla="*/ 153 w 241"/>
                <a:gd name="T17" fmla="*/ 46 h 545"/>
                <a:gd name="T18" fmla="*/ 150 w 241"/>
                <a:gd name="T19" fmla="*/ 41 h 545"/>
                <a:gd name="T20" fmla="*/ 156 w 241"/>
                <a:gd name="T21" fmla="*/ 27 h 545"/>
                <a:gd name="T22" fmla="*/ 136 w 241"/>
                <a:gd name="T23" fmla="*/ 7 h 545"/>
                <a:gd name="T24" fmla="*/ 136 w 241"/>
                <a:gd name="T25" fmla="*/ 7 h 545"/>
                <a:gd name="T26" fmla="*/ 114 w 241"/>
                <a:gd name="T27" fmla="*/ 0 h 545"/>
                <a:gd name="T28" fmla="*/ 84 w 241"/>
                <a:gd name="T29" fmla="*/ 25 h 545"/>
                <a:gd name="T30" fmla="*/ 90 w 241"/>
                <a:gd name="T31" fmla="*/ 41 h 545"/>
                <a:gd name="T32" fmla="*/ 86 w 241"/>
                <a:gd name="T33" fmla="*/ 46 h 545"/>
                <a:gd name="T34" fmla="*/ 86 w 241"/>
                <a:gd name="T35" fmla="*/ 56 h 545"/>
                <a:gd name="T36" fmla="*/ 91 w 241"/>
                <a:gd name="T37" fmla="*/ 61 h 545"/>
                <a:gd name="T38" fmla="*/ 91 w 241"/>
                <a:gd name="T39" fmla="*/ 73 h 545"/>
                <a:gd name="T40" fmla="*/ 103 w 241"/>
                <a:gd name="T41" fmla="*/ 86 h 545"/>
                <a:gd name="T42" fmla="*/ 103 w 241"/>
                <a:gd name="T43" fmla="*/ 94 h 545"/>
                <a:gd name="T44" fmla="*/ 51 w 241"/>
                <a:gd name="T45" fmla="*/ 99 h 545"/>
                <a:gd name="T46" fmla="*/ 51 w 241"/>
                <a:gd name="T47" fmla="*/ 100 h 545"/>
                <a:gd name="T48" fmla="*/ 0 w 241"/>
                <a:gd name="T49" fmla="*/ 286 h 545"/>
                <a:gd name="T50" fmla="*/ 4 w 241"/>
                <a:gd name="T51" fmla="*/ 286 h 545"/>
                <a:gd name="T52" fmla="*/ 4 w 241"/>
                <a:gd name="T53" fmla="*/ 299 h 545"/>
                <a:gd name="T54" fmla="*/ 15 w 241"/>
                <a:gd name="T55" fmla="*/ 310 h 545"/>
                <a:gd name="T56" fmla="*/ 26 w 241"/>
                <a:gd name="T57" fmla="*/ 299 h 545"/>
                <a:gd name="T58" fmla="*/ 26 w 241"/>
                <a:gd name="T59" fmla="*/ 286 h 545"/>
                <a:gd name="T60" fmla="*/ 29 w 241"/>
                <a:gd name="T61" fmla="*/ 286 h 545"/>
                <a:gd name="T62" fmla="*/ 51 w 241"/>
                <a:gd name="T63" fmla="*/ 182 h 545"/>
                <a:gd name="T64" fmla="*/ 51 w 241"/>
                <a:gd name="T65" fmla="*/ 330 h 545"/>
                <a:gd name="T66" fmla="*/ 69 w 241"/>
                <a:gd name="T67" fmla="*/ 330 h 545"/>
                <a:gd name="T68" fmla="*/ 76 w 241"/>
                <a:gd name="T69" fmla="*/ 528 h 545"/>
                <a:gd name="T70" fmla="*/ 82 w 241"/>
                <a:gd name="T71" fmla="*/ 528 h 545"/>
                <a:gd name="T72" fmla="*/ 73 w 241"/>
                <a:gd name="T73" fmla="*/ 545 h 545"/>
                <a:gd name="T74" fmla="*/ 115 w 241"/>
                <a:gd name="T75" fmla="*/ 545 h 545"/>
                <a:gd name="T76" fmla="*/ 106 w 241"/>
                <a:gd name="T77" fmla="*/ 528 h 545"/>
                <a:gd name="T78" fmla="*/ 112 w 241"/>
                <a:gd name="T79" fmla="*/ 528 h 545"/>
                <a:gd name="T80" fmla="*/ 119 w 241"/>
                <a:gd name="T81" fmla="*/ 330 h 545"/>
                <a:gd name="T82" fmla="*/ 121 w 241"/>
                <a:gd name="T83" fmla="*/ 330 h 545"/>
                <a:gd name="T84" fmla="*/ 128 w 241"/>
                <a:gd name="T85" fmla="*/ 528 h 545"/>
                <a:gd name="T86" fmla="*/ 134 w 241"/>
                <a:gd name="T87" fmla="*/ 528 h 545"/>
                <a:gd name="T88" fmla="*/ 125 w 241"/>
                <a:gd name="T89" fmla="*/ 545 h 545"/>
                <a:gd name="T90" fmla="*/ 167 w 241"/>
                <a:gd name="T91" fmla="*/ 545 h 545"/>
                <a:gd name="T92" fmla="*/ 158 w 241"/>
                <a:gd name="T93" fmla="*/ 528 h 545"/>
                <a:gd name="T94" fmla="*/ 164 w 241"/>
                <a:gd name="T95" fmla="*/ 528 h 545"/>
                <a:gd name="T96" fmla="*/ 171 w 241"/>
                <a:gd name="T97" fmla="*/ 330 h 545"/>
                <a:gd name="T98" fmla="*/ 189 w 241"/>
                <a:gd name="T99" fmla="*/ 330 h 545"/>
                <a:gd name="T100" fmla="*/ 189 w 241"/>
                <a:gd name="T101" fmla="*/ 179 h 545"/>
                <a:gd name="T102" fmla="*/ 212 w 241"/>
                <a:gd name="T103" fmla="*/ 286 h 545"/>
                <a:gd name="T104" fmla="*/ 215 w 241"/>
                <a:gd name="T105" fmla="*/ 286 h 545"/>
                <a:gd name="T106" fmla="*/ 215 w 241"/>
                <a:gd name="T107" fmla="*/ 299 h 545"/>
                <a:gd name="T108" fmla="*/ 226 w 241"/>
                <a:gd name="T109" fmla="*/ 310 h 545"/>
                <a:gd name="T110" fmla="*/ 237 w 241"/>
                <a:gd name="T111" fmla="*/ 299 h 545"/>
                <a:gd name="T112" fmla="*/ 237 w 241"/>
                <a:gd name="T113" fmla="*/ 286 h 545"/>
                <a:gd name="T114" fmla="*/ 241 w 241"/>
                <a:gd name="T115" fmla="*/ 286 h 545"/>
                <a:gd name="T116" fmla="*/ 189 w 241"/>
                <a:gd name="T117" fmla="*/ 99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1" h="545">
                  <a:moveTo>
                    <a:pt x="189" y="99"/>
                  </a:moveTo>
                  <a:cubicBezTo>
                    <a:pt x="189" y="99"/>
                    <a:pt x="189" y="99"/>
                    <a:pt x="189" y="99"/>
                  </a:cubicBezTo>
                  <a:cubicBezTo>
                    <a:pt x="189" y="99"/>
                    <a:pt x="189" y="99"/>
                    <a:pt x="189" y="99"/>
                  </a:cubicBezTo>
                  <a:cubicBezTo>
                    <a:pt x="137" y="94"/>
                    <a:pt x="137" y="94"/>
                    <a:pt x="137" y="94"/>
                  </a:cubicBezTo>
                  <a:cubicBezTo>
                    <a:pt x="137" y="86"/>
                    <a:pt x="137" y="86"/>
                    <a:pt x="137" y="86"/>
                  </a:cubicBezTo>
                  <a:cubicBezTo>
                    <a:pt x="143" y="85"/>
                    <a:pt x="148" y="79"/>
                    <a:pt x="148" y="73"/>
                  </a:cubicBezTo>
                  <a:cubicBezTo>
                    <a:pt x="148" y="61"/>
                    <a:pt x="148" y="61"/>
                    <a:pt x="148" y="61"/>
                  </a:cubicBezTo>
                  <a:cubicBezTo>
                    <a:pt x="151" y="61"/>
                    <a:pt x="153" y="59"/>
                    <a:pt x="153" y="56"/>
                  </a:cubicBezTo>
                  <a:cubicBezTo>
                    <a:pt x="153" y="46"/>
                    <a:pt x="153" y="46"/>
                    <a:pt x="153" y="46"/>
                  </a:cubicBezTo>
                  <a:cubicBezTo>
                    <a:pt x="153" y="44"/>
                    <a:pt x="152" y="42"/>
                    <a:pt x="150" y="41"/>
                  </a:cubicBezTo>
                  <a:cubicBezTo>
                    <a:pt x="154" y="38"/>
                    <a:pt x="156" y="33"/>
                    <a:pt x="156" y="27"/>
                  </a:cubicBezTo>
                  <a:cubicBezTo>
                    <a:pt x="156" y="16"/>
                    <a:pt x="147" y="7"/>
                    <a:pt x="136" y="7"/>
                  </a:cubicBezTo>
                  <a:cubicBezTo>
                    <a:pt x="136" y="7"/>
                    <a:pt x="136" y="7"/>
                    <a:pt x="136" y="7"/>
                  </a:cubicBezTo>
                  <a:cubicBezTo>
                    <a:pt x="130" y="3"/>
                    <a:pt x="123" y="0"/>
                    <a:pt x="114" y="0"/>
                  </a:cubicBezTo>
                  <a:cubicBezTo>
                    <a:pt x="97" y="0"/>
                    <a:pt x="84" y="11"/>
                    <a:pt x="84" y="25"/>
                  </a:cubicBezTo>
                  <a:cubicBezTo>
                    <a:pt x="84" y="31"/>
                    <a:pt x="86" y="37"/>
                    <a:pt x="90" y="41"/>
                  </a:cubicBezTo>
                  <a:cubicBezTo>
                    <a:pt x="88" y="41"/>
                    <a:pt x="86" y="43"/>
                    <a:pt x="86" y="46"/>
                  </a:cubicBezTo>
                  <a:cubicBezTo>
                    <a:pt x="86" y="56"/>
                    <a:pt x="86" y="56"/>
                    <a:pt x="86" y="56"/>
                  </a:cubicBezTo>
                  <a:cubicBezTo>
                    <a:pt x="86" y="59"/>
                    <a:pt x="88" y="61"/>
                    <a:pt x="91" y="61"/>
                  </a:cubicBezTo>
                  <a:cubicBezTo>
                    <a:pt x="91" y="73"/>
                    <a:pt x="91" y="73"/>
                    <a:pt x="91" y="73"/>
                  </a:cubicBezTo>
                  <a:cubicBezTo>
                    <a:pt x="91" y="80"/>
                    <a:pt x="96" y="86"/>
                    <a:pt x="103" y="86"/>
                  </a:cubicBezTo>
                  <a:cubicBezTo>
                    <a:pt x="103" y="94"/>
                    <a:pt x="103" y="94"/>
                    <a:pt x="103" y="94"/>
                  </a:cubicBezTo>
                  <a:cubicBezTo>
                    <a:pt x="51" y="99"/>
                    <a:pt x="51" y="99"/>
                    <a:pt x="51" y="99"/>
                  </a:cubicBezTo>
                  <a:cubicBezTo>
                    <a:pt x="51" y="100"/>
                    <a:pt x="51" y="100"/>
                    <a:pt x="51" y="100"/>
                  </a:cubicBezTo>
                  <a:cubicBezTo>
                    <a:pt x="23" y="160"/>
                    <a:pt x="6" y="220"/>
                    <a:pt x="0" y="286"/>
                  </a:cubicBezTo>
                  <a:cubicBezTo>
                    <a:pt x="4" y="286"/>
                    <a:pt x="4" y="286"/>
                    <a:pt x="4" y="286"/>
                  </a:cubicBezTo>
                  <a:cubicBezTo>
                    <a:pt x="4" y="299"/>
                    <a:pt x="4" y="299"/>
                    <a:pt x="4" y="299"/>
                  </a:cubicBezTo>
                  <a:cubicBezTo>
                    <a:pt x="4" y="305"/>
                    <a:pt x="9" y="310"/>
                    <a:pt x="15" y="310"/>
                  </a:cubicBezTo>
                  <a:cubicBezTo>
                    <a:pt x="21" y="310"/>
                    <a:pt x="26" y="305"/>
                    <a:pt x="26" y="299"/>
                  </a:cubicBezTo>
                  <a:cubicBezTo>
                    <a:pt x="26" y="286"/>
                    <a:pt x="26" y="286"/>
                    <a:pt x="26" y="286"/>
                  </a:cubicBezTo>
                  <a:cubicBezTo>
                    <a:pt x="29" y="286"/>
                    <a:pt x="29" y="286"/>
                    <a:pt x="29" y="286"/>
                  </a:cubicBezTo>
                  <a:cubicBezTo>
                    <a:pt x="33" y="250"/>
                    <a:pt x="41" y="216"/>
                    <a:pt x="51" y="182"/>
                  </a:cubicBezTo>
                  <a:cubicBezTo>
                    <a:pt x="51" y="330"/>
                    <a:pt x="51" y="330"/>
                    <a:pt x="51" y="330"/>
                  </a:cubicBezTo>
                  <a:cubicBezTo>
                    <a:pt x="69" y="330"/>
                    <a:pt x="69" y="330"/>
                    <a:pt x="69" y="330"/>
                  </a:cubicBezTo>
                  <a:cubicBezTo>
                    <a:pt x="76" y="528"/>
                    <a:pt x="76" y="528"/>
                    <a:pt x="76" y="528"/>
                  </a:cubicBezTo>
                  <a:cubicBezTo>
                    <a:pt x="82" y="528"/>
                    <a:pt x="82" y="528"/>
                    <a:pt x="82" y="528"/>
                  </a:cubicBezTo>
                  <a:cubicBezTo>
                    <a:pt x="76" y="531"/>
                    <a:pt x="73" y="538"/>
                    <a:pt x="73" y="545"/>
                  </a:cubicBezTo>
                  <a:cubicBezTo>
                    <a:pt x="115" y="545"/>
                    <a:pt x="115" y="545"/>
                    <a:pt x="115" y="545"/>
                  </a:cubicBezTo>
                  <a:cubicBezTo>
                    <a:pt x="115" y="538"/>
                    <a:pt x="112" y="531"/>
                    <a:pt x="106" y="528"/>
                  </a:cubicBezTo>
                  <a:cubicBezTo>
                    <a:pt x="112" y="528"/>
                    <a:pt x="112" y="528"/>
                    <a:pt x="112" y="528"/>
                  </a:cubicBezTo>
                  <a:cubicBezTo>
                    <a:pt x="119" y="330"/>
                    <a:pt x="119" y="330"/>
                    <a:pt x="119" y="330"/>
                  </a:cubicBezTo>
                  <a:cubicBezTo>
                    <a:pt x="121" y="330"/>
                    <a:pt x="121" y="330"/>
                    <a:pt x="121" y="330"/>
                  </a:cubicBezTo>
                  <a:cubicBezTo>
                    <a:pt x="128" y="528"/>
                    <a:pt x="128" y="528"/>
                    <a:pt x="128" y="528"/>
                  </a:cubicBezTo>
                  <a:cubicBezTo>
                    <a:pt x="134" y="528"/>
                    <a:pt x="134" y="528"/>
                    <a:pt x="134" y="528"/>
                  </a:cubicBezTo>
                  <a:cubicBezTo>
                    <a:pt x="128" y="531"/>
                    <a:pt x="125" y="538"/>
                    <a:pt x="125" y="545"/>
                  </a:cubicBezTo>
                  <a:cubicBezTo>
                    <a:pt x="167" y="545"/>
                    <a:pt x="167" y="545"/>
                    <a:pt x="167" y="545"/>
                  </a:cubicBezTo>
                  <a:cubicBezTo>
                    <a:pt x="167" y="538"/>
                    <a:pt x="164" y="531"/>
                    <a:pt x="158" y="528"/>
                  </a:cubicBezTo>
                  <a:cubicBezTo>
                    <a:pt x="164" y="528"/>
                    <a:pt x="164" y="528"/>
                    <a:pt x="164" y="528"/>
                  </a:cubicBezTo>
                  <a:cubicBezTo>
                    <a:pt x="171" y="330"/>
                    <a:pt x="171" y="330"/>
                    <a:pt x="171" y="330"/>
                  </a:cubicBezTo>
                  <a:cubicBezTo>
                    <a:pt x="189" y="330"/>
                    <a:pt x="189" y="330"/>
                    <a:pt x="189" y="330"/>
                  </a:cubicBezTo>
                  <a:cubicBezTo>
                    <a:pt x="189" y="179"/>
                    <a:pt x="189" y="179"/>
                    <a:pt x="189" y="179"/>
                  </a:cubicBezTo>
                  <a:cubicBezTo>
                    <a:pt x="200" y="214"/>
                    <a:pt x="208" y="249"/>
                    <a:pt x="212" y="286"/>
                  </a:cubicBezTo>
                  <a:cubicBezTo>
                    <a:pt x="215" y="286"/>
                    <a:pt x="215" y="286"/>
                    <a:pt x="215" y="286"/>
                  </a:cubicBezTo>
                  <a:cubicBezTo>
                    <a:pt x="215" y="299"/>
                    <a:pt x="215" y="299"/>
                    <a:pt x="215" y="299"/>
                  </a:cubicBezTo>
                  <a:cubicBezTo>
                    <a:pt x="215" y="305"/>
                    <a:pt x="220" y="310"/>
                    <a:pt x="226" y="310"/>
                  </a:cubicBezTo>
                  <a:cubicBezTo>
                    <a:pt x="232" y="310"/>
                    <a:pt x="237" y="305"/>
                    <a:pt x="237" y="299"/>
                  </a:cubicBezTo>
                  <a:cubicBezTo>
                    <a:pt x="237" y="286"/>
                    <a:pt x="237" y="286"/>
                    <a:pt x="237" y="286"/>
                  </a:cubicBezTo>
                  <a:cubicBezTo>
                    <a:pt x="241" y="286"/>
                    <a:pt x="241" y="286"/>
                    <a:pt x="241" y="286"/>
                  </a:cubicBezTo>
                  <a:cubicBezTo>
                    <a:pt x="235" y="220"/>
                    <a:pt x="217" y="159"/>
                    <a:pt x="189" y="99"/>
                  </a:cubicBezTo>
                  <a:close/>
                </a:path>
              </a:pathLst>
            </a:custGeom>
            <a:solidFill>
              <a:srgbClr val="2E1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41" name="Freeform 390"/>
            <p:cNvSpPr>
              <a:spLocks/>
            </p:cNvSpPr>
            <p:nvPr/>
          </p:nvSpPr>
          <p:spPr bwMode="auto">
            <a:xfrm flipH="1">
              <a:off x="6937830" y="4956405"/>
              <a:ext cx="634108" cy="1902324"/>
            </a:xfrm>
            <a:custGeom>
              <a:avLst/>
              <a:gdLst>
                <a:gd name="T0" fmla="*/ 142 w 172"/>
                <a:gd name="T1" fmla="*/ 104 h 516"/>
                <a:gd name="T2" fmla="*/ 102 w 172"/>
                <a:gd name="T3" fmla="*/ 100 h 516"/>
                <a:gd name="T4" fmla="*/ 99 w 172"/>
                <a:gd name="T5" fmla="*/ 96 h 516"/>
                <a:gd name="T6" fmla="*/ 129 w 172"/>
                <a:gd name="T7" fmla="*/ 82 h 516"/>
                <a:gd name="T8" fmla="*/ 117 w 172"/>
                <a:gd name="T9" fmla="*/ 76 h 516"/>
                <a:gd name="T10" fmla="*/ 122 w 172"/>
                <a:gd name="T11" fmla="*/ 60 h 516"/>
                <a:gd name="T12" fmla="*/ 122 w 172"/>
                <a:gd name="T13" fmla="*/ 59 h 516"/>
                <a:gd name="T14" fmla="*/ 106 w 172"/>
                <a:gd name="T15" fmla="*/ 15 h 516"/>
                <a:gd name="T16" fmla="*/ 50 w 172"/>
                <a:gd name="T17" fmla="*/ 39 h 516"/>
                <a:gd name="T18" fmla="*/ 54 w 172"/>
                <a:gd name="T19" fmla="*/ 59 h 516"/>
                <a:gd name="T20" fmla="*/ 51 w 172"/>
                <a:gd name="T21" fmla="*/ 76 h 516"/>
                <a:gd name="T22" fmla="*/ 60 w 172"/>
                <a:gd name="T23" fmla="*/ 95 h 516"/>
                <a:gd name="T24" fmla="*/ 75 w 172"/>
                <a:gd name="T25" fmla="*/ 100 h 516"/>
                <a:gd name="T26" fmla="*/ 31 w 172"/>
                <a:gd name="T27" fmla="*/ 104 h 516"/>
                <a:gd name="T28" fmla="*/ 31 w 172"/>
                <a:gd name="T29" fmla="*/ 104 h 516"/>
                <a:gd name="T30" fmla="*/ 3 w 172"/>
                <a:gd name="T31" fmla="*/ 237 h 516"/>
                <a:gd name="T32" fmla="*/ 11 w 172"/>
                <a:gd name="T33" fmla="*/ 254 h 516"/>
                <a:gd name="T34" fmla="*/ 19 w 172"/>
                <a:gd name="T35" fmla="*/ 237 h 516"/>
                <a:gd name="T36" fmla="*/ 34 w 172"/>
                <a:gd name="T37" fmla="*/ 160 h 516"/>
                <a:gd name="T38" fmla="*/ 40 w 172"/>
                <a:gd name="T39" fmla="*/ 390 h 516"/>
                <a:gd name="T40" fmla="*/ 59 w 172"/>
                <a:gd name="T41" fmla="*/ 508 h 516"/>
                <a:gd name="T42" fmla="*/ 59 w 172"/>
                <a:gd name="T43" fmla="*/ 516 h 516"/>
                <a:gd name="T44" fmla="*/ 85 w 172"/>
                <a:gd name="T45" fmla="*/ 516 h 516"/>
                <a:gd name="T46" fmla="*/ 85 w 172"/>
                <a:gd name="T47" fmla="*/ 390 h 516"/>
                <a:gd name="T48" fmla="*/ 95 w 172"/>
                <a:gd name="T49" fmla="*/ 508 h 516"/>
                <a:gd name="T50" fmla="*/ 95 w 172"/>
                <a:gd name="T51" fmla="*/ 516 h 516"/>
                <a:gd name="T52" fmla="*/ 120 w 172"/>
                <a:gd name="T53" fmla="*/ 516 h 516"/>
                <a:gd name="T54" fmla="*/ 120 w 172"/>
                <a:gd name="T55" fmla="*/ 390 h 516"/>
                <a:gd name="T56" fmla="*/ 133 w 172"/>
                <a:gd name="T57" fmla="*/ 271 h 516"/>
                <a:gd name="T58" fmla="*/ 151 w 172"/>
                <a:gd name="T59" fmla="*/ 237 h 516"/>
                <a:gd name="T60" fmla="*/ 154 w 172"/>
                <a:gd name="T61" fmla="*/ 247 h 516"/>
                <a:gd name="T62" fmla="*/ 170 w 172"/>
                <a:gd name="T63" fmla="*/ 247 h 516"/>
                <a:gd name="T64" fmla="*/ 172 w 172"/>
                <a:gd name="T65" fmla="*/ 237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 h="516">
                  <a:moveTo>
                    <a:pt x="142" y="104"/>
                  </a:moveTo>
                  <a:cubicBezTo>
                    <a:pt x="142" y="104"/>
                    <a:pt x="142" y="104"/>
                    <a:pt x="142" y="104"/>
                  </a:cubicBezTo>
                  <a:cubicBezTo>
                    <a:pt x="102" y="100"/>
                    <a:pt x="102" y="100"/>
                    <a:pt x="102" y="100"/>
                  </a:cubicBezTo>
                  <a:cubicBezTo>
                    <a:pt x="102" y="100"/>
                    <a:pt x="102" y="100"/>
                    <a:pt x="102" y="100"/>
                  </a:cubicBezTo>
                  <a:cubicBezTo>
                    <a:pt x="98" y="100"/>
                    <a:pt x="98" y="100"/>
                    <a:pt x="98" y="100"/>
                  </a:cubicBezTo>
                  <a:cubicBezTo>
                    <a:pt x="99" y="96"/>
                    <a:pt x="99" y="96"/>
                    <a:pt x="99" y="96"/>
                  </a:cubicBezTo>
                  <a:cubicBezTo>
                    <a:pt x="104" y="96"/>
                    <a:pt x="108" y="96"/>
                    <a:pt x="116" y="95"/>
                  </a:cubicBezTo>
                  <a:cubicBezTo>
                    <a:pt x="127" y="93"/>
                    <a:pt x="129" y="86"/>
                    <a:pt x="129" y="82"/>
                  </a:cubicBezTo>
                  <a:cubicBezTo>
                    <a:pt x="129" y="77"/>
                    <a:pt x="126" y="70"/>
                    <a:pt x="125" y="76"/>
                  </a:cubicBezTo>
                  <a:cubicBezTo>
                    <a:pt x="123" y="81"/>
                    <a:pt x="118" y="80"/>
                    <a:pt x="117" y="76"/>
                  </a:cubicBezTo>
                  <a:cubicBezTo>
                    <a:pt x="116" y="74"/>
                    <a:pt x="118" y="68"/>
                    <a:pt x="120" y="64"/>
                  </a:cubicBezTo>
                  <a:cubicBezTo>
                    <a:pt x="120" y="62"/>
                    <a:pt x="121" y="61"/>
                    <a:pt x="122" y="60"/>
                  </a:cubicBezTo>
                  <a:cubicBezTo>
                    <a:pt x="122" y="59"/>
                    <a:pt x="122" y="59"/>
                    <a:pt x="122" y="59"/>
                  </a:cubicBezTo>
                  <a:cubicBezTo>
                    <a:pt x="122" y="59"/>
                    <a:pt x="122" y="59"/>
                    <a:pt x="122" y="59"/>
                  </a:cubicBezTo>
                  <a:cubicBezTo>
                    <a:pt x="123" y="55"/>
                    <a:pt x="124" y="50"/>
                    <a:pt x="124" y="45"/>
                  </a:cubicBezTo>
                  <a:cubicBezTo>
                    <a:pt x="124" y="31"/>
                    <a:pt x="117" y="19"/>
                    <a:pt x="106" y="15"/>
                  </a:cubicBezTo>
                  <a:cubicBezTo>
                    <a:pt x="100" y="6"/>
                    <a:pt x="91" y="0"/>
                    <a:pt x="81" y="0"/>
                  </a:cubicBezTo>
                  <a:cubicBezTo>
                    <a:pt x="64" y="0"/>
                    <a:pt x="50" y="17"/>
                    <a:pt x="50" y="39"/>
                  </a:cubicBezTo>
                  <a:cubicBezTo>
                    <a:pt x="50" y="47"/>
                    <a:pt x="51" y="53"/>
                    <a:pt x="54" y="59"/>
                  </a:cubicBezTo>
                  <a:cubicBezTo>
                    <a:pt x="54" y="59"/>
                    <a:pt x="54" y="59"/>
                    <a:pt x="54" y="59"/>
                  </a:cubicBezTo>
                  <a:cubicBezTo>
                    <a:pt x="54" y="59"/>
                    <a:pt x="61" y="72"/>
                    <a:pt x="59" y="76"/>
                  </a:cubicBezTo>
                  <a:cubicBezTo>
                    <a:pt x="58" y="80"/>
                    <a:pt x="53" y="81"/>
                    <a:pt x="51" y="76"/>
                  </a:cubicBezTo>
                  <a:cubicBezTo>
                    <a:pt x="49" y="70"/>
                    <a:pt x="46" y="77"/>
                    <a:pt x="47" y="82"/>
                  </a:cubicBezTo>
                  <a:cubicBezTo>
                    <a:pt x="47" y="86"/>
                    <a:pt x="49" y="93"/>
                    <a:pt x="60" y="95"/>
                  </a:cubicBezTo>
                  <a:cubicBezTo>
                    <a:pt x="66" y="96"/>
                    <a:pt x="70" y="96"/>
                    <a:pt x="75" y="96"/>
                  </a:cubicBezTo>
                  <a:cubicBezTo>
                    <a:pt x="75" y="100"/>
                    <a:pt x="75" y="100"/>
                    <a:pt x="75" y="100"/>
                  </a:cubicBezTo>
                  <a:cubicBezTo>
                    <a:pt x="71" y="100"/>
                    <a:pt x="71" y="100"/>
                    <a:pt x="71" y="100"/>
                  </a:cubicBezTo>
                  <a:cubicBezTo>
                    <a:pt x="31" y="104"/>
                    <a:pt x="31" y="104"/>
                    <a:pt x="31" y="104"/>
                  </a:cubicBezTo>
                  <a:cubicBezTo>
                    <a:pt x="31" y="104"/>
                    <a:pt x="31" y="104"/>
                    <a:pt x="31" y="104"/>
                  </a:cubicBezTo>
                  <a:cubicBezTo>
                    <a:pt x="31" y="104"/>
                    <a:pt x="31" y="104"/>
                    <a:pt x="31" y="104"/>
                  </a:cubicBezTo>
                  <a:cubicBezTo>
                    <a:pt x="11" y="148"/>
                    <a:pt x="4" y="190"/>
                    <a:pt x="0" y="237"/>
                  </a:cubicBezTo>
                  <a:cubicBezTo>
                    <a:pt x="3" y="237"/>
                    <a:pt x="3" y="237"/>
                    <a:pt x="3" y="237"/>
                  </a:cubicBezTo>
                  <a:cubicBezTo>
                    <a:pt x="3" y="247"/>
                    <a:pt x="3" y="247"/>
                    <a:pt x="3" y="247"/>
                  </a:cubicBezTo>
                  <a:cubicBezTo>
                    <a:pt x="3" y="251"/>
                    <a:pt x="6" y="254"/>
                    <a:pt x="11" y="254"/>
                  </a:cubicBezTo>
                  <a:cubicBezTo>
                    <a:pt x="15" y="254"/>
                    <a:pt x="19" y="251"/>
                    <a:pt x="19" y="247"/>
                  </a:cubicBezTo>
                  <a:cubicBezTo>
                    <a:pt x="19" y="237"/>
                    <a:pt x="19" y="237"/>
                    <a:pt x="19" y="237"/>
                  </a:cubicBezTo>
                  <a:cubicBezTo>
                    <a:pt x="21" y="237"/>
                    <a:pt x="21" y="237"/>
                    <a:pt x="21" y="237"/>
                  </a:cubicBezTo>
                  <a:cubicBezTo>
                    <a:pt x="24" y="210"/>
                    <a:pt x="28" y="185"/>
                    <a:pt x="34" y="160"/>
                  </a:cubicBezTo>
                  <a:cubicBezTo>
                    <a:pt x="40" y="271"/>
                    <a:pt x="40" y="271"/>
                    <a:pt x="40" y="271"/>
                  </a:cubicBezTo>
                  <a:cubicBezTo>
                    <a:pt x="40" y="390"/>
                    <a:pt x="40" y="390"/>
                    <a:pt x="40" y="390"/>
                  </a:cubicBezTo>
                  <a:cubicBezTo>
                    <a:pt x="56" y="390"/>
                    <a:pt x="56" y="390"/>
                    <a:pt x="56" y="390"/>
                  </a:cubicBezTo>
                  <a:cubicBezTo>
                    <a:pt x="59" y="508"/>
                    <a:pt x="59" y="508"/>
                    <a:pt x="59" y="508"/>
                  </a:cubicBezTo>
                  <a:cubicBezTo>
                    <a:pt x="57" y="510"/>
                    <a:pt x="56" y="513"/>
                    <a:pt x="56" y="516"/>
                  </a:cubicBezTo>
                  <a:cubicBezTo>
                    <a:pt x="59" y="516"/>
                    <a:pt x="59" y="516"/>
                    <a:pt x="59" y="516"/>
                  </a:cubicBezTo>
                  <a:cubicBezTo>
                    <a:pt x="82" y="516"/>
                    <a:pt x="82" y="516"/>
                    <a:pt x="82" y="516"/>
                  </a:cubicBezTo>
                  <a:cubicBezTo>
                    <a:pt x="85" y="516"/>
                    <a:pt x="85" y="516"/>
                    <a:pt x="85" y="516"/>
                  </a:cubicBezTo>
                  <a:cubicBezTo>
                    <a:pt x="85" y="513"/>
                    <a:pt x="84" y="510"/>
                    <a:pt x="82" y="508"/>
                  </a:cubicBezTo>
                  <a:cubicBezTo>
                    <a:pt x="85" y="390"/>
                    <a:pt x="85" y="390"/>
                    <a:pt x="85" y="390"/>
                  </a:cubicBezTo>
                  <a:cubicBezTo>
                    <a:pt x="92" y="390"/>
                    <a:pt x="92" y="390"/>
                    <a:pt x="92" y="390"/>
                  </a:cubicBezTo>
                  <a:cubicBezTo>
                    <a:pt x="95" y="508"/>
                    <a:pt x="95" y="508"/>
                    <a:pt x="95" y="508"/>
                  </a:cubicBezTo>
                  <a:cubicBezTo>
                    <a:pt x="93" y="510"/>
                    <a:pt x="92" y="513"/>
                    <a:pt x="92" y="516"/>
                  </a:cubicBezTo>
                  <a:cubicBezTo>
                    <a:pt x="95" y="516"/>
                    <a:pt x="95" y="516"/>
                    <a:pt x="95" y="516"/>
                  </a:cubicBezTo>
                  <a:cubicBezTo>
                    <a:pt x="117" y="516"/>
                    <a:pt x="117" y="516"/>
                    <a:pt x="117" y="516"/>
                  </a:cubicBezTo>
                  <a:cubicBezTo>
                    <a:pt x="120" y="516"/>
                    <a:pt x="120" y="516"/>
                    <a:pt x="120" y="516"/>
                  </a:cubicBezTo>
                  <a:cubicBezTo>
                    <a:pt x="120" y="513"/>
                    <a:pt x="119" y="510"/>
                    <a:pt x="117" y="508"/>
                  </a:cubicBezTo>
                  <a:cubicBezTo>
                    <a:pt x="120" y="390"/>
                    <a:pt x="120" y="390"/>
                    <a:pt x="120" y="390"/>
                  </a:cubicBezTo>
                  <a:cubicBezTo>
                    <a:pt x="133" y="390"/>
                    <a:pt x="133" y="390"/>
                    <a:pt x="133" y="390"/>
                  </a:cubicBezTo>
                  <a:cubicBezTo>
                    <a:pt x="133" y="271"/>
                    <a:pt x="133" y="271"/>
                    <a:pt x="133" y="271"/>
                  </a:cubicBezTo>
                  <a:cubicBezTo>
                    <a:pt x="139" y="160"/>
                    <a:pt x="139" y="160"/>
                    <a:pt x="139" y="160"/>
                  </a:cubicBezTo>
                  <a:cubicBezTo>
                    <a:pt x="145" y="185"/>
                    <a:pt x="148" y="210"/>
                    <a:pt x="151" y="237"/>
                  </a:cubicBezTo>
                  <a:cubicBezTo>
                    <a:pt x="154" y="237"/>
                    <a:pt x="154" y="237"/>
                    <a:pt x="154" y="237"/>
                  </a:cubicBezTo>
                  <a:cubicBezTo>
                    <a:pt x="154" y="247"/>
                    <a:pt x="154" y="247"/>
                    <a:pt x="154" y="247"/>
                  </a:cubicBezTo>
                  <a:cubicBezTo>
                    <a:pt x="154" y="251"/>
                    <a:pt x="157" y="254"/>
                    <a:pt x="162" y="254"/>
                  </a:cubicBezTo>
                  <a:cubicBezTo>
                    <a:pt x="166" y="254"/>
                    <a:pt x="170" y="251"/>
                    <a:pt x="170" y="247"/>
                  </a:cubicBezTo>
                  <a:cubicBezTo>
                    <a:pt x="170" y="237"/>
                    <a:pt x="170" y="237"/>
                    <a:pt x="170" y="237"/>
                  </a:cubicBezTo>
                  <a:cubicBezTo>
                    <a:pt x="172" y="237"/>
                    <a:pt x="172" y="237"/>
                    <a:pt x="172" y="237"/>
                  </a:cubicBezTo>
                  <a:cubicBezTo>
                    <a:pt x="168" y="190"/>
                    <a:pt x="162" y="148"/>
                    <a:pt x="142" y="104"/>
                  </a:cubicBezTo>
                  <a:close/>
                </a:path>
              </a:pathLst>
            </a:custGeom>
            <a:solidFill>
              <a:srgbClr val="2E1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42" name="Freeform 421"/>
            <p:cNvSpPr>
              <a:spLocks/>
            </p:cNvSpPr>
            <p:nvPr/>
          </p:nvSpPr>
          <p:spPr bwMode="auto">
            <a:xfrm flipH="1">
              <a:off x="7541577" y="6006444"/>
              <a:ext cx="209981" cy="840901"/>
            </a:xfrm>
            <a:custGeom>
              <a:avLst/>
              <a:gdLst>
                <a:gd name="T0" fmla="*/ 63 w 82"/>
                <a:gd name="T1" fmla="*/ 309 h 309"/>
                <a:gd name="T2" fmla="*/ 9 w 82"/>
                <a:gd name="T3" fmla="*/ 309 h 309"/>
                <a:gd name="T4" fmla="*/ 0 w 82"/>
                <a:gd name="T5" fmla="*/ 0 h 309"/>
                <a:gd name="T6" fmla="*/ 82 w 82"/>
                <a:gd name="T7" fmla="*/ 0 h 309"/>
                <a:gd name="T8" fmla="*/ 63 w 82"/>
                <a:gd name="T9" fmla="*/ 309 h 309"/>
              </a:gdLst>
              <a:ahLst/>
              <a:cxnLst>
                <a:cxn ang="0">
                  <a:pos x="T0" y="T1"/>
                </a:cxn>
                <a:cxn ang="0">
                  <a:pos x="T2" y="T3"/>
                </a:cxn>
                <a:cxn ang="0">
                  <a:pos x="T4" y="T5"/>
                </a:cxn>
                <a:cxn ang="0">
                  <a:pos x="T6" y="T7"/>
                </a:cxn>
                <a:cxn ang="0">
                  <a:pos x="T8" y="T9"/>
                </a:cxn>
              </a:cxnLst>
              <a:rect l="0" t="0" r="r" b="b"/>
              <a:pathLst>
                <a:path w="82" h="309">
                  <a:moveTo>
                    <a:pt x="63" y="309"/>
                  </a:moveTo>
                  <a:lnTo>
                    <a:pt x="9" y="309"/>
                  </a:lnTo>
                  <a:lnTo>
                    <a:pt x="0" y="0"/>
                  </a:lnTo>
                  <a:lnTo>
                    <a:pt x="82" y="0"/>
                  </a:lnTo>
                  <a:lnTo>
                    <a:pt x="63" y="309"/>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43" name="Freeform 422"/>
            <p:cNvSpPr>
              <a:spLocks/>
            </p:cNvSpPr>
            <p:nvPr/>
          </p:nvSpPr>
          <p:spPr bwMode="auto">
            <a:xfrm flipH="1">
              <a:off x="7602220" y="6798346"/>
              <a:ext cx="122916" cy="61458"/>
            </a:xfrm>
            <a:custGeom>
              <a:avLst/>
              <a:gdLst>
                <a:gd name="T0" fmla="*/ 17 w 34"/>
                <a:gd name="T1" fmla="*/ 0 h 17"/>
                <a:gd name="T2" fmla="*/ 0 w 34"/>
                <a:gd name="T3" fmla="*/ 17 h 17"/>
                <a:gd name="T4" fmla="*/ 34 w 34"/>
                <a:gd name="T5" fmla="*/ 17 h 17"/>
                <a:gd name="T6" fmla="*/ 17 w 34"/>
                <a:gd name="T7" fmla="*/ 0 h 17"/>
              </a:gdLst>
              <a:ahLst/>
              <a:cxnLst>
                <a:cxn ang="0">
                  <a:pos x="T0" y="T1"/>
                </a:cxn>
                <a:cxn ang="0">
                  <a:pos x="T2" y="T3"/>
                </a:cxn>
                <a:cxn ang="0">
                  <a:pos x="T4" y="T5"/>
                </a:cxn>
                <a:cxn ang="0">
                  <a:pos x="T6" y="T7"/>
                </a:cxn>
              </a:cxnLst>
              <a:rect l="0" t="0" r="r" b="b"/>
              <a:pathLst>
                <a:path w="34" h="17">
                  <a:moveTo>
                    <a:pt x="17" y="0"/>
                  </a:moveTo>
                  <a:cubicBezTo>
                    <a:pt x="7" y="0"/>
                    <a:pt x="0" y="8"/>
                    <a:pt x="0" y="17"/>
                  </a:cubicBezTo>
                  <a:cubicBezTo>
                    <a:pt x="34" y="17"/>
                    <a:pt x="34" y="17"/>
                    <a:pt x="34" y="17"/>
                  </a:cubicBezTo>
                  <a:cubicBezTo>
                    <a:pt x="34" y="8"/>
                    <a:pt x="26" y="0"/>
                    <a:pt x="17" y="0"/>
                  </a:cubicBezTo>
                  <a:close/>
                </a:path>
              </a:pathLst>
            </a:custGeom>
            <a:solidFill>
              <a:srgbClr val="FF8C00">
                <a:lumMod val="75000"/>
              </a:srgbClr>
            </a:solidFill>
            <a:ln>
              <a:noFill/>
            </a:ln>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44" name="Freeform 423"/>
            <p:cNvSpPr>
              <a:spLocks/>
            </p:cNvSpPr>
            <p:nvPr/>
          </p:nvSpPr>
          <p:spPr bwMode="auto">
            <a:xfrm flipH="1">
              <a:off x="7371815" y="6003260"/>
              <a:ext cx="209981" cy="830927"/>
            </a:xfrm>
            <a:custGeom>
              <a:avLst/>
              <a:gdLst>
                <a:gd name="T0" fmla="*/ 19 w 82"/>
                <a:gd name="T1" fmla="*/ 309 h 309"/>
                <a:gd name="T2" fmla="*/ 73 w 82"/>
                <a:gd name="T3" fmla="*/ 309 h 309"/>
                <a:gd name="T4" fmla="*/ 82 w 82"/>
                <a:gd name="T5" fmla="*/ 0 h 309"/>
                <a:gd name="T6" fmla="*/ 0 w 82"/>
                <a:gd name="T7" fmla="*/ 0 h 309"/>
                <a:gd name="T8" fmla="*/ 19 w 82"/>
                <a:gd name="T9" fmla="*/ 309 h 309"/>
              </a:gdLst>
              <a:ahLst/>
              <a:cxnLst>
                <a:cxn ang="0">
                  <a:pos x="T0" y="T1"/>
                </a:cxn>
                <a:cxn ang="0">
                  <a:pos x="T2" y="T3"/>
                </a:cxn>
                <a:cxn ang="0">
                  <a:pos x="T4" y="T5"/>
                </a:cxn>
                <a:cxn ang="0">
                  <a:pos x="T6" y="T7"/>
                </a:cxn>
                <a:cxn ang="0">
                  <a:pos x="T8" y="T9"/>
                </a:cxn>
              </a:cxnLst>
              <a:rect l="0" t="0" r="r" b="b"/>
              <a:pathLst>
                <a:path w="82" h="309">
                  <a:moveTo>
                    <a:pt x="19" y="309"/>
                  </a:moveTo>
                  <a:lnTo>
                    <a:pt x="73" y="309"/>
                  </a:lnTo>
                  <a:lnTo>
                    <a:pt x="82" y="0"/>
                  </a:lnTo>
                  <a:lnTo>
                    <a:pt x="0" y="0"/>
                  </a:lnTo>
                  <a:lnTo>
                    <a:pt x="19" y="309"/>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45" name="Freeform 424"/>
            <p:cNvSpPr>
              <a:spLocks/>
            </p:cNvSpPr>
            <p:nvPr/>
          </p:nvSpPr>
          <p:spPr bwMode="auto">
            <a:xfrm flipH="1">
              <a:off x="7402275" y="6798227"/>
              <a:ext cx="122916" cy="61458"/>
            </a:xfrm>
            <a:custGeom>
              <a:avLst/>
              <a:gdLst>
                <a:gd name="T0" fmla="*/ 17 w 34"/>
                <a:gd name="T1" fmla="*/ 0 h 17"/>
                <a:gd name="T2" fmla="*/ 34 w 34"/>
                <a:gd name="T3" fmla="*/ 17 h 17"/>
                <a:gd name="T4" fmla="*/ 0 w 34"/>
                <a:gd name="T5" fmla="*/ 17 h 17"/>
                <a:gd name="T6" fmla="*/ 17 w 34"/>
                <a:gd name="T7" fmla="*/ 0 h 17"/>
              </a:gdLst>
              <a:ahLst/>
              <a:cxnLst>
                <a:cxn ang="0">
                  <a:pos x="T0" y="T1"/>
                </a:cxn>
                <a:cxn ang="0">
                  <a:pos x="T2" y="T3"/>
                </a:cxn>
                <a:cxn ang="0">
                  <a:pos x="T4" y="T5"/>
                </a:cxn>
                <a:cxn ang="0">
                  <a:pos x="T6" y="T7"/>
                </a:cxn>
              </a:cxnLst>
              <a:rect l="0" t="0" r="r" b="b"/>
              <a:pathLst>
                <a:path w="34" h="17">
                  <a:moveTo>
                    <a:pt x="17" y="0"/>
                  </a:moveTo>
                  <a:cubicBezTo>
                    <a:pt x="27" y="0"/>
                    <a:pt x="34" y="8"/>
                    <a:pt x="34" y="17"/>
                  </a:cubicBezTo>
                  <a:cubicBezTo>
                    <a:pt x="0" y="17"/>
                    <a:pt x="0" y="17"/>
                    <a:pt x="0" y="17"/>
                  </a:cubicBezTo>
                  <a:cubicBezTo>
                    <a:pt x="0" y="8"/>
                    <a:pt x="8" y="0"/>
                    <a:pt x="17" y="0"/>
                  </a:cubicBezTo>
                  <a:close/>
                </a:path>
              </a:pathLst>
            </a:custGeom>
            <a:solidFill>
              <a:srgbClr val="FF8C00">
                <a:lumMod val="75000"/>
              </a:srgbClr>
            </a:solidFill>
            <a:ln>
              <a:noFill/>
            </a:ln>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nvGrpSpPr>
            <p:cNvPr id="146" name="Group 145"/>
            <p:cNvGrpSpPr/>
            <p:nvPr/>
          </p:nvGrpSpPr>
          <p:grpSpPr>
            <a:xfrm>
              <a:off x="7375748" y="4702951"/>
              <a:ext cx="384223" cy="545367"/>
              <a:chOff x="7405547" y="4764560"/>
              <a:chExt cx="302717" cy="429678"/>
            </a:xfrm>
          </p:grpSpPr>
          <p:sp>
            <p:nvSpPr>
              <p:cNvPr id="284" name="Freeform 418"/>
              <p:cNvSpPr>
                <a:spLocks/>
              </p:cNvSpPr>
              <p:nvPr/>
            </p:nvSpPr>
            <p:spPr bwMode="auto">
              <a:xfrm flipH="1">
                <a:off x="7405547" y="4764560"/>
                <a:ext cx="302717" cy="389208"/>
              </a:xfrm>
              <a:custGeom>
                <a:avLst/>
                <a:gdLst>
                  <a:gd name="T0" fmla="*/ 90 w 90"/>
                  <a:gd name="T1" fmla="*/ 55 h 116"/>
                  <a:gd name="T2" fmla="*/ 67 w 90"/>
                  <a:gd name="T3" fmla="*/ 17 h 116"/>
                  <a:gd name="T4" fmla="*/ 38 w 90"/>
                  <a:gd name="T5" fmla="*/ 0 h 116"/>
                  <a:gd name="T6" fmla="*/ 0 w 90"/>
                  <a:gd name="T7" fmla="*/ 47 h 116"/>
                  <a:gd name="T8" fmla="*/ 3 w 90"/>
                  <a:gd name="T9" fmla="*/ 111 h 116"/>
                  <a:gd name="T10" fmla="*/ 38 w 90"/>
                  <a:gd name="T11" fmla="*/ 116 h 116"/>
                  <a:gd name="T12" fmla="*/ 39 w 90"/>
                  <a:gd name="T13" fmla="*/ 116 h 116"/>
                  <a:gd name="T14" fmla="*/ 41 w 90"/>
                  <a:gd name="T15" fmla="*/ 116 h 116"/>
                  <a:gd name="T16" fmla="*/ 41 w 90"/>
                  <a:gd name="T17" fmla="*/ 116 h 116"/>
                  <a:gd name="T18" fmla="*/ 45 w 90"/>
                  <a:gd name="T19" fmla="*/ 116 h 116"/>
                  <a:gd name="T20" fmla="*/ 46 w 90"/>
                  <a:gd name="T21" fmla="*/ 116 h 116"/>
                  <a:gd name="T22" fmla="*/ 47 w 90"/>
                  <a:gd name="T23" fmla="*/ 116 h 116"/>
                  <a:gd name="T24" fmla="*/ 50 w 90"/>
                  <a:gd name="T25" fmla="*/ 116 h 116"/>
                  <a:gd name="T26" fmla="*/ 50 w 90"/>
                  <a:gd name="T27" fmla="*/ 116 h 116"/>
                  <a:gd name="T28" fmla="*/ 52 w 90"/>
                  <a:gd name="T29" fmla="*/ 116 h 116"/>
                  <a:gd name="T30" fmla="*/ 53 w 90"/>
                  <a:gd name="T31" fmla="*/ 116 h 116"/>
                  <a:gd name="T32" fmla="*/ 86 w 90"/>
                  <a:gd name="T33" fmla="*/ 111 h 116"/>
                  <a:gd name="T34" fmla="*/ 90 w 90"/>
                  <a:gd name="T35" fmla="*/ 5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116">
                    <a:moveTo>
                      <a:pt x="90" y="55"/>
                    </a:moveTo>
                    <a:cubicBezTo>
                      <a:pt x="90" y="37"/>
                      <a:pt x="80" y="22"/>
                      <a:pt x="67" y="17"/>
                    </a:cubicBezTo>
                    <a:cubicBezTo>
                      <a:pt x="60" y="6"/>
                      <a:pt x="50" y="0"/>
                      <a:pt x="38" y="0"/>
                    </a:cubicBezTo>
                    <a:cubicBezTo>
                      <a:pt x="17" y="0"/>
                      <a:pt x="0" y="21"/>
                      <a:pt x="0" y="47"/>
                    </a:cubicBezTo>
                    <a:cubicBezTo>
                      <a:pt x="0" y="52"/>
                      <a:pt x="2" y="85"/>
                      <a:pt x="3" y="111"/>
                    </a:cubicBezTo>
                    <a:cubicBezTo>
                      <a:pt x="14" y="114"/>
                      <a:pt x="26" y="116"/>
                      <a:pt x="38" y="116"/>
                    </a:cubicBezTo>
                    <a:cubicBezTo>
                      <a:pt x="38" y="116"/>
                      <a:pt x="39" y="116"/>
                      <a:pt x="39" y="116"/>
                    </a:cubicBezTo>
                    <a:cubicBezTo>
                      <a:pt x="40" y="116"/>
                      <a:pt x="41" y="116"/>
                      <a:pt x="41" y="116"/>
                    </a:cubicBezTo>
                    <a:cubicBezTo>
                      <a:pt x="41" y="116"/>
                      <a:pt x="41" y="116"/>
                      <a:pt x="41" y="116"/>
                    </a:cubicBezTo>
                    <a:cubicBezTo>
                      <a:pt x="42" y="116"/>
                      <a:pt x="44" y="116"/>
                      <a:pt x="45" y="116"/>
                    </a:cubicBezTo>
                    <a:cubicBezTo>
                      <a:pt x="45" y="116"/>
                      <a:pt x="45" y="116"/>
                      <a:pt x="46" y="116"/>
                    </a:cubicBezTo>
                    <a:cubicBezTo>
                      <a:pt x="46" y="116"/>
                      <a:pt x="46" y="116"/>
                      <a:pt x="47" y="116"/>
                    </a:cubicBezTo>
                    <a:cubicBezTo>
                      <a:pt x="48" y="116"/>
                      <a:pt x="49" y="116"/>
                      <a:pt x="50" y="116"/>
                    </a:cubicBezTo>
                    <a:cubicBezTo>
                      <a:pt x="50" y="116"/>
                      <a:pt x="50" y="116"/>
                      <a:pt x="50" y="116"/>
                    </a:cubicBezTo>
                    <a:cubicBezTo>
                      <a:pt x="50" y="116"/>
                      <a:pt x="51" y="116"/>
                      <a:pt x="52" y="116"/>
                    </a:cubicBezTo>
                    <a:cubicBezTo>
                      <a:pt x="53" y="116"/>
                      <a:pt x="53" y="116"/>
                      <a:pt x="53" y="116"/>
                    </a:cubicBezTo>
                    <a:cubicBezTo>
                      <a:pt x="65" y="116"/>
                      <a:pt x="76" y="114"/>
                      <a:pt x="86" y="111"/>
                    </a:cubicBezTo>
                    <a:cubicBezTo>
                      <a:pt x="87" y="87"/>
                      <a:pt x="90" y="58"/>
                      <a:pt x="90" y="55"/>
                    </a:cubicBezTo>
                    <a:close/>
                  </a:path>
                </a:pathLst>
              </a:custGeom>
              <a:solidFill>
                <a:srgbClr val="CC9900"/>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5" name="Freeform 428"/>
              <p:cNvSpPr>
                <a:spLocks/>
              </p:cNvSpPr>
              <p:nvPr/>
            </p:nvSpPr>
            <p:spPr bwMode="auto">
              <a:xfrm flipH="1">
                <a:off x="7450366" y="4897191"/>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6" name="Freeform 429"/>
              <p:cNvSpPr>
                <a:spLocks/>
              </p:cNvSpPr>
              <p:nvPr/>
            </p:nvSpPr>
            <p:spPr bwMode="auto">
              <a:xfrm flipH="1">
                <a:off x="7450366" y="489206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7" name="Freeform 430"/>
              <p:cNvSpPr>
                <a:spLocks/>
              </p:cNvSpPr>
              <p:nvPr/>
            </p:nvSpPr>
            <p:spPr bwMode="auto">
              <a:xfrm flipH="1">
                <a:off x="7455487" y="4881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8" name="Freeform 431"/>
              <p:cNvSpPr>
                <a:spLocks/>
              </p:cNvSpPr>
              <p:nvPr/>
            </p:nvSpPr>
            <p:spPr bwMode="auto">
              <a:xfrm flipH="1">
                <a:off x="7452927" y="488694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9" name="Freeform 432"/>
              <p:cNvSpPr>
                <a:spLocks/>
              </p:cNvSpPr>
              <p:nvPr/>
            </p:nvSpPr>
            <p:spPr bwMode="auto">
              <a:xfrm flipH="1">
                <a:off x="7668031" y="4881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90" name="Freeform 433"/>
              <p:cNvSpPr>
                <a:spLocks/>
              </p:cNvSpPr>
              <p:nvPr/>
            </p:nvSpPr>
            <p:spPr bwMode="auto">
              <a:xfrm flipH="1">
                <a:off x="7450366" y="4899751"/>
                <a:ext cx="0" cy="512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91" name="Freeform 434"/>
              <p:cNvSpPr>
                <a:spLocks/>
              </p:cNvSpPr>
              <p:nvPr/>
            </p:nvSpPr>
            <p:spPr bwMode="auto">
              <a:xfrm flipH="1">
                <a:off x="7450366" y="4907434"/>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92" name="Freeform 435"/>
              <p:cNvSpPr>
                <a:spLocks/>
              </p:cNvSpPr>
              <p:nvPr/>
            </p:nvSpPr>
            <p:spPr bwMode="auto">
              <a:xfrm flipH="1">
                <a:off x="7455487" y="487926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93" name="Freeform 436"/>
              <p:cNvSpPr>
                <a:spLocks/>
              </p:cNvSpPr>
              <p:nvPr/>
            </p:nvSpPr>
            <p:spPr bwMode="auto">
              <a:xfrm flipH="1">
                <a:off x="7675712" y="490487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94" name="Freeform 437"/>
              <p:cNvSpPr>
                <a:spLocks/>
              </p:cNvSpPr>
              <p:nvPr/>
            </p:nvSpPr>
            <p:spPr bwMode="auto">
              <a:xfrm flipH="1">
                <a:off x="7670591" y="489206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95" name="Freeform 438"/>
              <p:cNvSpPr>
                <a:spLocks/>
              </p:cNvSpPr>
              <p:nvPr/>
            </p:nvSpPr>
            <p:spPr bwMode="auto">
              <a:xfrm flipH="1">
                <a:off x="7670591" y="488950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96" name="Freeform 439"/>
              <p:cNvSpPr>
                <a:spLocks/>
              </p:cNvSpPr>
              <p:nvPr/>
            </p:nvSpPr>
            <p:spPr bwMode="auto">
              <a:xfrm flipH="1">
                <a:off x="7675712" y="489975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97" name="Freeform 440"/>
              <p:cNvSpPr>
                <a:spLocks/>
              </p:cNvSpPr>
              <p:nvPr/>
            </p:nvSpPr>
            <p:spPr bwMode="auto">
              <a:xfrm flipH="1">
                <a:off x="7427318" y="4871583"/>
                <a:ext cx="268879" cy="322655"/>
              </a:xfrm>
              <a:custGeom>
                <a:avLst/>
                <a:gdLst>
                  <a:gd name="T0" fmla="*/ 71 w 75"/>
                  <a:gd name="T1" fmla="*/ 16 h 90"/>
                  <a:gd name="T2" fmla="*/ 69 w 75"/>
                  <a:gd name="T3" fmla="*/ 16 h 90"/>
                  <a:gd name="T4" fmla="*/ 69 w 75"/>
                  <a:gd name="T5" fmla="*/ 11 h 90"/>
                  <a:gd name="T6" fmla="*/ 69 w 75"/>
                  <a:gd name="T7" fmla="*/ 10 h 90"/>
                  <a:gd name="T8" fmla="*/ 69 w 75"/>
                  <a:gd name="T9" fmla="*/ 9 h 90"/>
                  <a:gd name="T10" fmla="*/ 69 w 75"/>
                  <a:gd name="T11" fmla="*/ 8 h 90"/>
                  <a:gd name="T12" fmla="*/ 69 w 75"/>
                  <a:gd name="T13" fmla="*/ 8 h 90"/>
                  <a:gd name="T14" fmla="*/ 69 w 75"/>
                  <a:gd name="T15" fmla="*/ 7 h 90"/>
                  <a:gd name="T16" fmla="*/ 69 w 75"/>
                  <a:gd name="T17" fmla="*/ 6 h 90"/>
                  <a:gd name="T18" fmla="*/ 69 w 75"/>
                  <a:gd name="T19" fmla="*/ 6 h 90"/>
                  <a:gd name="T20" fmla="*/ 68 w 75"/>
                  <a:gd name="T21" fmla="*/ 4 h 90"/>
                  <a:gd name="T22" fmla="*/ 68 w 75"/>
                  <a:gd name="T23" fmla="*/ 4 h 90"/>
                  <a:gd name="T24" fmla="*/ 67 w 75"/>
                  <a:gd name="T25" fmla="*/ 3 h 90"/>
                  <a:gd name="T26" fmla="*/ 67 w 75"/>
                  <a:gd name="T27" fmla="*/ 3 h 90"/>
                  <a:gd name="T28" fmla="*/ 67 w 75"/>
                  <a:gd name="T29" fmla="*/ 2 h 90"/>
                  <a:gd name="T30" fmla="*/ 67 w 75"/>
                  <a:gd name="T31" fmla="*/ 2 h 90"/>
                  <a:gd name="T32" fmla="*/ 61 w 75"/>
                  <a:gd name="T33" fmla="*/ 3 h 90"/>
                  <a:gd name="T34" fmla="*/ 50 w 75"/>
                  <a:gd name="T35" fmla="*/ 0 h 90"/>
                  <a:gd name="T36" fmla="*/ 31 w 75"/>
                  <a:gd name="T37" fmla="*/ 3 h 90"/>
                  <a:gd name="T38" fmla="*/ 11 w 75"/>
                  <a:gd name="T39" fmla="*/ 0 h 90"/>
                  <a:gd name="T40" fmla="*/ 8 w 75"/>
                  <a:gd name="T41" fmla="*/ 3 h 90"/>
                  <a:gd name="T42" fmla="*/ 8 w 75"/>
                  <a:gd name="T43" fmla="*/ 3 h 90"/>
                  <a:gd name="T44" fmla="*/ 7 w 75"/>
                  <a:gd name="T45" fmla="*/ 5 h 90"/>
                  <a:gd name="T46" fmla="*/ 7 w 75"/>
                  <a:gd name="T47" fmla="*/ 5 h 90"/>
                  <a:gd name="T48" fmla="*/ 7 w 75"/>
                  <a:gd name="T49" fmla="*/ 6 h 90"/>
                  <a:gd name="T50" fmla="*/ 7 w 75"/>
                  <a:gd name="T51" fmla="*/ 6 h 90"/>
                  <a:gd name="T52" fmla="*/ 6 w 75"/>
                  <a:gd name="T53" fmla="*/ 8 h 90"/>
                  <a:gd name="T54" fmla="*/ 6 w 75"/>
                  <a:gd name="T55" fmla="*/ 8 h 90"/>
                  <a:gd name="T56" fmla="*/ 6 w 75"/>
                  <a:gd name="T57" fmla="*/ 9 h 90"/>
                  <a:gd name="T58" fmla="*/ 6 w 75"/>
                  <a:gd name="T59" fmla="*/ 9 h 90"/>
                  <a:gd name="T60" fmla="*/ 6 w 75"/>
                  <a:gd name="T61" fmla="*/ 11 h 90"/>
                  <a:gd name="T62" fmla="*/ 6 w 75"/>
                  <a:gd name="T63" fmla="*/ 16 h 90"/>
                  <a:gd name="T64" fmla="*/ 5 w 75"/>
                  <a:gd name="T65" fmla="*/ 16 h 90"/>
                  <a:gd name="T66" fmla="*/ 0 w 75"/>
                  <a:gd name="T67" fmla="*/ 21 h 90"/>
                  <a:gd name="T68" fmla="*/ 0 w 75"/>
                  <a:gd name="T69" fmla="*/ 33 h 90"/>
                  <a:gd name="T70" fmla="*/ 6 w 75"/>
                  <a:gd name="T71" fmla="*/ 38 h 90"/>
                  <a:gd name="T72" fmla="*/ 11 w 75"/>
                  <a:gd name="T73" fmla="*/ 51 h 90"/>
                  <a:gd name="T74" fmla="*/ 22 w 75"/>
                  <a:gd name="T75" fmla="*/ 66 h 90"/>
                  <a:gd name="T76" fmla="*/ 24 w 75"/>
                  <a:gd name="T77" fmla="*/ 80 h 90"/>
                  <a:gd name="T78" fmla="*/ 38 w 75"/>
                  <a:gd name="T79" fmla="*/ 90 h 90"/>
                  <a:gd name="T80" fmla="*/ 52 w 75"/>
                  <a:gd name="T81" fmla="*/ 80 h 90"/>
                  <a:gd name="T82" fmla="*/ 54 w 75"/>
                  <a:gd name="T83" fmla="*/ 66 h 90"/>
                  <a:gd name="T84" fmla="*/ 64 w 75"/>
                  <a:gd name="T85" fmla="*/ 51 h 90"/>
                  <a:gd name="T86" fmla="*/ 69 w 75"/>
                  <a:gd name="T87" fmla="*/ 38 h 90"/>
                  <a:gd name="T88" fmla="*/ 75 w 75"/>
                  <a:gd name="T89" fmla="*/ 33 h 90"/>
                  <a:gd name="T90" fmla="*/ 75 w 75"/>
                  <a:gd name="T91" fmla="*/ 21 h 90"/>
                  <a:gd name="T92" fmla="*/ 71 w 75"/>
                  <a:gd name="T93" fmla="*/ 1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5" h="90">
                    <a:moveTo>
                      <a:pt x="71" y="16"/>
                    </a:moveTo>
                    <a:cubicBezTo>
                      <a:pt x="71" y="16"/>
                      <a:pt x="70" y="16"/>
                      <a:pt x="69" y="16"/>
                    </a:cubicBezTo>
                    <a:cubicBezTo>
                      <a:pt x="69" y="11"/>
                      <a:pt x="69" y="11"/>
                      <a:pt x="69" y="11"/>
                    </a:cubicBezTo>
                    <a:cubicBezTo>
                      <a:pt x="69" y="11"/>
                      <a:pt x="69" y="10"/>
                      <a:pt x="69" y="10"/>
                    </a:cubicBezTo>
                    <a:cubicBezTo>
                      <a:pt x="69" y="9"/>
                      <a:pt x="69" y="9"/>
                      <a:pt x="69" y="9"/>
                    </a:cubicBezTo>
                    <a:cubicBezTo>
                      <a:pt x="69" y="9"/>
                      <a:pt x="69" y="9"/>
                      <a:pt x="69" y="8"/>
                    </a:cubicBezTo>
                    <a:cubicBezTo>
                      <a:pt x="69" y="8"/>
                      <a:pt x="69" y="8"/>
                      <a:pt x="69" y="8"/>
                    </a:cubicBezTo>
                    <a:cubicBezTo>
                      <a:pt x="69" y="7"/>
                      <a:pt x="69" y="7"/>
                      <a:pt x="69" y="7"/>
                    </a:cubicBezTo>
                    <a:cubicBezTo>
                      <a:pt x="69" y="7"/>
                      <a:pt x="69" y="7"/>
                      <a:pt x="69" y="6"/>
                    </a:cubicBezTo>
                    <a:cubicBezTo>
                      <a:pt x="69" y="6"/>
                      <a:pt x="69" y="6"/>
                      <a:pt x="69" y="6"/>
                    </a:cubicBezTo>
                    <a:cubicBezTo>
                      <a:pt x="68" y="5"/>
                      <a:pt x="68" y="5"/>
                      <a:pt x="68" y="4"/>
                    </a:cubicBezTo>
                    <a:cubicBezTo>
                      <a:pt x="68" y="4"/>
                      <a:pt x="68" y="4"/>
                      <a:pt x="68" y="4"/>
                    </a:cubicBezTo>
                    <a:cubicBezTo>
                      <a:pt x="68" y="4"/>
                      <a:pt x="67" y="3"/>
                      <a:pt x="67" y="3"/>
                    </a:cubicBezTo>
                    <a:cubicBezTo>
                      <a:pt x="67" y="3"/>
                      <a:pt x="67" y="3"/>
                      <a:pt x="67" y="3"/>
                    </a:cubicBezTo>
                    <a:cubicBezTo>
                      <a:pt x="67" y="3"/>
                      <a:pt x="67" y="2"/>
                      <a:pt x="67" y="2"/>
                    </a:cubicBezTo>
                    <a:cubicBezTo>
                      <a:pt x="67" y="2"/>
                      <a:pt x="67" y="2"/>
                      <a:pt x="67" y="2"/>
                    </a:cubicBezTo>
                    <a:cubicBezTo>
                      <a:pt x="65" y="3"/>
                      <a:pt x="63" y="3"/>
                      <a:pt x="61" y="3"/>
                    </a:cubicBezTo>
                    <a:cubicBezTo>
                      <a:pt x="56" y="3"/>
                      <a:pt x="52" y="2"/>
                      <a:pt x="50" y="0"/>
                    </a:cubicBezTo>
                    <a:cubicBezTo>
                      <a:pt x="46" y="2"/>
                      <a:pt x="39" y="3"/>
                      <a:pt x="31" y="3"/>
                    </a:cubicBezTo>
                    <a:cubicBezTo>
                      <a:pt x="23" y="3"/>
                      <a:pt x="15" y="2"/>
                      <a:pt x="11" y="0"/>
                    </a:cubicBezTo>
                    <a:cubicBezTo>
                      <a:pt x="10" y="1"/>
                      <a:pt x="9" y="2"/>
                      <a:pt x="8" y="3"/>
                    </a:cubicBezTo>
                    <a:cubicBezTo>
                      <a:pt x="8" y="3"/>
                      <a:pt x="8" y="3"/>
                      <a:pt x="8" y="3"/>
                    </a:cubicBezTo>
                    <a:cubicBezTo>
                      <a:pt x="8" y="4"/>
                      <a:pt x="7" y="4"/>
                      <a:pt x="7" y="5"/>
                    </a:cubicBezTo>
                    <a:cubicBezTo>
                      <a:pt x="7" y="5"/>
                      <a:pt x="7" y="5"/>
                      <a:pt x="7" y="5"/>
                    </a:cubicBezTo>
                    <a:cubicBezTo>
                      <a:pt x="7" y="5"/>
                      <a:pt x="7" y="6"/>
                      <a:pt x="7" y="6"/>
                    </a:cubicBezTo>
                    <a:cubicBezTo>
                      <a:pt x="7" y="6"/>
                      <a:pt x="7" y="6"/>
                      <a:pt x="7" y="6"/>
                    </a:cubicBezTo>
                    <a:cubicBezTo>
                      <a:pt x="6" y="7"/>
                      <a:pt x="6" y="7"/>
                      <a:pt x="6" y="8"/>
                    </a:cubicBezTo>
                    <a:cubicBezTo>
                      <a:pt x="6" y="8"/>
                      <a:pt x="6" y="8"/>
                      <a:pt x="6" y="8"/>
                    </a:cubicBezTo>
                    <a:cubicBezTo>
                      <a:pt x="6" y="8"/>
                      <a:pt x="6" y="9"/>
                      <a:pt x="6" y="9"/>
                    </a:cubicBezTo>
                    <a:cubicBezTo>
                      <a:pt x="6" y="9"/>
                      <a:pt x="6" y="9"/>
                      <a:pt x="6" y="9"/>
                    </a:cubicBezTo>
                    <a:cubicBezTo>
                      <a:pt x="6" y="10"/>
                      <a:pt x="6" y="11"/>
                      <a:pt x="6" y="11"/>
                    </a:cubicBezTo>
                    <a:cubicBezTo>
                      <a:pt x="6" y="16"/>
                      <a:pt x="6" y="16"/>
                      <a:pt x="6" y="16"/>
                    </a:cubicBezTo>
                    <a:cubicBezTo>
                      <a:pt x="6" y="16"/>
                      <a:pt x="5" y="16"/>
                      <a:pt x="5" y="16"/>
                    </a:cubicBezTo>
                    <a:cubicBezTo>
                      <a:pt x="2" y="16"/>
                      <a:pt x="0" y="18"/>
                      <a:pt x="0" y="21"/>
                    </a:cubicBezTo>
                    <a:cubicBezTo>
                      <a:pt x="0" y="33"/>
                      <a:pt x="0" y="33"/>
                      <a:pt x="0" y="33"/>
                    </a:cubicBezTo>
                    <a:cubicBezTo>
                      <a:pt x="0" y="36"/>
                      <a:pt x="3" y="38"/>
                      <a:pt x="6" y="38"/>
                    </a:cubicBezTo>
                    <a:cubicBezTo>
                      <a:pt x="11" y="51"/>
                      <a:pt x="11" y="51"/>
                      <a:pt x="11" y="51"/>
                    </a:cubicBezTo>
                    <a:cubicBezTo>
                      <a:pt x="13" y="59"/>
                      <a:pt x="17" y="64"/>
                      <a:pt x="22" y="66"/>
                    </a:cubicBezTo>
                    <a:cubicBezTo>
                      <a:pt x="24" y="80"/>
                      <a:pt x="24" y="80"/>
                      <a:pt x="24" y="80"/>
                    </a:cubicBezTo>
                    <a:cubicBezTo>
                      <a:pt x="38" y="90"/>
                      <a:pt x="38" y="90"/>
                      <a:pt x="38" y="90"/>
                    </a:cubicBezTo>
                    <a:cubicBezTo>
                      <a:pt x="52" y="80"/>
                      <a:pt x="52" y="80"/>
                      <a:pt x="52" y="80"/>
                    </a:cubicBezTo>
                    <a:cubicBezTo>
                      <a:pt x="54" y="66"/>
                      <a:pt x="54" y="66"/>
                      <a:pt x="54" y="66"/>
                    </a:cubicBezTo>
                    <a:cubicBezTo>
                      <a:pt x="59" y="64"/>
                      <a:pt x="61" y="59"/>
                      <a:pt x="64" y="51"/>
                    </a:cubicBezTo>
                    <a:cubicBezTo>
                      <a:pt x="69" y="38"/>
                      <a:pt x="69" y="38"/>
                      <a:pt x="69" y="38"/>
                    </a:cubicBezTo>
                    <a:cubicBezTo>
                      <a:pt x="73" y="38"/>
                      <a:pt x="75" y="36"/>
                      <a:pt x="75" y="33"/>
                    </a:cubicBezTo>
                    <a:cubicBezTo>
                      <a:pt x="75" y="21"/>
                      <a:pt x="75" y="21"/>
                      <a:pt x="75" y="21"/>
                    </a:cubicBezTo>
                    <a:cubicBezTo>
                      <a:pt x="75" y="19"/>
                      <a:pt x="73" y="17"/>
                      <a:pt x="71" y="16"/>
                    </a:cubicBezTo>
                    <a:close/>
                  </a:path>
                </a:pathLst>
              </a:custGeom>
              <a:solidFill>
                <a:srgbClr val="E0BB8D"/>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sp>
          <p:nvSpPr>
            <p:cNvPr id="147" name="Freeform 90"/>
            <p:cNvSpPr>
              <a:spLocks/>
            </p:cNvSpPr>
            <p:nvPr/>
          </p:nvSpPr>
          <p:spPr bwMode="auto">
            <a:xfrm>
              <a:off x="9166250" y="5074100"/>
              <a:ext cx="746125" cy="774700"/>
            </a:xfrm>
            <a:custGeom>
              <a:avLst/>
              <a:gdLst>
                <a:gd name="T0" fmla="*/ 69 w 327"/>
                <a:gd name="T1" fmla="*/ 0 h 340"/>
                <a:gd name="T2" fmla="*/ 258 w 327"/>
                <a:gd name="T3" fmla="*/ 0 h 340"/>
                <a:gd name="T4" fmla="*/ 327 w 327"/>
                <a:gd name="T5" fmla="*/ 70 h 340"/>
                <a:gd name="T6" fmla="*/ 327 w 327"/>
                <a:gd name="T7" fmla="*/ 128 h 340"/>
                <a:gd name="T8" fmla="*/ 258 w 327"/>
                <a:gd name="T9" fmla="*/ 128 h 340"/>
                <a:gd name="T10" fmla="*/ 258 w 327"/>
                <a:gd name="T11" fmla="*/ 340 h 340"/>
                <a:gd name="T12" fmla="*/ 69 w 327"/>
                <a:gd name="T13" fmla="*/ 340 h 340"/>
                <a:gd name="T14" fmla="*/ 69 w 327"/>
                <a:gd name="T15" fmla="*/ 128 h 340"/>
                <a:gd name="T16" fmla="*/ 0 w 327"/>
                <a:gd name="T17" fmla="*/ 128 h 340"/>
                <a:gd name="T18" fmla="*/ 0 w 327"/>
                <a:gd name="T19" fmla="*/ 70 h 340"/>
                <a:gd name="T20" fmla="*/ 69 w 327"/>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7" h="340">
                  <a:moveTo>
                    <a:pt x="69" y="0"/>
                  </a:moveTo>
                  <a:cubicBezTo>
                    <a:pt x="258" y="0"/>
                    <a:pt x="258" y="0"/>
                    <a:pt x="258" y="0"/>
                  </a:cubicBezTo>
                  <a:cubicBezTo>
                    <a:pt x="296" y="0"/>
                    <a:pt x="327" y="32"/>
                    <a:pt x="327" y="70"/>
                  </a:cubicBezTo>
                  <a:cubicBezTo>
                    <a:pt x="327" y="128"/>
                    <a:pt x="327" y="128"/>
                    <a:pt x="327" y="128"/>
                  </a:cubicBezTo>
                  <a:cubicBezTo>
                    <a:pt x="258" y="128"/>
                    <a:pt x="258" y="128"/>
                    <a:pt x="258" y="128"/>
                  </a:cubicBezTo>
                  <a:cubicBezTo>
                    <a:pt x="258" y="340"/>
                    <a:pt x="258" y="340"/>
                    <a:pt x="258" y="340"/>
                  </a:cubicBezTo>
                  <a:cubicBezTo>
                    <a:pt x="69" y="340"/>
                    <a:pt x="69" y="340"/>
                    <a:pt x="69" y="340"/>
                  </a:cubicBezTo>
                  <a:cubicBezTo>
                    <a:pt x="69" y="128"/>
                    <a:pt x="69" y="128"/>
                    <a:pt x="69" y="128"/>
                  </a:cubicBezTo>
                  <a:cubicBezTo>
                    <a:pt x="0" y="128"/>
                    <a:pt x="0" y="128"/>
                    <a:pt x="0" y="128"/>
                  </a:cubicBezTo>
                  <a:cubicBezTo>
                    <a:pt x="0" y="70"/>
                    <a:pt x="0" y="70"/>
                    <a:pt x="0" y="70"/>
                  </a:cubicBezTo>
                  <a:cubicBezTo>
                    <a:pt x="0" y="32"/>
                    <a:pt x="31" y="0"/>
                    <a:pt x="69"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48" name="Freeform 91"/>
            <p:cNvSpPr>
              <a:spLocks/>
            </p:cNvSpPr>
            <p:nvPr/>
          </p:nvSpPr>
          <p:spPr bwMode="auto">
            <a:xfrm>
              <a:off x="9775850" y="5364612"/>
              <a:ext cx="266700" cy="398463"/>
            </a:xfrm>
            <a:custGeom>
              <a:avLst/>
              <a:gdLst>
                <a:gd name="T0" fmla="*/ 44 w 117"/>
                <a:gd name="T1" fmla="*/ 175 h 175"/>
                <a:gd name="T2" fmla="*/ 117 w 117"/>
                <a:gd name="T3" fmla="*/ 175 h 175"/>
                <a:gd name="T4" fmla="*/ 117 w 117"/>
                <a:gd name="T5" fmla="*/ 119 h 175"/>
                <a:gd name="T6" fmla="*/ 51 w 117"/>
                <a:gd name="T7" fmla="*/ 119 h 175"/>
                <a:gd name="T8" fmla="*/ 51 w 117"/>
                <a:gd name="T9" fmla="*/ 0 h 175"/>
                <a:gd name="T10" fmla="*/ 0 w 117"/>
                <a:gd name="T11" fmla="*/ 0 h 175"/>
                <a:gd name="T12" fmla="*/ 0 w 117"/>
                <a:gd name="T13" fmla="*/ 131 h 175"/>
                <a:gd name="T14" fmla="*/ 44 w 117"/>
                <a:gd name="T15" fmla="*/ 175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75">
                  <a:moveTo>
                    <a:pt x="44" y="175"/>
                  </a:moveTo>
                  <a:cubicBezTo>
                    <a:pt x="117" y="175"/>
                    <a:pt x="117" y="175"/>
                    <a:pt x="117" y="175"/>
                  </a:cubicBezTo>
                  <a:cubicBezTo>
                    <a:pt x="117" y="119"/>
                    <a:pt x="117" y="119"/>
                    <a:pt x="117" y="119"/>
                  </a:cubicBezTo>
                  <a:cubicBezTo>
                    <a:pt x="51" y="119"/>
                    <a:pt x="51" y="119"/>
                    <a:pt x="51" y="119"/>
                  </a:cubicBezTo>
                  <a:cubicBezTo>
                    <a:pt x="51" y="0"/>
                    <a:pt x="51" y="0"/>
                    <a:pt x="51" y="0"/>
                  </a:cubicBezTo>
                  <a:cubicBezTo>
                    <a:pt x="0" y="0"/>
                    <a:pt x="0" y="0"/>
                    <a:pt x="0" y="0"/>
                  </a:cubicBezTo>
                  <a:cubicBezTo>
                    <a:pt x="0" y="131"/>
                    <a:pt x="0" y="131"/>
                    <a:pt x="0" y="131"/>
                  </a:cubicBezTo>
                  <a:cubicBezTo>
                    <a:pt x="0" y="155"/>
                    <a:pt x="20" y="175"/>
                    <a:pt x="44" y="1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49" name="Rectangle 92"/>
            <p:cNvSpPr>
              <a:spLocks noChangeArrowheads="1"/>
            </p:cNvSpPr>
            <p:nvPr/>
          </p:nvSpPr>
          <p:spPr bwMode="auto">
            <a:xfrm>
              <a:off x="9185300" y="5364612"/>
              <a:ext cx="117475" cy="690563"/>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50" name="Freeform 93"/>
            <p:cNvSpPr>
              <a:spLocks/>
            </p:cNvSpPr>
            <p:nvPr/>
          </p:nvSpPr>
          <p:spPr bwMode="auto">
            <a:xfrm>
              <a:off x="9185300" y="5937700"/>
              <a:ext cx="117475" cy="231775"/>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51" name="Freeform 94"/>
            <p:cNvSpPr>
              <a:spLocks/>
            </p:cNvSpPr>
            <p:nvPr/>
          </p:nvSpPr>
          <p:spPr bwMode="auto">
            <a:xfrm>
              <a:off x="9923488" y="5645600"/>
              <a:ext cx="234950" cy="117475"/>
            </a:xfrm>
            <a:custGeom>
              <a:avLst/>
              <a:gdLst>
                <a:gd name="T0" fmla="*/ 0 w 103"/>
                <a:gd name="T1" fmla="*/ 0 h 52"/>
                <a:gd name="T2" fmla="*/ 103 w 103"/>
                <a:gd name="T3" fmla="*/ 0 h 52"/>
                <a:gd name="T4" fmla="*/ 52 w 103"/>
                <a:gd name="T5" fmla="*/ 52 h 52"/>
                <a:gd name="T6" fmla="*/ 0 w 103"/>
                <a:gd name="T7" fmla="*/ 0 h 52"/>
              </a:gdLst>
              <a:ahLst/>
              <a:cxnLst>
                <a:cxn ang="0">
                  <a:pos x="T0" y="T1"/>
                </a:cxn>
                <a:cxn ang="0">
                  <a:pos x="T2" y="T3"/>
                </a:cxn>
                <a:cxn ang="0">
                  <a:pos x="T4" y="T5"/>
                </a:cxn>
                <a:cxn ang="0">
                  <a:pos x="T6" y="T7"/>
                </a:cxn>
              </a:cxnLst>
              <a:rect l="0" t="0" r="r" b="b"/>
              <a:pathLst>
                <a:path w="103" h="52">
                  <a:moveTo>
                    <a:pt x="0" y="0"/>
                  </a:moveTo>
                  <a:cubicBezTo>
                    <a:pt x="103" y="0"/>
                    <a:pt x="103" y="0"/>
                    <a:pt x="103" y="0"/>
                  </a:cubicBezTo>
                  <a:cubicBezTo>
                    <a:pt x="103" y="29"/>
                    <a:pt x="80" y="52"/>
                    <a:pt x="52" y="52"/>
                  </a:cubicBezTo>
                  <a:cubicBezTo>
                    <a:pt x="23" y="52"/>
                    <a:pt x="0" y="29"/>
                    <a:pt x="0"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52" name="Rectangle 98"/>
            <p:cNvSpPr>
              <a:spLocks noChangeArrowheads="1"/>
            </p:cNvSpPr>
            <p:nvPr/>
          </p:nvSpPr>
          <p:spPr bwMode="auto">
            <a:xfrm>
              <a:off x="9828238" y="5593212"/>
              <a:ext cx="119063" cy="523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53" name="Rectangle 102"/>
            <p:cNvSpPr>
              <a:spLocks noChangeArrowheads="1"/>
            </p:cNvSpPr>
            <p:nvPr/>
          </p:nvSpPr>
          <p:spPr bwMode="auto">
            <a:xfrm>
              <a:off x="9185300" y="5364612"/>
              <a:ext cx="117475" cy="34925"/>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54" name="Rectangle 103"/>
            <p:cNvSpPr>
              <a:spLocks noChangeArrowheads="1"/>
            </p:cNvSpPr>
            <p:nvPr/>
          </p:nvSpPr>
          <p:spPr bwMode="auto">
            <a:xfrm>
              <a:off x="9775850" y="5364612"/>
              <a:ext cx="115888" cy="34925"/>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nvGrpSpPr>
            <p:cNvPr id="155" name="Group 154"/>
            <p:cNvGrpSpPr/>
            <p:nvPr/>
          </p:nvGrpSpPr>
          <p:grpSpPr>
            <a:xfrm>
              <a:off x="9346657" y="4578187"/>
              <a:ext cx="385310" cy="539024"/>
              <a:chOff x="9374573" y="4664153"/>
              <a:chExt cx="312233" cy="436794"/>
            </a:xfrm>
          </p:grpSpPr>
          <p:sp>
            <p:nvSpPr>
              <p:cNvPr id="265" name="Freeform 325"/>
              <p:cNvSpPr>
                <a:spLocks/>
              </p:cNvSpPr>
              <p:nvPr/>
            </p:nvSpPr>
            <p:spPr bwMode="auto">
              <a:xfrm>
                <a:off x="9411111" y="4699030"/>
                <a:ext cx="275695" cy="333824"/>
              </a:xfrm>
              <a:custGeom>
                <a:avLst/>
                <a:gdLst>
                  <a:gd name="T0" fmla="*/ 69 w 77"/>
                  <a:gd name="T1" fmla="*/ 53 h 93"/>
                  <a:gd name="T2" fmla="*/ 27 w 77"/>
                  <a:gd name="T3" fmla="*/ 87 h 93"/>
                  <a:gd name="T4" fmla="*/ 7 w 77"/>
                  <a:gd name="T5" fmla="*/ 36 h 93"/>
                  <a:gd name="T6" fmla="*/ 54 w 77"/>
                  <a:gd name="T7" fmla="*/ 6 h 93"/>
                  <a:gd name="T8" fmla="*/ 69 w 77"/>
                  <a:gd name="T9" fmla="*/ 53 h 93"/>
                </a:gdLst>
                <a:ahLst/>
                <a:cxnLst>
                  <a:cxn ang="0">
                    <a:pos x="T0" y="T1"/>
                  </a:cxn>
                  <a:cxn ang="0">
                    <a:pos x="T2" y="T3"/>
                  </a:cxn>
                  <a:cxn ang="0">
                    <a:pos x="T4" y="T5"/>
                  </a:cxn>
                  <a:cxn ang="0">
                    <a:pos x="T6" y="T7"/>
                  </a:cxn>
                  <a:cxn ang="0">
                    <a:pos x="T8" y="T9"/>
                  </a:cxn>
                </a:cxnLst>
                <a:rect l="0" t="0" r="r" b="b"/>
                <a:pathLst>
                  <a:path w="77" h="93">
                    <a:moveTo>
                      <a:pt x="69" y="53"/>
                    </a:moveTo>
                    <a:cubicBezTo>
                      <a:pt x="62" y="75"/>
                      <a:pt x="45" y="93"/>
                      <a:pt x="27" y="87"/>
                    </a:cubicBezTo>
                    <a:cubicBezTo>
                      <a:pt x="9" y="81"/>
                      <a:pt x="0" y="58"/>
                      <a:pt x="7" y="36"/>
                    </a:cubicBezTo>
                    <a:cubicBezTo>
                      <a:pt x="15" y="14"/>
                      <a:pt x="35" y="0"/>
                      <a:pt x="54" y="6"/>
                    </a:cubicBezTo>
                    <a:cubicBezTo>
                      <a:pt x="72" y="12"/>
                      <a:pt x="77" y="31"/>
                      <a:pt x="69" y="5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66" name="Freeform 326"/>
              <p:cNvSpPr>
                <a:spLocks/>
              </p:cNvSpPr>
              <p:nvPr/>
            </p:nvSpPr>
            <p:spPr bwMode="auto">
              <a:xfrm>
                <a:off x="9374573" y="4664153"/>
                <a:ext cx="272373" cy="312233"/>
              </a:xfrm>
              <a:custGeom>
                <a:avLst/>
                <a:gdLst>
                  <a:gd name="T0" fmla="*/ 65 w 76"/>
                  <a:gd name="T1" fmla="*/ 28 h 87"/>
                  <a:gd name="T2" fmla="*/ 58 w 76"/>
                  <a:gd name="T3" fmla="*/ 78 h 87"/>
                  <a:gd name="T4" fmla="*/ 11 w 76"/>
                  <a:gd name="T5" fmla="*/ 60 h 87"/>
                  <a:gd name="T6" fmla="*/ 17 w 76"/>
                  <a:gd name="T7" fmla="*/ 9 h 87"/>
                  <a:gd name="T8" fmla="*/ 65 w 76"/>
                  <a:gd name="T9" fmla="*/ 28 h 87"/>
                </a:gdLst>
                <a:ahLst/>
                <a:cxnLst>
                  <a:cxn ang="0">
                    <a:pos x="T0" y="T1"/>
                  </a:cxn>
                  <a:cxn ang="0">
                    <a:pos x="T2" y="T3"/>
                  </a:cxn>
                  <a:cxn ang="0">
                    <a:pos x="T4" y="T5"/>
                  </a:cxn>
                  <a:cxn ang="0">
                    <a:pos x="T6" y="T7"/>
                  </a:cxn>
                  <a:cxn ang="0">
                    <a:pos x="T8" y="T9"/>
                  </a:cxn>
                </a:cxnLst>
                <a:rect l="0" t="0" r="r" b="b"/>
                <a:pathLst>
                  <a:path w="76" h="87">
                    <a:moveTo>
                      <a:pt x="65" y="28"/>
                    </a:moveTo>
                    <a:cubicBezTo>
                      <a:pt x="76" y="47"/>
                      <a:pt x="73" y="69"/>
                      <a:pt x="58" y="78"/>
                    </a:cubicBezTo>
                    <a:cubicBezTo>
                      <a:pt x="43" y="87"/>
                      <a:pt x="22" y="79"/>
                      <a:pt x="11" y="60"/>
                    </a:cubicBezTo>
                    <a:cubicBezTo>
                      <a:pt x="0" y="40"/>
                      <a:pt x="3" y="18"/>
                      <a:pt x="17" y="9"/>
                    </a:cubicBezTo>
                    <a:cubicBezTo>
                      <a:pt x="32" y="0"/>
                      <a:pt x="53" y="9"/>
                      <a:pt x="65" y="2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67" name="Freeform 327"/>
              <p:cNvSpPr>
                <a:spLocks/>
              </p:cNvSpPr>
              <p:nvPr/>
            </p:nvSpPr>
            <p:spPr bwMode="auto">
              <a:xfrm>
                <a:off x="9464257" y="4949813"/>
                <a:ext cx="142830" cy="151134"/>
              </a:xfrm>
              <a:custGeom>
                <a:avLst/>
                <a:gdLst>
                  <a:gd name="T0" fmla="*/ 86 w 86"/>
                  <a:gd name="T1" fmla="*/ 70 h 91"/>
                  <a:gd name="T2" fmla="*/ 43 w 86"/>
                  <a:gd name="T3" fmla="*/ 91 h 91"/>
                  <a:gd name="T4" fmla="*/ 0 w 86"/>
                  <a:gd name="T5" fmla="*/ 70 h 91"/>
                  <a:gd name="T6" fmla="*/ 0 w 86"/>
                  <a:gd name="T7" fmla="*/ 0 h 91"/>
                  <a:gd name="T8" fmla="*/ 86 w 86"/>
                  <a:gd name="T9" fmla="*/ 0 h 91"/>
                  <a:gd name="T10" fmla="*/ 86 w 86"/>
                  <a:gd name="T11" fmla="*/ 70 h 91"/>
                </a:gdLst>
                <a:ahLst/>
                <a:cxnLst>
                  <a:cxn ang="0">
                    <a:pos x="T0" y="T1"/>
                  </a:cxn>
                  <a:cxn ang="0">
                    <a:pos x="T2" y="T3"/>
                  </a:cxn>
                  <a:cxn ang="0">
                    <a:pos x="T4" y="T5"/>
                  </a:cxn>
                  <a:cxn ang="0">
                    <a:pos x="T6" y="T7"/>
                  </a:cxn>
                  <a:cxn ang="0">
                    <a:pos x="T8" y="T9"/>
                  </a:cxn>
                  <a:cxn ang="0">
                    <a:pos x="T10" y="T11"/>
                  </a:cxn>
                </a:cxnLst>
                <a:rect l="0" t="0" r="r" b="b"/>
                <a:pathLst>
                  <a:path w="86" h="91">
                    <a:moveTo>
                      <a:pt x="86" y="70"/>
                    </a:moveTo>
                    <a:lnTo>
                      <a:pt x="43" y="91"/>
                    </a:lnTo>
                    <a:lnTo>
                      <a:pt x="0" y="70"/>
                    </a:lnTo>
                    <a:lnTo>
                      <a:pt x="0" y="0"/>
                    </a:lnTo>
                    <a:lnTo>
                      <a:pt x="86" y="0"/>
                    </a:lnTo>
                    <a:lnTo>
                      <a:pt x="86" y="70"/>
                    </a:lnTo>
                    <a:close/>
                  </a:path>
                </a:pathLst>
              </a:custGeom>
              <a:solidFill>
                <a:srgbClr val="C3986F"/>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68" name="Freeform 336"/>
              <p:cNvSpPr>
                <a:spLocks/>
              </p:cNvSpPr>
              <p:nvPr/>
            </p:nvSpPr>
            <p:spPr bwMode="auto">
              <a:xfrm>
                <a:off x="9650268" y="4810305"/>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69" name="Freeform 337"/>
              <p:cNvSpPr>
                <a:spLocks/>
              </p:cNvSpPr>
              <p:nvPr/>
            </p:nvSpPr>
            <p:spPr bwMode="auto">
              <a:xfrm>
                <a:off x="9650268" y="480698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0" name="Freeform 338"/>
              <p:cNvSpPr>
                <a:spLocks/>
              </p:cNvSpPr>
              <p:nvPr/>
            </p:nvSpPr>
            <p:spPr bwMode="auto">
              <a:xfrm>
                <a:off x="9643624" y="479701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1" name="Freeform 339"/>
              <p:cNvSpPr>
                <a:spLocks/>
              </p:cNvSpPr>
              <p:nvPr/>
            </p:nvSpPr>
            <p:spPr bwMode="auto">
              <a:xfrm>
                <a:off x="9646946" y="480034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2" name="Freeform 340"/>
              <p:cNvSpPr>
                <a:spLocks/>
              </p:cNvSpPr>
              <p:nvPr/>
            </p:nvSpPr>
            <p:spPr bwMode="auto">
              <a:xfrm>
                <a:off x="9421076" y="479701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3" name="Freeform 341"/>
              <p:cNvSpPr>
                <a:spLocks/>
              </p:cNvSpPr>
              <p:nvPr/>
            </p:nvSpPr>
            <p:spPr bwMode="auto">
              <a:xfrm>
                <a:off x="9650268" y="4813626"/>
                <a:ext cx="0" cy="498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4" name="Freeform 342"/>
              <p:cNvSpPr>
                <a:spLocks/>
              </p:cNvSpPr>
              <p:nvPr/>
            </p:nvSpPr>
            <p:spPr bwMode="auto">
              <a:xfrm>
                <a:off x="9650268" y="4821930"/>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5" name="Rectangle 343"/>
              <p:cNvSpPr>
                <a:spLocks noChangeArrowheads="1"/>
              </p:cNvSpPr>
              <p:nvPr/>
            </p:nvSpPr>
            <p:spPr bwMode="auto">
              <a:xfrm>
                <a:off x="9640303" y="4792035"/>
                <a:ext cx="1662" cy="1662"/>
              </a:xfrm>
              <a:prstGeom prst="rect">
                <a:avLst/>
              </a:prstGeom>
              <a:solidFill>
                <a:srgbClr val="FFD6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6" name="Freeform 344"/>
              <p:cNvSpPr>
                <a:spLocks/>
              </p:cNvSpPr>
              <p:nvPr/>
            </p:nvSpPr>
            <p:spPr bwMode="auto">
              <a:xfrm>
                <a:off x="9414432" y="481860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7" name="Freeform 345"/>
              <p:cNvSpPr>
                <a:spLocks/>
              </p:cNvSpPr>
              <p:nvPr/>
            </p:nvSpPr>
            <p:spPr bwMode="auto">
              <a:xfrm>
                <a:off x="9417754" y="480698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8" name="Freeform 346"/>
              <p:cNvSpPr>
                <a:spLocks/>
              </p:cNvSpPr>
              <p:nvPr/>
            </p:nvSpPr>
            <p:spPr bwMode="auto">
              <a:xfrm>
                <a:off x="9417754" y="4800340"/>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79" name="Freeform 347"/>
              <p:cNvSpPr>
                <a:spLocks/>
              </p:cNvSpPr>
              <p:nvPr/>
            </p:nvSpPr>
            <p:spPr bwMode="auto">
              <a:xfrm>
                <a:off x="9414432" y="4810305"/>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1"/>
                      <a:pt x="0" y="1"/>
                    </a:cubicBezTo>
                    <a:cubicBezTo>
                      <a:pt x="0" y="1"/>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0" name="Freeform 348"/>
              <p:cNvSpPr>
                <a:spLocks/>
              </p:cNvSpPr>
              <p:nvPr/>
            </p:nvSpPr>
            <p:spPr bwMode="auto">
              <a:xfrm>
                <a:off x="9392841" y="4782070"/>
                <a:ext cx="279016" cy="250784"/>
              </a:xfrm>
              <a:custGeom>
                <a:avLst/>
                <a:gdLst>
                  <a:gd name="T0" fmla="*/ 74 w 78"/>
                  <a:gd name="T1" fmla="*/ 17 h 70"/>
                  <a:gd name="T2" fmla="*/ 72 w 78"/>
                  <a:gd name="T3" fmla="*/ 17 h 70"/>
                  <a:gd name="T4" fmla="*/ 72 w 78"/>
                  <a:gd name="T5" fmla="*/ 12 h 70"/>
                  <a:gd name="T6" fmla="*/ 72 w 78"/>
                  <a:gd name="T7" fmla="*/ 11 h 70"/>
                  <a:gd name="T8" fmla="*/ 72 w 78"/>
                  <a:gd name="T9" fmla="*/ 10 h 70"/>
                  <a:gd name="T10" fmla="*/ 72 w 78"/>
                  <a:gd name="T11" fmla="*/ 9 h 70"/>
                  <a:gd name="T12" fmla="*/ 72 w 78"/>
                  <a:gd name="T13" fmla="*/ 9 h 70"/>
                  <a:gd name="T14" fmla="*/ 72 w 78"/>
                  <a:gd name="T15" fmla="*/ 8 h 70"/>
                  <a:gd name="T16" fmla="*/ 72 w 78"/>
                  <a:gd name="T17" fmla="*/ 7 h 70"/>
                  <a:gd name="T18" fmla="*/ 72 w 78"/>
                  <a:gd name="T19" fmla="*/ 7 h 70"/>
                  <a:gd name="T20" fmla="*/ 71 w 78"/>
                  <a:gd name="T21" fmla="*/ 5 h 70"/>
                  <a:gd name="T22" fmla="*/ 71 w 78"/>
                  <a:gd name="T23" fmla="*/ 5 h 70"/>
                  <a:gd name="T24" fmla="*/ 70 w 78"/>
                  <a:gd name="T25" fmla="*/ 4 h 70"/>
                  <a:gd name="T26" fmla="*/ 70 w 78"/>
                  <a:gd name="T27" fmla="*/ 4 h 70"/>
                  <a:gd name="T28" fmla="*/ 69 w 78"/>
                  <a:gd name="T29" fmla="*/ 3 h 70"/>
                  <a:gd name="T30" fmla="*/ 69 w 78"/>
                  <a:gd name="T31" fmla="*/ 3 h 70"/>
                  <a:gd name="T32" fmla="*/ 63 w 78"/>
                  <a:gd name="T33" fmla="*/ 3 h 70"/>
                  <a:gd name="T34" fmla="*/ 52 w 78"/>
                  <a:gd name="T35" fmla="*/ 1 h 70"/>
                  <a:gd name="T36" fmla="*/ 32 w 78"/>
                  <a:gd name="T37" fmla="*/ 3 h 70"/>
                  <a:gd name="T38" fmla="*/ 11 w 78"/>
                  <a:gd name="T39" fmla="*/ 0 h 70"/>
                  <a:gd name="T40" fmla="*/ 8 w 78"/>
                  <a:gd name="T41" fmla="*/ 4 h 70"/>
                  <a:gd name="T42" fmla="*/ 8 w 78"/>
                  <a:gd name="T43" fmla="*/ 4 h 70"/>
                  <a:gd name="T44" fmla="*/ 7 w 78"/>
                  <a:gd name="T45" fmla="*/ 5 h 70"/>
                  <a:gd name="T46" fmla="*/ 7 w 78"/>
                  <a:gd name="T47" fmla="*/ 6 h 70"/>
                  <a:gd name="T48" fmla="*/ 7 w 78"/>
                  <a:gd name="T49" fmla="*/ 7 h 70"/>
                  <a:gd name="T50" fmla="*/ 7 w 78"/>
                  <a:gd name="T51" fmla="*/ 7 h 70"/>
                  <a:gd name="T52" fmla="*/ 6 w 78"/>
                  <a:gd name="T53" fmla="*/ 8 h 70"/>
                  <a:gd name="T54" fmla="*/ 6 w 78"/>
                  <a:gd name="T55" fmla="*/ 9 h 70"/>
                  <a:gd name="T56" fmla="*/ 6 w 78"/>
                  <a:gd name="T57" fmla="*/ 10 h 70"/>
                  <a:gd name="T58" fmla="*/ 6 w 78"/>
                  <a:gd name="T59" fmla="*/ 10 h 70"/>
                  <a:gd name="T60" fmla="*/ 6 w 78"/>
                  <a:gd name="T61" fmla="*/ 12 h 70"/>
                  <a:gd name="T62" fmla="*/ 6 w 78"/>
                  <a:gd name="T63" fmla="*/ 17 h 70"/>
                  <a:gd name="T64" fmla="*/ 5 w 78"/>
                  <a:gd name="T65" fmla="*/ 17 h 70"/>
                  <a:gd name="T66" fmla="*/ 0 w 78"/>
                  <a:gd name="T67" fmla="*/ 22 h 70"/>
                  <a:gd name="T68" fmla="*/ 0 w 78"/>
                  <a:gd name="T69" fmla="*/ 35 h 70"/>
                  <a:gd name="T70" fmla="*/ 6 w 78"/>
                  <a:gd name="T71" fmla="*/ 40 h 70"/>
                  <a:gd name="T72" fmla="*/ 24 w 78"/>
                  <a:gd name="T73" fmla="*/ 70 h 70"/>
                  <a:gd name="T74" fmla="*/ 54 w 78"/>
                  <a:gd name="T75" fmla="*/ 70 h 70"/>
                  <a:gd name="T76" fmla="*/ 72 w 78"/>
                  <a:gd name="T77" fmla="*/ 40 h 70"/>
                  <a:gd name="T78" fmla="*/ 78 w 78"/>
                  <a:gd name="T79" fmla="*/ 35 h 70"/>
                  <a:gd name="T80" fmla="*/ 78 w 78"/>
                  <a:gd name="T81" fmla="*/ 22 h 70"/>
                  <a:gd name="T82" fmla="*/ 74 w 78"/>
                  <a:gd name="T83" fmla="*/ 1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8" h="70">
                    <a:moveTo>
                      <a:pt x="74" y="17"/>
                    </a:moveTo>
                    <a:cubicBezTo>
                      <a:pt x="74" y="17"/>
                      <a:pt x="73" y="17"/>
                      <a:pt x="72" y="17"/>
                    </a:cubicBezTo>
                    <a:cubicBezTo>
                      <a:pt x="72" y="12"/>
                      <a:pt x="72" y="12"/>
                      <a:pt x="72" y="12"/>
                    </a:cubicBezTo>
                    <a:cubicBezTo>
                      <a:pt x="72" y="12"/>
                      <a:pt x="72" y="11"/>
                      <a:pt x="72" y="11"/>
                    </a:cubicBezTo>
                    <a:cubicBezTo>
                      <a:pt x="72" y="10"/>
                      <a:pt x="72" y="10"/>
                      <a:pt x="72" y="10"/>
                    </a:cubicBezTo>
                    <a:cubicBezTo>
                      <a:pt x="72" y="10"/>
                      <a:pt x="72" y="9"/>
                      <a:pt x="72" y="9"/>
                    </a:cubicBezTo>
                    <a:cubicBezTo>
                      <a:pt x="72" y="9"/>
                      <a:pt x="72" y="9"/>
                      <a:pt x="72" y="9"/>
                    </a:cubicBezTo>
                    <a:cubicBezTo>
                      <a:pt x="72" y="8"/>
                      <a:pt x="72" y="8"/>
                      <a:pt x="72" y="8"/>
                    </a:cubicBezTo>
                    <a:cubicBezTo>
                      <a:pt x="72" y="8"/>
                      <a:pt x="72" y="7"/>
                      <a:pt x="72" y="7"/>
                    </a:cubicBezTo>
                    <a:cubicBezTo>
                      <a:pt x="72" y="7"/>
                      <a:pt x="72" y="7"/>
                      <a:pt x="72" y="7"/>
                    </a:cubicBezTo>
                    <a:cubicBezTo>
                      <a:pt x="71" y="6"/>
                      <a:pt x="71" y="6"/>
                      <a:pt x="71" y="5"/>
                    </a:cubicBezTo>
                    <a:cubicBezTo>
                      <a:pt x="71" y="5"/>
                      <a:pt x="71" y="5"/>
                      <a:pt x="71" y="5"/>
                    </a:cubicBezTo>
                    <a:cubicBezTo>
                      <a:pt x="71" y="4"/>
                      <a:pt x="70" y="4"/>
                      <a:pt x="70" y="4"/>
                    </a:cubicBezTo>
                    <a:cubicBezTo>
                      <a:pt x="70" y="4"/>
                      <a:pt x="70" y="4"/>
                      <a:pt x="70" y="4"/>
                    </a:cubicBezTo>
                    <a:cubicBezTo>
                      <a:pt x="70" y="3"/>
                      <a:pt x="70" y="3"/>
                      <a:pt x="69" y="3"/>
                    </a:cubicBezTo>
                    <a:cubicBezTo>
                      <a:pt x="69" y="3"/>
                      <a:pt x="69" y="3"/>
                      <a:pt x="69" y="3"/>
                    </a:cubicBezTo>
                    <a:cubicBezTo>
                      <a:pt x="68" y="3"/>
                      <a:pt x="66" y="3"/>
                      <a:pt x="63" y="3"/>
                    </a:cubicBezTo>
                    <a:cubicBezTo>
                      <a:pt x="59" y="3"/>
                      <a:pt x="55" y="2"/>
                      <a:pt x="52" y="1"/>
                    </a:cubicBezTo>
                    <a:cubicBezTo>
                      <a:pt x="47" y="2"/>
                      <a:pt x="40" y="3"/>
                      <a:pt x="32" y="3"/>
                    </a:cubicBezTo>
                    <a:cubicBezTo>
                      <a:pt x="24" y="3"/>
                      <a:pt x="16" y="2"/>
                      <a:pt x="11" y="0"/>
                    </a:cubicBezTo>
                    <a:cubicBezTo>
                      <a:pt x="10" y="1"/>
                      <a:pt x="9" y="3"/>
                      <a:pt x="8" y="4"/>
                    </a:cubicBezTo>
                    <a:cubicBezTo>
                      <a:pt x="8" y="4"/>
                      <a:pt x="8" y="4"/>
                      <a:pt x="8" y="4"/>
                    </a:cubicBezTo>
                    <a:cubicBezTo>
                      <a:pt x="8" y="5"/>
                      <a:pt x="8" y="5"/>
                      <a:pt x="7" y="5"/>
                    </a:cubicBezTo>
                    <a:cubicBezTo>
                      <a:pt x="7" y="6"/>
                      <a:pt x="7" y="6"/>
                      <a:pt x="7" y="6"/>
                    </a:cubicBezTo>
                    <a:cubicBezTo>
                      <a:pt x="7" y="6"/>
                      <a:pt x="7" y="6"/>
                      <a:pt x="7" y="7"/>
                    </a:cubicBezTo>
                    <a:cubicBezTo>
                      <a:pt x="7" y="7"/>
                      <a:pt x="7" y="7"/>
                      <a:pt x="7" y="7"/>
                    </a:cubicBezTo>
                    <a:cubicBezTo>
                      <a:pt x="7" y="8"/>
                      <a:pt x="6" y="8"/>
                      <a:pt x="6" y="8"/>
                    </a:cubicBezTo>
                    <a:cubicBezTo>
                      <a:pt x="6" y="8"/>
                      <a:pt x="6" y="9"/>
                      <a:pt x="6" y="9"/>
                    </a:cubicBezTo>
                    <a:cubicBezTo>
                      <a:pt x="6" y="9"/>
                      <a:pt x="6" y="10"/>
                      <a:pt x="6" y="10"/>
                    </a:cubicBezTo>
                    <a:cubicBezTo>
                      <a:pt x="6" y="10"/>
                      <a:pt x="6" y="10"/>
                      <a:pt x="6" y="10"/>
                    </a:cubicBezTo>
                    <a:cubicBezTo>
                      <a:pt x="6" y="11"/>
                      <a:pt x="6" y="11"/>
                      <a:pt x="6" y="12"/>
                    </a:cubicBezTo>
                    <a:cubicBezTo>
                      <a:pt x="6" y="17"/>
                      <a:pt x="6" y="17"/>
                      <a:pt x="6" y="17"/>
                    </a:cubicBezTo>
                    <a:cubicBezTo>
                      <a:pt x="6" y="17"/>
                      <a:pt x="5" y="17"/>
                      <a:pt x="5" y="17"/>
                    </a:cubicBezTo>
                    <a:cubicBezTo>
                      <a:pt x="2" y="17"/>
                      <a:pt x="0" y="20"/>
                      <a:pt x="0" y="22"/>
                    </a:cubicBezTo>
                    <a:cubicBezTo>
                      <a:pt x="0" y="35"/>
                      <a:pt x="0" y="35"/>
                      <a:pt x="0" y="35"/>
                    </a:cubicBezTo>
                    <a:cubicBezTo>
                      <a:pt x="0" y="38"/>
                      <a:pt x="3" y="40"/>
                      <a:pt x="6" y="40"/>
                    </a:cubicBezTo>
                    <a:cubicBezTo>
                      <a:pt x="6" y="40"/>
                      <a:pt x="16" y="70"/>
                      <a:pt x="24" y="70"/>
                    </a:cubicBezTo>
                    <a:cubicBezTo>
                      <a:pt x="54" y="70"/>
                      <a:pt x="54" y="70"/>
                      <a:pt x="54" y="70"/>
                    </a:cubicBezTo>
                    <a:cubicBezTo>
                      <a:pt x="63" y="70"/>
                      <a:pt x="72" y="40"/>
                      <a:pt x="72" y="40"/>
                    </a:cubicBezTo>
                    <a:cubicBezTo>
                      <a:pt x="76" y="40"/>
                      <a:pt x="78" y="38"/>
                      <a:pt x="78" y="35"/>
                    </a:cubicBezTo>
                    <a:cubicBezTo>
                      <a:pt x="78" y="22"/>
                      <a:pt x="78" y="22"/>
                      <a:pt x="78" y="22"/>
                    </a:cubicBezTo>
                    <a:cubicBezTo>
                      <a:pt x="78" y="20"/>
                      <a:pt x="77" y="18"/>
                      <a:pt x="74" y="17"/>
                    </a:cubicBezTo>
                    <a:close/>
                  </a:path>
                </a:pathLst>
              </a:custGeom>
              <a:solidFill>
                <a:srgbClr val="E0BB8D"/>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1" name="Freeform 349"/>
              <p:cNvSpPr>
                <a:spLocks noEditPoints="1"/>
              </p:cNvSpPr>
              <p:nvPr/>
            </p:nvSpPr>
            <p:spPr bwMode="auto">
              <a:xfrm>
                <a:off x="9417754" y="4831895"/>
                <a:ext cx="239157" cy="79719"/>
              </a:xfrm>
              <a:custGeom>
                <a:avLst/>
                <a:gdLst>
                  <a:gd name="T0" fmla="*/ 66 w 67"/>
                  <a:gd name="T1" fmla="*/ 2 h 22"/>
                  <a:gd name="T2" fmla="*/ 49 w 67"/>
                  <a:gd name="T3" fmla="*/ 1 h 22"/>
                  <a:gd name="T4" fmla="*/ 33 w 67"/>
                  <a:gd name="T5" fmla="*/ 5 h 22"/>
                  <a:gd name="T6" fmla="*/ 17 w 67"/>
                  <a:gd name="T7" fmla="*/ 1 h 22"/>
                  <a:gd name="T8" fmla="*/ 0 w 67"/>
                  <a:gd name="T9" fmla="*/ 2 h 22"/>
                  <a:gd name="T10" fmla="*/ 0 w 67"/>
                  <a:gd name="T11" fmla="*/ 4 h 22"/>
                  <a:gd name="T12" fmla="*/ 2 w 67"/>
                  <a:gd name="T13" fmla="*/ 7 h 22"/>
                  <a:gd name="T14" fmla="*/ 4 w 67"/>
                  <a:gd name="T15" fmla="*/ 12 h 22"/>
                  <a:gd name="T16" fmla="*/ 20 w 67"/>
                  <a:gd name="T17" fmla="*/ 21 h 22"/>
                  <a:gd name="T18" fmla="*/ 31 w 67"/>
                  <a:gd name="T19" fmla="*/ 9 h 22"/>
                  <a:gd name="T20" fmla="*/ 33 w 67"/>
                  <a:gd name="T21" fmla="*/ 8 h 22"/>
                  <a:gd name="T22" fmla="*/ 36 w 67"/>
                  <a:gd name="T23" fmla="*/ 9 h 22"/>
                  <a:gd name="T24" fmla="*/ 47 w 67"/>
                  <a:gd name="T25" fmla="*/ 21 h 22"/>
                  <a:gd name="T26" fmla="*/ 62 w 67"/>
                  <a:gd name="T27" fmla="*/ 12 h 22"/>
                  <a:gd name="T28" fmla="*/ 64 w 67"/>
                  <a:gd name="T29" fmla="*/ 7 h 22"/>
                  <a:gd name="T30" fmla="*/ 66 w 67"/>
                  <a:gd name="T31" fmla="*/ 4 h 22"/>
                  <a:gd name="T32" fmla="*/ 66 w 67"/>
                  <a:gd name="T33" fmla="*/ 2 h 22"/>
                  <a:gd name="T34" fmla="*/ 25 w 67"/>
                  <a:gd name="T35" fmla="*/ 16 h 22"/>
                  <a:gd name="T36" fmla="*/ 13 w 67"/>
                  <a:gd name="T37" fmla="*/ 19 h 22"/>
                  <a:gd name="T38" fmla="*/ 6 w 67"/>
                  <a:gd name="T39" fmla="*/ 8 h 22"/>
                  <a:gd name="T40" fmla="*/ 18 w 67"/>
                  <a:gd name="T41" fmla="*/ 3 h 22"/>
                  <a:gd name="T42" fmla="*/ 26 w 67"/>
                  <a:gd name="T43" fmla="*/ 5 h 22"/>
                  <a:gd name="T44" fmla="*/ 25 w 67"/>
                  <a:gd name="T45" fmla="*/ 16 h 22"/>
                  <a:gd name="T46" fmla="*/ 53 w 67"/>
                  <a:gd name="T47" fmla="*/ 19 h 22"/>
                  <a:gd name="T48" fmla="*/ 41 w 67"/>
                  <a:gd name="T49" fmla="*/ 16 h 22"/>
                  <a:gd name="T50" fmla="*/ 41 w 67"/>
                  <a:gd name="T51" fmla="*/ 5 h 22"/>
                  <a:gd name="T52" fmla="*/ 49 w 67"/>
                  <a:gd name="T53" fmla="*/ 3 h 22"/>
                  <a:gd name="T54" fmla="*/ 61 w 67"/>
                  <a:gd name="T55" fmla="*/ 8 h 22"/>
                  <a:gd name="T56" fmla="*/ 53 w 67"/>
                  <a:gd name="T57" fmla="*/ 1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22">
                    <a:moveTo>
                      <a:pt x="66" y="2"/>
                    </a:moveTo>
                    <a:cubicBezTo>
                      <a:pt x="66" y="2"/>
                      <a:pt x="56" y="0"/>
                      <a:pt x="49" y="1"/>
                    </a:cubicBezTo>
                    <a:cubicBezTo>
                      <a:pt x="42" y="2"/>
                      <a:pt x="37" y="5"/>
                      <a:pt x="33" y="5"/>
                    </a:cubicBezTo>
                    <a:cubicBezTo>
                      <a:pt x="30" y="5"/>
                      <a:pt x="24" y="2"/>
                      <a:pt x="17" y="1"/>
                    </a:cubicBezTo>
                    <a:cubicBezTo>
                      <a:pt x="10" y="0"/>
                      <a:pt x="0" y="2"/>
                      <a:pt x="0" y="2"/>
                    </a:cubicBezTo>
                    <a:cubicBezTo>
                      <a:pt x="0" y="2"/>
                      <a:pt x="0" y="3"/>
                      <a:pt x="0" y="4"/>
                    </a:cubicBezTo>
                    <a:cubicBezTo>
                      <a:pt x="1" y="5"/>
                      <a:pt x="1" y="6"/>
                      <a:pt x="2" y="7"/>
                    </a:cubicBezTo>
                    <a:cubicBezTo>
                      <a:pt x="4" y="8"/>
                      <a:pt x="4" y="12"/>
                      <a:pt x="4" y="12"/>
                    </a:cubicBezTo>
                    <a:cubicBezTo>
                      <a:pt x="6" y="20"/>
                      <a:pt x="12" y="22"/>
                      <a:pt x="20" y="21"/>
                    </a:cubicBezTo>
                    <a:cubicBezTo>
                      <a:pt x="28" y="19"/>
                      <a:pt x="30" y="11"/>
                      <a:pt x="31" y="9"/>
                    </a:cubicBezTo>
                    <a:cubicBezTo>
                      <a:pt x="32" y="8"/>
                      <a:pt x="33" y="8"/>
                      <a:pt x="33" y="8"/>
                    </a:cubicBezTo>
                    <a:cubicBezTo>
                      <a:pt x="33" y="8"/>
                      <a:pt x="35" y="8"/>
                      <a:pt x="36" y="9"/>
                    </a:cubicBezTo>
                    <a:cubicBezTo>
                      <a:pt x="37" y="11"/>
                      <a:pt x="39" y="19"/>
                      <a:pt x="47" y="21"/>
                    </a:cubicBezTo>
                    <a:cubicBezTo>
                      <a:pt x="55" y="22"/>
                      <a:pt x="61" y="20"/>
                      <a:pt x="62" y="12"/>
                    </a:cubicBezTo>
                    <a:cubicBezTo>
                      <a:pt x="62" y="12"/>
                      <a:pt x="62" y="8"/>
                      <a:pt x="64" y="7"/>
                    </a:cubicBezTo>
                    <a:cubicBezTo>
                      <a:pt x="66" y="6"/>
                      <a:pt x="66" y="5"/>
                      <a:pt x="66" y="4"/>
                    </a:cubicBezTo>
                    <a:cubicBezTo>
                      <a:pt x="66" y="3"/>
                      <a:pt x="67" y="2"/>
                      <a:pt x="66" y="2"/>
                    </a:cubicBezTo>
                    <a:close/>
                    <a:moveTo>
                      <a:pt x="25" y="16"/>
                    </a:moveTo>
                    <a:cubicBezTo>
                      <a:pt x="23" y="19"/>
                      <a:pt x="19" y="20"/>
                      <a:pt x="13" y="19"/>
                    </a:cubicBezTo>
                    <a:cubicBezTo>
                      <a:pt x="8" y="18"/>
                      <a:pt x="6" y="14"/>
                      <a:pt x="6" y="8"/>
                    </a:cubicBezTo>
                    <a:cubicBezTo>
                      <a:pt x="6" y="1"/>
                      <a:pt x="18" y="3"/>
                      <a:pt x="18" y="3"/>
                    </a:cubicBezTo>
                    <a:cubicBezTo>
                      <a:pt x="22" y="4"/>
                      <a:pt x="22" y="4"/>
                      <a:pt x="26" y="5"/>
                    </a:cubicBezTo>
                    <a:cubicBezTo>
                      <a:pt x="30" y="6"/>
                      <a:pt x="27" y="13"/>
                      <a:pt x="25" y="16"/>
                    </a:cubicBezTo>
                    <a:close/>
                    <a:moveTo>
                      <a:pt x="53" y="19"/>
                    </a:moveTo>
                    <a:cubicBezTo>
                      <a:pt x="48" y="20"/>
                      <a:pt x="44" y="19"/>
                      <a:pt x="41" y="16"/>
                    </a:cubicBezTo>
                    <a:cubicBezTo>
                      <a:pt x="39" y="13"/>
                      <a:pt x="37" y="6"/>
                      <a:pt x="41" y="5"/>
                    </a:cubicBezTo>
                    <a:cubicBezTo>
                      <a:pt x="44" y="4"/>
                      <a:pt x="44" y="4"/>
                      <a:pt x="49" y="3"/>
                    </a:cubicBezTo>
                    <a:cubicBezTo>
                      <a:pt x="49" y="3"/>
                      <a:pt x="61" y="1"/>
                      <a:pt x="61" y="8"/>
                    </a:cubicBezTo>
                    <a:cubicBezTo>
                      <a:pt x="61" y="14"/>
                      <a:pt x="59" y="18"/>
                      <a:pt x="53" y="19"/>
                    </a:cubicBezTo>
                    <a:close/>
                  </a:path>
                </a:pathLst>
              </a:custGeom>
              <a:solidFill>
                <a:srgbClr val="EB3C00"/>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2" name="Oval 350"/>
              <p:cNvSpPr>
                <a:spLocks noChangeArrowheads="1"/>
              </p:cNvSpPr>
              <p:nvPr/>
            </p:nvSpPr>
            <p:spPr bwMode="auto">
              <a:xfrm>
                <a:off x="9421076" y="4843521"/>
                <a:ext cx="6643" cy="664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83" name="Oval 351"/>
              <p:cNvSpPr>
                <a:spLocks noChangeArrowheads="1"/>
              </p:cNvSpPr>
              <p:nvPr/>
            </p:nvSpPr>
            <p:spPr bwMode="auto">
              <a:xfrm>
                <a:off x="9643624" y="4843521"/>
                <a:ext cx="6643" cy="664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sp>
          <p:nvSpPr>
            <p:cNvPr id="156" name="Freeform 323"/>
            <p:cNvSpPr>
              <a:spLocks/>
            </p:cNvSpPr>
            <p:nvPr/>
          </p:nvSpPr>
          <p:spPr bwMode="auto">
            <a:xfrm>
              <a:off x="9346338" y="6768405"/>
              <a:ext cx="179368" cy="89684"/>
            </a:xfrm>
            <a:custGeom>
              <a:avLst/>
              <a:gdLst>
                <a:gd name="T0" fmla="*/ 25 w 50"/>
                <a:gd name="T1" fmla="*/ 0 h 25"/>
                <a:gd name="T2" fmla="*/ 0 w 50"/>
                <a:gd name="T3" fmla="*/ 25 h 25"/>
                <a:gd name="T4" fmla="*/ 50 w 50"/>
                <a:gd name="T5" fmla="*/ 25 h 25"/>
                <a:gd name="T6" fmla="*/ 25 w 50"/>
                <a:gd name="T7" fmla="*/ 0 h 25"/>
              </a:gdLst>
              <a:ahLst/>
              <a:cxnLst>
                <a:cxn ang="0">
                  <a:pos x="T0" y="T1"/>
                </a:cxn>
                <a:cxn ang="0">
                  <a:pos x="T2" y="T3"/>
                </a:cxn>
                <a:cxn ang="0">
                  <a:pos x="T4" y="T5"/>
                </a:cxn>
                <a:cxn ang="0">
                  <a:pos x="T6" y="T7"/>
                </a:cxn>
              </a:cxnLst>
              <a:rect l="0" t="0" r="r" b="b"/>
              <a:pathLst>
                <a:path w="50" h="25">
                  <a:moveTo>
                    <a:pt x="25" y="0"/>
                  </a:moveTo>
                  <a:cubicBezTo>
                    <a:pt x="11" y="0"/>
                    <a:pt x="0" y="11"/>
                    <a:pt x="0" y="25"/>
                  </a:cubicBezTo>
                  <a:cubicBezTo>
                    <a:pt x="50" y="25"/>
                    <a:pt x="50" y="25"/>
                    <a:pt x="50" y="25"/>
                  </a:cubicBezTo>
                  <a:cubicBezTo>
                    <a:pt x="50" y="11"/>
                    <a:pt x="39" y="0"/>
                    <a:pt x="25" y="0"/>
                  </a:cubicBezTo>
                  <a:close/>
                </a:path>
              </a:pathLst>
            </a:custGeom>
            <a:solidFill>
              <a:srgbClr val="404040">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57" name="Freeform 324"/>
            <p:cNvSpPr>
              <a:spLocks/>
            </p:cNvSpPr>
            <p:nvPr/>
          </p:nvSpPr>
          <p:spPr bwMode="auto">
            <a:xfrm>
              <a:off x="9542314" y="6768405"/>
              <a:ext cx="179368" cy="89684"/>
            </a:xfrm>
            <a:custGeom>
              <a:avLst/>
              <a:gdLst>
                <a:gd name="T0" fmla="*/ 25 w 50"/>
                <a:gd name="T1" fmla="*/ 0 h 25"/>
                <a:gd name="T2" fmla="*/ 0 w 50"/>
                <a:gd name="T3" fmla="*/ 25 h 25"/>
                <a:gd name="T4" fmla="*/ 50 w 50"/>
                <a:gd name="T5" fmla="*/ 25 h 25"/>
                <a:gd name="T6" fmla="*/ 25 w 50"/>
                <a:gd name="T7" fmla="*/ 0 h 25"/>
              </a:gdLst>
              <a:ahLst/>
              <a:cxnLst>
                <a:cxn ang="0">
                  <a:pos x="T0" y="T1"/>
                </a:cxn>
                <a:cxn ang="0">
                  <a:pos x="T2" y="T3"/>
                </a:cxn>
                <a:cxn ang="0">
                  <a:pos x="T4" y="T5"/>
                </a:cxn>
                <a:cxn ang="0">
                  <a:pos x="T6" y="T7"/>
                </a:cxn>
              </a:cxnLst>
              <a:rect l="0" t="0" r="r" b="b"/>
              <a:pathLst>
                <a:path w="50" h="25">
                  <a:moveTo>
                    <a:pt x="25" y="0"/>
                  </a:moveTo>
                  <a:cubicBezTo>
                    <a:pt x="11" y="0"/>
                    <a:pt x="0" y="11"/>
                    <a:pt x="0" y="25"/>
                  </a:cubicBezTo>
                  <a:cubicBezTo>
                    <a:pt x="50" y="25"/>
                    <a:pt x="50" y="25"/>
                    <a:pt x="50" y="25"/>
                  </a:cubicBezTo>
                  <a:cubicBezTo>
                    <a:pt x="50" y="11"/>
                    <a:pt x="39" y="0"/>
                    <a:pt x="25" y="0"/>
                  </a:cubicBezTo>
                  <a:close/>
                </a:path>
              </a:pathLst>
            </a:custGeom>
            <a:solidFill>
              <a:srgbClr val="404040">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58" name="Rectangle 155"/>
            <p:cNvSpPr>
              <a:spLocks noChangeArrowheads="1"/>
            </p:cNvSpPr>
            <p:nvPr/>
          </p:nvSpPr>
          <p:spPr bwMode="auto">
            <a:xfrm>
              <a:off x="7395587" y="5194875"/>
              <a:ext cx="355718" cy="306172"/>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59" name="Freeform 163"/>
            <p:cNvSpPr>
              <a:spLocks/>
            </p:cNvSpPr>
            <p:nvPr/>
          </p:nvSpPr>
          <p:spPr bwMode="auto">
            <a:xfrm>
              <a:off x="7502537" y="5124634"/>
              <a:ext cx="146050" cy="241300"/>
            </a:xfrm>
            <a:custGeom>
              <a:avLst/>
              <a:gdLst>
                <a:gd name="T0" fmla="*/ 46 w 92"/>
                <a:gd name="T1" fmla="*/ 152 h 152"/>
                <a:gd name="T2" fmla="*/ 0 w 92"/>
                <a:gd name="T3" fmla="*/ 148 h 152"/>
                <a:gd name="T4" fmla="*/ 0 w 92"/>
                <a:gd name="T5" fmla="*/ 0 h 152"/>
                <a:gd name="T6" fmla="*/ 92 w 92"/>
                <a:gd name="T7" fmla="*/ 0 h 152"/>
                <a:gd name="T8" fmla="*/ 92 w 92"/>
                <a:gd name="T9" fmla="*/ 152 h 152"/>
                <a:gd name="T10" fmla="*/ 46 w 92"/>
                <a:gd name="T11" fmla="*/ 152 h 152"/>
              </a:gdLst>
              <a:ahLst/>
              <a:cxnLst>
                <a:cxn ang="0">
                  <a:pos x="T0" y="T1"/>
                </a:cxn>
                <a:cxn ang="0">
                  <a:pos x="T2" y="T3"/>
                </a:cxn>
                <a:cxn ang="0">
                  <a:pos x="T4" y="T5"/>
                </a:cxn>
                <a:cxn ang="0">
                  <a:pos x="T6" y="T7"/>
                </a:cxn>
                <a:cxn ang="0">
                  <a:pos x="T8" y="T9"/>
                </a:cxn>
                <a:cxn ang="0">
                  <a:pos x="T10" y="T11"/>
                </a:cxn>
              </a:cxnLst>
              <a:rect l="0" t="0" r="r" b="b"/>
              <a:pathLst>
                <a:path w="92" h="152">
                  <a:moveTo>
                    <a:pt x="46" y="152"/>
                  </a:moveTo>
                  <a:lnTo>
                    <a:pt x="0" y="148"/>
                  </a:lnTo>
                  <a:lnTo>
                    <a:pt x="0" y="0"/>
                  </a:lnTo>
                  <a:lnTo>
                    <a:pt x="92" y="0"/>
                  </a:lnTo>
                  <a:lnTo>
                    <a:pt x="92" y="152"/>
                  </a:lnTo>
                  <a:lnTo>
                    <a:pt x="46" y="152"/>
                  </a:ln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nvGrpSpPr>
            <p:cNvPr id="160" name="Group 159"/>
            <p:cNvGrpSpPr/>
            <p:nvPr/>
          </p:nvGrpSpPr>
          <p:grpSpPr>
            <a:xfrm>
              <a:off x="7183317" y="5150771"/>
              <a:ext cx="763845" cy="1011010"/>
              <a:chOff x="7051597" y="5172550"/>
              <a:chExt cx="922338" cy="1220787"/>
            </a:xfrm>
          </p:grpSpPr>
          <p:sp>
            <p:nvSpPr>
              <p:cNvPr id="256" name="Rectangle 159"/>
              <p:cNvSpPr>
                <a:spLocks noChangeArrowheads="1"/>
              </p:cNvSpPr>
              <p:nvPr/>
            </p:nvSpPr>
            <p:spPr bwMode="auto">
              <a:xfrm>
                <a:off x="7765972" y="5531325"/>
                <a:ext cx="123825" cy="735013"/>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7" name="Freeform 160"/>
              <p:cNvSpPr>
                <a:spLocks/>
              </p:cNvSpPr>
              <p:nvPr/>
            </p:nvSpPr>
            <p:spPr bwMode="auto">
              <a:xfrm>
                <a:off x="7765972" y="6142512"/>
                <a:ext cx="127000" cy="250825"/>
              </a:xfrm>
              <a:custGeom>
                <a:avLst/>
                <a:gdLst>
                  <a:gd name="T0" fmla="*/ 0 w 59"/>
                  <a:gd name="T1" fmla="*/ 0 h 117"/>
                  <a:gd name="T2" fmla="*/ 0 w 59"/>
                  <a:gd name="T3" fmla="*/ 117 h 117"/>
                  <a:gd name="T4" fmla="*/ 59 w 59"/>
                  <a:gd name="T5" fmla="*/ 58 h 117"/>
                  <a:gd name="T6" fmla="*/ 0 w 59"/>
                  <a:gd name="T7" fmla="*/ 0 h 117"/>
                </a:gdLst>
                <a:ahLst/>
                <a:cxnLst>
                  <a:cxn ang="0">
                    <a:pos x="T0" y="T1"/>
                  </a:cxn>
                  <a:cxn ang="0">
                    <a:pos x="T2" y="T3"/>
                  </a:cxn>
                  <a:cxn ang="0">
                    <a:pos x="T4" y="T5"/>
                  </a:cxn>
                  <a:cxn ang="0">
                    <a:pos x="T6" y="T7"/>
                  </a:cxn>
                </a:cxnLst>
                <a:rect l="0" t="0" r="r" b="b"/>
                <a:pathLst>
                  <a:path w="59" h="117">
                    <a:moveTo>
                      <a:pt x="0" y="0"/>
                    </a:moveTo>
                    <a:cubicBezTo>
                      <a:pt x="0" y="117"/>
                      <a:pt x="0" y="117"/>
                      <a:pt x="0" y="117"/>
                    </a:cubicBezTo>
                    <a:cubicBezTo>
                      <a:pt x="32" y="117"/>
                      <a:pt x="59" y="91"/>
                      <a:pt x="59" y="58"/>
                    </a:cubicBezTo>
                    <a:cubicBezTo>
                      <a:pt x="59" y="26"/>
                      <a:pt x="32" y="0"/>
                      <a:pt x="0"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8" name="Rectangle 161"/>
              <p:cNvSpPr>
                <a:spLocks noChangeArrowheads="1"/>
              </p:cNvSpPr>
              <p:nvPr/>
            </p:nvSpPr>
            <p:spPr bwMode="auto">
              <a:xfrm>
                <a:off x="7137322" y="5531325"/>
                <a:ext cx="122238" cy="735013"/>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9" name="Freeform 162"/>
              <p:cNvSpPr>
                <a:spLocks/>
              </p:cNvSpPr>
              <p:nvPr/>
            </p:nvSpPr>
            <p:spPr bwMode="auto">
              <a:xfrm>
                <a:off x="7134147" y="6142512"/>
                <a:ext cx="125413" cy="250825"/>
              </a:xfrm>
              <a:custGeom>
                <a:avLst/>
                <a:gdLst>
                  <a:gd name="T0" fmla="*/ 58 w 58"/>
                  <a:gd name="T1" fmla="*/ 0 h 117"/>
                  <a:gd name="T2" fmla="*/ 58 w 58"/>
                  <a:gd name="T3" fmla="*/ 117 h 117"/>
                  <a:gd name="T4" fmla="*/ 0 w 58"/>
                  <a:gd name="T5" fmla="*/ 58 h 117"/>
                  <a:gd name="T6" fmla="*/ 58 w 58"/>
                  <a:gd name="T7" fmla="*/ 0 h 117"/>
                </a:gdLst>
                <a:ahLst/>
                <a:cxnLst>
                  <a:cxn ang="0">
                    <a:pos x="T0" y="T1"/>
                  </a:cxn>
                  <a:cxn ang="0">
                    <a:pos x="T2" y="T3"/>
                  </a:cxn>
                  <a:cxn ang="0">
                    <a:pos x="T4" y="T5"/>
                  </a:cxn>
                  <a:cxn ang="0">
                    <a:pos x="T6" y="T7"/>
                  </a:cxn>
                </a:cxnLst>
                <a:rect l="0" t="0" r="r" b="b"/>
                <a:pathLst>
                  <a:path w="58" h="117">
                    <a:moveTo>
                      <a:pt x="58" y="0"/>
                    </a:moveTo>
                    <a:cubicBezTo>
                      <a:pt x="58" y="117"/>
                      <a:pt x="58" y="117"/>
                      <a:pt x="58" y="117"/>
                    </a:cubicBezTo>
                    <a:cubicBezTo>
                      <a:pt x="26" y="117"/>
                      <a:pt x="0" y="91"/>
                      <a:pt x="0" y="58"/>
                    </a:cubicBezTo>
                    <a:cubicBezTo>
                      <a:pt x="0" y="26"/>
                      <a:pt x="26" y="0"/>
                      <a:pt x="58"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60" name="Freeform 168"/>
              <p:cNvSpPr>
                <a:spLocks/>
              </p:cNvSpPr>
              <p:nvPr/>
            </p:nvSpPr>
            <p:spPr bwMode="auto">
              <a:xfrm>
                <a:off x="7110334" y="5221762"/>
                <a:ext cx="803275" cy="987425"/>
              </a:xfrm>
              <a:custGeom>
                <a:avLst/>
                <a:gdLst>
                  <a:gd name="T0" fmla="*/ 295 w 374"/>
                  <a:gd name="T1" fmla="*/ 0 h 462"/>
                  <a:gd name="T2" fmla="*/ 250 w 374"/>
                  <a:gd name="T3" fmla="*/ 0 h 462"/>
                  <a:gd name="T4" fmla="*/ 188 w 374"/>
                  <a:gd name="T5" fmla="*/ 140 h 462"/>
                  <a:gd name="T6" fmla="*/ 126 w 374"/>
                  <a:gd name="T7" fmla="*/ 0 h 462"/>
                  <a:gd name="T8" fmla="*/ 79 w 374"/>
                  <a:gd name="T9" fmla="*/ 0 h 462"/>
                  <a:gd name="T10" fmla="*/ 0 w 374"/>
                  <a:gd name="T11" fmla="*/ 79 h 462"/>
                  <a:gd name="T12" fmla="*/ 0 w 374"/>
                  <a:gd name="T13" fmla="*/ 295 h 462"/>
                  <a:gd name="T14" fmla="*/ 69 w 374"/>
                  <a:gd name="T15" fmla="*/ 295 h 462"/>
                  <a:gd name="T16" fmla="*/ 69 w 374"/>
                  <a:gd name="T17" fmla="*/ 146 h 462"/>
                  <a:gd name="T18" fmla="*/ 79 w 374"/>
                  <a:gd name="T19" fmla="*/ 146 h 462"/>
                  <a:gd name="T20" fmla="*/ 80 w 374"/>
                  <a:gd name="T21" fmla="*/ 462 h 462"/>
                  <a:gd name="T22" fmla="*/ 294 w 374"/>
                  <a:gd name="T23" fmla="*/ 462 h 462"/>
                  <a:gd name="T24" fmla="*/ 295 w 374"/>
                  <a:gd name="T25" fmla="*/ 146 h 462"/>
                  <a:gd name="T26" fmla="*/ 305 w 374"/>
                  <a:gd name="T27" fmla="*/ 146 h 462"/>
                  <a:gd name="T28" fmla="*/ 305 w 374"/>
                  <a:gd name="T29" fmla="*/ 288 h 462"/>
                  <a:gd name="T30" fmla="*/ 374 w 374"/>
                  <a:gd name="T31" fmla="*/ 288 h 462"/>
                  <a:gd name="T32" fmla="*/ 374 w 374"/>
                  <a:gd name="T33" fmla="*/ 79 h 462"/>
                  <a:gd name="T34" fmla="*/ 295 w 374"/>
                  <a:gd name="T35" fmla="*/ 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4" h="462">
                    <a:moveTo>
                      <a:pt x="295" y="0"/>
                    </a:moveTo>
                    <a:cubicBezTo>
                      <a:pt x="250" y="0"/>
                      <a:pt x="250" y="0"/>
                      <a:pt x="250" y="0"/>
                    </a:cubicBezTo>
                    <a:cubicBezTo>
                      <a:pt x="188" y="140"/>
                      <a:pt x="188" y="140"/>
                      <a:pt x="188" y="140"/>
                    </a:cubicBezTo>
                    <a:cubicBezTo>
                      <a:pt x="188" y="140"/>
                      <a:pt x="142" y="40"/>
                      <a:pt x="126" y="0"/>
                    </a:cubicBezTo>
                    <a:cubicBezTo>
                      <a:pt x="79" y="0"/>
                      <a:pt x="79" y="0"/>
                      <a:pt x="79" y="0"/>
                    </a:cubicBezTo>
                    <a:cubicBezTo>
                      <a:pt x="36" y="0"/>
                      <a:pt x="0" y="36"/>
                      <a:pt x="0" y="79"/>
                    </a:cubicBezTo>
                    <a:cubicBezTo>
                      <a:pt x="0" y="295"/>
                      <a:pt x="0" y="295"/>
                      <a:pt x="0" y="295"/>
                    </a:cubicBezTo>
                    <a:cubicBezTo>
                      <a:pt x="69" y="295"/>
                      <a:pt x="69" y="295"/>
                      <a:pt x="69" y="295"/>
                    </a:cubicBezTo>
                    <a:cubicBezTo>
                      <a:pt x="69" y="146"/>
                      <a:pt x="69" y="146"/>
                      <a:pt x="69" y="146"/>
                    </a:cubicBezTo>
                    <a:cubicBezTo>
                      <a:pt x="79" y="146"/>
                      <a:pt x="79" y="146"/>
                      <a:pt x="79" y="146"/>
                    </a:cubicBezTo>
                    <a:cubicBezTo>
                      <a:pt x="80" y="462"/>
                      <a:pt x="80" y="462"/>
                      <a:pt x="80" y="462"/>
                    </a:cubicBezTo>
                    <a:cubicBezTo>
                      <a:pt x="294" y="462"/>
                      <a:pt x="294" y="462"/>
                      <a:pt x="294" y="462"/>
                    </a:cubicBezTo>
                    <a:cubicBezTo>
                      <a:pt x="295" y="146"/>
                      <a:pt x="295" y="146"/>
                      <a:pt x="295" y="146"/>
                    </a:cubicBezTo>
                    <a:cubicBezTo>
                      <a:pt x="305" y="146"/>
                      <a:pt x="305" y="146"/>
                      <a:pt x="305" y="146"/>
                    </a:cubicBezTo>
                    <a:cubicBezTo>
                      <a:pt x="305" y="288"/>
                      <a:pt x="305" y="288"/>
                      <a:pt x="305" y="288"/>
                    </a:cubicBezTo>
                    <a:cubicBezTo>
                      <a:pt x="374" y="288"/>
                      <a:pt x="374" y="288"/>
                      <a:pt x="374" y="288"/>
                    </a:cubicBezTo>
                    <a:cubicBezTo>
                      <a:pt x="374" y="79"/>
                      <a:pt x="374" y="79"/>
                      <a:pt x="374" y="79"/>
                    </a:cubicBezTo>
                    <a:cubicBezTo>
                      <a:pt x="374" y="36"/>
                      <a:pt x="338" y="0"/>
                      <a:pt x="295"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dirty="0" smtClean="0">
                  <a:solidFill>
                    <a:srgbClr val="404040"/>
                  </a:solidFill>
                </a:endParaRPr>
              </a:p>
            </p:txBody>
          </p:sp>
          <p:sp>
            <p:nvSpPr>
              <p:cNvPr id="261" name="Freeform 175"/>
              <p:cNvSpPr>
                <a:spLocks/>
              </p:cNvSpPr>
              <p:nvPr/>
            </p:nvSpPr>
            <p:spPr bwMode="auto">
              <a:xfrm>
                <a:off x="7248447" y="5172550"/>
                <a:ext cx="266700" cy="349250"/>
              </a:xfrm>
              <a:custGeom>
                <a:avLst/>
                <a:gdLst>
                  <a:gd name="T0" fmla="*/ 95 w 168"/>
                  <a:gd name="T1" fmla="*/ 81 h 220"/>
                  <a:gd name="T2" fmla="*/ 64 w 168"/>
                  <a:gd name="T3" fmla="*/ 103 h 220"/>
                  <a:gd name="T4" fmla="*/ 168 w 168"/>
                  <a:gd name="T5" fmla="*/ 220 h 220"/>
                  <a:gd name="T6" fmla="*/ 81 w 168"/>
                  <a:gd name="T7" fmla="*/ 0 h 220"/>
                  <a:gd name="T8" fmla="*/ 0 w 168"/>
                  <a:gd name="T9" fmla="*/ 31 h 220"/>
                  <a:gd name="T10" fmla="*/ 43 w 168"/>
                  <a:gd name="T11" fmla="*/ 81 h 220"/>
                  <a:gd name="T12" fmla="*/ 95 w 168"/>
                  <a:gd name="T13" fmla="*/ 81 h 220"/>
                </a:gdLst>
                <a:ahLst/>
                <a:cxnLst>
                  <a:cxn ang="0">
                    <a:pos x="T0" y="T1"/>
                  </a:cxn>
                  <a:cxn ang="0">
                    <a:pos x="T2" y="T3"/>
                  </a:cxn>
                  <a:cxn ang="0">
                    <a:pos x="T4" y="T5"/>
                  </a:cxn>
                  <a:cxn ang="0">
                    <a:pos x="T6" y="T7"/>
                  </a:cxn>
                  <a:cxn ang="0">
                    <a:pos x="T8" y="T9"/>
                  </a:cxn>
                  <a:cxn ang="0">
                    <a:pos x="T10" y="T11"/>
                  </a:cxn>
                  <a:cxn ang="0">
                    <a:pos x="T12" y="T13"/>
                  </a:cxn>
                </a:cxnLst>
                <a:rect l="0" t="0" r="r" b="b"/>
                <a:pathLst>
                  <a:path w="168" h="220">
                    <a:moveTo>
                      <a:pt x="95" y="81"/>
                    </a:moveTo>
                    <a:lnTo>
                      <a:pt x="64" y="103"/>
                    </a:lnTo>
                    <a:lnTo>
                      <a:pt x="168" y="220"/>
                    </a:lnTo>
                    <a:lnTo>
                      <a:pt x="81" y="0"/>
                    </a:lnTo>
                    <a:lnTo>
                      <a:pt x="0" y="31"/>
                    </a:lnTo>
                    <a:lnTo>
                      <a:pt x="43" y="81"/>
                    </a:lnTo>
                    <a:lnTo>
                      <a:pt x="95"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62" name="Freeform 176"/>
              <p:cNvSpPr>
                <a:spLocks/>
              </p:cNvSpPr>
              <p:nvPr/>
            </p:nvSpPr>
            <p:spPr bwMode="auto">
              <a:xfrm>
                <a:off x="7515147" y="5172550"/>
                <a:ext cx="268288" cy="349250"/>
              </a:xfrm>
              <a:custGeom>
                <a:avLst/>
                <a:gdLst>
                  <a:gd name="T0" fmla="*/ 74 w 169"/>
                  <a:gd name="T1" fmla="*/ 81 h 220"/>
                  <a:gd name="T2" fmla="*/ 105 w 169"/>
                  <a:gd name="T3" fmla="*/ 103 h 220"/>
                  <a:gd name="T4" fmla="*/ 0 w 169"/>
                  <a:gd name="T5" fmla="*/ 220 h 220"/>
                  <a:gd name="T6" fmla="*/ 89 w 169"/>
                  <a:gd name="T7" fmla="*/ 0 h 220"/>
                  <a:gd name="T8" fmla="*/ 169 w 169"/>
                  <a:gd name="T9" fmla="*/ 31 h 220"/>
                  <a:gd name="T10" fmla="*/ 124 w 169"/>
                  <a:gd name="T11" fmla="*/ 81 h 220"/>
                  <a:gd name="T12" fmla="*/ 74 w 169"/>
                  <a:gd name="T13" fmla="*/ 81 h 220"/>
                </a:gdLst>
                <a:ahLst/>
                <a:cxnLst>
                  <a:cxn ang="0">
                    <a:pos x="T0" y="T1"/>
                  </a:cxn>
                  <a:cxn ang="0">
                    <a:pos x="T2" y="T3"/>
                  </a:cxn>
                  <a:cxn ang="0">
                    <a:pos x="T4" y="T5"/>
                  </a:cxn>
                  <a:cxn ang="0">
                    <a:pos x="T6" y="T7"/>
                  </a:cxn>
                  <a:cxn ang="0">
                    <a:pos x="T8" y="T9"/>
                  </a:cxn>
                  <a:cxn ang="0">
                    <a:pos x="T10" y="T11"/>
                  </a:cxn>
                  <a:cxn ang="0">
                    <a:pos x="T12" y="T13"/>
                  </a:cxn>
                </a:cxnLst>
                <a:rect l="0" t="0" r="r" b="b"/>
                <a:pathLst>
                  <a:path w="169" h="220">
                    <a:moveTo>
                      <a:pt x="74" y="81"/>
                    </a:moveTo>
                    <a:lnTo>
                      <a:pt x="105" y="103"/>
                    </a:lnTo>
                    <a:lnTo>
                      <a:pt x="0" y="220"/>
                    </a:lnTo>
                    <a:lnTo>
                      <a:pt x="89" y="0"/>
                    </a:lnTo>
                    <a:lnTo>
                      <a:pt x="169" y="31"/>
                    </a:lnTo>
                    <a:lnTo>
                      <a:pt x="124" y="81"/>
                    </a:lnTo>
                    <a:lnTo>
                      <a:pt x="74"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63" name="Freeform 179"/>
              <p:cNvSpPr>
                <a:spLocks/>
              </p:cNvSpPr>
              <p:nvPr/>
            </p:nvSpPr>
            <p:spPr bwMode="auto">
              <a:xfrm>
                <a:off x="7051597" y="5777387"/>
                <a:ext cx="207963" cy="106363"/>
              </a:xfrm>
              <a:custGeom>
                <a:avLst/>
                <a:gdLst>
                  <a:gd name="T0" fmla="*/ 0 w 131"/>
                  <a:gd name="T1" fmla="*/ 67 h 67"/>
                  <a:gd name="T2" fmla="*/ 131 w 131"/>
                  <a:gd name="T3" fmla="*/ 67 h 67"/>
                  <a:gd name="T4" fmla="*/ 131 w 131"/>
                  <a:gd name="T5" fmla="*/ 0 h 67"/>
                  <a:gd name="T6" fmla="*/ 62 w 131"/>
                  <a:gd name="T7" fmla="*/ 0 h 67"/>
                  <a:gd name="T8" fmla="*/ 37 w 131"/>
                  <a:gd name="T9" fmla="*/ 28 h 67"/>
                  <a:gd name="T10" fmla="*/ 37 w 131"/>
                  <a:gd name="T11" fmla="*/ 0 h 67"/>
                  <a:gd name="T12" fmla="*/ 0 w 131"/>
                  <a:gd name="T13" fmla="*/ 0 h 67"/>
                  <a:gd name="T14" fmla="*/ 0 w 131"/>
                  <a:gd name="T15" fmla="*/ 67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67">
                    <a:moveTo>
                      <a:pt x="0" y="67"/>
                    </a:moveTo>
                    <a:lnTo>
                      <a:pt x="131" y="67"/>
                    </a:lnTo>
                    <a:lnTo>
                      <a:pt x="131" y="0"/>
                    </a:lnTo>
                    <a:lnTo>
                      <a:pt x="62" y="0"/>
                    </a:lnTo>
                    <a:lnTo>
                      <a:pt x="37" y="28"/>
                    </a:lnTo>
                    <a:lnTo>
                      <a:pt x="37" y="0"/>
                    </a:lnTo>
                    <a:lnTo>
                      <a:pt x="0" y="0"/>
                    </a:lnTo>
                    <a:lnTo>
                      <a:pt x="0"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p:txBody>
          </p:sp>
          <p:sp>
            <p:nvSpPr>
              <p:cNvPr id="264" name="Freeform 180"/>
              <p:cNvSpPr>
                <a:spLocks/>
              </p:cNvSpPr>
              <p:nvPr/>
            </p:nvSpPr>
            <p:spPr bwMode="auto">
              <a:xfrm>
                <a:off x="7765972" y="5777387"/>
                <a:ext cx="207963" cy="106363"/>
              </a:xfrm>
              <a:custGeom>
                <a:avLst/>
                <a:gdLst>
                  <a:gd name="T0" fmla="*/ 131 w 131"/>
                  <a:gd name="T1" fmla="*/ 67 h 67"/>
                  <a:gd name="T2" fmla="*/ 0 w 131"/>
                  <a:gd name="T3" fmla="*/ 67 h 67"/>
                  <a:gd name="T4" fmla="*/ 0 w 131"/>
                  <a:gd name="T5" fmla="*/ 0 h 67"/>
                  <a:gd name="T6" fmla="*/ 69 w 131"/>
                  <a:gd name="T7" fmla="*/ 0 h 67"/>
                  <a:gd name="T8" fmla="*/ 93 w 131"/>
                  <a:gd name="T9" fmla="*/ 28 h 67"/>
                  <a:gd name="T10" fmla="*/ 93 w 131"/>
                  <a:gd name="T11" fmla="*/ 0 h 67"/>
                  <a:gd name="T12" fmla="*/ 131 w 131"/>
                  <a:gd name="T13" fmla="*/ 0 h 67"/>
                  <a:gd name="T14" fmla="*/ 131 w 131"/>
                  <a:gd name="T15" fmla="*/ 67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67">
                    <a:moveTo>
                      <a:pt x="131" y="67"/>
                    </a:moveTo>
                    <a:lnTo>
                      <a:pt x="0" y="67"/>
                    </a:lnTo>
                    <a:lnTo>
                      <a:pt x="0" y="0"/>
                    </a:lnTo>
                    <a:lnTo>
                      <a:pt x="69" y="0"/>
                    </a:lnTo>
                    <a:lnTo>
                      <a:pt x="93" y="28"/>
                    </a:lnTo>
                    <a:lnTo>
                      <a:pt x="93" y="0"/>
                    </a:lnTo>
                    <a:lnTo>
                      <a:pt x="131" y="0"/>
                    </a:lnTo>
                    <a:lnTo>
                      <a:pt x="131"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grpSp>
          <p:nvGrpSpPr>
            <p:cNvPr id="161" name="Group 160"/>
            <p:cNvGrpSpPr/>
            <p:nvPr/>
          </p:nvGrpSpPr>
          <p:grpSpPr>
            <a:xfrm>
              <a:off x="10916482" y="4730585"/>
              <a:ext cx="809127" cy="2103604"/>
              <a:chOff x="4725988" y="7138463"/>
              <a:chExt cx="893762" cy="2323642"/>
            </a:xfrm>
          </p:grpSpPr>
          <p:sp>
            <p:nvSpPr>
              <p:cNvPr id="229" name="Rectangle 196"/>
              <p:cNvSpPr>
                <a:spLocks noChangeArrowheads="1"/>
              </p:cNvSpPr>
              <p:nvPr/>
            </p:nvSpPr>
            <p:spPr bwMode="auto">
              <a:xfrm>
                <a:off x="4905375" y="7639050"/>
                <a:ext cx="412750" cy="179388"/>
              </a:xfrm>
              <a:prstGeom prst="rect">
                <a:avLst/>
              </a:prstGeom>
              <a:solidFill>
                <a:srgbClr val="E1BC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30" name="Rectangle 197"/>
              <p:cNvSpPr>
                <a:spLocks noChangeArrowheads="1"/>
              </p:cNvSpPr>
              <p:nvPr/>
            </p:nvSpPr>
            <p:spPr bwMode="auto">
              <a:xfrm>
                <a:off x="4889500" y="8440738"/>
                <a:ext cx="447675" cy="146050"/>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31" name="Rectangle 198"/>
              <p:cNvSpPr>
                <a:spLocks noChangeArrowheads="1"/>
              </p:cNvSpPr>
              <p:nvPr/>
            </p:nvSpPr>
            <p:spPr bwMode="auto">
              <a:xfrm>
                <a:off x="4889501" y="8440738"/>
                <a:ext cx="193676" cy="1021364"/>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32" name="Rectangle 200"/>
              <p:cNvSpPr>
                <a:spLocks noChangeArrowheads="1"/>
              </p:cNvSpPr>
              <p:nvPr/>
            </p:nvSpPr>
            <p:spPr bwMode="auto">
              <a:xfrm>
                <a:off x="5145087" y="8440740"/>
                <a:ext cx="190500" cy="102136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33" name="Freeform 203"/>
              <p:cNvSpPr>
                <a:spLocks/>
              </p:cNvSpPr>
              <p:nvPr/>
            </p:nvSpPr>
            <p:spPr bwMode="auto">
              <a:xfrm>
                <a:off x="4738688" y="8411369"/>
                <a:ext cx="122237" cy="242888"/>
              </a:xfrm>
              <a:custGeom>
                <a:avLst/>
                <a:gdLst>
                  <a:gd name="T0" fmla="*/ 50 w 50"/>
                  <a:gd name="T1" fmla="*/ 0 h 100"/>
                  <a:gd name="T2" fmla="*/ 50 w 50"/>
                  <a:gd name="T3" fmla="*/ 100 h 100"/>
                  <a:gd name="T4" fmla="*/ 0 w 50"/>
                  <a:gd name="T5" fmla="*/ 50 h 100"/>
                  <a:gd name="T6" fmla="*/ 50 w 50"/>
                  <a:gd name="T7" fmla="*/ 0 h 100"/>
                </a:gdLst>
                <a:ahLst/>
                <a:cxnLst>
                  <a:cxn ang="0">
                    <a:pos x="T0" y="T1"/>
                  </a:cxn>
                  <a:cxn ang="0">
                    <a:pos x="T2" y="T3"/>
                  </a:cxn>
                  <a:cxn ang="0">
                    <a:pos x="T4" y="T5"/>
                  </a:cxn>
                  <a:cxn ang="0">
                    <a:pos x="T6" y="T7"/>
                  </a:cxn>
                </a:cxnLst>
                <a:rect l="0" t="0" r="r" b="b"/>
                <a:pathLst>
                  <a:path w="50" h="100">
                    <a:moveTo>
                      <a:pt x="50" y="0"/>
                    </a:moveTo>
                    <a:cubicBezTo>
                      <a:pt x="50" y="100"/>
                      <a:pt x="50" y="100"/>
                      <a:pt x="50" y="100"/>
                    </a:cubicBezTo>
                    <a:cubicBezTo>
                      <a:pt x="22" y="100"/>
                      <a:pt x="0" y="78"/>
                      <a:pt x="0" y="50"/>
                    </a:cubicBezTo>
                    <a:cubicBezTo>
                      <a:pt x="0" y="23"/>
                      <a:pt x="22" y="0"/>
                      <a:pt x="50" y="0"/>
                    </a:cubicBez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34" name="Freeform 204"/>
              <p:cNvSpPr>
                <a:spLocks/>
              </p:cNvSpPr>
              <p:nvPr/>
            </p:nvSpPr>
            <p:spPr bwMode="auto">
              <a:xfrm>
                <a:off x="5041900" y="7473950"/>
                <a:ext cx="142875" cy="234950"/>
              </a:xfrm>
              <a:custGeom>
                <a:avLst/>
                <a:gdLst>
                  <a:gd name="T0" fmla="*/ 46 w 90"/>
                  <a:gd name="T1" fmla="*/ 148 h 148"/>
                  <a:gd name="T2" fmla="*/ 0 w 90"/>
                  <a:gd name="T3" fmla="*/ 104 h 148"/>
                  <a:gd name="T4" fmla="*/ 0 w 90"/>
                  <a:gd name="T5" fmla="*/ 0 h 148"/>
                  <a:gd name="T6" fmla="*/ 90 w 90"/>
                  <a:gd name="T7" fmla="*/ 0 h 148"/>
                  <a:gd name="T8" fmla="*/ 90 w 90"/>
                  <a:gd name="T9" fmla="*/ 104 h 148"/>
                  <a:gd name="T10" fmla="*/ 46 w 90"/>
                  <a:gd name="T11" fmla="*/ 148 h 148"/>
                </a:gdLst>
                <a:ahLst/>
                <a:cxnLst>
                  <a:cxn ang="0">
                    <a:pos x="T0" y="T1"/>
                  </a:cxn>
                  <a:cxn ang="0">
                    <a:pos x="T2" y="T3"/>
                  </a:cxn>
                  <a:cxn ang="0">
                    <a:pos x="T4" y="T5"/>
                  </a:cxn>
                  <a:cxn ang="0">
                    <a:pos x="T6" y="T7"/>
                  </a:cxn>
                  <a:cxn ang="0">
                    <a:pos x="T8" y="T9"/>
                  </a:cxn>
                  <a:cxn ang="0">
                    <a:pos x="T10" y="T11"/>
                  </a:cxn>
                </a:cxnLst>
                <a:rect l="0" t="0" r="r" b="b"/>
                <a:pathLst>
                  <a:path w="90" h="148">
                    <a:moveTo>
                      <a:pt x="46" y="148"/>
                    </a:moveTo>
                    <a:lnTo>
                      <a:pt x="0" y="104"/>
                    </a:lnTo>
                    <a:lnTo>
                      <a:pt x="0" y="0"/>
                    </a:lnTo>
                    <a:lnTo>
                      <a:pt x="90" y="0"/>
                    </a:lnTo>
                    <a:lnTo>
                      <a:pt x="90" y="104"/>
                    </a:lnTo>
                    <a:lnTo>
                      <a:pt x="46" y="148"/>
                    </a:ln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35" name="Freeform 210"/>
              <p:cNvSpPr>
                <a:spLocks/>
              </p:cNvSpPr>
              <p:nvPr/>
            </p:nvSpPr>
            <p:spPr bwMode="auto">
              <a:xfrm>
                <a:off x="4725988" y="7639050"/>
                <a:ext cx="776287" cy="893763"/>
              </a:xfrm>
              <a:custGeom>
                <a:avLst/>
                <a:gdLst>
                  <a:gd name="T0" fmla="*/ 252 w 320"/>
                  <a:gd name="T1" fmla="*/ 331 h 369"/>
                  <a:gd name="T2" fmla="*/ 252 w 320"/>
                  <a:gd name="T3" fmla="*/ 124 h 369"/>
                  <a:gd name="T4" fmla="*/ 261 w 320"/>
                  <a:gd name="T5" fmla="*/ 124 h 369"/>
                  <a:gd name="T6" fmla="*/ 320 w 320"/>
                  <a:gd name="T7" fmla="*/ 124 h 369"/>
                  <a:gd name="T8" fmla="*/ 320 w 320"/>
                  <a:gd name="T9" fmla="*/ 67 h 369"/>
                  <a:gd name="T10" fmla="*/ 252 w 320"/>
                  <a:gd name="T11" fmla="*/ 0 h 369"/>
                  <a:gd name="T12" fmla="*/ 245 w 320"/>
                  <a:gd name="T13" fmla="*/ 0 h 369"/>
                  <a:gd name="T14" fmla="*/ 160 w 320"/>
                  <a:gd name="T15" fmla="*/ 58 h 369"/>
                  <a:gd name="T16" fmla="*/ 74 w 320"/>
                  <a:gd name="T17" fmla="*/ 0 h 369"/>
                  <a:gd name="T18" fmla="*/ 67 w 320"/>
                  <a:gd name="T19" fmla="*/ 0 h 369"/>
                  <a:gd name="T20" fmla="*/ 0 w 320"/>
                  <a:gd name="T21" fmla="*/ 67 h 369"/>
                  <a:gd name="T22" fmla="*/ 0 w 320"/>
                  <a:gd name="T23" fmla="*/ 124 h 369"/>
                  <a:gd name="T24" fmla="*/ 0 w 320"/>
                  <a:gd name="T25" fmla="*/ 369 h 369"/>
                  <a:gd name="T26" fmla="*/ 59 w 320"/>
                  <a:gd name="T27" fmla="*/ 369 h 369"/>
                  <a:gd name="T28" fmla="*/ 59 w 320"/>
                  <a:gd name="T29" fmla="*/ 124 h 369"/>
                  <a:gd name="T30" fmla="*/ 67 w 320"/>
                  <a:gd name="T31" fmla="*/ 124 h 369"/>
                  <a:gd name="T32" fmla="*/ 67 w 320"/>
                  <a:gd name="T33" fmla="*/ 331 h 369"/>
                  <a:gd name="T34" fmla="*/ 252 w 320"/>
                  <a:gd name="T35" fmla="*/ 33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0" h="369">
                    <a:moveTo>
                      <a:pt x="252" y="331"/>
                    </a:moveTo>
                    <a:cubicBezTo>
                      <a:pt x="252" y="124"/>
                      <a:pt x="252" y="124"/>
                      <a:pt x="252" y="124"/>
                    </a:cubicBezTo>
                    <a:cubicBezTo>
                      <a:pt x="261" y="124"/>
                      <a:pt x="261" y="124"/>
                      <a:pt x="261" y="124"/>
                    </a:cubicBezTo>
                    <a:cubicBezTo>
                      <a:pt x="320" y="124"/>
                      <a:pt x="320" y="124"/>
                      <a:pt x="320" y="124"/>
                    </a:cubicBezTo>
                    <a:cubicBezTo>
                      <a:pt x="320" y="67"/>
                      <a:pt x="320" y="67"/>
                      <a:pt x="320" y="67"/>
                    </a:cubicBezTo>
                    <a:cubicBezTo>
                      <a:pt x="320" y="30"/>
                      <a:pt x="289" y="0"/>
                      <a:pt x="252" y="0"/>
                    </a:cubicBezTo>
                    <a:cubicBezTo>
                      <a:pt x="245" y="0"/>
                      <a:pt x="245" y="0"/>
                      <a:pt x="245" y="0"/>
                    </a:cubicBezTo>
                    <a:cubicBezTo>
                      <a:pt x="232" y="34"/>
                      <a:pt x="198" y="58"/>
                      <a:pt x="160" y="58"/>
                    </a:cubicBezTo>
                    <a:cubicBezTo>
                      <a:pt x="121" y="58"/>
                      <a:pt x="88" y="34"/>
                      <a:pt x="74" y="0"/>
                    </a:cubicBezTo>
                    <a:cubicBezTo>
                      <a:pt x="67" y="0"/>
                      <a:pt x="67" y="0"/>
                      <a:pt x="67" y="0"/>
                    </a:cubicBezTo>
                    <a:cubicBezTo>
                      <a:pt x="30" y="0"/>
                      <a:pt x="0" y="30"/>
                      <a:pt x="0" y="67"/>
                    </a:cubicBezTo>
                    <a:cubicBezTo>
                      <a:pt x="0" y="124"/>
                      <a:pt x="0" y="124"/>
                      <a:pt x="0" y="124"/>
                    </a:cubicBezTo>
                    <a:cubicBezTo>
                      <a:pt x="0" y="369"/>
                      <a:pt x="0" y="369"/>
                      <a:pt x="0" y="369"/>
                    </a:cubicBezTo>
                    <a:cubicBezTo>
                      <a:pt x="59" y="369"/>
                      <a:pt x="59" y="369"/>
                      <a:pt x="59" y="369"/>
                    </a:cubicBezTo>
                    <a:cubicBezTo>
                      <a:pt x="59" y="124"/>
                      <a:pt x="59" y="124"/>
                      <a:pt x="59" y="124"/>
                    </a:cubicBezTo>
                    <a:cubicBezTo>
                      <a:pt x="67" y="124"/>
                      <a:pt x="67" y="124"/>
                      <a:pt x="67" y="124"/>
                    </a:cubicBezTo>
                    <a:cubicBezTo>
                      <a:pt x="67" y="331"/>
                      <a:pt x="67" y="331"/>
                      <a:pt x="67" y="331"/>
                    </a:cubicBezTo>
                    <a:lnTo>
                      <a:pt x="252" y="331"/>
                    </a:lnTo>
                    <a:close/>
                  </a:path>
                </a:pathLst>
              </a:custGeom>
              <a:solidFill>
                <a:srgbClr val="FF8C00">
                  <a:lumMod val="75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36" name="Freeform 224"/>
              <p:cNvSpPr>
                <a:spLocks/>
              </p:cNvSpPr>
              <p:nvPr/>
            </p:nvSpPr>
            <p:spPr bwMode="auto">
              <a:xfrm>
                <a:off x="5292727" y="8265319"/>
                <a:ext cx="188912" cy="249238"/>
              </a:xfrm>
              <a:custGeom>
                <a:avLst/>
                <a:gdLst>
                  <a:gd name="T0" fmla="*/ 42 w 78"/>
                  <a:gd name="T1" fmla="*/ 0 h 103"/>
                  <a:gd name="T2" fmla="*/ 0 w 78"/>
                  <a:gd name="T3" fmla="*/ 91 h 103"/>
                  <a:gd name="T4" fmla="*/ 67 w 78"/>
                  <a:gd name="T5" fmla="*/ 66 h 103"/>
                  <a:gd name="T6" fmla="*/ 42 w 78"/>
                  <a:gd name="T7" fmla="*/ 0 h 103"/>
                </a:gdLst>
                <a:ahLst/>
                <a:cxnLst>
                  <a:cxn ang="0">
                    <a:pos x="T0" y="T1"/>
                  </a:cxn>
                  <a:cxn ang="0">
                    <a:pos x="T2" y="T3"/>
                  </a:cxn>
                  <a:cxn ang="0">
                    <a:pos x="T4" y="T5"/>
                  </a:cxn>
                  <a:cxn ang="0">
                    <a:pos x="T6" y="T7"/>
                  </a:cxn>
                </a:cxnLst>
                <a:rect l="0" t="0" r="r" b="b"/>
                <a:pathLst>
                  <a:path w="78" h="103">
                    <a:moveTo>
                      <a:pt x="42" y="0"/>
                    </a:moveTo>
                    <a:cubicBezTo>
                      <a:pt x="0" y="91"/>
                      <a:pt x="0" y="91"/>
                      <a:pt x="0" y="91"/>
                    </a:cubicBezTo>
                    <a:cubicBezTo>
                      <a:pt x="26" y="103"/>
                      <a:pt x="55" y="92"/>
                      <a:pt x="67" y="66"/>
                    </a:cubicBezTo>
                    <a:cubicBezTo>
                      <a:pt x="78" y="41"/>
                      <a:pt x="67" y="11"/>
                      <a:pt x="42" y="0"/>
                    </a:cubicBez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37" name="Freeform 226"/>
              <p:cNvSpPr>
                <a:spLocks/>
              </p:cNvSpPr>
              <p:nvPr/>
            </p:nvSpPr>
            <p:spPr bwMode="auto">
              <a:xfrm>
                <a:off x="5341938" y="7683500"/>
                <a:ext cx="277812" cy="738188"/>
              </a:xfrm>
              <a:custGeom>
                <a:avLst/>
                <a:gdLst>
                  <a:gd name="T0" fmla="*/ 114 w 114"/>
                  <a:gd name="T1" fmla="*/ 168 h 305"/>
                  <a:gd name="T2" fmla="*/ 114 w 114"/>
                  <a:gd name="T3" fmla="*/ 166 h 305"/>
                  <a:gd name="T4" fmla="*/ 114 w 114"/>
                  <a:gd name="T5" fmla="*/ 163 h 305"/>
                  <a:gd name="T6" fmla="*/ 114 w 114"/>
                  <a:gd name="T7" fmla="*/ 160 h 305"/>
                  <a:gd name="T8" fmla="*/ 113 w 114"/>
                  <a:gd name="T9" fmla="*/ 157 h 305"/>
                  <a:gd name="T10" fmla="*/ 112 w 114"/>
                  <a:gd name="T11" fmla="*/ 154 h 305"/>
                  <a:gd name="T12" fmla="*/ 62 w 114"/>
                  <a:gd name="T13" fmla="*/ 23 h 305"/>
                  <a:gd name="T14" fmla="*/ 24 w 114"/>
                  <a:gd name="T15" fmla="*/ 5 h 305"/>
                  <a:gd name="T16" fmla="*/ 7 w 114"/>
                  <a:gd name="T17" fmla="*/ 44 h 305"/>
                  <a:gd name="T18" fmla="*/ 53 w 114"/>
                  <a:gd name="T19" fmla="*/ 164 h 305"/>
                  <a:gd name="T20" fmla="*/ 0 w 114"/>
                  <a:gd name="T21" fmla="*/ 281 h 305"/>
                  <a:gd name="T22" fmla="*/ 54 w 114"/>
                  <a:gd name="T23" fmla="*/ 305 h 305"/>
                  <a:gd name="T24" fmla="*/ 112 w 114"/>
                  <a:gd name="T25" fmla="*/ 177 h 305"/>
                  <a:gd name="T26" fmla="*/ 112 w 114"/>
                  <a:gd name="T27" fmla="*/ 174 h 305"/>
                  <a:gd name="T28" fmla="*/ 113 w 114"/>
                  <a:gd name="T29" fmla="*/ 171 h 305"/>
                  <a:gd name="T30" fmla="*/ 114 w 114"/>
                  <a:gd name="T31" fmla="*/ 168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4" h="305">
                    <a:moveTo>
                      <a:pt x="114" y="168"/>
                    </a:moveTo>
                    <a:cubicBezTo>
                      <a:pt x="114" y="168"/>
                      <a:pt x="114" y="167"/>
                      <a:pt x="114" y="166"/>
                    </a:cubicBezTo>
                    <a:cubicBezTo>
                      <a:pt x="114" y="165"/>
                      <a:pt x="114" y="164"/>
                      <a:pt x="114" y="163"/>
                    </a:cubicBezTo>
                    <a:cubicBezTo>
                      <a:pt x="114" y="162"/>
                      <a:pt x="114" y="161"/>
                      <a:pt x="114" y="160"/>
                    </a:cubicBezTo>
                    <a:cubicBezTo>
                      <a:pt x="114" y="159"/>
                      <a:pt x="113" y="158"/>
                      <a:pt x="113" y="157"/>
                    </a:cubicBezTo>
                    <a:cubicBezTo>
                      <a:pt x="113" y="156"/>
                      <a:pt x="113" y="155"/>
                      <a:pt x="112" y="154"/>
                    </a:cubicBezTo>
                    <a:cubicBezTo>
                      <a:pt x="62" y="23"/>
                      <a:pt x="62" y="23"/>
                      <a:pt x="62" y="23"/>
                    </a:cubicBezTo>
                    <a:cubicBezTo>
                      <a:pt x="56" y="7"/>
                      <a:pt x="39" y="0"/>
                      <a:pt x="24" y="5"/>
                    </a:cubicBezTo>
                    <a:cubicBezTo>
                      <a:pt x="9" y="11"/>
                      <a:pt x="1" y="28"/>
                      <a:pt x="7" y="44"/>
                    </a:cubicBezTo>
                    <a:cubicBezTo>
                      <a:pt x="53" y="164"/>
                      <a:pt x="53" y="164"/>
                      <a:pt x="53" y="164"/>
                    </a:cubicBezTo>
                    <a:cubicBezTo>
                      <a:pt x="0" y="281"/>
                      <a:pt x="0" y="281"/>
                      <a:pt x="0" y="281"/>
                    </a:cubicBezTo>
                    <a:cubicBezTo>
                      <a:pt x="54" y="305"/>
                      <a:pt x="54" y="305"/>
                      <a:pt x="54" y="305"/>
                    </a:cubicBezTo>
                    <a:cubicBezTo>
                      <a:pt x="112" y="177"/>
                      <a:pt x="112" y="177"/>
                      <a:pt x="112" y="177"/>
                    </a:cubicBezTo>
                    <a:cubicBezTo>
                      <a:pt x="112" y="176"/>
                      <a:pt x="112" y="175"/>
                      <a:pt x="112" y="174"/>
                    </a:cubicBezTo>
                    <a:cubicBezTo>
                      <a:pt x="113" y="173"/>
                      <a:pt x="113" y="172"/>
                      <a:pt x="113" y="171"/>
                    </a:cubicBezTo>
                    <a:cubicBezTo>
                      <a:pt x="114" y="170"/>
                      <a:pt x="114" y="169"/>
                      <a:pt x="114" y="168"/>
                    </a:cubicBezTo>
                    <a:close/>
                  </a:path>
                </a:pathLst>
              </a:custGeom>
              <a:solidFill>
                <a:srgbClr val="FF8C00">
                  <a:lumMod val="75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nvGrpSpPr>
              <p:cNvPr id="238" name="Group 237"/>
              <p:cNvGrpSpPr/>
              <p:nvPr/>
            </p:nvGrpSpPr>
            <p:grpSpPr>
              <a:xfrm>
                <a:off x="4895429" y="7138463"/>
                <a:ext cx="432081" cy="562325"/>
                <a:chOff x="4949548" y="7156100"/>
                <a:chExt cx="347110" cy="451741"/>
              </a:xfrm>
            </p:grpSpPr>
            <p:sp>
              <p:nvSpPr>
                <p:cNvPr id="239" name="Freeform 297"/>
                <p:cNvSpPr>
                  <a:spLocks/>
                </p:cNvSpPr>
                <p:nvPr/>
              </p:nvSpPr>
              <p:spPr bwMode="auto">
                <a:xfrm>
                  <a:off x="4949548" y="7156100"/>
                  <a:ext cx="347110" cy="401917"/>
                </a:xfrm>
                <a:custGeom>
                  <a:avLst/>
                  <a:gdLst>
                    <a:gd name="T0" fmla="*/ 91 w 97"/>
                    <a:gd name="T1" fmla="*/ 88 h 112"/>
                    <a:gd name="T2" fmla="*/ 82 w 97"/>
                    <a:gd name="T3" fmla="*/ 88 h 112"/>
                    <a:gd name="T4" fmla="*/ 85 w 97"/>
                    <a:gd name="T5" fmla="*/ 74 h 112"/>
                    <a:gd name="T6" fmla="*/ 88 w 97"/>
                    <a:gd name="T7" fmla="*/ 69 h 112"/>
                    <a:gd name="T8" fmla="*/ 88 w 97"/>
                    <a:gd name="T9" fmla="*/ 69 h 112"/>
                    <a:gd name="T10" fmla="*/ 88 w 97"/>
                    <a:gd name="T11" fmla="*/ 69 h 112"/>
                    <a:gd name="T12" fmla="*/ 91 w 97"/>
                    <a:gd name="T13" fmla="*/ 53 h 112"/>
                    <a:gd name="T14" fmla="*/ 69 w 97"/>
                    <a:gd name="T15" fmla="*/ 17 h 112"/>
                    <a:gd name="T16" fmla="*/ 40 w 97"/>
                    <a:gd name="T17" fmla="*/ 0 h 112"/>
                    <a:gd name="T18" fmla="*/ 4 w 97"/>
                    <a:gd name="T19" fmla="*/ 46 h 112"/>
                    <a:gd name="T20" fmla="*/ 9 w 97"/>
                    <a:gd name="T21" fmla="*/ 69 h 112"/>
                    <a:gd name="T22" fmla="*/ 9 w 97"/>
                    <a:gd name="T23" fmla="*/ 69 h 112"/>
                    <a:gd name="T24" fmla="*/ 15 w 97"/>
                    <a:gd name="T25" fmla="*/ 88 h 112"/>
                    <a:gd name="T26" fmla="*/ 6 w 97"/>
                    <a:gd name="T27" fmla="*/ 88 h 112"/>
                    <a:gd name="T28" fmla="*/ 0 w 97"/>
                    <a:gd name="T29" fmla="*/ 95 h 112"/>
                    <a:gd name="T30" fmla="*/ 16 w 97"/>
                    <a:gd name="T31" fmla="*/ 110 h 112"/>
                    <a:gd name="T32" fmla="*/ 42 w 97"/>
                    <a:gd name="T33" fmla="*/ 112 h 112"/>
                    <a:gd name="T34" fmla="*/ 44 w 97"/>
                    <a:gd name="T35" fmla="*/ 112 h 112"/>
                    <a:gd name="T36" fmla="*/ 44 w 97"/>
                    <a:gd name="T37" fmla="*/ 112 h 112"/>
                    <a:gd name="T38" fmla="*/ 47 w 97"/>
                    <a:gd name="T39" fmla="*/ 112 h 112"/>
                    <a:gd name="T40" fmla="*/ 48 w 97"/>
                    <a:gd name="T41" fmla="*/ 112 h 112"/>
                    <a:gd name="T42" fmla="*/ 49 w 97"/>
                    <a:gd name="T43" fmla="*/ 112 h 112"/>
                    <a:gd name="T44" fmla="*/ 53 w 97"/>
                    <a:gd name="T45" fmla="*/ 112 h 112"/>
                    <a:gd name="T46" fmla="*/ 53 w 97"/>
                    <a:gd name="T47" fmla="*/ 112 h 112"/>
                    <a:gd name="T48" fmla="*/ 54 w 97"/>
                    <a:gd name="T49" fmla="*/ 112 h 112"/>
                    <a:gd name="T50" fmla="*/ 81 w 97"/>
                    <a:gd name="T51" fmla="*/ 110 h 112"/>
                    <a:gd name="T52" fmla="*/ 96 w 97"/>
                    <a:gd name="T53" fmla="*/ 95 h 112"/>
                    <a:gd name="T54" fmla="*/ 91 w 97"/>
                    <a:gd name="T55" fmla="*/ 8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7" h="112">
                      <a:moveTo>
                        <a:pt x="91" y="88"/>
                      </a:moveTo>
                      <a:cubicBezTo>
                        <a:pt x="89" y="95"/>
                        <a:pt x="83" y="93"/>
                        <a:pt x="82" y="88"/>
                      </a:cubicBezTo>
                      <a:cubicBezTo>
                        <a:pt x="81" y="86"/>
                        <a:pt x="83" y="79"/>
                        <a:pt x="85" y="74"/>
                      </a:cubicBezTo>
                      <a:cubicBezTo>
                        <a:pt x="86" y="73"/>
                        <a:pt x="87" y="71"/>
                        <a:pt x="88" y="69"/>
                      </a:cubicBezTo>
                      <a:cubicBezTo>
                        <a:pt x="88" y="69"/>
                        <a:pt x="88" y="69"/>
                        <a:pt x="88" y="69"/>
                      </a:cubicBezTo>
                      <a:cubicBezTo>
                        <a:pt x="88" y="69"/>
                        <a:pt x="88" y="69"/>
                        <a:pt x="88" y="69"/>
                      </a:cubicBezTo>
                      <a:cubicBezTo>
                        <a:pt x="90" y="64"/>
                        <a:pt x="91" y="59"/>
                        <a:pt x="91" y="53"/>
                      </a:cubicBezTo>
                      <a:cubicBezTo>
                        <a:pt x="91" y="36"/>
                        <a:pt x="82" y="22"/>
                        <a:pt x="69" y="17"/>
                      </a:cubicBezTo>
                      <a:cubicBezTo>
                        <a:pt x="62" y="7"/>
                        <a:pt x="52" y="0"/>
                        <a:pt x="40" y="0"/>
                      </a:cubicBezTo>
                      <a:cubicBezTo>
                        <a:pt x="20" y="0"/>
                        <a:pt x="4" y="20"/>
                        <a:pt x="4" y="46"/>
                      </a:cubicBezTo>
                      <a:cubicBezTo>
                        <a:pt x="4" y="54"/>
                        <a:pt x="6" y="62"/>
                        <a:pt x="9" y="69"/>
                      </a:cubicBezTo>
                      <a:cubicBezTo>
                        <a:pt x="9" y="69"/>
                        <a:pt x="9" y="69"/>
                        <a:pt x="9" y="69"/>
                      </a:cubicBezTo>
                      <a:cubicBezTo>
                        <a:pt x="9" y="69"/>
                        <a:pt x="17" y="84"/>
                        <a:pt x="15" y="88"/>
                      </a:cubicBezTo>
                      <a:cubicBezTo>
                        <a:pt x="13" y="93"/>
                        <a:pt x="8" y="95"/>
                        <a:pt x="6" y="88"/>
                      </a:cubicBezTo>
                      <a:cubicBezTo>
                        <a:pt x="3" y="82"/>
                        <a:pt x="0" y="90"/>
                        <a:pt x="0" y="95"/>
                      </a:cubicBezTo>
                      <a:cubicBezTo>
                        <a:pt x="1" y="101"/>
                        <a:pt x="2" y="108"/>
                        <a:pt x="16" y="110"/>
                      </a:cubicBezTo>
                      <a:cubicBezTo>
                        <a:pt x="27" y="112"/>
                        <a:pt x="33" y="112"/>
                        <a:pt x="42" y="112"/>
                      </a:cubicBezTo>
                      <a:cubicBezTo>
                        <a:pt x="43" y="112"/>
                        <a:pt x="44" y="112"/>
                        <a:pt x="44" y="112"/>
                      </a:cubicBezTo>
                      <a:cubicBezTo>
                        <a:pt x="44" y="112"/>
                        <a:pt x="44" y="112"/>
                        <a:pt x="44" y="112"/>
                      </a:cubicBezTo>
                      <a:cubicBezTo>
                        <a:pt x="45" y="112"/>
                        <a:pt x="46" y="112"/>
                        <a:pt x="47" y="112"/>
                      </a:cubicBezTo>
                      <a:cubicBezTo>
                        <a:pt x="48" y="112"/>
                        <a:pt x="48" y="112"/>
                        <a:pt x="48" y="112"/>
                      </a:cubicBezTo>
                      <a:cubicBezTo>
                        <a:pt x="49" y="112"/>
                        <a:pt x="49" y="112"/>
                        <a:pt x="49" y="112"/>
                      </a:cubicBezTo>
                      <a:cubicBezTo>
                        <a:pt x="50" y="112"/>
                        <a:pt x="51" y="112"/>
                        <a:pt x="53" y="112"/>
                      </a:cubicBezTo>
                      <a:cubicBezTo>
                        <a:pt x="53" y="112"/>
                        <a:pt x="53" y="112"/>
                        <a:pt x="53" y="112"/>
                      </a:cubicBezTo>
                      <a:cubicBezTo>
                        <a:pt x="53" y="112"/>
                        <a:pt x="54" y="112"/>
                        <a:pt x="54" y="112"/>
                      </a:cubicBezTo>
                      <a:cubicBezTo>
                        <a:pt x="63" y="112"/>
                        <a:pt x="69" y="112"/>
                        <a:pt x="81" y="110"/>
                      </a:cubicBezTo>
                      <a:cubicBezTo>
                        <a:pt x="94" y="108"/>
                        <a:pt x="96" y="101"/>
                        <a:pt x="96" y="95"/>
                      </a:cubicBezTo>
                      <a:cubicBezTo>
                        <a:pt x="97" y="90"/>
                        <a:pt x="93" y="82"/>
                        <a:pt x="91" y="88"/>
                      </a:cubicBezTo>
                      <a:close/>
                    </a:path>
                  </a:pathLst>
                </a:custGeom>
                <a:solidFill>
                  <a:srgbClr val="603500"/>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0" name="Freeform 308"/>
                <p:cNvSpPr>
                  <a:spLocks/>
                </p:cNvSpPr>
                <p:nvPr/>
              </p:nvSpPr>
              <p:spPr bwMode="auto">
                <a:xfrm>
                  <a:off x="5221921" y="7322181"/>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0" y="0"/>
                        <a:pt x="1"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1" name="Freeform 309"/>
                <p:cNvSpPr>
                  <a:spLocks/>
                </p:cNvSpPr>
                <p:nvPr/>
              </p:nvSpPr>
              <p:spPr bwMode="auto">
                <a:xfrm>
                  <a:off x="5221921" y="731719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2" name="Freeform 310"/>
                <p:cNvSpPr>
                  <a:spLocks/>
                </p:cNvSpPr>
                <p:nvPr/>
              </p:nvSpPr>
              <p:spPr bwMode="auto">
                <a:xfrm>
                  <a:off x="5218600" y="730723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3" name="Freeform 311"/>
                <p:cNvSpPr>
                  <a:spLocks/>
                </p:cNvSpPr>
                <p:nvPr/>
              </p:nvSpPr>
              <p:spPr bwMode="auto">
                <a:xfrm>
                  <a:off x="5218600" y="731055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4" name="Freeform 312"/>
                <p:cNvSpPr>
                  <a:spLocks/>
                </p:cNvSpPr>
                <p:nvPr/>
              </p:nvSpPr>
              <p:spPr bwMode="auto">
                <a:xfrm>
                  <a:off x="5010998" y="730723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5" name="Freeform 313"/>
                <p:cNvSpPr>
                  <a:spLocks/>
                </p:cNvSpPr>
                <p:nvPr/>
              </p:nvSpPr>
              <p:spPr bwMode="auto">
                <a:xfrm>
                  <a:off x="5225243" y="7325503"/>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6" name="Freeform 314"/>
                <p:cNvSpPr>
                  <a:spLocks/>
                </p:cNvSpPr>
                <p:nvPr/>
              </p:nvSpPr>
              <p:spPr bwMode="auto">
                <a:xfrm>
                  <a:off x="5225243" y="7328825"/>
                  <a:ext cx="0" cy="6643"/>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1"/>
                        <a:pt x="0" y="1"/>
                        <a:pt x="0" y="0"/>
                      </a:cubicBezTo>
                      <a:cubicBezTo>
                        <a:pt x="0" y="1"/>
                        <a:pt x="0" y="1"/>
                        <a:pt x="0" y="2"/>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7" name="Freeform 315"/>
                <p:cNvSpPr>
                  <a:spLocks/>
                </p:cNvSpPr>
                <p:nvPr/>
              </p:nvSpPr>
              <p:spPr bwMode="auto">
                <a:xfrm>
                  <a:off x="5215278" y="730391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8" name="Freeform 316"/>
                <p:cNvSpPr>
                  <a:spLocks/>
                </p:cNvSpPr>
                <p:nvPr/>
              </p:nvSpPr>
              <p:spPr bwMode="auto">
                <a:xfrm>
                  <a:off x="5007677" y="732882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49" name="Freeform 317"/>
                <p:cNvSpPr>
                  <a:spLocks/>
                </p:cNvSpPr>
                <p:nvPr/>
              </p:nvSpPr>
              <p:spPr bwMode="auto">
                <a:xfrm>
                  <a:off x="5007677" y="731719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0" name="Freeform 318"/>
                <p:cNvSpPr>
                  <a:spLocks/>
                </p:cNvSpPr>
                <p:nvPr/>
              </p:nvSpPr>
              <p:spPr bwMode="auto">
                <a:xfrm>
                  <a:off x="5010998" y="7313877"/>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1" name="Freeform 319"/>
                <p:cNvSpPr>
                  <a:spLocks/>
                </p:cNvSpPr>
                <p:nvPr/>
              </p:nvSpPr>
              <p:spPr bwMode="auto">
                <a:xfrm>
                  <a:off x="5007677" y="7322181"/>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1"/>
                        <a:pt x="0" y="1"/>
                      </a:cubicBezTo>
                      <a:cubicBezTo>
                        <a:pt x="0" y="1"/>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2" name="Freeform 320"/>
                <p:cNvSpPr>
                  <a:spLocks/>
                </p:cNvSpPr>
                <p:nvPr/>
              </p:nvSpPr>
              <p:spPr bwMode="auto">
                <a:xfrm>
                  <a:off x="4986086" y="7295608"/>
                  <a:ext cx="257427" cy="312233"/>
                </a:xfrm>
                <a:custGeom>
                  <a:avLst/>
                  <a:gdLst>
                    <a:gd name="T0" fmla="*/ 69 w 72"/>
                    <a:gd name="T1" fmla="*/ 15 h 87"/>
                    <a:gd name="T2" fmla="*/ 67 w 72"/>
                    <a:gd name="T3" fmla="*/ 15 h 87"/>
                    <a:gd name="T4" fmla="*/ 67 w 72"/>
                    <a:gd name="T5" fmla="*/ 11 h 87"/>
                    <a:gd name="T6" fmla="*/ 67 w 72"/>
                    <a:gd name="T7" fmla="*/ 9 h 87"/>
                    <a:gd name="T8" fmla="*/ 67 w 72"/>
                    <a:gd name="T9" fmla="*/ 9 h 87"/>
                    <a:gd name="T10" fmla="*/ 67 w 72"/>
                    <a:gd name="T11" fmla="*/ 8 h 87"/>
                    <a:gd name="T12" fmla="*/ 67 w 72"/>
                    <a:gd name="T13" fmla="*/ 7 h 87"/>
                    <a:gd name="T14" fmla="*/ 66 w 72"/>
                    <a:gd name="T15" fmla="*/ 7 h 87"/>
                    <a:gd name="T16" fmla="*/ 66 w 72"/>
                    <a:gd name="T17" fmla="*/ 6 h 87"/>
                    <a:gd name="T18" fmla="*/ 66 w 72"/>
                    <a:gd name="T19" fmla="*/ 6 h 87"/>
                    <a:gd name="T20" fmla="*/ 65 w 72"/>
                    <a:gd name="T21" fmla="*/ 4 h 87"/>
                    <a:gd name="T22" fmla="*/ 65 w 72"/>
                    <a:gd name="T23" fmla="*/ 4 h 87"/>
                    <a:gd name="T24" fmla="*/ 65 w 72"/>
                    <a:gd name="T25" fmla="*/ 3 h 87"/>
                    <a:gd name="T26" fmla="*/ 65 w 72"/>
                    <a:gd name="T27" fmla="*/ 3 h 87"/>
                    <a:gd name="T28" fmla="*/ 64 w 72"/>
                    <a:gd name="T29" fmla="*/ 2 h 87"/>
                    <a:gd name="T30" fmla="*/ 64 w 72"/>
                    <a:gd name="T31" fmla="*/ 2 h 87"/>
                    <a:gd name="T32" fmla="*/ 59 w 72"/>
                    <a:gd name="T33" fmla="*/ 3 h 87"/>
                    <a:gd name="T34" fmla="*/ 48 w 72"/>
                    <a:gd name="T35" fmla="*/ 0 h 87"/>
                    <a:gd name="T36" fmla="*/ 30 w 72"/>
                    <a:gd name="T37" fmla="*/ 3 h 87"/>
                    <a:gd name="T38" fmla="*/ 10 w 72"/>
                    <a:gd name="T39" fmla="*/ 0 h 87"/>
                    <a:gd name="T40" fmla="*/ 7 w 72"/>
                    <a:gd name="T41" fmla="*/ 3 h 87"/>
                    <a:gd name="T42" fmla="*/ 7 w 72"/>
                    <a:gd name="T43" fmla="*/ 3 h 87"/>
                    <a:gd name="T44" fmla="*/ 7 w 72"/>
                    <a:gd name="T45" fmla="*/ 5 h 87"/>
                    <a:gd name="T46" fmla="*/ 7 w 72"/>
                    <a:gd name="T47" fmla="*/ 5 h 87"/>
                    <a:gd name="T48" fmla="*/ 6 w 72"/>
                    <a:gd name="T49" fmla="*/ 6 h 87"/>
                    <a:gd name="T50" fmla="*/ 6 w 72"/>
                    <a:gd name="T51" fmla="*/ 6 h 87"/>
                    <a:gd name="T52" fmla="*/ 6 w 72"/>
                    <a:gd name="T53" fmla="*/ 7 h 87"/>
                    <a:gd name="T54" fmla="*/ 6 w 72"/>
                    <a:gd name="T55" fmla="*/ 8 h 87"/>
                    <a:gd name="T56" fmla="*/ 6 w 72"/>
                    <a:gd name="T57" fmla="*/ 9 h 87"/>
                    <a:gd name="T58" fmla="*/ 6 w 72"/>
                    <a:gd name="T59" fmla="*/ 9 h 87"/>
                    <a:gd name="T60" fmla="*/ 6 w 72"/>
                    <a:gd name="T61" fmla="*/ 11 h 87"/>
                    <a:gd name="T62" fmla="*/ 6 w 72"/>
                    <a:gd name="T63" fmla="*/ 15 h 87"/>
                    <a:gd name="T64" fmla="*/ 5 w 72"/>
                    <a:gd name="T65" fmla="*/ 15 h 87"/>
                    <a:gd name="T66" fmla="*/ 0 w 72"/>
                    <a:gd name="T67" fmla="*/ 20 h 87"/>
                    <a:gd name="T68" fmla="*/ 0 w 72"/>
                    <a:gd name="T69" fmla="*/ 32 h 87"/>
                    <a:gd name="T70" fmla="*/ 6 w 72"/>
                    <a:gd name="T71" fmla="*/ 37 h 87"/>
                    <a:gd name="T72" fmla="*/ 10 w 72"/>
                    <a:gd name="T73" fmla="*/ 49 h 87"/>
                    <a:gd name="T74" fmla="*/ 22 w 72"/>
                    <a:gd name="T75" fmla="*/ 64 h 87"/>
                    <a:gd name="T76" fmla="*/ 24 w 72"/>
                    <a:gd name="T77" fmla="*/ 78 h 87"/>
                    <a:gd name="T78" fmla="*/ 37 w 72"/>
                    <a:gd name="T79" fmla="*/ 87 h 87"/>
                    <a:gd name="T80" fmla="*/ 50 w 72"/>
                    <a:gd name="T81" fmla="*/ 78 h 87"/>
                    <a:gd name="T82" fmla="*/ 52 w 72"/>
                    <a:gd name="T83" fmla="*/ 63 h 87"/>
                    <a:gd name="T84" fmla="*/ 62 w 72"/>
                    <a:gd name="T85" fmla="*/ 49 h 87"/>
                    <a:gd name="T86" fmla="*/ 67 w 72"/>
                    <a:gd name="T87" fmla="*/ 37 h 87"/>
                    <a:gd name="T88" fmla="*/ 72 w 72"/>
                    <a:gd name="T89" fmla="*/ 32 h 87"/>
                    <a:gd name="T90" fmla="*/ 72 w 72"/>
                    <a:gd name="T91" fmla="*/ 20 h 87"/>
                    <a:gd name="T92" fmla="*/ 69 w 72"/>
                    <a:gd name="T93" fmla="*/ 15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 h="87">
                      <a:moveTo>
                        <a:pt x="69" y="15"/>
                      </a:moveTo>
                      <a:cubicBezTo>
                        <a:pt x="68" y="15"/>
                        <a:pt x="68" y="15"/>
                        <a:pt x="67" y="15"/>
                      </a:cubicBezTo>
                      <a:cubicBezTo>
                        <a:pt x="67" y="11"/>
                        <a:pt x="67" y="11"/>
                        <a:pt x="67" y="11"/>
                      </a:cubicBezTo>
                      <a:cubicBezTo>
                        <a:pt x="67" y="10"/>
                        <a:pt x="67" y="10"/>
                        <a:pt x="67" y="9"/>
                      </a:cubicBezTo>
                      <a:cubicBezTo>
                        <a:pt x="67" y="9"/>
                        <a:pt x="67" y="9"/>
                        <a:pt x="67" y="9"/>
                      </a:cubicBezTo>
                      <a:cubicBezTo>
                        <a:pt x="67" y="9"/>
                        <a:pt x="67" y="8"/>
                        <a:pt x="67" y="8"/>
                      </a:cubicBezTo>
                      <a:cubicBezTo>
                        <a:pt x="67" y="8"/>
                        <a:pt x="67" y="8"/>
                        <a:pt x="67" y="7"/>
                      </a:cubicBezTo>
                      <a:cubicBezTo>
                        <a:pt x="67" y="7"/>
                        <a:pt x="66" y="7"/>
                        <a:pt x="66" y="7"/>
                      </a:cubicBezTo>
                      <a:cubicBezTo>
                        <a:pt x="66" y="7"/>
                        <a:pt x="66" y="6"/>
                        <a:pt x="66" y="6"/>
                      </a:cubicBezTo>
                      <a:cubicBezTo>
                        <a:pt x="66" y="6"/>
                        <a:pt x="66" y="6"/>
                        <a:pt x="66" y="6"/>
                      </a:cubicBezTo>
                      <a:cubicBezTo>
                        <a:pt x="66" y="5"/>
                        <a:pt x="66" y="5"/>
                        <a:pt x="65" y="4"/>
                      </a:cubicBezTo>
                      <a:cubicBezTo>
                        <a:pt x="65" y="4"/>
                        <a:pt x="65" y="4"/>
                        <a:pt x="65" y="4"/>
                      </a:cubicBezTo>
                      <a:cubicBezTo>
                        <a:pt x="65" y="4"/>
                        <a:pt x="65" y="3"/>
                        <a:pt x="65" y="3"/>
                      </a:cubicBezTo>
                      <a:cubicBezTo>
                        <a:pt x="65" y="3"/>
                        <a:pt x="65" y="3"/>
                        <a:pt x="65" y="3"/>
                      </a:cubicBezTo>
                      <a:cubicBezTo>
                        <a:pt x="65" y="3"/>
                        <a:pt x="64" y="2"/>
                        <a:pt x="64" y="2"/>
                      </a:cubicBezTo>
                      <a:cubicBezTo>
                        <a:pt x="64" y="2"/>
                        <a:pt x="64" y="2"/>
                        <a:pt x="64" y="2"/>
                      </a:cubicBezTo>
                      <a:cubicBezTo>
                        <a:pt x="62" y="2"/>
                        <a:pt x="61" y="3"/>
                        <a:pt x="59" y="3"/>
                      </a:cubicBezTo>
                      <a:cubicBezTo>
                        <a:pt x="54" y="3"/>
                        <a:pt x="51" y="2"/>
                        <a:pt x="48" y="0"/>
                      </a:cubicBezTo>
                      <a:cubicBezTo>
                        <a:pt x="44" y="2"/>
                        <a:pt x="37" y="3"/>
                        <a:pt x="30" y="3"/>
                      </a:cubicBezTo>
                      <a:cubicBezTo>
                        <a:pt x="22" y="3"/>
                        <a:pt x="15" y="2"/>
                        <a:pt x="10" y="0"/>
                      </a:cubicBezTo>
                      <a:cubicBezTo>
                        <a:pt x="9" y="1"/>
                        <a:pt x="8" y="2"/>
                        <a:pt x="7" y="3"/>
                      </a:cubicBezTo>
                      <a:cubicBezTo>
                        <a:pt x="7" y="3"/>
                        <a:pt x="7" y="3"/>
                        <a:pt x="7" y="3"/>
                      </a:cubicBezTo>
                      <a:cubicBezTo>
                        <a:pt x="7" y="4"/>
                        <a:pt x="7" y="4"/>
                        <a:pt x="7" y="5"/>
                      </a:cubicBezTo>
                      <a:cubicBezTo>
                        <a:pt x="7" y="5"/>
                        <a:pt x="7" y="5"/>
                        <a:pt x="7" y="5"/>
                      </a:cubicBezTo>
                      <a:cubicBezTo>
                        <a:pt x="7" y="5"/>
                        <a:pt x="6" y="6"/>
                        <a:pt x="6" y="6"/>
                      </a:cubicBezTo>
                      <a:cubicBezTo>
                        <a:pt x="6" y="6"/>
                        <a:pt x="6" y="6"/>
                        <a:pt x="6" y="6"/>
                      </a:cubicBezTo>
                      <a:cubicBezTo>
                        <a:pt x="6" y="7"/>
                        <a:pt x="6" y="7"/>
                        <a:pt x="6" y="7"/>
                      </a:cubicBezTo>
                      <a:cubicBezTo>
                        <a:pt x="6" y="7"/>
                        <a:pt x="6" y="8"/>
                        <a:pt x="6" y="8"/>
                      </a:cubicBezTo>
                      <a:cubicBezTo>
                        <a:pt x="6" y="8"/>
                        <a:pt x="6" y="8"/>
                        <a:pt x="6" y="9"/>
                      </a:cubicBezTo>
                      <a:cubicBezTo>
                        <a:pt x="6" y="9"/>
                        <a:pt x="6" y="9"/>
                        <a:pt x="6" y="9"/>
                      </a:cubicBezTo>
                      <a:cubicBezTo>
                        <a:pt x="6" y="10"/>
                        <a:pt x="6" y="10"/>
                        <a:pt x="6" y="11"/>
                      </a:cubicBezTo>
                      <a:cubicBezTo>
                        <a:pt x="6" y="15"/>
                        <a:pt x="6" y="15"/>
                        <a:pt x="6" y="15"/>
                      </a:cubicBezTo>
                      <a:cubicBezTo>
                        <a:pt x="5" y="15"/>
                        <a:pt x="5" y="15"/>
                        <a:pt x="5" y="15"/>
                      </a:cubicBezTo>
                      <a:cubicBezTo>
                        <a:pt x="2" y="16"/>
                        <a:pt x="0" y="18"/>
                        <a:pt x="0" y="20"/>
                      </a:cubicBezTo>
                      <a:cubicBezTo>
                        <a:pt x="0" y="32"/>
                        <a:pt x="0" y="32"/>
                        <a:pt x="0" y="32"/>
                      </a:cubicBezTo>
                      <a:cubicBezTo>
                        <a:pt x="0" y="34"/>
                        <a:pt x="3" y="37"/>
                        <a:pt x="6" y="37"/>
                      </a:cubicBezTo>
                      <a:cubicBezTo>
                        <a:pt x="10" y="49"/>
                        <a:pt x="10" y="49"/>
                        <a:pt x="10" y="49"/>
                      </a:cubicBezTo>
                      <a:cubicBezTo>
                        <a:pt x="13" y="57"/>
                        <a:pt x="16" y="62"/>
                        <a:pt x="22" y="64"/>
                      </a:cubicBezTo>
                      <a:cubicBezTo>
                        <a:pt x="24" y="78"/>
                        <a:pt x="24" y="78"/>
                        <a:pt x="24" y="78"/>
                      </a:cubicBezTo>
                      <a:cubicBezTo>
                        <a:pt x="37" y="87"/>
                        <a:pt x="37" y="87"/>
                        <a:pt x="37" y="87"/>
                      </a:cubicBezTo>
                      <a:cubicBezTo>
                        <a:pt x="50" y="78"/>
                        <a:pt x="50" y="78"/>
                        <a:pt x="50" y="78"/>
                      </a:cubicBezTo>
                      <a:cubicBezTo>
                        <a:pt x="52" y="63"/>
                        <a:pt x="52" y="63"/>
                        <a:pt x="52" y="63"/>
                      </a:cubicBezTo>
                      <a:cubicBezTo>
                        <a:pt x="57" y="62"/>
                        <a:pt x="59" y="57"/>
                        <a:pt x="62" y="49"/>
                      </a:cubicBezTo>
                      <a:cubicBezTo>
                        <a:pt x="67" y="37"/>
                        <a:pt x="67" y="37"/>
                        <a:pt x="67" y="37"/>
                      </a:cubicBezTo>
                      <a:cubicBezTo>
                        <a:pt x="70" y="37"/>
                        <a:pt x="72" y="34"/>
                        <a:pt x="72" y="32"/>
                      </a:cubicBezTo>
                      <a:cubicBezTo>
                        <a:pt x="72" y="20"/>
                        <a:pt x="72" y="20"/>
                        <a:pt x="72" y="20"/>
                      </a:cubicBezTo>
                      <a:cubicBezTo>
                        <a:pt x="72" y="18"/>
                        <a:pt x="71" y="16"/>
                        <a:pt x="69" y="15"/>
                      </a:cubicBezTo>
                      <a:close/>
                    </a:path>
                  </a:pathLst>
                </a:custGeom>
                <a:solidFill>
                  <a:srgbClr val="E1BC8F"/>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3" name="Freeform 352"/>
                <p:cNvSpPr>
                  <a:spLocks noEditPoints="1"/>
                </p:cNvSpPr>
                <p:nvPr/>
              </p:nvSpPr>
              <p:spPr bwMode="auto">
                <a:xfrm>
                  <a:off x="4996051" y="7343773"/>
                  <a:ext cx="240819" cy="74737"/>
                </a:xfrm>
                <a:custGeom>
                  <a:avLst/>
                  <a:gdLst>
                    <a:gd name="T0" fmla="*/ 66 w 67"/>
                    <a:gd name="T1" fmla="*/ 1 h 21"/>
                    <a:gd name="T2" fmla="*/ 50 w 67"/>
                    <a:gd name="T3" fmla="*/ 0 h 21"/>
                    <a:gd name="T4" fmla="*/ 34 w 67"/>
                    <a:gd name="T5" fmla="*/ 4 h 21"/>
                    <a:gd name="T6" fmla="*/ 18 w 67"/>
                    <a:gd name="T7" fmla="*/ 0 h 21"/>
                    <a:gd name="T8" fmla="*/ 1 w 67"/>
                    <a:gd name="T9" fmla="*/ 1 h 21"/>
                    <a:gd name="T10" fmla="*/ 1 w 67"/>
                    <a:gd name="T11" fmla="*/ 3 h 21"/>
                    <a:gd name="T12" fmla="*/ 3 w 67"/>
                    <a:gd name="T13" fmla="*/ 6 h 21"/>
                    <a:gd name="T14" fmla="*/ 5 w 67"/>
                    <a:gd name="T15" fmla="*/ 11 h 21"/>
                    <a:gd name="T16" fmla="*/ 20 w 67"/>
                    <a:gd name="T17" fmla="*/ 20 h 21"/>
                    <a:gd name="T18" fmla="*/ 31 w 67"/>
                    <a:gd name="T19" fmla="*/ 8 h 21"/>
                    <a:gd name="T20" fmla="*/ 34 w 67"/>
                    <a:gd name="T21" fmla="*/ 7 h 21"/>
                    <a:gd name="T22" fmla="*/ 36 w 67"/>
                    <a:gd name="T23" fmla="*/ 8 h 21"/>
                    <a:gd name="T24" fmla="*/ 47 w 67"/>
                    <a:gd name="T25" fmla="*/ 20 h 21"/>
                    <a:gd name="T26" fmla="*/ 62 w 67"/>
                    <a:gd name="T27" fmla="*/ 11 h 21"/>
                    <a:gd name="T28" fmla="*/ 64 w 67"/>
                    <a:gd name="T29" fmla="*/ 6 h 21"/>
                    <a:gd name="T30" fmla="*/ 66 w 67"/>
                    <a:gd name="T31" fmla="*/ 3 h 21"/>
                    <a:gd name="T32" fmla="*/ 66 w 67"/>
                    <a:gd name="T33" fmla="*/ 1 h 21"/>
                    <a:gd name="T34" fmla="*/ 26 w 67"/>
                    <a:gd name="T35" fmla="*/ 15 h 21"/>
                    <a:gd name="T36" fmla="*/ 14 w 67"/>
                    <a:gd name="T37" fmla="*/ 18 h 21"/>
                    <a:gd name="T38" fmla="*/ 6 w 67"/>
                    <a:gd name="T39" fmla="*/ 7 h 21"/>
                    <a:gd name="T40" fmla="*/ 18 w 67"/>
                    <a:gd name="T41" fmla="*/ 2 h 21"/>
                    <a:gd name="T42" fmla="*/ 26 w 67"/>
                    <a:gd name="T43" fmla="*/ 4 h 21"/>
                    <a:gd name="T44" fmla="*/ 26 w 67"/>
                    <a:gd name="T45" fmla="*/ 15 h 21"/>
                    <a:gd name="T46" fmla="*/ 54 w 67"/>
                    <a:gd name="T47" fmla="*/ 18 h 21"/>
                    <a:gd name="T48" fmla="*/ 42 w 67"/>
                    <a:gd name="T49" fmla="*/ 15 h 21"/>
                    <a:gd name="T50" fmla="*/ 41 w 67"/>
                    <a:gd name="T51" fmla="*/ 4 h 21"/>
                    <a:gd name="T52" fmla="*/ 49 w 67"/>
                    <a:gd name="T53" fmla="*/ 2 h 21"/>
                    <a:gd name="T54" fmla="*/ 61 w 67"/>
                    <a:gd name="T55" fmla="*/ 7 h 21"/>
                    <a:gd name="T56" fmla="*/ 54 w 67"/>
                    <a:gd name="T57"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21">
                      <a:moveTo>
                        <a:pt x="66" y="1"/>
                      </a:moveTo>
                      <a:cubicBezTo>
                        <a:pt x="66" y="1"/>
                        <a:pt x="57" y="0"/>
                        <a:pt x="50" y="0"/>
                      </a:cubicBezTo>
                      <a:cubicBezTo>
                        <a:pt x="43" y="1"/>
                        <a:pt x="37" y="4"/>
                        <a:pt x="34" y="4"/>
                      </a:cubicBezTo>
                      <a:cubicBezTo>
                        <a:pt x="30" y="4"/>
                        <a:pt x="25" y="1"/>
                        <a:pt x="18" y="0"/>
                      </a:cubicBezTo>
                      <a:cubicBezTo>
                        <a:pt x="11" y="0"/>
                        <a:pt x="1" y="1"/>
                        <a:pt x="1" y="1"/>
                      </a:cubicBezTo>
                      <a:cubicBezTo>
                        <a:pt x="0" y="1"/>
                        <a:pt x="0" y="2"/>
                        <a:pt x="1" y="3"/>
                      </a:cubicBezTo>
                      <a:cubicBezTo>
                        <a:pt x="1" y="5"/>
                        <a:pt x="1" y="5"/>
                        <a:pt x="3" y="6"/>
                      </a:cubicBezTo>
                      <a:cubicBezTo>
                        <a:pt x="4" y="7"/>
                        <a:pt x="5" y="11"/>
                        <a:pt x="5" y="11"/>
                      </a:cubicBezTo>
                      <a:cubicBezTo>
                        <a:pt x="6" y="19"/>
                        <a:pt x="12" y="21"/>
                        <a:pt x="20" y="20"/>
                      </a:cubicBezTo>
                      <a:cubicBezTo>
                        <a:pt x="28" y="19"/>
                        <a:pt x="30" y="10"/>
                        <a:pt x="31" y="8"/>
                      </a:cubicBezTo>
                      <a:cubicBezTo>
                        <a:pt x="32" y="7"/>
                        <a:pt x="34" y="7"/>
                        <a:pt x="34" y="7"/>
                      </a:cubicBezTo>
                      <a:cubicBezTo>
                        <a:pt x="34" y="7"/>
                        <a:pt x="35" y="7"/>
                        <a:pt x="36" y="8"/>
                      </a:cubicBezTo>
                      <a:cubicBezTo>
                        <a:pt x="37" y="10"/>
                        <a:pt x="39" y="19"/>
                        <a:pt x="47" y="20"/>
                      </a:cubicBezTo>
                      <a:cubicBezTo>
                        <a:pt x="55" y="21"/>
                        <a:pt x="61" y="19"/>
                        <a:pt x="62" y="11"/>
                      </a:cubicBezTo>
                      <a:cubicBezTo>
                        <a:pt x="62" y="11"/>
                        <a:pt x="63" y="7"/>
                        <a:pt x="64" y="6"/>
                      </a:cubicBezTo>
                      <a:cubicBezTo>
                        <a:pt x="66" y="5"/>
                        <a:pt x="66" y="5"/>
                        <a:pt x="66" y="3"/>
                      </a:cubicBezTo>
                      <a:cubicBezTo>
                        <a:pt x="67" y="2"/>
                        <a:pt x="67" y="1"/>
                        <a:pt x="66" y="1"/>
                      </a:cubicBezTo>
                      <a:close/>
                      <a:moveTo>
                        <a:pt x="26" y="15"/>
                      </a:moveTo>
                      <a:cubicBezTo>
                        <a:pt x="23" y="18"/>
                        <a:pt x="19" y="19"/>
                        <a:pt x="14" y="18"/>
                      </a:cubicBezTo>
                      <a:cubicBezTo>
                        <a:pt x="8" y="18"/>
                        <a:pt x="6" y="14"/>
                        <a:pt x="6" y="7"/>
                      </a:cubicBezTo>
                      <a:cubicBezTo>
                        <a:pt x="6" y="0"/>
                        <a:pt x="18" y="2"/>
                        <a:pt x="18" y="2"/>
                      </a:cubicBezTo>
                      <a:cubicBezTo>
                        <a:pt x="23" y="3"/>
                        <a:pt x="23" y="3"/>
                        <a:pt x="26" y="4"/>
                      </a:cubicBezTo>
                      <a:cubicBezTo>
                        <a:pt x="30" y="5"/>
                        <a:pt x="28" y="12"/>
                        <a:pt x="26" y="15"/>
                      </a:cubicBezTo>
                      <a:close/>
                      <a:moveTo>
                        <a:pt x="54" y="18"/>
                      </a:moveTo>
                      <a:cubicBezTo>
                        <a:pt x="48" y="19"/>
                        <a:pt x="44" y="18"/>
                        <a:pt x="42" y="15"/>
                      </a:cubicBezTo>
                      <a:cubicBezTo>
                        <a:pt x="40" y="12"/>
                        <a:pt x="37" y="5"/>
                        <a:pt x="41" y="4"/>
                      </a:cubicBezTo>
                      <a:cubicBezTo>
                        <a:pt x="45" y="3"/>
                        <a:pt x="45" y="3"/>
                        <a:pt x="49" y="2"/>
                      </a:cubicBezTo>
                      <a:cubicBezTo>
                        <a:pt x="49" y="2"/>
                        <a:pt x="61" y="0"/>
                        <a:pt x="61" y="7"/>
                      </a:cubicBezTo>
                      <a:cubicBezTo>
                        <a:pt x="61" y="14"/>
                        <a:pt x="59" y="18"/>
                        <a:pt x="54" y="18"/>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4" name="Oval 353"/>
                <p:cNvSpPr>
                  <a:spLocks noChangeArrowheads="1"/>
                </p:cNvSpPr>
                <p:nvPr/>
              </p:nvSpPr>
              <p:spPr bwMode="auto">
                <a:xfrm>
                  <a:off x="5002694" y="7350416"/>
                  <a:ext cx="8305" cy="664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55" name="Oval 354"/>
                <p:cNvSpPr>
                  <a:spLocks noChangeArrowheads="1"/>
                </p:cNvSpPr>
                <p:nvPr/>
              </p:nvSpPr>
              <p:spPr bwMode="auto">
                <a:xfrm>
                  <a:off x="5221921" y="7350416"/>
                  <a:ext cx="6643" cy="664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grpSp>
        <p:sp>
          <p:nvSpPr>
            <p:cNvPr id="162" name="Freeform 301"/>
            <p:cNvSpPr>
              <a:spLocks/>
            </p:cNvSpPr>
            <p:nvPr/>
          </p:nvSpPr>
          <p:spPr bwMode="auto">
            <a:xfrm>
              <a:off x="11056714" y="6763980"/>
              <a:ext cx="190724" cy="94020"/>
            </a:xfrm>
            <a:custGeom>
              <a:avLst/>
              <a:gdLst>
                <a:gd name="T0" fmla="*/ 16 w 33"/>
                <a:gd name="T1" fmla="*/ 0 h 16"/>
                <a:gd name="T2" fmla="*/ 0 w 33"/>
                <a:gd name="T3" fmla="*/ 16 h 16"/>
                <a:gd name="T4" fmla="*/ 33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7" y="0"/>
                    <a:pt x="0" y="7"/>
                    <a:pt x="0" y="16"/>
                  </a:cubicBezTo>
                  <a:cubicBezTo>
                    <a:pt x="33" y="16"/>
                    <a:pt x="33" y="16"/>
                    <a:pt x="33" y="16"/>
                  </a:cubicBezTo>
                  <a:cubicBezTo>
                    <a:pt x="33" y="7"/>
                    <a:pt x="25" y="0"/>
                    <a:pt x="16" y="0"/>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63" name="Freeform 303"/>
            <p:cNvSpPr>
              <a:spLocks/>
            </p:cNvSpPr>
            <p:nvPr/>
          </p:nvSpPr>
          <p:spPr bwMode="auto">
            <a:xfrm>
              <a:off x="11290725" y="6768467"/>
              <a:ext cx="184080" cy="89484"/>
            </a:xfrm>
            <a:custGeom>
              <a:avLst/>
              <a:gdLst>
                <a:gd name="T0" fmla="*/ 16 w 33"/>
                <a:gd name="T1" fmla="*/ 0 h 16"/>
                <a:gd name="T2" fmla="*/ 33 w 33"/>
                <a:gd name="T3" fmla="*/ 16 h 16"/>
                <a:gd name="T4" fmla="*/ 0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25" y="0"/>
                    <a:pt x="33" y="7"/>
                    <a:pt x="33" y="16"/>
                  </a:cubicBezTo>
                  <a:cubicBezTo>
                    <a:pt x="0" y="16"/>
                    <a:pt x="0" y="16"/>
                    <a:pt x="0" y="16"/>
                  </a:cubicBezTo>
                  <a:cubicBezTo>
                    <a:pt x="0" y="7"/>
                    <a:pt x="7" y="0"/>
                    <a:pt x="16" y="0"/>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nvGrpSpPr>
            <p:cNvPr id="164" name="Group 163"/>
            <p:cNvGrpSpPr/>
            <p:nvPr/>
          </p:nvGrpSpPr>
          <p:grpSpPr>
            <a:xfrm>
              <a:off x="10094772" y="4578187"/>
              <a:ext cx="775032" cy="2280981"/>
              <a:chOff x="10094772" y="4617073"/>
              <a:chExt cx="761819" cy="2242095"/>
            </a:xfrm>
          </p:grpSpPr>
          <p:sp>
            <p:nvSpPr>
              <p:cNvPr id="202" name="Freeform 355"/>
              <p:cNvSpPr>
                <a:spLocks/>
              </p:cNvSpPr>
              <p:nvPr/>
            </p:nvSpPr>
            <p:spPr bwMode="auto">
              <a:xfrm>
                <a:off x="10317915" y="4979708"/>
                <a:ext cx="174385" cy="189333"/>
              </a:xfrm>
              <a:custGeom>
                <a:avLst/>
                <a:gdLst>
                  <a:gd name="T0" fmla="*/ 0 w 105"/>
                  <a:gd name="T1" fmla="*/ 10 h 114"/>
                  <a:gd name="T2" fmla="*/ 11 w 105"/>
                  <a:gd name="T3" fmla="*/ 0 h 114"/>
                  <a:gd name="T4" fmla="*/ 95 w 105"/>
                  <a:gd name="T5" fmla="*/ 0 h 114"/>
                  <a:gd name="T6" fmla="*/ 105 w 105"/>
                  <a:gd name="T7" fmla="*/ 10 h 114"/>
                  <a:gd name="T8" fmla="*/ 77 w 105"/>
                  <a:gd name="T9" fmla="*/ 105 h 114"/>
                  <a:gd name="T10" fmla="*/ 39 w 105"/>
                  <a:gd name="T11" fmla="*/ 114 h 114"/>
                  <a:gd name="T12" fmla="*/ 6 w 105"/>
                  <a:gd name="T13" fmla="*/ 69 h 114"/>
                  <a:gd name="T14" fmla="*/ 0 w 105"/>
                  <a:gd name="T15" fmla="*/ 10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114">
                    <a:moveTo>
                      <a:pt x="0" y="10"/>
                    </a:moveTo>
                    <a:lnTo>
                      <a:pt x="11" y="0"/>
                    </a:lnTo>
                    <a:lnTo>
                      <a:pt x="95" y="0"/>
                    </a:lnTo>
                    <a:lnTo>
                      <a:pt x="105" y="10"/>
                    </a:lnTo>
                    <a:lnTo>
                      <a:pt x="77" y="105"/>
                    </a:lnTo>
                    <a:lnTo>
                      <a:pt x="39" y="114"/>
                    </a:lnTo>
                    <a:lnTo>
                      <a:pt x="6" y="69"/>
                    </a:lnTo>
                    <a:lnTo>
                      <a:pt x="0" y="10"/>
                    </a:lnTo>
                    <a:close/>
                  </a:path>
                </a:pathLst>
              </a:custGeom>
              <a:solidFill>
                <a:srgbClr val="FFFFFF"/>
              </a:solidFill>
              <a:ln>
                <a:noFill/>
              </a:ln>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3" name="Freeform 356"/>
              <p:cNvSpPr>
                <a:spLocks/>
              </p:cNvSpPr>
              <p:nvPr/>
            </p:nvSpPr>
            <p:spPr bwMode="auto">
              <a:xfrm>
                <a:off x="10216605" y="6769484"/>
                <a:ext cx="176046" cy="89684"/>
              </a:xfrm>
              <a:custGeom>
                <a:avLst/>
                <a:gdLst>
                  <a:gd name="T0" fmla="*/ 24 w 49"/>
                  <a:gd name="T1" fmla="*/ 0 h 25"/>
                  <a:gd name="T2" fmla="*/ 0 w 49"/>
                  <a:gd name="T3" fmla="*/ 25 h 25"/>
                  <a:gd name="T4" fmla="*/ 49 w 49"/>
                  <a:gd name="T5" fmla="*/ 25 h 25"/>
                  <a:gd name="T6" fmla="*/ 24 w 49"/>
                  <a:gd name="T7" fmla="*/ 0 h 25"/>
                </a:gdLst>
                <a:ahLst/>
                <a:cxnLst>
                  <a:cxn ang="0">
                    <a:pos x="T0" y="T1"/>
                  </a:cxn>
                  <a:cxn ang="0">
                    <a:pos x="T2" y="T3"/>
                  </a:cxn>
                  <a:cxn ang="0">
                    <a:pos x="T4" y="T5"/>
                  </a:cxn>
                  <a:cxn ang="0">
                    <a:pos x="T6" y="T7"/>
                  </a:cxn>
                </a:cxnLst>
                <a:rect l="0" t="0" r="r" b="b"/>
                <a:pathLst>
                  <a:path w="49" h="25">
                    <a:moveTo>
                      <a:pt x="24" y="0"/>
                    </a:moveTo>
                    <a:cubicBezTo>
                      <a:pt x="11" y="0"/>
                      <a:pt x="0" y="11"/>
                      <a:pt x="0" y="25"/>
                    </a:cubicBezTo>
                    <a:cubicBezTo>
                      <a:pt x="49" y="25"/>
                      <a:pt x="49" y="25"/>
                      <a:pt x="49" y="25"/>
                    </a:cubicBezTo>
                    <a:cubicBezTo>
                      <a:pt x="49" y="11"/>
                      <a:pt x="38" y="0"/>
                      <a:pt x="24" y="0"/>
                    </a:cubicBezTo>
                    <a:close/>
                  </a:path>
                </a:pathLst>
              </a:custGeom>
              <a:solidFill>
                <a:srgbClr val="404040">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4" name="Freeform 357"/>
              <p:cNvSpPr>
                <a:spLocks/>
              </p:cNvSpPr>
              <p:nvPr/>
            </p:nvSpPr>
            <p:spPr bwMode="auto">
              <a:xfrm>
                <a:off x="10191693" y="5815097"/>
                <a:ext cx="225870" cy="968255"/>
              </a:xfrm>
              <a:custGeom>
                <a:avLst/>
                <a:gdLst>
                  <a:gd name="T0" fmla="*/ 106 w 136"/>
                  <a:gd name="T1" fmla="*/ 583 h 583"/>
                  <a:gd name="T2" fmla="*/ 26 w 136"/>
                  <a:gd name="T3" fmla="*/ 583 h 583"/>
                  <a:gd name="T4" fmla="*/ 0 w 136"/>
                  <a:gd name="T5" fmla="*/ 0 h 583"/>
                  <a:gd name="T6" fmla="*/ 136 w 136"/>
                  <a:gd name="T7" fmla="*/ 0 h 583"/>
                  <a:gd name="T8" fmla="*/ 106 w 136"/>
                  <a:gd name="T9" fmla="*/ 583 h 583"/>
                </a:gdLst>
                <a:ahLst/>
                <a:cxnLst>
                  <a:cxn ang="0">
                    <a:pos x="T0" y="T1"/>
                  </a:cxn>
                  <a:cxn ang="0">
                    <a:pos x="T2" y="T3"/>
                  </a:cxn>
                  <a:cxn ang="0">
                    <a:pos x="T4" y="T5"/>
                  </a:cxn>
                  <a:cxn ang="0">
                    <a:pos x="T6" y="T7"/>
                  </a:cxn>
                  <a:cxn ang="0">
                    <a:pos x="T8" y="T9"/>
                  </a:cxn>
                </a:cxnLst>
                <a:rect l="0" t="0" r="r" b="b"/>
                <a:pathLst>
                  <a:path w="136" h="583">
                    <a:moveTo>
                      <a:pt x="106" y="583"/>
                    </a:moveTo>
                    <a:lnTo>
                      <a:pt x="26" y="583"/>
                    </a:lnTo>
                    <a:lnTo>
                      <a:pt x="0" y="0"/>
                    </a:lnTo>
                    <a:lnTo>
                      <a:pt x="136" y="0"/>
                    </a:lnTo>
                    <a:lnTo>
                      <a:pt x="106" y="583"/>
                    </a:lnTo>
                    <a:close/>
                  </a:path>
                </a:pathLst>
              </a:custGeom>
              <a:solidFill>
                <a:srgbClr val="404040">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5" name="Freeform 358"/>
              <p:cNvSpPr>
                <a:spLocks/>
              </p:cNvSpPr>
              <p:nvPr/>
            </p:nvSpPr>
            <p:spPr bwMode="auto">
              <a:xfrm>
                <a:off x="10389330" y="5815097"/>
                <a:ext cx="225870" cy="968255"/>
              </a:xfrm>
              <a:custGeom>
                <a:avLst/>
                <a:gdLst>
                  <a:gd name="T0" fmla="*/ 110 w 136"/>
                  <a:gd name="T1" fmla="*/ 583 h 583"/>
                  <a:gd name="T2" fmla="*/ 30 w 136"/>
                  <a:gd name="T3" fmla="*/ 583 h 583"/>
                  <a:gd name="T4" fmla="*/ 0 w 136"/>
                  <a:gd name="T5" fmla="*/ 0 h 583"/>
                  <a:gd name="T6" fmla="*/ 136 w 136"/>
                  <a:gd name="T7" fmla="*/ 0 h 583"/>
                  <a:gd name="T8" fmla="*/ 110 w 136"/>
                  <a:gd name="T9" fmla="*/ 583 h 583"/>
                </a:gdLst>
                <a:ahLst/>
                <a:cxnLst>
                  <a:cxn ang="0">
                    <a:pos x="T0" y="T1"/>
                  </a:cxn>
                  <a:cxn ang="0">
                    <a:pos x="T2" y="T3"/>
                  </a:cxn>
                  <a:cxn ang="0">
                    <a:pos x="T4" y="T5"/>
                  </a:cxn>
                  <a:cxn ang="0">
                    <a:pos x="T6" y="T7"/>
                  </a:cxn>
                  <a:cxn ang="0">
                    <a:pos x="T8" y="T9"/>
                  </a:cxn>
                </a:cxnLst>
                <a:rect l="0" t="0" r="r" b="b"/>
                <a:pathLst>
                  <a:path w="136" h="583">
                    <a:moveTo>
                      <a:pt x="110" y="583"/>
                    </a:moveTo>
                    <a:lnTo>
                      <a:pt x="30" y="583"/>
                    </a:lnTo>
                    <a:lnTo>
                      <a:pt x="0" y="0"/>
                    </a:lnTo>
                    <a:lnTo>
                      <a:pt x="136" y="0"/>
                    </a:lnTo>
                    <a:lnTo>
                      <a:pt x="110" y="583"/>
                    </a:lnTo>
                    <a:close/>
                  </a:path>
                </a:pathLst>
              </a:custGeom>
              <a:solidFill>
                <a:srgbClr val="404040">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6" name="Freeform 359"/>
              <p:cNvSpPr>
                <a:spLocks/>
              </p:cNvSpPr>
              <p:nvPr/>
            </p:nvSpPr>
            <p:spPr bwMode="auto">
              <a:xfrm>
                <a:off x="10420885" y="6769484"/>
                <a:ext cx="176046" cy="89684"/>
              </a:xfrm>
              <a:custGeom>
                <a:avLst/>
                <a:gdLst>
                  <a:gd name="T0" fmla="*/ 25 w 49"/>
                  <a:gd name="T1" fmla="*/ 0 h 25"/>
                  <a:gd name="T2" fmla="*/ 0 w 49"/>
                  <a:gd name="T3" fmla="*/ 25 h 25"/>
                  <a:gd name="T4" fmla="*/ 49 w 49"/>
                  <a:gd name="T5" fmla="*/ 25 h 25"/>
                  <a:gd name="T6" fmla="*/ 25 w 49"/>
                  <a:gd name="T7" fmla="*/ 0 h 25"/>
                </a:gdLst>
                <a:ahLst/>
                <a:cxnLst>
                  <a:cxn ang="0">
                    <a:pos x="T0" y="T1"/>
                  </a:cxn>
                  <a:cxn ang="0">
                    <a:pos x="T2" y="T3"/>
                  </a:cxn>
                  <a:cxn ang="0">
                    <a:pos x="T4" y="T5"/>
                  </a:cxn>
                  <a:cxn ang="0">
                    <a:pos x="T6" y="T7"/>
                  </a:cxn>
                </a:cxnLst>
                <a:rect l="0" t="0" r="r" b="b"/>
                <a:pathLst>
                  <a:path w="49" h="25">
                    <a:moveTo>
                      <a:pt x="25" y="0"/>
                    </a:moveTo>
                    <a:cubicBezTo>
                      <a:pt x="11" y="0"/>
                      <a:pt x="0" y="11"/>
                      <a:pt x="0" y="25"/>
                    </a:cubicBezTo>
                    <a:cubicBezTo>
                      <a:pt x="49" y="25"/>
                      <a:pt x="49" y="25"/>
                      <a:pt x="49" y="25"/>
                    </a:cubicBezTo>
                    <a:cubicBezTo>
                      <a:pt x="49" y="11"/>
                      <a:pt x="38" y="0"/>
                      <a:pt x="25" y="0"/>
                    </a:cubicBezTo>
                    <a:close/>
                  </a:path>
                </a:pathLst>
              </a:custGeom>
              <a:solidFill>
                <a:srgbClr val="404040">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7" name="Freeform 360"/>
              <p:cNvSpPr>
                <a:spLocks/>
              </p:cNvSpPr>
              <p:nvPr/>
            </p:nvSpPr>
            <p:spPr bwMode="auto">
              <a:xfrm>
                <a:off x="10299645" y="5001298"/>
                <a:ext cx="219227" cy="591250"/>
              </a:xfrm>
              <a:custGeom>
                <a:avLst/>
                <a:gdLst>
                  <a:gd name="T0" fmla="*/ 132 w 132"/>
                  <a:gd name="T1" fmla="*/ 75 h 356"/>
                  <a:gd name="T2" fmla="*/ 67 w 132"/>
                  <a:gd name="T3" fmla="*/ 0 h 356"/>
                  <a:gd name="T4" fmla="*/ 0 w 132"/>
                  <a:gd name="T5" fmla="*/ 69 h 356"/>
                  <a:gd name="T6" fmla="*/ 50 w 132"/>
                  <a:gd name="T7" fmla="*/ 328 h 356"/>
                  <a:gd name="T8" fmla="*/ 63 w 132"/>
                  <a:gd name="T9" fmla="*/ 356 h 356"/>
                  <a:gd name="T10" fmla="*/ 78 w 132"/>
                  <a:gd name="T11" fmla="*/ 328 h 356"/>
                  <a:gd name="T12" fmla="*/ 132 w 132"/>
                  <a:gd name="T13" fmla="*/ 75 h 356"/>
                </a:gdLst>
                <a:ahLst/>
                <a:cxnLst>
                  <a:cxn ang="0">
                    <a:pos x="T0" y="T1"/>
                  </a:cxn>
                  <a:cxn ang="0">
                    <a:pos x="T2" y="T3"/>
                  </a:cxn>
                  <a:cxn ang="0">
                    <a:pos x="T4" y="T5"/>
                  </a:cxn>
                  <a:cxn ang="0">
                    <a:pos x="T6" y="T7"/>
                  </a:cxn>
                  <a:cxn ang="0">
                    <a:pos x="T8" y="T9"/>
                  </a:cxn>
                  <a:cxn ang="0">
                    <a:pos x="T10" y="T11"/>
                  </a:cxn>
                  <a:cxn ang="0">
                    <a:pos x="T12" y="T13"/>
                  </a:cxn>
                </a:cxnLst>
                <a:rect l="0" t="0" r="r" b="b"/>
                <a:pathLst>
                  <a:path w="132" h="356">
                    <a:moveTo>
                      <a:pt x="132" y="75"/>
                    </a:moveTo>
                    <a:lnTo>
                      <a:pt x="67" y="0"/>
                    </a:lnTo>
                    <a:lnTo>
                      <a:pt x="0" y="69"/>
                    </a:lnTo>
                    <a:lnTo>
                      <a:pt x="50" y="328"/>
                    </a:lnTo>
                    <a:lnTo>
                      <a:pt x="63" y="356"/>
                    </a:lnTo>
                    <a:lnTo>
                      <a:pt x="78" y="328"/>
                    </a:lnTo>
                    <a:lnTo>
                      <a:pt x="132" y="75"/>
                    </a:lnTo>
                    <a:close/>
                  </a:path>
                </a:pathLst>
              </a:custGeom>
              <a:solidFill>
                <a:srgbClr val="FFFFFF"/>
              </a:solidFill>
              <a:ln>
                <a:noFill/>
              </a:ln>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8" name="Freeform 362"/>
              <p:cNvSpPr>
                <a:spLocks/>
              </p:cNvSpPr>
              <p:nvPr/>
            </p:nvSpPr>
            <p:spPr bwMode="auto">
              <a:xfrm>
                <a:off x="10271551" y="4617073"/>
                <a:ext cx="266458" cy="350166"/>
              </a:xfrm>
              <a:custGeom>
                <a:avLst/>
                <a:gdLst>
                  <a:gd name="T0" fmla="*/ 74 w 86"/>
                  <a:gd name="T1" fmla="*/ 22 h 106"/>
                  <a:gd name="T2" fmla="*/ 62 w 86"/>
                  <a:gd name="T3" fmla="*/ 90 h 106"/>
                  <a:gd name="T4" fmla="*/ 25 w 86"/>
                  <a:gd name="T5" fmla="*/ 87 h 106"/>
                  <a:gd name="T6" fmla="*/ 25 w 86"/>
                  <a:gd name="T7" fmla="*/ 8 h 106"/>
                  <a:gd name="T8" fmla="*/ 74 w 86"/>
                  <a:gd name="T9" fmla="*/ 22 h 106"/>
                  <a:gd name="connsiteX0" fmla="*/ 8029 w 8534"/>
                  <a:gd name="connsiteY0" fmla="*/ 1590 h 8998"/>
                  <a:gd name="connsiteX1" fmla="*/ 5928 w 8534"/>
                  <a:gd name="connsiteY1" fmla="*/ 8177 h 8998"/>
                  <a:gd name="connsiteX2" fmla="*/ 1626 w 8534"/>
                  <a:gd name="connsiteY2" fmla="*/ 7894 h 8998"/>
                  <a:gd name="connsiteX3" fmla="*/ 1626 w 8534"/>
                  <a:gd name="connsiteY3" fmla="*/ 441 h 8998"/>
                  <a:gd name="connsiteX4" fmla="*/ 8029 w 8534"/>
                  <a:gd name="connsiteY4" fmla="*/ 1590 h 8998"/>
                  <a:gd name="connsiteX0" fmla="*/ 9408 w 10000"/>
                  <a:gd name="connsiteY0" fmla="*/ 1836 h 10069"/>
                  <a:gd name="connsiteX1" fmla="*/ 6946 w 10000"/>
                  <a:gd name="connsiteY1" fmla="*/ 9157 h 10069"/>
                  <a:gd name="connsiteX2" fmla="*/ 1905 w 10000"/>
                  <a:gd name="connsiteY2" fmla="*/ 8842 h 10069"/>
                  <a:gd name="connsiteX3" fmla="*/ 1905 w 10000"/>
                  <a:gd name="connsiteY3" fmla="*/ 559 h 10069"/>
                  <a:gd name="connsiteX4" fmla="*/ 9408 w 10000"/>
                  <a:gd name="connsiteY4" fmla="*/ 1836 h 10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69">
                    <a:moveTo>
                      <a:pt x="9408" y="1836"/>
                    </a:moveTo>
                    <a:cubicBezTo>
                      <a:pt x="11043" y="3829"/>
                      <a:pt x="8990" y="8213"/>
                      <a:pt x="6946" y="9157"/>
                    </a:cubicBezTo>
                    <a:cubicBezTo>
                      <a:pt x="5039" y="9995"/>
                      <a:pt x="3404" y="10834"/>
                      <a:pt x="1905" y="8842"/>
                    </a:cubicBezTo>
                    <a:cubicBezTo>
                      <a:pt x="407" y="6849"/>
                      <a:pt x="-1501" y="1712"/>
                      <a:pt x="1905" y="559"/>
                    </a:cubicBezTo>
                    <a:cubicBezTo>
                      <a:pt x="3949" y="-280"/>
                      <a:pt x="8571" y="-408"/>
                      <a:pt x="9408" y="1836"/>
                    </a:cubicBezTo>
                    <a:close/>
                  </a:path>
                </a:pathLst>
              </a:custGeom>
              <a:solidFill>
                <a:srgbClr val="453727"/>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9" name="Freeform 363"/>
              <p:cNvSpPr>
                <a:spLocks/>
              </p:cNvSpPr>
              <p:nvPr/>
            </p:nvSpPr>
            <p:spPr bwMode="auto">
              <a:xfrm>
                <a:off x="10336183" y="4868433"/>
                <a:ext cx="139509" cy="167742"/>
              </a:xfrm>
              <a:custGeom>
                <a:avLst/>
                <a:gdLst>
                  <a:gd name="T0" fmla="*/ 84 w 84"/>
                  <a:gd name="T1" fmla="*/ 67 h 101"/>
                  <a:gd name="T2" fmla="*/ 41 w 84"/>
                  <a:gd name="T3" fmla="*/ 101 h 101"/>
                  <a:gd name="T4" fmla="*/ 0 w 84"/>
                  <a:gd name="T5" fmla="*/ 67 h 101"/>
                  <a:gd name="T6" fmla="*/ 0 w 84"/>
                  <a:gd name="T7" fmla="*/ 0 h 101"/>
                  <a:gd name="T8" fmla="*/ 84 w 84"/>
                  <a:gd name="T9" fmla="*/ 0 h 101"/>
                  <a:gd name="T10" fmla="*/ 84 w 84"/>
                  <a:gd name="T11" fmla="*/ 67 h 101"/>
                </a:gdLst>
                <a:ahLst/>
                <a:cxnLst>
                  <a:cxn ang="0">
                    <a:pos x="T0" y="T1"/>
                  </a:cxn>
                  <a:cxn ang="0">
                    <a:pos x="T2" y="T3"/>
                  </a:cxn>
                  <a:cxn ang="0">
                    <a:pos x="T4" y="T5"/>
                  </a:cxn>
                  <a:cxn ang="0">
                    <a:pos x="T6" y="T7"/>
                  </a:cxn>
                  <a:cxn ang="0">
                    <a:pos x="T8" y="T9"/>
                  </a:cxn>
                  <a:cxn ang="0">
                    <a:pos x="T10" y="T11"/>
                  </a:cxn>
                </a:cxnLst>
                <a:rect l="0" t="0" r="r" b="b"/>
                <a:pathLst>
                  <a:path w="84" h="101">
                    <a:moveTo>
                      <a:pt x="84" y="67"/>
                    </a:moveTo>
                    <a:lnTo>
                      <a:pt x="41" y="101"/>
                    </a:lnTo>
                    <a:lnTo>
                      <a:pt x="0" y="67"/>
                    </a:lnTo>
                    <a:lnTo>
                      <a:pt x="0" y="0"/>
                    </a:lnTo>
                    <a:lnTo>
                      <a:pt x="84" y="0"/>
                    </a:lnTo>
                    <a:lnTo>
                      <a:pt x="84" y="67"/>
                    </a:lnTo>
                    <a:close/>
                  </a:path>
                </a:pathLst>
              </a:custGeom>
              <a:solidFill>
                <a:srgbClr val="453727"/>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0" name="Freeform 368"/>
              <p:cNvSpPr>
                <a:spLocks/>
              </p:cNvSpPr>
              <p:nvPr/>
            </p:nvSpPr>
            <p:spPr bwMode="auto">
              <a:xfrm>
                <a:off x="10178407" y="4996316"/>
                <a:ext cx="455062" cy="793869"/>
              </a:xfrm>
              <a:custGeom>
                <a:avLst/>
                <a:gdLst>
                  <a:gd name="T0" fmla="*/ 189 w 274"/>
                  <a:gd name="T1" fmla="*/ 0 h 478"/>
                  <a:gd name="T2" fmla="*/ 136 w 274"/>
                  <a:gd name="T3" fmla="*/ 91 h 478"/>
                  <a:gd name="T4" fmla="*/ 84 w 274"/>
                  <a:gd name="T5" fmla="*/ 0 h 478"/>
                  <a:gd name="T6" fmla="*/ 0 w 274"/>
                  <a:gd name="T7" fmla="*/ 16 h 478"/>
                  <a:gd name="T8" fmla="*/ 4 w 274"/>
                  <a:gd name="T9" fmla="*/ 478 h 478"/>
                  <a:gd name="T10" fmla="*/ 267 w 274"/>
                  <a:gd name="T11" fmla="*/ 478 h 478"/>
                  <a:gd name="T12" fmla="*/ 274 w 274"/>
                  <a:gd name="T13" fmla="*/ 16 h 478"/>
                  <a:gd name="T14" fmla="*/ 189 w 274"/>
                  <a:gd name="T15" fmla="*/ 0 h 4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478">
                    <a:moveTo>
                      <a:pt x="189" y="0"/>
                    </a:moveTo>
                    <a:lnTo>
                      <a:pt x="136" y="91"/>
                    </a:lnTo>
                    <a:lnTo>
                      <a:pt x="84" y="0"/>
                    </a:lnTo>
                    <a:lnTo>
                      <a:pt x="0" y="16"/>
                    </a:lnTo>
                    <a:lnTo>
                      <a:pt x="4" y="478"/>
                    </a:lnTo>
                    <a:lnTo>
                      <a:pt x="267" y="478"/>
                    </a:lnTo>
                    <a:lnTo>
                      <a:pt x="274" y="16"/>
                    </a:lnTo>
                    <a:lnTo>
                      <a:pt x="189" y="0"/>
                    </a:lnTo>
                    <a:close/>
                  </a:path>
                </a:pathLst>
              </a:custGeom>
              <a:solidFill>
                <a:srgbClr val="BAD80A">
                  <a:lumMod val="75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1" name="Freeform 369"/>
              <p:cNvSpPr>
                <a:spLocks/>
              </p:cNvSpPr>
              <p:nvPr/>
            </p:nvSpPr>
            <p:spPr bwMode="auto">
              <a:xfrm>
                <a:off x="10518872" y="4723943"/>
                <a:ext cx="3322" cy="4983"/>
              </a:xfrm>
              <a:custGeom>
                <a:avLst/>
                <a:gdLst>
                  <a:gd name="T0" fmla="*/ 1 w 1"/>
                  <a:gd name="T1" fmla="*/ 1 h 1"/>
                  <a:gd name="T2" fmla="*/ 0 w 1"/>
                  <a:gd name="T3" fmla="*/ 0 h 1"/>
                  <a:gd name="T4" fmla="*/ 1 w 1"/>
                  <a:gd name="T5" fmla="*/ 1 h 1"/>
                </a:gdLst>
                <a:ahLst/>
                <a:cxnLst>
                  <a:cxn ang="0">
                    <a:pos x="T0" y="T1"/>
                  </a:cxn>
                  <a:cxn ang="0">
                    <a:pos x="T2" y="T3"/>
                  </a:cxn>
                  <a:cxn ang="0">
                    <a:pos x="T4" y="T5"/>
                  </a:cxn>
                </a:cxnLst>
                <a:rect l="0" t="0" r="r" b="b"/>
                <a:pathLst>
                  <a:path w="1" h="1">
                    <a:moveTo>
                      <a:pt x="1" y="1"/>
                    </a:moveTo>
                    <a:cubicBezTo>
                      <a:pt x="0" y="0"/>
                      <a:pt x="0" y="0"/>
                      <a:pt x="0" y="0"/>
                    </a:cubicBezTo>
                    <a:cubicBezTo>
                      <a:pt x="0" y="0"/>
                      <a:pt x="0" y="0"/>
                      <a:pt x="1"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2" name="Freeform 370"/>
              <p:cNvSpPr>
                <a:spLocks/>
              </p:cNvSpPr>
              <p:nvPr/>
            </p:nvSpPr>
            <p:spPr bwMode="auto">
              <a:xfrm>
                <a:off x="10518872" y="472062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3" name="Freeform 371"/>
              <p:cNvSpPr>
                <a:spLocks/>
              </p:cNvSpPr>
              <p:nvPr/>
            </p:nvSpPr>
            <p:spPr bwMode="auto">
              <a:xfrm>
                <a:off x="10510569" y="4710656"/>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1" y="0"/>
                      <a:pt x="0" y="0"/>
                    </a:cubicBezTo>
                    <a:cubicBezTo>
                      <a:pt x="1" y="0"/>
                      <a:pt x="1"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4" name="Freeform 372"/>
              <p:cNvSpPr>
                <a:spLocks/>
              </p:cNvSpPr>
              <p:nvPr/>
            </p:nvSpPr>
            <p:spPr bwMode="auto">
              <a:xfrm>
                <a:off x="10513891" y="47139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5" name="Freeform 373"/>
              <p:cNvSpPr>
                <a:spLocks/>
              </p:cNvSpPr>
              <p:nvPr/>
            </p:nvSpPr>
            <p:spPr bwMode="auto">
              <a:xfrm>
                <a:off x="10288021" y="471065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6" name="Freeform 374"/>
              <p:cNvSpPr>
                <a:spLocks/>
              </p:cNvSpPr>
              <p:nvPr/>
            </p:nvSpPr>
            <p:spPr bwMode="auto">
              <a:xfrm>
                <a:off x="10522194" y="4728924"/>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7" name="Freeform 375"/>
              <p:cNvSpPr>
                <a:spLocks/>
              </p:cNvSpPr>
              <p:nvPr/>
            </p:nvSpPr>
            <p:spPr bwMode="auto">
              <a:xfrm>
                <a:off x="10522194" y="4735568"/>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8" name="Rectangle 376"/>
              <p:cNvSpPr>
                <a:spLocks noChangeArrowheads="1"/>
              </p:cNvSpPr>
              <p:nvPr/>
            </p:nvSpPr>
            <p:spPr bwMode="auto">
              <a:xfrm>
                <a:off x="10510569" y="4707335"/>
                <a:ext cx="1662" cy="1662"/>
              </a:xfrm>
              <a:prstGeom prst="rect">
                <a:avLst/>
              </a:prstGeom>
              <a:solidFill>
                <a:srgbClr val="FFD6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19" name="Freeform 377"/>
              <p:cNvSpPr>
                <a:spLocks/>
              </p:cNvSpPr>
              <p:nvPr/>
            </p:nvSpPr>
            <p:spPr bwMode="auto">
              <a:xfrm>
                <a:off x="10281377" y="4732246"/>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0" y="0"/>
                      <a:pt x="0" y="0"/>
                      <a:pt x="0" y="0"/>
                    </a:cubicBezTo>
                    <a:cubicBezTo>
                      <a:pt x="0" y="0"/>
                      <a:pt x="0"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20" name="Freeform 378"/>
              <p:cNvSpPr>
                <a:spLocks/>
              </p:cNvSpPr>
              <p:nvPr/>
            </p:nvSpPr>
            <p:spPr bwMode="auto">
              <a:xfrm>
                <a:off x="10284699" y="472062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21" name="Freeform 379"/>
              <p:cNvSpPr>
                <a:spLocks/>
              </p:cNvSpPr>
              <p:nvPr/>
            </p:nvSpPr>
            <p:spPr bwMode="auto">
              <a:xfrm>
                <a:off x="10288021" y="471730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22" name="Freeform 380"/>
              <p:cNvSpPr>
                <a:spLocks/>
              </p:cNvSpPr>
              <p:nvPr/>
            </p:nvSpPr>
            <p:spPr bwMode="auto">
              <a:xfrm>
                <a:off x="10284699" y="4723943"/>
                <a:ext cx="0" cy="4983"/>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23" name="Freeform 381"/>
              <p:cNvSpPr>
                <a:spLocks/>
              </p:cNvSpPr>
              <p:nvPr/>
            </p:nvSpPr>
            <p:spPr bwMode="auto">
              <a:xfrm>
                <a:off x="10263108" y="4695708"/>
                <a:ext cx="280678" cy="250784"/>
              </a:xfrm>
              <a:custGeom>
                <a:avLst/>
                <a:gdLst>
                  <a:gd name="T0" fmla="*/ 74 w 78"/>
                  <a:gd name="T1" fmla="*/ 17 h 70"/>
                  <a:gd name="T2" fmla="*/ 72 w 78"/>
                  <a:gd name="T3" fmla="*/ 17 h 70"/>
                  <a:gd name="T4" fmla="*/ 72 w 78"/>
                  <a:gd name="T5" fmla="*/ 12 h 70"/>
                  <a:gd name="T6" fmla="*/ 72 w 78"/>
                  <a:gd name="T7" fmla="*/ 11 h 70"/>
                  <a:gd name="T8" fmla="*/ 72 w 78"/>
                  <a:gd name="T9" fmla="*/ 10 h 70"/>
                  <a:gd name="T10" fmla="*/ 72 w 78"/>
                  <a:gd name="T11" fmla="*/ 9 h 70"/>
                  <a:gd name="T12" fmla="*/ 72 w 78"/>
                  <a:gd name="T13" fmla="*/ 9 h 70"/>
                  <a:gd name="T14" fmla="*/ 71 w 78"/>
                  <a:gd name="T15" fmla="*/ 8 h 70"/>
                  <a:gd name="T16" fmla="*/ 71 w 78"/>
                  <a:gd name="T17" fmla="*/ 7 h 70"/>
                  <a:gd name="T18" fmla="*/ 71 w 78"/>
                  <a:gd name="T19" fmla="*/ 7 h 70"/>
                  <a:gd name="T20" fmla="*/ 70 w 78"/>
                  <a:gd name="T21" fmla="*/ 5 h 70"/>
                  <a:gd name="T22" fmla="*/ 70 w 78"/>
                  <a:gd name="T23" fmla="*/ 5 h 70"/>
                  <a:gd name="T24" fmla="*/ 70 w 78"/>
                  <a:gd name="T25" fmla="*/ 4 h 70"/>
                  <a:gd name="T26" fmla="*/ 69 w 78"/>
                  <a:gd name="T27" fmla="*/ 4 h 70"/>
                  <a:gd name="T28" fmla="*/ 69 w 78"/>
                  <a:gd name="T29" fmla="*/ 3 h 70"/>
                  <a:gd name="T30" fmla="*/ 69 w 78"/>
                  <a:gd name="T31" fmla="*/ 3 h 70"/>
                  <a:gd name="T32" fmla="*/ 63 w 78"/>
                  <a:gd name="T33" fmla="*/ 3 h 70"/>
                  <a:gd name="T34" fmla="*/ 52 w 78"/>
                  <a:gd name="T35" fmla="*/ 1 h 70"/>
                  <a:gd name="T36" fmla="*/ 32 w 78"/>
                  <a:gd name="T37" fmla="*/ 3 h 70"/>
                  <a:gd name="T38" fmla="*/ 10 w 78"/>
                  <a:gd name="T39" fmla="*/ 0 h 70"/>
                  <a:gd name="T40" fmla="*/ 7 w 78"/>
                  <a:gd name="T41" fmla="*/ 4 h 70"/>
                  <a:gd name="T42" fmla="*/ 7 w 78"/>
                  <a:gd name="T43" fmla="*/ 4 h 70"/>
                  <a:gd name="T44" fmla="*/ 7 w 78"/>
                  <a:gd name="T45" fmla="*/ 6 h 70"/>
                  <a:gd name="T46" fmla="*/ 7 w 78"/>
                  <a:gd name="T47" fmla="*/ 6 h 70"/>
                  <a:gd name="T48" fmla="*/ 6 w 78"/>
                  <a:gd name="T49" fmla="*/ 7 h 70"/>
                  <a:gd name="T50" fmla="*/ 6 w 78"/>
                  <a:gd name="T51" fmla="*/ 7 h 70"/>
                  <a:gd name="T52" fmla="*/ 6 w 78"/>
                  <a:gd name="T53" fmla="*/ 8 h 70"/>
                  <a:gd name="T54" fmla="*/ 6 w 78"/>
                  <a:gd name="T55" fmla="*/ 9 h 70"/>
                  <a:gd name="T56" fmla="*/ 6 w 78"/>
                  <a:gd name="T57" fmla="*/ 10 h 70"/>
                  <a:gd name="T58" fmla="*/ 5 w 78"/>
                  <a:gd name="T59" fmla="*/ 10 h 70"/>
                  <a:gd name="T60" fmla="*/ 5 w 78"/>
                  <a:gd name="T61" fmla="*/ 12 h 70"/>
                  <a:gd name="T62" fmla="*/ 5 w 78"/>
                  <a:gd name="T63" fmla="*/ 17 h 70"/>
                  <a:gd name="T64" fmla="*/ 4 w 78"/>
                  <a:gd name="T65" fmla="*/ 17 h 70"/>
                  <a:gd name="T66" fmla="*/ 0 w 78"/>
                  <a:gd name="T67" fmla="*/ 23 h 70"/>
                  <a:gd name="T68" fmla="*/ 0 w 78"/>
                  <a:gd name="T69" fmla="*/ 35 h 70"/>
                  <a:gd name="T70" fmla="*/ 5 w 78"/>
                  <a:gd name="T71" fmla="*/ 40 h 70"/>
                  <a:gd name="T72" fmla="*/ 24 w 78"/>
                  <a:gd name="T73" fmla="*/ 70 h 70"/>
                  <a:gd name="T74" fmla="*/ 53 w 78"/>
                  <a:gd name="T75" fmla="*/ 70 h 70"/>
                  <a:gd name="T76" fmla="*/ 72 w 78"/>
                  <a:gd name="T77" fmla="*/ 40 h 70"/>
                  <a:gd name="T78" fmla="*/ 78 w 78"/>
                  <a:gd name="T79" fmla="*/ 35 h 70"/>
                  <a:gd name="T80" fmla="*/ 78 w 78"/>
                  <a:gd name="T81" fmla="*/ 23 h 70"/>
                  <a:gd name="T82" fmla="*/ 74 w 78"/>
                  <a:gd name="T83" fmla="*/ 1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8" h="70">
                    <a:moveTo>
                      <a:pt x="74" y="17"/>
                    </a:moveTo>
                    <a:cubicBezTo>
                      <a:pt x="73" y="17"/>
                      <a:pt x="73" y="17"/>
                      <a:pt x="72" y="17"/>
                    </a:cubicBezTo>
                    <a:cubicBezTo>
                      <a:pt x="72" y="12"/>
                      <a:pt x="72" y="12"/>
                      <a:pt x="72" y="12"/>
                    </a:cubicBezTo>
                    <a:cubicBezTo>
                      <a:pt x="72" y="12"/>
                      <a:pt x="72" y="11"/>
                      <a:pt x="72" y="11"/>
                    </a:cubicBezTo>
                    <a:cubicBezTo>
                      <a:pt x="72" y="10"/>
                      <a:pt x="72" y="10"/>
                      <a:pt x="72" y="10"/>
                    </a:cubicBezTo>
                    <a:cubicBezTo>
                      <a:pt x="72" y="10"/>
                      <a:pt x="72" y="9"/>
                      <a:pt x="72" y="9"/>
                    </a:cubicBezTo>
                    <a:cubicBezTo>
                      <a:pt x="72" y="9"/>
                      <a:pt x="72" y="9"/>
                      <a:pt x="72" y="9"/>
                    </a:cubicBezTo>
                    <a:cubicBezTo>
                      <a:pt x="71" y="8"/>
                      <a:pt x="71" y="8"/>
                      <a:pt x="71" y="8"/>
                    </a:cubicBezTo>
                    <a:cubicBezTo>
                      <a:pt x="71" y="8"/>
                      <a:pt x="71" y="7"/>
                      <a:pt x="71" y="7"/>
                    </a:cubicBezTo>
                    <a:cubicBezTo>
                      <a:pt x="71" y="7"/>
                      <a:pt x="71" y="7"/>
                      <a:pt x="71" y="7"/>
                    </a:cubicBezTo>
                    <a:cubicBezTo>
                      <a:pt x="71" y="6"/>
                      <a:pt x="71" y="6"/>
                      <a:pt x="70" y="5"/>
                    </a:cubicBezTo>
                    <a:cubicBezTo>
                      <a:pt x="70" y="5"/>
                      <a:pt x="70" y="5"/>
                      <a:pt x="70" y="5"/>
                    </a:cubicBezTo>
                    <a:cubicBezTo>
                      <a:pt x="70" y="4"/>
                      <a:pt x="70" y="4"/>
                      <a:pt x="70" y="4"/>
                    </a:cubicBezTo>
                    <a:cubicBezTo>
                      <a:pt x="70" y="4"/>
                      <a:pt x="70" y="4"/>
                      <a:pt x="69" y="4"/>
                    </a:cubicBezTo>
                    <a:cubicBezTo>
                      <a:pt x="69" y="3"/>
                      <a:pt x="69" y="3"/>
                      <a:pt x="69" y="3"/>
                    </a:cubicBezTo>
                    <a:cubicBezTo>
                      <a:pt x="69" y="3"/>
                      <a:pt x="69" y="3"/>
                      <a:pt x="69" y="3"/>
                    </a:cubicBezTo>
                    <a:cubicBezTo>
                      <a:pt x="67" y="3"/>
                      <a:pt x="65" y="3"/>
                      <a:pt x="63" y="3"/>
                    </a:cubicBezTo>
                    <a:cubicBezTo>
                      <a:pt x="58" y="3"/>
                      <a:pt x="54" y="2"/>
                      <a:pt x="52" y="1"/>
                    </a:cubicBezTo>
                    <a:cubicBezTo>
                      <a:pt x="47" y="2"/>
                      <a:pt x="40" y="3"/>
                      <a:pt x="32" y="3"/>
                    </a:cubicBezTo>
                    <a:cubicBezTo>
                      <a:pt x="23" y="3"/>
                      <a:pt x="15" y="2"/>
                      <a:pt x="10" y="0"/>
                    </a:cubicBezTo>
                    <a:cubicBezTo>
                      <a:pt x="9" y="2"/>
                      <a:pt x="8" y="3"/>
                      <a:pt x="7" y="4"/>
                    </a:cubicBezTo>
                    <a:cubicBezTo>
                      <a:pt x="7" y="4"/>
                      <a:pt x="7" y="4"/>
                      <a:pt x="7" y="4"/>
                    </a:cubicBezTo>
                    <a:cubicBezTo>
                      <a:pt x="7" y="5"/>
                      <a:pt x="7" y="5"/>
                      <a:pt x="7" y="6"/>
                    </a:cubicBezTo>
                    <a:cubicBezTo>
                      <a:pt x="7" y="6"/>
                      <a:pt x="7" y="6"/>
                      <a:pt x="7" y="6"/>
                    </a:cubicBezTo>
                    <a:cubicBezTo>
                      <a:pt x="7" y="6"/>
                      <a:pt x="6" y="7"/>
                      <a:pt x="6" y="7"/>
                    </a:cubicBezTo>
                    <a:cubicBezTo>
                      <a:pt x="6" y="7"/>
                      <a:pt x="6" y="7"/>
                      <a:pt x="6" y="7"/>
                    </a:cubicBezTo>
                    <a:cubicBezTo>
                      <a:pt x="6" y="8"/>
                      <a:pt x="6" y="8"/>
                      <a:pt x="6" y="8"/>
                    </a:cubicBezTo>
                    <a:cubicBezTo>
                      <a:pt x="6" y="9"/>
                      <a:pt x="6" y="9"/>
                      <a:pt x="6" y="9"/>
                    </a:cubicBezTo>
                    <a:cubicBezTo>
                      <a:pt x="6" y="9"/>
                      <a:pt x="6" y="10"/>
                      <a:pt x="6" y="10"/>
                    </a:cubicBezTo>
                    <a:cubicBezTo>
                      <a:pt x="5" y="10"/>
                      <a:pt x="5" y="10"/>
                      <a:pt x="5" y="10"/>
                    </a:cubicBezTo>
                    <a:cubicBezTo>
                      <a:pt x="5" y="11"/>
                      <a:pt x="5" y="12"/>
                      <a:pt x="5" y="12"/>
                    </a:cubicBezTo>
                    <a:cubicBezTo>
                      <a:pt x="5" y="17"/>
                      <a:pt x="5" y="17"/>
                      <a:pt x="5" y="17"/>
                    </a:cubicBezTo>
                    <a:cubicBezTo>
                      <a:pt x="5" y="17"/>
                      <a:pt x="5" y="17"/>
                      <a:pt x="4" y="17"/>
                    </a:cubicBezTo>
                    <a:cubicBezTo>
                      <a:pt x="2" y="17"/>
                      <a:pt x="0" y="20"/>
                      <a:pt x="0" y="23"/>
                    </a:cubicBezTo>
                    <a:cubicBezTo>
                      <a:pt x="0" y="35"/>
                      <a:pt x="0" y="35"/>
                      <a:pt x="0" y="35"/>
                    </a:cubicBezTo>
                    <a:cubicBezTo>
                      <a:pt x="0" y="38"/>
                      <a:pt x="2" y="40"/>
                      <a:pt x="5" y="40"/>
                    </a:cubicBezTo>
                    <a:cubicBezTo>
                      <a:pt x="5" y="40"/>
                      <a:pt x="15" y="70"/>
                      <a:pt x="24" y="70"/>
                    </a:cubicBezTo>
                    <a:cubicBezTo>
                      <a:pt x="53" y="70"/>
                      <a:pt x="53" y="70"/>
                      <a:pt x="53" y="70"/>
                    </a:cubicBezTo>
                    <a:cubicBezTo>
                      <a:pt x="62" y="70"/>
                      <a:pt x="72" y="40"/>
                      <a:pt x="72" y="40"/>
                    </a:cubicBezTo>
                    <a:cubicBezTo>
                      <a:pt x="75" y="40"/>
                      <a:pt x="78" y="38"/>
                      <a:pt x="78" y="35"/>
                    </a:cubicBezTo>
                    <a:cubicBezTo>
                      <a:pt x="78" y="23"/>
                      <a:pt x="78" y="23"/>
                      <a:pt x="78" y="23"/>
                    </a:cubicBezTo>
                    <a:cubicBezTo>
                      <a:pt x="78" y="20"/>
                      <a:pt x="76" y="18"/>
                      <a:pt x="74" y="17"/>
                    </a:cubicBezTo>
                    <a:close/>
                  </a:path>
                </a:pathLst>
              </a:custGeom>
              <a:solidFill>
                <a:srgbClr val="634E37"/>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24" name="Rectangle 382"/>
              <p:cNvSpPr>
                <a:spLocks noChangeArrowheads="1"/>
              </p:cNvSpPr>
              <p:nvPr/>
            </p:nvSpPr>
            <p:spPr bwMode="auto">
              <a:xfrm>
                <a:off x="10185050" y="5790185"/>
                <a:ext cx="436795" cy="28235"/>
              </a:xfrm>
              <a:prstGeom prst="rect">
                <a:avLst/>
              </a:prstGeom>
              <a:solidFill>
                <a:srgbClr val="583618"/>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25" name="Rectangle 383"/>
              <p:cNvSpPr>
                <a:spLocks noChangeArrowheads="1"/>
              </p:cNvSpPr>
              <p:nvPr/>
            </p:nvSpPr>
            <p:spPr bwMode="auto">
              <a:xfrm>
                <a:off x="10364418" y="5790185"/>
                <a:ext cx="78059" cy="2823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26" name="Freeform 93"/>
              <p:cNvSpPr>
                <a:spLocks/>
              </p:cNvSpPr>
              <p:nvPr/>
            </p:nvSpPr>
            <p:spPr bwMode="auto">
              <a:xfrm>
                <a:off x="10099373" y="5638752"/>
                <a:ext cx="96509" cy="243049"/>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634E37"/>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27" name="Freeform 265"/>
              <p:cNvSpPr>
                <a:spLocks/>
              </p:cNvSpPr>
              <p:nvPr/>
            </p:nvSpPr>
            <p:spPr bwMode="auto">
              <a:xfrm>
                <a:off x="10094772" y="5003603"/>
                <a:ext cx="761819" cy="771971"/>
              </a:xfrm>
              <a:custGeom>
                <a:avLst/>
                <a:gdLst>
                  <a:gd name="T0" fmla="*/ 68 w 382"/>
                  <a:gd name="T1" fmla="*/ 0 h 397"/>
                  <a:gd name="T2" fmla="*/ 106 w 382"/>
                  <a:gd name="T3" fmla="*/ 0 h 397"/>
                  <a:gd name="T4" fmla="*/ 159 w 382"/>
                  <a:gd name="T5" fmla="*/ 120 h 397"/>
                  <a:gd name="T6" fmla="*/ 213 w 382"/>
                  <a:gd name="T7" fmla="*/ 0 h 397"/>
                  <a:gd name="T8" fmla="*/ 253 w 382"/>
                  <a:gd name="T9" fmla="*/ 0 h 397"/>
                  <a:gd name="T10" fmla="*/ 301 w 382"/>
                  <a:gd name="T11" fmla="*/ 20 h 397"/>
                  <a:gd name="T12" fmla="*/ 382 w 382"/>
                  <a:gd name="T13" fmla="*/ 159 h 397"/>
                  <a:gd name="T14" fmla="*/ 355 w 382"/>
                  <a:gd name="T15" fmla="*/ 163 h 397"/>
                  <a:gd name="T16" fmla="*/ 323 w 382"/>
                  <a:gd name="T17" fmla="*/ 177 h 397"/>
                  <a:gd name="T18" fmla="*/ 253 w 382"/>
                  <a:gd name="T19" fmla="*/ 101 h 397"/>
                  <a:gd name="T20" fmla="*/ 252 w 382"/>
                  <a:gd name="T21" fmla="*/ 397 h 397"/>
                  <a:gd name="T22" fmla="*/ 69 w 382"/>
                  <a:gd name="T23" fmla="*/ 397 h 397"/>
                  <a:gd name="T24" fmla="*/ 68 w 382"/>
                  <a:gd name="T25" fmla="*/ 125 h 397"/>
                  <a:gd name="T26" fmla="*/ 59 w 382"/>
                  <a:gd name="T27" fmla="*/ 125 h 397"/>
                  <a:gd name="T28" fmla="*/ 59 w 382"/>
                  <a:gd name="T29" fmla="*/ 247 h 397"/>
                  <a:gd name="T30" fmla="*/ 0 w 382"/>
                  <a:gd name="T31" fmla="*/ 247 h 397"/>
                  <a:gd name="T32" fmla="*/ 0 w 382"/>
                  <a:gd name="T33" fmla="*/ 68 h 397"/>
                  <a:gd name="T34" fmla="*/ 68 w 382"/>
                  <a:gd name="T35" fmla="*/ 0 h 397"/>
                  <a:gd name="connsiteX0" fmla="*/ 1780 w 10000"/>
                  <a:gd name="connsiteY0" fmla="*/ 0 h 10078"/>
                  <a:gd name="connsiteX1" fmla="*/ 2775 w 10000"/>
                  <a:gd name="connsiteY1" fmla="*/ 0 h 10078"/>
                  <a:gd name="connsiteX2" fmla="*/ 4162 w 10000"/>
                  <a:gd name="connsiteY2" fmla="*/ 3023 h 10078"/>
                  <a:gd name="connsiteX3" fmla="*/ 5576 w 10000"/>
                  <a:gd name="connsiteY3" fmla="*/ 0 h 10078"/>
                  <a:gd name="connsiteX4" fmla="*/ 6623 w 10000"/>
                  <a:gd name="connsiteY4" fmla="*/ 0 h 10078"/>
                  <a:gd name="connsiteX5" fmla="*/ 7880 w 10000"/>
                  <a:gd name="connsiteY5" fmla="*/ 504 h 10078"/>
                  <a:gd name="connsiteX6" fmla="*/ 10000 w 10000"/>
                  <a:gd name="connsiteY6" fmla="*/ 4005 h 10078"/>
                  <a:gd name="connsiteX7" fmla="*/ 9293 w 10000"/>
                  <a:gd name="connsiteY7" fmla="*/ 4106 h 10078"/>
                  <a:gd name="connsiteX8" fmla="*/ 8455 w 10000"/>
                  <a:gd name="connsiteY8" fmla="*/ 4458 h 10078"/>
                  <a:gd name="connsiteX9" fmla="*/ 6623 w 10000"/>
                  <a:gd name="connsiteY9" fmla="*/ 2544 h 10078"/>
                  <a:gd name="connsiteX10" fmla="*/ 6597 w 10000"/>
                  <a:gd name="connsiteY10" fmla="*/ 10000 h 10078"/>
                  <a:gd name="connsiteX11" fmla="*/ 1806 w 10000"/>
                  <a:gd name="connsiteY11" fmla="*/ 10000 h 10078"/>
                  <a:gd name="connsiteX12" fmla="*/ 1780 w 10000"/>
                  <a:gd name="connsiteY12" fmla="*/ 3149 h 10078"/>
                  <a:gd name="connsiteX13" fmla="*/ 1545 w 10000"/>
                  <a:gd name="connsiteY13" fmla="*/ 3149 h 10078"/>
                  <a:gd name="connsiteX14" fmla="*/ 1545 w 10000"/>
                  <a:gd name="connsiteY14" fmla="*/ 10078 h 10078"/>
                  <a:gd name="connsiteX15" fmla="*/ 0 w 10000"/>
                  <a:gd name="connsiteY15" fmla="*/ 6222 h 10078"/>
                  <a:gd name="connsiteX16" fmla="*/ 0 w 10000"/>
                  <a:gd name="connsiteY16" fmla="*/ 1713 h 10078"/>
                  <a:gd name="connsiteX17" fmla="*/ 1780 w 10000"/>
                  <a:gd name="connsiteY17" fmla="*/ 0 h 10078"/>
                  <a:gd name="connsiteX0" fmla="*/ 1780 w 10000"/>
                  <a:gd name="connsiteY0" fmla="*/ 0 h 10460"/>
                  <a:gd name="connsiteX1" fmla="*/ 2775 w 10000"/>
                  <a:gd name="connsiteY1" fmla="*/ 0 h 10460"/>
                  <a:gd name="connsiteX2" fmla="*/ 4162 w 10000"/>
                  <a:gd name="connsiteY2" fmla="*/ 3023 h 10460"/>
                  <a:gd name="connsiteX3" fmla="*/ 5576 w 10000"/>
                  <a:gd name="connsiteY3" fmla="*/ 0 h 10460"/>
                  <a:gd name="connsiteX4" fmla="*/ 6623 w 10000"/>
                  <a:gd name="connsiteY4" fmla="*/ 0 h 10460"/>
                  <a:gd name="connsiteX5" fmla="*/ 7880 w 10000"/>
                  <a:gd name="connsiteY5" fmla="*/ 504 h 10460"/>
                  <a:gd name="connsiteX6" fmla="*/ 10000 w 10000"/>
                  <a:gd name="connsiteY6" fmla="*/ 4005 h 10460"/>
                  <a:gd name="connsiteX7" fmla="*/ 9293 w 10000"/>
                  <a:gd name="connsiteY7" fmla="*/ 4106 h 10460"/>
                  <a:gd name="connsiteX8" fmla="*/ 8455 w 10000"/>
                  <a:gd name="connsiteY8" fmla="*/ 4458 h 10460"/>
                  <a:gd name="connsiteX9" fmla="*/ 6623 w 10000"/>
                  <a:gd name="connsiteY9" fmla="*/ 2544 h 10460"/>
                  <a:gd name="connsiteX10" fmla="*/ 6597 w 10000"/>
                  <a:gd name="connsiteY10" fmla="*/ 10000 h 10460"/>
                  <a:gd name="connsiteX11" fmla="*/ 1806 w 10000"/>
                  <a:gd name="connsiteY11" fmla="*/ 10000 h 10460"/>
                  <a:gd name="connsiteX12" fmla="*/ 1780 w 10000"/>
                  <a:gd name="connsiteY12" fmla="*/ 3149 h 10460"/>
                  <a:gd name="connsiteX13" fmla="*/ 1545 w 10000"/>
                  <a:gd name="connsiteY13" fmla="*/ 3149 h 10460"/>
                  <a:gd name="connsiteX14" fmla="*/ 1545 w 10000"/>
                  <a:gd name="connsiteY14" fmla="*/ 10078 h 10460"/>
                  <a:gd name="connsiteX15" fmla="*/ 94 w 10000"/>
                  <a:gd name="connsiteY15" fmla="*/ 9615 h 10460"/>
                  <a:gd name="connsiteX16" fmla="*/ 0 w 10000"/>
                  <a:gd name="connsiteY16" fmla="*/ 1713 h 10460"/>
                  <a:gd name="connsiteX17" fmla="*/ 1780 w 10000"/>
                  <a:gd name="connsiteY17" fmla="*/ 0 h 10460"/>
                  <a:gd name="connsiteX0" fmla="*/ 1780 w 10000"/>
                  <a:gd name="connsiteY0" fmla="*/ 0 h 10005"/>
                  <a:gd name="connsiteX1" fmla="*/ 2775 w 10000"/>
                  <a:gd name="connsiteY1" fmla="*/ 0 h 10005"/>
                  <a:gd name="connsiteX2" fmla="*/ 4162 w 10000"/>
                  <a:gd name="connsiteY2" fmla="*/ 3023 h 10005"/>
                  <a:gd name="connsiteX3" fmla="*/ 5576 w 10000"/>
                  <a:gd name="connsiteY3" fmla="*/ 0 h 10005"/>
                  <a:gd name="connsiteX4" fmla="*/ 6623 w 10000"/>
                  <a:gd name="connsiteY4" fmla="*/ 0 h 10005"/>
                  <a:gd name="connsiteX5" fmla="*/ 7880 w 10000"/>
                  <a:gd name="connsiteY5" fmla="*/ 504 h 10005"/>
                  <a:gd name="connsiteX6" fmla="*/ 10000 w 10000"/>
                  <a:gd name="connsiteY6" fmla="*/ 4005 h 10005"/>
                  <a:gd name="connsiteX7" fmla="*/ 9293 w 10000"/>
                  <a:gd name="connsiteY7" fmla="*/ 4106 h 10005"/>
                  <a:gd name="connsiteX8" fmla="*/ 8455 w 10000"/>
                  <a:gd name="connsiteY8" fmla="*/ 4458 h 10005"/>
                  <a:gd name="connsiteX9" fmla="*/ 6623 w 10000"/>
                  <a:gd name="connsiteY9" fmla="*/ 2544 h 10005"/>
                  <a:gd name="connsiteX10" fmla="*/ 6597 w 10000"/>
                  <a:gd name="connsiteY10" fmla="*/ 10000 h 10005"/>
                  <a:gd name="connsiteX11" fmla="*/ 1806 w 10000"/>
                  <a:gd name="connsiteY11" fmla="*/ 10000 h 10005"/>
                  <a:gd name="connsiteX12" fmla="*/ 1780 w 10000"/>
                  <a:gd name="connsiteY12" fmla="*/ 3149 h 10005"/>
                  <a:gd name="connsiteX13" fmla="*/ 1545 w 10000"/>
                  <a:gd name="connsiteY13" fmla="*/ 3149 h 10005"/>
                  <a:gd name="connsiteX14" fmla="*/ 1545 w 10000"/>
                  <a:gd name="connsiteY14" fmla="*/ 9492 h 10005"/>
                  <a:gd name="connsiteX15" fmla="*/ 94 w 10000"/>
                  <a:gd name="connsiteY15" fmla="*/ 9615 h 10005"/>
                  <a:gd name="connsiteX16" fmla="*/ 0 w 10000"/>
                  <a:gd name="connsiteY16" fmla="*/ 1713 h 10005"/>
                  <a:gd name="connsiteX17" fmla="*/ 1780 w 10000"/>
                  <a:gd name="connsiteY17" fmla="*/ 0 h 10005"/>
                  <a:gd name="connsiteX0" fmla="*/ 1780 w 10000"/>
                  <a:gd name="connsiteY0" fmla="*/ 0 h 10000"/>
                  <a:gd name="connsiteX1" fmla="*/ 2775 w 10000"/>
                  <a:gd name="connsiteY1" fmla="*/ 0 h 10000"/>
                  <a:gd name="connsiteX2" fmla="*/ 4162 w 10000"/>
                  <a:gd name="connsiteY2" fmla="*/ 3023 h 10000"/>
                  <a:gd name="connsiteX3" fmla="*/ 5576 w 10000"/>
                  <a:gd name="connsiteY3" fmla="*/ 0 h 10000"/>
                  <a:gd name="connsiteX4" fmla="*/ 6623 w 10000"/>
                  <a:gd name="connsiteY4" fmla="*/ 0 h 10000"/>
                  <a:gd name="connsiteX5" fmla="*/ 7880 w 10000"/>
                  <a:gd name="connsiteY5" fmla="*/ 504 h 10000"/>
                  <a:gd name="connsiteX6" fmla="*/ 10000 w 10000"/>
                  <a:gd name="connsiteY6" fmla="*/ 4005 h 10000"/>
                  <a:gd name="connsiteX7" fmla="*/ 9293 w 10000"/>
                  <a:gd name="connsiteY7" fmla="*/ 4106 h 10000"/>
                  <a:gd name="connsiteX8" fmla="*/ 8455 w 10000"/>
                  <a:gd name="connsiteY8" fmla="*/ 4458 h 10000"/>
                  <a:gd name="connsiteX9" fmla="*/ 6623 w 10000"/>
                  <a:gd name="connsiteY9" fmla="*/ 2544 h 10000"/>
                  <a:gd name="connsiteX10" fmla="*/ 6597 w 10000"/>
                  <a:gd name="connsiteY10" fmla="*/ 10000 h 10000"/>
                  <a:gd name="connsiteX11" fmla="*/ 1806 w 10000"/>
                  <a:gd name="connsiteY11" fmla="*/ 10000 h 10000"/>
                  <a:gd name="connsiteX12" fmla="*/ 1780 w 10000"/>
                  <a:gd name="connsiteY12" fmla="*/ 3149 h 10000"/>
                  <a:gd name="connsiteX13" fmla="*/ 1545 w 10000"/>
                  <a:gd name="connsiteY13" fmla="*/ 3149 h 10000"/>
                  <a:gd name="connsiteX14" fmla="*/ 1545 w 10000"/>
                  <a:gd name="connsiteY14" fmla="*/ 9492 h 10000"/>
                  <a:gd name="connsiteX15" fmla="*/ 94 w 10000"/>
                  <a:gd name="connsiteY15" fmla="*/ 9615 h 10000"/>
                  <a:gd name="connsiteX16" fmla="*/ 0 w 10000"/>
                  <a:gd name="connsiteY16" fmla="*/ 1713 h 10000"/>
                  <a:gd name="connsiteX17" fmla="*/ 1780 w 10000"/>
                  <a:gd name="connsiteY17" fmla="*/ 0 h 10000"/>
                  <a:gd name="connsiteX0" fmla="*/ 1780 w 10000"/>
                  <a:gd name="connsiteY0" fmla="*/ 0 h 10000"/>
                  <a:gd name="connsiteX1" fmla="*/ 2775 w 10000"/>
                  <a:gd name="connsiteY1" fmla="*/ 0 h 10000"/>
                  <a:gd name="connsiteX2" fmla="*/ 4162 w 10000"/>
                  <a:gd name="connsiteY2" fmla="*/ 3023 h 10000"/>
                  <a:gd name="connsiteX3" fmla="*/ 5576 w 10000"/>
                  <a:gd name="connsiteY3" fmla="*/ 0 h 10000"/>
                  <a:gd name="connsiteX4" fmla="*/ 6623 w 10000"/>
                  <a:gd name="connsiteY4" fmla="*/ 0 h 10000"/>
                  <a:gd name="connsiteX5" fmla="*/ 7880 w 10000"/>
                  <a:gd name="connsiteY5" fmla="*/ 504 h 10000"/>
                  <a:gd name="connsiteX6" fmla="*/ 10000 w 10000"/>
                  <a:gd name="connsiteY6" fmla="*/ 4005 h 10000"/>
                  <a:gd name="connsiteX7" fmla="*/ 9293 w 10000"/>
                  <a:gd name="connsiteY7" fmla="*/ 4106 h 10000"/>
                  <a:gd name="connsiteX8" fmla="*/ 8455 w 10000"/>
                  <a:gd name="connsiteY8" fmla="*/ 4458 h 10000"/>
                  <a:gd name="connsiteX9" fmla="*/ 6623 w 10000"/>
                  <a:gd name="connsiteY9" fmla="*/ 2544 h 10000"/>
                  <a:gd name="connsiteX10" fmla="*/ 6597 w 10000"/>
                  <a:gd name="connsiteY10" fmla="*/ 10000 h 10000"/>
                  <a:gd name="connsiteX11" fmla="*/ 1806 w 10000"/>
                  <a:gd name="connsiteY11" fmla="*/ 10000 h 10000"/>
                  <a:gd name="connsiteX12" fmla="*/ 1780 w 10000"/>
                  <a:gd name="connsiteY12" fmla="*/ 3149 h 10000"/>
                  <a:gd name="connsiteX13" fmla="*/ 1545 w 10000"/>
                  <a:gd name="connsiteY13" fmla="*/ 3149 h 10000"/>
                  <a:gd name="connsiteX14" fmla="*/ 1545 w 10000"/>
                  <a:gd name="connsiteY14" fmla="*/ 9492 h 10000"/>
                  <a:gd name="connsiteX15" fmla="*/ 94 w 10000"/>
                  <a:gd name="connsiteY15" fmla="*/ 9615 h 10000"/>
                  <a:gd name="connsiteX16" fmla="*/ 0 w 10000"/>
                  <a:gd name="connsiteY16" fmla="*/ 1713 h 10000"/>
                  <a:gd name="connsiteX17" fmla="*/ 1780 w 10000"/>
                  <a:gd name="connsiteY17"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00" h="10000">
                    <a:moveTo>
                      <a:pt x="1780" y="0"/>
                    </a:moveTo>
                    <a:lnTo>
                      <a:pt x="2775" y="0"/>
                    </a:lnTo>
                    <a:lnTo>
                      <a:pt x="4162" y="3023"/>
                    </a:lnTo>
                    <a:cubicBezTo>
                      <a:pt x="4162" y="3023"/>
                      <a:pt x="5209" y="856"/>
                      <a:pt x="5576" y="0"/>
                    </a:cubicBezTo>
                    <a:lnTo>
                      <a:pt x="6623" y="0"/>
                    </a:lnTo>
                    <a:cubicBezTo>
                      <a:pt x="7094" y="0"/>
                      <a:pt x="7539" y="202"/>
                      <a:pt x="7880" y="504"/>
                    </a:cubicBezTo>
                    <a:cubicBezTo>
                      <a:pt x="8194" y="806"/>
                      <a:pt x="10000" y="4005"/>
                      <a:pt x="10000" y="4005"/>
                    </a:cubicBezTo>
                    <a:lnTo>
                      <a:pt x="9293" y="4106"/>
                    </a:lnTo>
                    <a:lnTo>
                      <a:pt x="8455" y="4458"/>
                    </a:lnTo>
                    <a:lnTo>
                      <a:pt x="6623" y="2544"/>
                    </a:lnTo>
                    <a:cubicBezTo>
                      <a:pt x="6614" y="5029"/>
                      <a:pt x="6606" y="7515"/>
                      <a:pt x="6597" y="10000"/>
                    </a:cubicBezTo>
                    <a:lnTo>
                      <a:pt x="1806" y="10000"/>
                    </a:lnTo>
                    <a:cubicBezTo>
                      <a:pt x="1797" y="7716"/>
                      <a:pt x="1789" y="5433"/>
                      <a:pt x="1780" y="3149"/>
                    </a:cubicBezTo>
                    <a:cubicBezTo>
                      <a:pt x="1545" y="3149"/>
                      <a:pt x="1584" y="2092"/>
                      <a:pt x="1545" y="3149"/>
                    </a:cubicBezTo>
                    <a:cubicBezTo>
                      <a:pt x="1506" y="4206"/>
                      <a:pt x="2193" y="9401"/>
                      <a:pt x="1545" y="9492"/>
                    </a:cubicBezTo>
                    <a:cubicBezTo>
                      <a:pt x="897" y="9583"/>
                      <a:pt x="94" y="9615"/>
                      <a:pt x="94" y="9615"/>
                    </a:cubicBezTo>
                    <a:cubicBezTo>
                      <a:pt x="63" y="6981"/>
                      <a:pt x="31" y="4347"/>
                      <a:pt x="0" y="1713"/>
                    </a:cubicBezTo>
                    <a:cubicBezTo>
                      <a:pt x="0" y="781"/>
                      <a:pt x="812" y="0"/>
                      <a:pt x="1780" y="0"/>
                    </a:cubicBezTo>
                    <a:close/>
                  </a:path>
                </a:pathLst>
              </a:custGeom>
              <a:solidFill>
                <a:srgbClr val="BAD80A">
                  <a:lumMod val="75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p:txBody>
          </p:sp>
          <p:sp>
            <p:nvSpPr>
              <p:cNvPr id="228" name="Rectangle 283"/>
              <p:cNvSpPr>
                <a:spLocks noChangeArrowheads="1"/>
              </p:cNvSpPr>
              <p:nvPr/>
            </p:nvSpPr>
            <p:spPr bwMode="auto">
              <a:xfrm>
                <a:off x="10707547" y="4806599"/>
                <a:ext cx="134528" cy="2503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sp>
          <p:nvSpPr>
            <p:cNvPr id="165" name="Freeform 286"/>
            <p:cNvSpPr>
              <a:spLocks/>
            </p:cNvSpPr>
            <p:nvPr/>
          </p:nvSpPr>
          <p:spPr bwMode="auto">
            <a:xfrm>
              <a:off x="10739034" y="4917744"/>
              <a:ext cx="122238" cy="444447"/>
            </a:xfrm>
            <a:custGeom>
              <a:avLst/>
              <a:gdLst>
                <a:gd name="T0" fmla="*/ 49 w 50"/>
                <a:gd name="T1" fmla="*/ 49 h 219"/>
                <a:gd name="T2" fmla="*/ 0 w 50"/>
                <a:gd name="T3" fmla="*/ 0 h 219"/>
                <a:gd name="T4" fmla="*/ 0 w 50"/>
                <a:gd name="T5" fmla="*/ 219 h 219"/>
                <a:gd name="T6" fmla="*/ 50 w 50"/>
                <a:gd name="T7" fmla="*/ 219 h 219"/>
                <a:gd name="T8" fmla="*/ 49 w 50"/>
                <a:gd name="T9" fmla="*/ 49 h 219"/>
              </a:gdLst>
              <a:ahLst/>
              <a:cxnLst>
                <a:cxn ang="0">
                  <a:pos x="T0" y="T1"/>
                </a:cxn>
                <a:cxn ang="0">
                  <a:pos x="T2" y="T3"/>
                </a:cxn>
                <a:cxn ang="0">
                  <a:pos x="T4" y="T5"/>
                </a:cxn>
                <a:cxn ang="0">
                  <a:pos x="T6" y="T7"/>
                </a:cxn>
                <a:cxn ang="0">
                  <a:pos x="T8" y="T9"/>
                </a:cxn>
              </a:cxnLst>
              <a:rect l="0" t="0" r="r" b="b"/>
              <a:pathLst>
                <a:path w="50" h="219">
                  <a:moveTo>
                    <a:pt x="49" y="49"/>
                  </a:moveTo>
                  <a:cubicBezTo>
                    <a:pt x="49" y="22"/>
                    <a:pt x="27" y="0"/>
                    <a:pt x="0" y="0"/>
                  </a:cubicBezTo>
                  <a:cubicBezTo>
                    <a:pt x="0" y="219"/>
                    <a:pt x="0" y="219"/>
                    <a:pt x="0" y="219"/>
                  </a:cubicBezTo>
                  <a:cubicBezTo>
                    <a:pt x="50" y="219"/>
                    <a:pt x="50" y="219"/>
                    <a:pt x="50" y="219"/>
                  </a:cubicBezTo>
                  <a:lnTo>
                    <a:pt x="49" y="49"/>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dirty="0" smtClean="0">
                <a:solidFill>
                  <a:srgbClr val="404040"/>
                </a:solidFill>
              </a:endParaRPr>
            </a:p>
          </p:txBody>
        </p:sp>
        <p:sp>
          <p:nvSpPr>
            <p:cNvPr id="166" name="Freeform 276"/>
            <p:cNvSpPr>
              <a:spLocks/>
            </p:cNvSpPr>
            <p:nvPr/>
          </p:nvSpPr>
          <p:spPr bwMode="auto">
            <a:xfrm>
              <a:off x="10718706" y="5308083"/>
              <a:ext cx="162167" cy="91454"/>
            </a:xfrm>
            <a:custGeom>
              <a:avLst/>
              <a:gdLst>
                <a:gd name="T0" fmla="*/ 128 w 128"/>
                <a:gd name="T1" fmla="*/ 0 h 66"/>
                <a:gd name="T2" fmla="*/ 0 w 128"/>
                <a:gd name="T3" fmla="*/ 0 h 66"/>
                <a:gd name="T4" fmla="*/ 0 w 128"/>
                <a:gd name="T5" fmla="*/ 66 h 66"/>
                <a:gd name="T6" fmla="*/ 66 w 128"/>
                <a:gd name="T7" fmla="*/ 66 h 66"/>
                <a:gd name="T8" fmla="*/ 91 w 128"/>
                <a:gd name="T9" fmla="*/ 38 h 66"/>
                <a:gd name="T10" fmla="*/ 91 w 128"/>
                <a:gd name="T11" fmla="*/ 66 h 66"/>
                <a:gd name="T12" fmla="*/ 128 w 128"/>
                <a:gd name="T13" fmla="*/ 66 h 66"/>
                <a:gd name="T14" fmla="*/ 128 w 128"/>
                <a:gd name="T15" fmla="*/ 0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66">
                  <a:moveTo>
                    <a:pt x="128" y="0"/>
                  </a:moveTo>
                  <a:lnTo>
                    <a:pt x="0" y="0"/>
                  </a:lnTo>
                  <a:lnTo>
                    <a:pt x="0" y="66"/>
                  </a:lnTo>
                  <a:lnTo>
                    <a:pt x="66" y="66"/>
                  </a:lnTo>
                  <a:lnTo>
                    <a:pt x="91" y="38"/>
                  </a:lnTo>
                  <a:lnTo>
                    <a:pt x="91" y="66"/>
                  </a:lnTo>
                  <a:lnTo>
                    <a:pt x="128" y="66"/>
                  </a:lnTo>
                  <a:lnTo>
                    <a:pt x="128" y="0"/>
                  </a:lnTo>
                  <a:close/>
                </a:path>
              </a:pathLst>
            </a:custGeom>
            <a:solidFill>
              <a:srgbClr val="BAD80A">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67" name="Rectangle 96"/>
            <p:cNvSpPr>
              <a:spLocks noChangeArrowheads="1"/>
            </p:cNvSpPr>
            <p:nvPr/>
          </p:nvSpPr>
          <p:spPr bwMode="auto">
            <a:xfrm>
              <a:off x="9828238" y="5593212"/>
              <a:ext cx="512763" cy="52388"/>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68" name="Freeform 97"/>
            <p:cNvSpPr>
              <a:spLocks/>
            </p:cNvSpPr>
            <p:nvPr/>
          </p:nvSpPr>
          <p:spPr bwMode="auto">
            <a:xfrm>
              <a:off x="9947300" y="5332862"/>
              <a:ext cx="536575" cy="260350"/>
            </a:xfrm>
            <a:custGeom>
              <a:avLst/>
              <a:gdLst>
                <a:gd name="T0" fmla="*/ 87 w 338"/>
                <a:gd name="T1" fmla="*/ 0 h 164"/>
                <a:gd name="T2" fmla="*/ 338 w 338"/>
                <a:gd name="T3" fmla="*/ 0 h 164"/>
                <a:gd name="T4" fmla="*/ 248 w 338"/>
                <a:gd name="T5" fmla="*/ 164 h 164"/>
                <a:gd name="T6" fmla="*/ 0 w 338"/>
                <a:gd name="T7" fmla="*/ 164 h 164"/>
                <a:gd name="T8" fmla="*/ 87 w 338"/>
                <a:gd name="T9" fmla="*/ 0 h 164"/>
              </a:gdLst>
              <a:ahLst/>
              <a:cxnLst>
                <a:cxn ang="0">
                  <a:pos x="T0" y="T1"/>
                </a:cxn>
                <a:cxn ang="0">
                  <a:pos x="T2" y="T3"/>
                </a:cxn>
                <a:cxn ang="0">
                  <a:pos x="T4" y="T5"/>
                </a:cxn>
                <a:cxn ang="0">
                  <a:pos x="T6" y="T7"/>
                </a:cxn>
                <a:cxn ang="0">
                  <a:pos x="T8" y="T9"/>
                </a:cxn>
              </a:cxnLst>
              <a:rect l="0" t="0" r="r" b="b"/>
              <a:pathLst>
                <a:path w="338" h="164">
                  <a:moveTo>
                    <a:pt x="87" y="0"/>
                  </a:moveTo>
                  <a:lnTo>
                    <a:pt x="338" y="0"/>
                  </a:lnTo>
                  <a:lnTo>
                    <a:pt x="248" y="164"/>
                  </a:lnTo>
                  <a:lnTo>
                    <a:pt x="0" y="164"/>
                  </a:lnTo>
                  <a:lnTo>
                    <a:pt x="8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nvGrpSpPr>
            <p:cNvPr id="169" name="Group 168"/>
            <p:cNvGrpSpPr/>
            <p:nvPr/>
          </p:nvGrpSpPr>
          <p:grpSpPr>
            <a:xfrm>
              <a:off x="8164080" y="4538026"/>
              <a:ext cx="736600" cy="2320703"/>
              <a:chOff x="8164080" y="4538026"/>
              <a:chExt cx="736600" cy="2320703"/>
            </a:xfrm>
          </p:grpSpPr>
          <p:grpSp>
            <p:nvGrpSpPr>
              <p:cNvPr id="170" name="Group 169"/>
              <p:cNvGrpSpPr/>
              <p:nvPr/>
            </p:nvGrpSpPr>
            <p:grpSpPr>
              <a:xfrm>
                <a:off x="8164080" y="4538026"/>
                <a:ext cx="736600" cy="2278663"/>
                <a:chOff x="6086476" y="7174900"/>
                <a:chExt cx="736600" cy="2278663"/>
              </a:xfrm>
            </p:grpSpPr>
            <p:sp>
              <p:nvSpPr>
                <p:cNvPr id="173" name="Freeform 397"/>
                <p:cNvSpPr>
                  <a:spLocks/>
                </p:cNvSpPr>
                <p:nvPr/>
              </p:nvSpPr>
              <p:spPr bwMode="auto">
                <a:xfrm flipH="1">
                  <a:off x="6459819" y="8496230"/>
                  <a:ext cx="212543" cy="957333"/>
                </a:xfrm>
                <a:custGeom>
                  <a:avLst/>
                  <a:gdLst>
                    <a:gd name="T0" fmla="*/ 71 w 83"/>
                    <a:gd name="T1" fmla="*/ 298 h 298"/>
                    <a:gd name="T2" fmla="*/ 11 w 83"/>
                    <a:gd name="T3" fmla="*/ 298 h 298"/>
                    <a:gd name="T4" fmla="*/ 0 w 83"/>
                    <a:gd name="T5" fmla="*/ 0 h 298"/>
                    <a:gd name="T6" fmla="*/ 83 w 83"/>
                    <a:gd name="T7" fmla="*/ 0 h 298"/>
                    <a:gd name="T8" fmla="*/ 71 w 83"/>
                    <a:gd name="T9" fmla="*/ 298 h 298"/>
                  </a:gdLst>
                  <a:ahLst/>
                  <a:cxnLst>
                    <a:cxn ang="0">
                      <a:pos x="T0" y="T1"/>
                    </a:cxn>
                    <a:cxn ang="0">
                      <a:pos x="T2" y="T3"/>
                    </a:cxn>
                    <a:cxn ang="0">
                      <a:pos x="T4" y="T5"/>
                    </a:cxn>
                    <a:cxn ang="0">
                      <a:pos x="T6" y="T7"/>
                    </a:cxn>
                    <a:cxn ang="0">
                      <a:pos x="T8" y="T9"/>
                    </a:cxn>
                  </a:cxnLst>
                  <a:rect l="0" t="0" r="r" b="b"/>
                  <a:pathLst>
                    <a:path w="83" h="298">
                      <a:moveTo>
                        <a:pt x="71" y="298"/>
                      </a:moveTo>
                      <a:lnTo>
                        <a:pt x="11" y="298"/>
                      </a:lnTo>
                      <a:lnTo>
                        <a:pt x="0" y="0"/>
                      </a:lnTo>
                      <a:lnTo>
                        <a:pt x="83" y="0"/>
                      </a:lnTo>
                      <a:lnTo>
                        <a:pt x="71" y="298"/>
                      </a:lnTo>
                      <a:close/>
                    </a:path>
                  </a:pathLst>
                </a:custGeom>
                <a:solidFill>
                  <a:srgbClr val="634E37"/>
                </a:solidFill>
                <a:ln>
                  <a:noFill/>
                </a:ln>
                <a:extLst/>
              </p:spPr>
              <p:txBody>
                <a:bodyPr vert="horz" wrap="square" lIns="91440" tIns="45720" rIns="91440" bIns="45720" numCol="1" anchor="t" anchorCtr="0" compatLnSpc="1">
                  <a:prstTxWarp prst="textNoShape">
                    <a:avLst/>
                  </a:prstTxWarp>
                </a:bodyPr>
                <a:lstStyle/>
                <a:p>
                  <a:pPr defTabSz="914400">
                    <a:defRPr/>
                  </a:pPr>
                  <a:endParaRPr lang="en-US" kern="0" dirty="0" smtClean="0">
                    <a:solidFill>
                      <a:srgbClr val="404040"/>
                    </a:solidFill>
                  </a:endParaRPr>
                </a:p>
              </p:txBody>
            </p:sp>
            <p:sp>
              <p:nvSpPr>
                <p:cNvPr id="174" name="Freeform 398"/>
                <p:cNvSpPr>
                  <a:spLocks/>
                </p:cNvSpPr>
                <p:nvPr/>
              </p:nvSpPr>
              <p:spPr bwMode="auto">
                <a:xfrm flipH="1">
                  <a:off x="6234475" y="8496230"/>
                  <a:ext cx="215103" cy="957333"/>
                </a:xfrm>
                <a:custGeom>
                  <a:avLst/>
                  <a:gdLst>
                    <a:gd name="T0" fmla="*/ 73 w 84"/>
                    <a:gd name="T1" fmla="*/ 298 h 298"/>
                    <a:gd name="T2" fmla="*/ 11 w 84"/>
                    <a:gd name="T3" fmla="*/ 298 h 298"/>
                    <a:gd name="T4" fmla="*/ 0 w 84"/>
                    <a:gd name="T5" fmla="*/ 0 h 298"/>
                    <a:gd name="T6" fmla="*/ 84 w 84"/>
                    <a:gd name="T7" fmla="*/ 0 h 298"/>
                    <a:gd name="T8" fmla="*/ 73 w 84"/>
                    <a:gd name="T9" fmla="*/ 298 h 298"/>
                  </a:gdLst>
                  <a:ahLst/>
                  <a:cxnLst>
                    <a:cxn ang="0">
                      <a:pos x="T0" y="T1"/>
                    </a:cxn>
                    <a:cxn ang="0">
                      <a:pos x="T2" y="T3"/>
                    </a:cxn>
                    <a:cxn ang="0">
                      <a:pos x="T4" y="T5"/>
                    </a:cxn>
                    <a:cxn ang="0">
                      <a:pos x="T6" y="T7"/>
                    </a:cxn>
                    <a:cxn ang="0">
                      <a:pos x="T8" y="T9"/>
                    </a:cxn>
                  </a:cxnLst>
                  <a:rect l="0" t="0" r="r" b="b"/>
                  <a:pathLst>
                    <a:path w="84" h="298">
                      <a:moveTo>
                        <a:pt x="73" y="298"/>
                      </a:moveTo>
                      <a:lnTo>
                        <a:pt x="11" y="298"/>
                      </a:lnTo>
                      <a:lnTo>
                        <a:pt x="0" y="0"/>
                      </a:lnTo>
                      <a:lnTo>
                        <a:pt x="84" y="0"/>
                      </a:lnTo>
                      <a:lnTo>
                        <a:pt x="73" y="298"/>
                      </a:lnTo>
                      <a:close/>
                    </a:path>
                  </a:pathLst>
                </a:custGeom>
                <a:solidFill>
                  <a:srgbClr val="634E37"/>
                </a:solidFill>
                <a:ln>
                  <a:noFill/>
                </a:ln>
                <a:extLst/>
              </p:spPr>
              <p:txBody>
                <a:bodyPr vert="horz" wrap="square" lIns="91440" tIns="45720" rIns="91440" bIns="45720" numCol="1" anchor="t" anchorCtr="0" compatLnSpc="1">
                  <a:prstTxWarp prst="textNoShape">
                    <a:avLst/>
                  </a:prstTxWarp>
                </a:bodyPr>
                <a:lstStyle/>
                <a:p>
                  <a:pPr defTabSz="914400">
                    <a:defRPr/>
                  </a:pPr>
                  <a:endParaRPr lang="en-US" kern="0" dirty="0" smtClean="0">
                    <a:solidFill>
                      <a:srgbClr val="404040"/>
                    </a:solidFill>
                  </a:endParaRPr>
                </a:p>
                <a:p>
                  <a:pPr defTabSz="914400">
                    <a:defRPr/>
                  </a:pPr>
                  <a:endParaRPr lang="en-US" kern="0" dirty="0" smtClean="0">
                    <a:solidFill>
                      <a:srgbClr val="404040"/>
                    </a:solidFill>
                  </a:endParaRPr>
                </a:p>
                <a:p>
                  <a:pPr defTabSz="914400">
                    <a:defRPr/>
                  </a:pPr>
                  <a:endParaRPr lang="en-US" kern="0" dirty="0" smtClean="0">
                    <a:solidFill>
                      <a:srgbClr val="404040"/>
                    </a:solidFill>
                  </a:endParaRPr>
                </a:p>
              </p:txBody>
            </p:sp>
            <p:sp>
              <p:nvSpPr>
                <p:cNvPr id="175" name="Freeform 292"/>
                <p:cNvSpPr>
                  <a:spLocks/>
                </p:cNvSpPr>
                <p:nvPr/>
              </p:nvSpPr>
              <p:spPr bwMode="auto">
                <a:xfrm>
                  <a:off x="6086476" y="7680325"/>
                  <a:ext cx="736600" cy="819150"/>
                </a:xfrm>
                <a:custGeom>
                  <a:avLst/>
                  <a:gdLst>
                    <a:gd name="T0" fmla="*/ 294 w 373"/>
                    <a:gd name="T1" fmla="*/ 0 h 418"/>
                    <a:gd name="T2" fmla="*/ 221 w 373"/>
                    <a:gd name="T3" fmla="*/ 0 h 418"/>
                    <a:gd name="T4" fmla="*/ 187 w 373"/>
                    <a:gd name="T5" fmla="*/ 17 h 418"/>
                    <a:gd name="T6" fmla="*/ 153 w 373"/>
                    <a:gd name="T7" fmla="*/ 0 h 418"/>
                    <a:gd name="T8" fmla="*/ 79 w 373"/>
                    <a:gd name="T9" fmla="*/ 0 h 418"/>
                    <a:gd name="T10" fmla="*/ 0 w 373"/>
                    <a:gd name="T11" fmla="*/ 79 h 418"/>
                    <a:gd name="T12" fmla="*/ 0 w 373"/>
                    <a:gd name="T13" fmla="*/ 145 h 418"/>
                    <a:gd name="T14" fmla="*/ 69 w 373"/>
                    <a:gd name="T15" fmla="*/ 145 h 418"/>
                    <a:gd name="T16" fmla="*/ 69 w 373"/>
                    <a:gd name="T17" fmla="*/ 418 h 418"/>
                    <a:gd name="T18" fmla="*/ 305 w 373"/>
                    <a:gd name="T19" fmla="*/ 418 h 418"/>
                    <a:gd name="T20" fmla="*/ 305 w 373"/>
                    <a:gd name="T21" fmla="*/ 145 h 418"/>
                    <a:gd name="T22" fmla="*/ 373 w 373"/>
                    <a:gd name="T23" fmla="*/ 145 h 418"/>
                    <a:gd name="T24" fmla="*/ 373 w 373"/>
                    <a:gd name="T25" fmla="*/ 79 h 418"/>
                    <a:gd name="T26" fmla="*/ 294 w 373"/>
                    <a:gd name="T27" fmla="*/ 0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3" h="418">
                      <a:moveTo>
                        <a:pt x="294" y="0"/>
                      </a:moveTo>
                      <a:cubicBezTo>
                        <a:pt x="221" y="0"/>
                        <a:pt x="221" y="0"/>
                        <a:pt x="221" y="0"/>
                      </a:cubicBezTo>
                      <a:cubicBezTo>
                        <a:pt x="187" y="17"/>
                        <a:pt x="187" y="17"/>
                        <a:pt x="187" y="17"/>
                      </a:cubicBezTo>
                      <a:cubicBezTo>
                        <a:pt x="153" y="0"/>
                        <a:pt x="153" y="0"/>
                        <a:pt x="153" y="0"/>
                      </a:cubicBezTo>
                      <a:cubicBezTo>
                        <a:pt x="79" y="0"/>
                        <a:pt x="79" y="0"/>
                        <a:pt x="79" y="0"/>
                      </a:cubicBezTo>
                      <a:cubicBezTo>
                        <a:pt x="35" y="0"/>
                        <a:pt x="0" y="35"/>
                        <a:pt x="0" y="79"/>
                      </a:cubicBezTo>
                      <a:cubicBezTo>
                        <a:pt x="0" y="145"/>
                        <a:pt x="0" y="145"/>
                        <a:pt x="0" y="145"/>
                      </a:cubicBezTo>
                      <a:cubicBezTo>
                        <a:pt x="69" y="145"/>
                        <a:pt x="69" y="145"/>
                        <a:pt x="69" y="145"/>
                      </a:cubicBezTo>
                      <a:cubicBezTo>
                        <a:pt x="69" y="418"/>
                        <a:pt x="69" y="418"/>
                        <a:pt x="69" y="418"/>
                      </a:cubicBezTo>
                      <a:cubicBezTo>
                        <a:pt x="305" y="418"/>
                        <a:pt x="305" y="418"/>
                        <a:pt x="305" y="418"/>
                      </a:cubicBezTo>
                      <a:cubicBezTo>
                        <a:pt x="305" y="145"/>
                        <a:pt x="305" y="145"/>
                        <a:pt x="305" y="145"/>
                      </a:cubicBezTo>
                      <a:cubicBezTo>
                        <a:pt x="373" y="145"/>
                        <a:pt x="373" y="145"/>
                        <a:pt x="373" y="145"/>
                      </a:cubicBezTo>
                      <a:cubicBezTo>
                        <a:pt x="373" y="79"/>
                        <a:pt x="373" y="79"/>
                        <a:pt x="373" y="79"/>
                      </a:cubicBezTo>
                      <a:cubicBezTo>
                        <a:pt x="373" y="35"/>
                        <a:pt x="338" y="0"/>
                        <a:pt x="294" y="0"/>
                      </a:cubicBezTo>
                      <a:close/>
                    </a:path>
                  </a:pathLst>
                </a:custGeom>
                <a:solidFill>
                  <a:srgbClr val="582159"/>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76" name="Freeform 296"/>
                <p:cNvSpPr>
                  <a:spLocks/>
                </p:cNvSpPr>
                <p:nvPr/>
              </p:nvSpPr>
              <p:spPr bwMode="auto">
                <a:xfrm>
                  <a:off x="6477001" y="8088313"/>
                  <a:ext cx="192088" cy="93662"/>
                </a:xfrm>
                <a:custGeom>
                  <a:avLst/>
                  <a:gdLst>
                    <a:gd name="T0" fmla="*/ 97 w 97"/>
                    <a:gd name="T1" fmla="*/ 48 h 48"/>
                    <a:gd name="T2" fmla="*/ 0 w 97"/>
                    <a:gd name="T3" fmla="*/ 48 h 48"/>
                    <a:gd name="T4" fmla="*/ 48 w 97"/>
                    <a:gd name="T5" fmla="*/ 0 h 48"/>
                    <a:gd name="T6" fmla="*/ 97 w 97"/>
                    <a:gd name="T7" fmla="*/ 48 h 48"/>
                  </a:gdLst>
                  <a:ahLst/>
                  <a:cxnLst>
                    <a:cxn ang="0">
                      <a:pos x="T0" y="T1"/>
                    </a:cxn>
                    <a:cxn ang="0">
                      <a:pos x="T2" y="T3"/>
                    </a:cxn>
                    <a:cxn ang="0">
                      <a:pos x="T4" y="T5"/>
                    </a:cxn>
                    <a:cxn ang="0">
                      <a:pos x="T6" y="T7"/>
                    </a:cxn>
                  </a:cxnLst>
                  <a:rect l="0" t="0" r="r" b="b"/>
                  <a:pathLst>
                    <a:path w="97" h="48">
                      <a:moveTo>
                        <a:pt x="97" y="48"/>
                      </a:moveTo>
                      <a:cubicBezTo>
                        <a:pt x="0" y="48"/>
                        <a:pt x="0" y="48"/>
                        <a:pt x="0" y="48"/>
                      </a:cubicBezTo>
                      <a:cubicBezTo>
                        <a:pt x="0" y="21"/>
                        <a:pt x="22" y="0"/>
                        <a:pt x="48" y="0"/>
                      </a:cubicBezTo>
                      <a:cubicBezTo>
                        <a:pt x="75" y="0"/>
                        <a:pt x="97" y="21"/>
                        <a:pt x="97" y="48"/>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77" name="Freeform 297"/>
                <p:cNvSpPr>
                  <a:spLocks/>
                </p:cNvSpPr>
                <p:nvPr/>
              </p:nvSpPr>
              <p:spPr bwMode="auto">
                <a:xfrm>
                  <a:off x="6326188" y="7964488"/>
                  <a:ext cx="476250" cy="334962"/>
                </a:xfrm>
                <a:custGeom>
                  <a:avLst/>
                  <a:gdLst>
                    <a:gd name="T0" fmla="*/ 192 w 242"/>
                    <a:gd name="T1" fmla="*/ 171 h 171"/>
                    <a:gd name="T2" fmla="*/ 0 w 242"/>
                    <a:gd name="T3" fmla="*/ 109 h 171"/>
                    <a:gd name="T4" fmla="*/ 11 w 242"/>
                    <a:gd name="T5" fmla="*/ 77 h 171"/>
                    <a:gd name="T6" fmla="*/ 184 w 242"/>
                    <a:gd name="T7" fmla="*/ 95 h 171"/>
                    <a:gd name="T8" fmla="*/ 184 w 242"/>
                    <a:gd name="T9" fmla="*/ 0 h 171"/>
                    <a:gd name="T10" fmla="*/ 242 w 242"/>
                    <a:gd name="T11" fmla="*/ 0 h 171"/>
                    <a:gd name="T12" fmla="*/ 242 w 242"/>
                    <a:gd name="T13" fmla="*/ 122 h 171"/>
                    <a:gd name="T14" fmla="*/ 192 w 242"/>
                    <a:gd name="T15" fmla="*/ 171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171">
                      <a:moveTo>
                        <a:pt x="192" y="171"/>
                      </a:moveTo>
                      <a:cubicBezTo>
                        <a:pt x="0" y="109"/>
                        <a:pt x="0" y="109"/>
                        <a:pt x="0" y="109"/>
                      </a:cubicBezTo>
                      <a:cubicBezTo>
                        <a:pt x="11" y="77"/>
                        <a:pt x="11" y="77"/>
                        <a:pt x="11" y="77"/>
                      </a:cubicBezTo>
                      <a:cubicBezTo>
                        <a:pt x="184" y="95"/>
                        <a:pt x="184" y="95"/>
                        <a:pt x="184" y="95"/>
                      </a:cubicBezTo>
                      <a:cubicBezTo>
                        <a:pt x="184" y="0"/>
                        <a:pt x="184" y="0"/>
                        <a:pt x="184" y="0"/>
                      </a:cubicBezTo>
                      <a:cubicBezTo>
                        <a:pt x="242" y="0"/>
                        <a:pt x="242" y="0"/>
                        <a:pt x="242" y="0"/>
                      </a:cubicBezTo>
                      <a:cubicBezTo>
                        <a:pt x="242" y="122"/>
                        <a:pt x="242" y="122"/>
                        <a:pt x="242" y="122"/>
                      </a:cubicBezTo>
                      <a:cubicBezTo>
                        <a:pt x="242" y="149"/>
                        <a:pt x="219" y="171"/>
                        <a:pt x="192" y="171"/>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78" name="Freeform 298"/>
                <p:cNvSpPr>
                  <a:spLocks/>
                </p:cNvSpPr>
                <p:nvPr/>
              </p:nvSpPr>
              <p:spPr bwMode="auto">
                <a:xfrm>
                  <a:off x="6108701" y="7964488"/>
                  <a:ext cx="579438" cy="334962"/>
                </a:xfrm>
                <a:custGeom>
                  <a:avLst/>
                  <a:gdLst>
                    <a:gd name="T0" fmla="*/ 50 w 294"/>
                    <a:gd name="T1" fmla="*/ 171 h 171"/>
                    <a:gd name="T2" fmla="*/ 294 w 294"/>
                    <a:gd name="T3" fmla="*/ 108 h 171"/>
                    <a:gd name="T4" fmla="*/ 181 w 294"/>
                    <a:gd name="T5" fmla="*/ 88 h 171"/>
                    <a:gd name="T6" fmla="*/ 58 w 294"/>
                    <a:gd name="T7" fmla="*/ 95 h 171"/>
                    <a:gd name="T8" fmla="*/ 58 w 294"/>
                    <a:gd name="T9" fmla="*/ 0 h 171"/>
                    <a:gd name="T10" fmla="*/ 0 w 294"/>
                    <a:gd name="T11" fmla="*/ 0 h 171"/>
                    <a:gd name="T12" fmla="*/ 0 w 294"/>
                    <a:gd name="T13" fmla="*/ 122 h 171"/>
                    <a:gd name="T14" fmla="*/ 50 w 294"/>
                    <a:gd name="T15" fmla="*/ 171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 h="171">
                      <a:moveTo>
                        <a:pt x="50" y="171"/>
                      </a:moveTo>
                      <a:cubicBezTo>
                        <a:pt x="294" y="108"/>
                        <a:pt x="294" y="108"/>
                        <a:pt x="294" y="108"/>
                      </a:cubicBezTo>
                      <a:cubicBezTo>
                        <a:pt x="181" y="88"/>
                        <a:pt x="181" y="88"/>
                        <a:pt x="181" y="88"/>
                      </a:cubicBezTo>
                      <a:cubicBezTo>
                        <a:pt x="58" y="95"/>
                        <a:pt x="58" y="95"/>
                        <a:pt x="58" y="95"/>
                      </a:cubicBezTo>
                      <a:cubicBezTo>
                        <a:pt x="58" y="0"/>
                        <a:pt x="58" y="0"/>
                        <a:pt x="58" y="0"/>
                      </a:cubicBezTo>
                      <a:cubicBezTo>
                        <a:pt x="0" y="0"/>
                        <a:pt x="0" y="0"/>
                        <a:pt x="0" y="0"/>
                      </a:cubicBezTo>
                      <a:cubicBezTo>
                        <a:pt x="0" y="122"/>
                        <a:pt x="0" y="122"/>
                        <a:pt x="0" y="122"/>
                      </a:cubicBezTo>
                      <a:cubicBezTo>
                        <a:pt x="0" y="149"/>
                        <a:pt x="22" y="171"/>
                        <a:pt x="50" y="171"/>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79" name="Freeform 299"/>
                <p:cNvSpPr>
                  <a:spLocks/>
                </p:cNvSpPr>
                <p:nvPr/>
              </p:nvSpPr>
              <p:spPr bwMode="auto">
                <a:xfrm>
                  <a:off x="6265863" y="7615238"/>
                  <a:ext cx="381000" cy="360362"/>
                </a:xfrm>
                <a:custGeom>
                  <a:avLst/>
                  <a:gdLst>
                    <a:gd name="T0" fmla="*/ 197 w 240"/>
                    <a:gd name="T1" fmla="*/ 80 h 227"/>
                    <a:gd name="T2" fmla="*/ 240 w 240"/>
                    <a:gd name="T3" fmla="*/ 80 h 227"/>
                    <a:gd name="T4" fmla="*/ 182 w 240"/>
                    <a:gd name="T5" fmla="*/ 0 h 227"/>
                    <a:gd name="T6" fmla="*/ 57 w 240"/>
                    <a:gd name="T7" fmla="*/ 0 h 227"/>
                    <a:gd name="T8" fmla="*/ 0 w 240"/>
                    <a:gd name="T9" fmla="*/ 80 h 227"/>
                    <a:gd name="T10" fmla="*/ 40 w 240"/>
                    <a:gd name="T11" fmla="*/ 80 h 227"/>
                    <a:gd name="T12" fmla="*/ 120 w 240"/>
                    <a:gd name="T13" fmla="*/ 227 h 227"/>
                    <a:gd name="T14" fmla="*/ 197 w 240"/>
                    <a:gd name="T15" fmla="*/ 80 h 2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27">
                      <a:moveTo>
                        <a:pt x="197" y="80"/>
                      </a:moveTo>
                      <a:lnTo>
                        <a:pt x="240" y="80"/>
                      </a:lnTo>
                      <a:lnTo>
                        <a:pt x="182" y="0"/>
                      </a:lnTo>
                      <a:lnTo>
                        <a:pt x="57" y="0"/>
                      </a:lnTo>
                      <a:lnTo>
                        <a:pt x="0" y="80"/>
                      </a:lnTo>
                      <a:lnTo>
                        <a:pt x="40" y="80"/>
                      </a:lnTo>
                      <a:lnTo>
                        <a:pt x="120" y="227"/>
                      </a:lnTo>
                      <a:lnTo>
                        <a:pt x="197" y="80"/>
                      </a:lnTo>
                      <a:close/>
                    </a:path>
                  </a:pathLst>
                </a:custGeom>
                <a:solidFill>
                  <a:srgbClr val="481B49"/>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80" name="Freeform 301"/>
                <p:cNvSpPr>
                  <a:spLocks/>
                </p:cNvSpPr>
                <p:nvPr/>
              </p:nvSpPr>
              <p:spPr bwMode="auto">
                <a:xfrm>
                  <a:off x="6356351" y="7545388"/>
                  <a:ext cx="198438" cy="203200"/>
                </a:xfrm>
                <a:custGeom>
                  <a:avLst/>
                  <a:gdLst>
                    <a:gd name="T0" fmla="*/ 100 w 100"/>
                    <a:gd name="T1" fmla="*/ 17 h 104"/>
                    <a:gd name="T2" fmla="*/ 85 w 100"/>
                    <a:gd name="T3" fmla="*/ 0 h 104"/>
                    <a:gd name="T4" fmla="*/ 15 w 100"/>
                    <a:gd name="T5" fmla="*/ 0 h 104"/>
                    <a:gd name="T6" fmla="*/ 0 w 100"/>
                    <a:gd name="T7" fmla="*/ 17 h 104"/>
                    <a:gd name="T8" fmla="*/ 0 w 100"/>
                    <a:gd name="T9" fmla="*/ 75 h 104"/>
                    <a:gd name="T10" fmla="*/ 50 w 100"/>
                    <a:gd name="T11" fmla="*/ 104 h 104"/>
                    <a:gd name="T12" fmla="*/ 100 w 100"/>
                    <a:gd name="T13" fmla="*/ 75 h 104"/>
                    <a:gd name="T14" fmla="*/ 100 w 100"/>
                    <a:gd name="T15" fmla="*/ 17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04">
                      <a:moveTo>
                        <a:pt x="100" y="17"/>
                      </a:moveTo>
                      <a:cubicBezTo>
                        <a:pt x="96" y="10"/>
                        <a:pt x="91" y="4"/>
                        <a:pt x="85" y="0"/>
                      </a:cubicBezTo>
                      <a:cubicBezTo>
                        <a:pt x="15" y="0"/>
                        <a:pt x="15" y="0"/>
                        <a:pt x="15" y="0"/>
                      </a:cubicBezTo>
                      <a:cubicBezTo>
                        <a:pt x="9" y="4"/>
                        <a:pt x="4" y="10"/>
                        <a:pt x="0" y="17"/>
                      </a:cubicBezTo>
                      <a:cubicBezTo>
                        <a:pt x="0" y="75"/>
                        <a:pt x="0" y="75"/>
                        <a:pt x="0" y="75"/>
                      </a:cubicBezTo>
                      <a:cubicBezTo>
                        <a:pt x="10" y="92"/>
                        <a:pt x="29" y="104"/>
                        <a:pt x="50" y="104"/>
                      </a:cubicBezTo>
                      <a:cubicBezTo>
                        <a:pt x="71" y="104"/>
                        <a:pt x="90" y="92"/>
                        <a:pt x="100" y="75"/>
                      </a:cubicBezTo>
                      <a:lnTo>
                        <a:pt x="100" y="17"/>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81" name="Freeform 302"/>
                <p:cNvSpPr>
                  <a:spLocks/>
                </p:cNvSpPr>
                <p:nvPr/>
              </p:nvSpPr>
              <p:spPr bwMode="auto">
                <a:xfrm>
                  <a:off x="6356351" y="7499350"/>
                  <a:ext cx="198438" cy="166687"/>
                </a:xfrm>
                <a:custGeom>
                  <a:avLst/>
                  <a:gdLst>
                    <a:gd name="T0" fmla="*/ 100 w 100"/>
                    <a:gd name="T1" fmla="*/ 79 h 85"/>
                    <a:gd name="T2" fmla="*/ 50 w 100"/>
                    <a:gd name="T3" fmla="*/ 85 h 85"/>
                    <a:gd name="T4" fmla="*/ 0 w 100"/>
                    <a:gd name="T5" fmla="*/ 78 h 85"/>
                    <a:gd name="T6" fmla="*/ 0 w 100"/>
                    <a:gd name="T7" fmla="*/ 0 h 85"/>
                    <a:gd name="T8" fmla="*/ 100 w 100"/>
                    <a:gd name="T9" fmla="*/ 0 h 85"/>
                    <a:gd name="T10" fmla="*/ 100 w 100"/>
                    <a:gd name="T11" fmla="*/ 79 h 85"/>
                  </a:gdLst>
                  <a:ahLst/>
                  <a:cxnLst>
                    <a:cxn ang="0">
                      <a:pos x="T0" y="T1"/>
                    </a:cxn>
                    <a:cxn ang="0">
                      <a:pos x="T2" y="T3"/>
                    </a:cxn>
                    <a:cxn ang="0">
                      <a:pos x="T4" y="T5"/>
                    </a:cxn>
                    <a:cxn ang="0">
                      <a:pos x="T6" y="T7"/>
                    </a:cxn>
                    <a:cxn ang="0">
                      <a:pos x="T8" y="T9"/>
                    </a:cxn>
                    <a:cxn ang="0">
                      <a:pos x="T10" y="T11"/>
                    </a:cxn>
                  </a:cxnLst>
                  <a:rect l="0" t="0" r="r" b="b"/>
                  <a:pathLst>
                    <a:path w="100" h="85">
                      <a:moveTo>
                        <a:pt x="100" y="79"/>
                      </a:moveTo>
                      <a:cubicBezTo>
                        <a:pt x="84" y="83"/>
                        <a:pt x="67" y="85"/>
                        <a:pt x="50" y="85"/>
                      </a:cubicBezTo>
                      <a:cubicBezTo>
                        <a:pt x="33" y="85"/>
                        <a:pt x="16" y="83"/>
                        <a:pt x="0" y="78"/>
                      </a:cubicBezTo>
                      <a:cubicBezTo>
                        <a:pt x="0" y="0"/>
                        <a:pt x="0" y="0"/>
                        <a:pt x="0" y="0"/>
                      </a:cubicBezTo>
                      <a:cubicBezTo>
                        <a:pt x="100" y="0"/>
                        <a:pt x="100" y="0"/>
                        <a:pt x="100" y="0"/>
                      </a:cubicBezTo>
                      <a:lnTo>
                        <a:pt x="100" y="79"/>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82" name="Rectangle 304"/>
                <p:cNvSpPr>
                  <a:spLocks noChangeArrowheads="1"/>
                </p:cNvSpPr>
                <p:nvPr/>
              </p:nvSpPr>
              <p:spPr bwMode="auto">
                <a:xfrm>
                  <a:off x="6108701" y="7964488"/>
                  <a:ext cx="114300" cy="33337"/>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83" name="Freeform 310"/>
                <p:cNvSpPr>
                  <a:spLocks/>
                </p:cNvSpPr>
                <p:nvPr/>
              </p:nvSpPr>
              <p:spPr bwMode="auto">
                <a:xfrm>
                  <a:off x="6249988" y="8115300"/>
                  <a:ext cx="192088" cy="96837"/>
                </a:xfrm>
                <a:custGeom>
                  <a:avLst/>
                  <a:gdLst>
                    <a:gd name="T0" fmla="*/ 97 w 97"/>
                    <a:gd name="T1" fmla="*/ 49 h 49"/>
                    <a:gd name="T2" fmla="*/ 0 w 97"/>
                    <a:gd name="T3" fmla="*/ 49 h 49"/>
                    <a:gd name="T4" fmla="*/ 49 w 97"/>
                    <a:gd name="T5" fmla="*/ 0 h 49"/>
                    <a:gd name="T6" fmla="*/ 97 w 97"/>
                    <a:gd name="T7" fmla="*/ 49 h 49"/>
                  </a:gdLst>
                  <a:ahLst/>
                  <a:cxnLst>
                    <a:cxn ang="0">
                      <a:pos x="T0" y="T1"/>
                    </a:cxn>
                    <a:cxn ang="0">
                      <a:pos x="T2" y="T3"/>
                    </a:cxn>
                    <a:cxn ang="0">
                      <a:pos x="T4" y="T5"/>
                    </a:cxn>
                    <a:cxn ang="0">
                      <a:pos x="T6" y="T7"/>
                    </a:cxn>
                  </a:cxnLst>
                  <a:rect l="0" t="0" r="r" b="b"/>
                  <a:pathLst>
                    <a:path w="97" h="49">
                      <a:moveTo>
                        <a:pt x="97" y="49"/>
                      </a:moveTo>
                      <a:cubicBezTo>
                        <a:pt x="0" y="49"/>
                        <a:pt x="0" y="49"/>
                        <a:pt x="0" y="49"/>
                      </a:cubicBezTo>
                      <a:cubicBezTo>
                        <a:pt x="0" y="22"/>
                        <a:pt x="22" y="0"/>
                        <a:pt x="49" y="0"/>
                      </a:cubicBezTo>
                      <a:cubicBezTo>
                        <a:pt x="75" y="0"/>
                        <a:pt x="97" y="22"/>
                        <a:pt x="97" y="49"/>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84" name="Freeform 311"/>
                <p:cNvSpPr>
                  <a:spLocks/>
                </p:cNvSpPr>
                <p:nvPr/>
              </p:nvSpPr>
              <p:spPr bwMode="auto">
                <a:xfrm>
                  <a:off x="6275388" y="8147050"/>
                  <a:ext cx="219075" cy="111125"/>
                </a:xfrm>
                <a:custGeom>
                  <a:avLst/>
                  <a:gdLst>
                    <a:gd name="T0" fmla="*/ 59 w 138"/>
                    <a:gd name="T1" fmla="*/ 70 h 70"/>
                    <a:gd name="T2" fmla="*/ 0 w 138"/>
                    <a:gd name="T3" fmla="*/ 0 h 70"/>
                    <a:gd name="T4" fmla="*/ 138 w 138"/>
                    <a:gd name="T5" fmla="*/ 54 h 70"/>
                    <a:gd name="T6" fmla="*/ 59 w 138"/>
                    <a:gd name="T7" fmla="*/ 70 h 70"/>
                  </a:gdLst>
                  <a:ahLst/>
                  <a:cxnLst>
                    <a:cxn ang="0">
                      <a:pos x="T0" y="T1"/>
                    </a:cxn>
                    <a:cxn ang="0">
                      <a:pos x="T2" y="T3"/>
                    </a:cxn>
                    <a:cxn ang="0">
                      <a:pos x="T4" y="T5"/>
                    </a:cxn>
                    <a:cxn ang="0">
                      <a:pos x="T6" y="T7"/>
                    </a:cxn>
                  </a:cxnLst>
                  <a:rect l="0" t="0" r="r" b="b"/>
                  <a:pathLst>
                    <a:path w="138" h="70">
                      <a:moveTo>
                        <a:pt x="59" y="70"/>
                      </a:moveTo>
                      <a:lnTo>
                        <a:pt x="0" y="0"/>
                      </a:lnTo>
                      <a:lnTo>
                        <a:pt x="138" y="54"/>
                      </a:lnTo>
                      <a:lnTo>
                        <a:pt x="59" y="70"/>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85" name="Rectangle 315"/>
                <p:cNvSpPr>
                  <a:spLocks noChangeArrowheads="1"/>
                </p:cNvSpPr>
                <p:nvPr/>
              </p:nvSpPr>
              <p:spPr bwMode="auto">
                <a:xfrm>
                  <a:off x="6086476" y="7929563"/>
                  <a:ext cx="163513" cy="128587"/>
                </a:xfrm>
                <a:prstGeom prst="rect">
                  <a:avLst/>
                </a:prstGeom>
                <a:solidFill>
                  <a:srgbClr val="481B49"/>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86" name="Rectangle 316"/>
                <p:cNvSpPr>
                  <a:spLocks noChangeArrowheads="1"/>
                </p:cNvSpPr>
                <p:nvPr/>
              </p:nvSpPr>
              <p:spPr bwMode="auto">
                <a:xfrm>
                  <a:off x="6669088" y="7942263"/>
                  <a:ext cx="153988" cy="115887"/>
                </a:xfrm>
                <a:prstGeom prst="rect">
                  <a:avLst/>
                </a:prstGeom>
                <a:solidFill>
                  <a:srgbClr val="481B49"/>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nvGrpSpPr>
                <p:cNvPr id="187" name="Group 186"/>
                <p:cNvGrpSpPr/>
                <p:nvPr/>
              </p:nvGrpSpPr>
              <p:grpSpPr>
                <a:xfrm>
                  <a:off x="6275388" y="7174900"/>
                  <a:ext cx="353529" cy="441132"/>
                  <a:chOff x="6770468" y="7164742"/>
                  <a:chExt cx="289365" cy="361068"/>
                </a:xfrm>
              </p:grpSpPr>
              <p:sp>
                <p:nvSpPr>
                  <p:cNvPr id="188" name="Freeform 392"/>
                  <p:cNvSpPr>
                    <a:spLocks/>
                  </p:cNvSpPr>
                  <p:nvPr/>
                </p:nvSpPr>
                <p:spPr bwMode="auto">
                  <a:xfrm flipH="1">
                    <a:off x="6770470" y="7164742"/>
                    <a:ext cx="286805" cy="240711"/>
                  </a:xfrm>
                  <a:custGeom>
                    <a:avLst/>
                    <a:gdLst>
                      <a:gd name="T0" fmla="*/ 8 w 80"/>
                      <a:gd name="T1" fmla="*/ 60 h 67"/>
                      <a:gd name="T2" fmla="*/ 8 w 80"/>
                      <a:gd name="T3" fmla="*/ 57 h 67"/>
                      <a:gd name="T4" fmla="*/ 8 w 80"/>
                      <a:gd name="T5" fmla="*/ 57 h 67"/>
                      <a:gd name="T6" fmla="*/ 8 w 80"/>
                      <a:gd name="T7" fmla="*/ 55 h 67"/>
                      <a:gd name="T8" fmla="*/ 8 w 80"/>
                      <a:gd name="T9" fmla="*/ 54 h 67"/>
                      <a:gd name="T10" fmla="*/ 8 w 80"/>
                      <a:gd name="T11" fmla="*/ 52 h 67"/>
                      <a:gd name="T12" fmla="*/ 8 w 80"/>
                      <a:gd name="T13" fmla="*/ 52 h 67"/>
                      <a:gd name="T14" fmla="*/ 9 w 80"/>
                      <a:gd name="T15" fmla="*/ 50 h 67"/>
                      <a:gd name="T16" fmla="*/ 9 w 80"/>
                      <a:gd name="T17" fmla="*/ 50 h 67"/>
                      <a:gd name="T18" fmla="*/ 10 w 80"/>
                      <a:gd name="T19" fmla="*/ 48 h 67"/>
                      <a:gd name="T20" fmla="*/ 10 w 80"/>
                      <a:gd name="T21" fmla="*/ 48 h 67"/>
                      <a:gd name="T22" fmla="*/ 12 w 80"/>
                      <a:gd name="T23" fmla="*/ 43 h 67"/>
                      <a:gd name="T24" fmla="*/ 33 w 80"/>
                      <a:gd name="T25" fmla="*/ 47 h 67"/>
                      <a:gd name="T26" fmla="*/ 52 w 80"/>
                      <a:gd name="T27" fmla="*/ 43 h 67"/>
                      <a:gd name="T28" fmla="*/ 63 w 80"/>
                      <a:gd name="T29" fmla="*/ 47 h 67"/>
                      <a:gd name="T30" fmla="*/ 68 w 80"/>
                      <a:gd name="T31" fmla="*/ 46 h 67"/>
                      <a:gd name="T32" fmla="*/ 68 w 80"/>
                      <a:gd name="T33" fmla="*/ 46 h 67"/>
                      <a:gd name="T34" fmla="*/ 68 w 80"/>
                      <a:gd name="T35" fmla="*/ 46 h 67"/>
                      <a:gd name="T36" fmla="*/ 69 w 80"/>
                      <a:gd name="T37" fmla="*/ 47 h 67"/>
                      <a:gd name="T38" fmla="*/ 69 w 80"/>
                      <a:gd name="T39" fmla="*/ 48 h 67"/>
                      <a:gd name="T40" fmla="*/ 70 w 80"/>
                      <a:gd name="T41" fmla="*/ 49 h 67"/>
                      <a:gd name="T42" fmla="*/ 70 w 80"/>
                      <a:gd name="T43" fmla="*/ 49 h 67"/>
                      <a:gd name="T44" fmla="*/ 70 w 80"/>
                      <a:gd name="T45" fmla="*/ 52 h 67"/>
                      <a:gd name="T46" fmla="*/ 71 w 80"/>
                      <a:gd name="T47" fmla="*/ 52 h 67"/>
                      <a:gd name="T48" fmla="*/ 71 w 80"/>
                      <a:gd name="T49" fmla="*/ 53 h 67"/>
                      <a:gd name="T50" fmla="*/ 71 w 80"/>
                      <a:gd name="T51" fmla="*/ 54 h 67"/>
                      <a:gd name="T52" fmla="*/ 71 w 80"/>
                      <a:gd name="T53" fmla="*/ 55 h 67"/>
                      <a:gd name="T54" fmla="*/ 71 w 80"/>
                      <a:gd name="T55" fmla="*/ 57 h 67"/>
                      <a:gd name="T56" fmla="*/ 71 w 80"/>
                      <a:gd name="T57" fmla="*/ 57 h 67"/>
                      <a:gd name="T58" fmla="*/ 71 w 80"/>
                      <a:gd name="T59" fmla="*/ 60 h 67"/>
                      <a:gd name="T60" fmla="*/ 71 w 80"/>
                      <a:gd name="T61" fmla="*/ 67 h 67"/>
                      <a:gd name="T62" fmla="*/ 73 w 80"/>
                      <a:gd name="T63" fmla="*/ 67 h 67"/>
                      <a:gd name="T64" fmla="*/ 80 w 80"/>
                      <a:gd name="T65" fmla="*/ 43 h 67"/>
                      <a:gd name="T66" fmla="*/ 58 w 80"/>
                      <a:gd name="T67" fmla="*/ 10 h 67"/>
                      <a:gd name="T68" fmla="*/ 58 w 80"/>
                      <a:gd name="T69" fmla="*/ 10 h 67"/>
                      <a:gd name="T70" fmla="*/ 34 w 80"/>
                      <a:gd name="T71" fmla="*/ 0 h 67"/>
                      <a:gd name="T72" fmla="*/ 0 w 80"/>
                      <a:gd name="T73" fmla="*/ 41 h 67"/>
                      <a:gd name="T74" fmla="*/ 7 w 80"/>
                      <a:gd name="T75" fmla="*/ 67 h 67"/>
                      <a:gd name="T76" fmla="*/ 8 w 80"/>
                      <a:gd name="T77" fmla="*/ 67 h 67"/>
                      <a:gd name="T78" fmla="*/ 8 w 80"/>
                      <a:gd name="T79" fmla="*/ 6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0" h="67">
                        <a:moveTo>
                          <a:pt x="8" y="60"/>
                        </a:moveTo>
                        <a:cubicBezTo>
                          <a:pt x="8" y="59"/>
                          <a:pt x="8" y="58"/>
                          <a:pt x="8" y="57"/>
                        </a:cubicBezTo>
                        <a:cubicBezTo>
                          <a:pt x="8" y="57"/>
                          <a:pt x="8" y="57"/>
                          <a:pt x="8" y="57"/>
                        </a:cubicBezTo>
                        <a:cubicBezTo>
                          <a:pt x="8" y="56"/>
                          <a:pt x="8" y="55"/>
                          <a:pt x="8" y="55"/>
                        </a:cubicBezTo>
                        <a:cubicBezTo>
                          <a:pt x="8" y="55"/>
                          <a:pt x="8" y="54"/>
                          <a:pt x="8" y="54"/>
                        </a:cubicBezTo>
                        <a:cubicBezTo>
                          <a:pt x="8" y="54"/>
                          <a:pt x="8" y="53"/>
                          <a:pt x="8" y="52"/>
                        </a:cubicBezTo>
                        <a:cubicBezTo>
                          <a:pt x="8" y="52"/>
                          <a:pt x="8" y="52"/>
                          <a:pt x="8" y="52"/>
                        </a:cubicBezTo>
                        <a:cubicBezTo>
                          <a:pt x="8" y="51"/>
                          <a:pt x="9" y="51"/>
                          <a:pt x="9" y="50"/>
                        </a:cubicBezTo>
                        <a:cubicBezTo>
                          <a:pt x="9" y="50"/>
                          <a:pt x="9" y="50"/>
                          <a:pt x="9" y="50"/>
                        </a:cubicBezTo>
                        <a:cubicBezTo>
                          <a:pt x="9" y="49"/>
                          <a:pt x="9" y="49"/>
                          <a:pt x="10" y="48"/>
                        </a:cubicBezTo>
                        <a:cubicBezTo>
                          <a:pt x="10" y="48"/>
                          <a:pt x="10" y="48"/>
                          <a:pt x="10" y="48"/>
                        </a:cubicBezTo>
                        <a:cubicBezTo>
                          <a:pt x="10" y="46"/>
                          <a:pt x="11" y="44"/>
                          <a:pt x="12" y="43"/>
                        </a:cubicBezTo>
                        <a:cubicBezTo>
                          <a:pt x="17" y="45"/>
                          <a:pt x="24" y="47"/>
                          <a:pt x="33" y="47"/>
                        </a:cubicBezTo>
                        <a:cubicBezTo>
                          <a:pt x="40" y="47"/>
                          <a:pt x="47" y="45"/>
                          <a:pt x="52" y="43"/>
                        </a:cubicBezTo>
                        <a:cubicBezTo>
                          <a:pt x="54" y="45"/>
                          <a:pt x="58" y="47"/>
                          <a:pt x="63" y="47"/>
                        </a:cubicBezTo>
                        <a:cubicBezTo>
                          <a:pt x="65" y="47"/>
                          <a:pt x="67" y="47"/>
                          <a:pt x="68" y="46"/>
                        </a:cubicBezTo>
                        <a:cubicBezTo>
                          <a:pt x="68" y="46"/>
                          <a:pt x="68" y="46"/>
                          <a:pt x="68" y="46"/>
                        </a:cubicBezTo>
                        <a:cubicBezTo>
                          <a:pt x="68" y="46"/>
                          <a:pt x="68" y="46"/>
                          <a:pt x="68" y="46"/>
                        </a:cubicBezTo>
                        <a:cubicBezTo>
                          <a:pt x="69" y="46"/>
                          <a:pt x="69" y="47"/>
                          <a:pt x="69" y="47"/>
                        </a:cubicBezTo>
                        <a:cubicBezTo>
                          <a:pt x="69" y="47"/>
                          <a:pt x="69" y="47"/>
                          <a:pt x="69" y="48"/>
                        </a:cubicBezTo>
                        <a:cubicBezTo>
                          <a:pt x="69" y="48"/>
                          <a:pt x="69" y="48"/>
                          <a:pt x="70" y="49"/>
                        </a:cubicBezTo>
                        <a:cubicBezTo>
                          <a:pt x="70" y="49"/>
                          <a:pt x="70" y="49"/>
                          <a:pt x="70" y="49"/>
                        </a:cubicBezTo>
                        <a:cubicBezTo>
                          <a:pt x="70" y="50"/>
                          <a:pt x="70" y="51"/>
                          <a:pt x="70" y="52"/>
                        </a:cubicBezTo>
                        <a:cubicBezTo>
                          <a:pt x="70" y="52"/>
                          <a:pt x="70" y="52"/>
                          <a:pt x="71" y="52"/>
                        </a:cubicBezTo>
                        <a:cubicBezTo>
                          <a:pt x="71" y="53"/>
                          <a:pt x="71" y="53"/>
                          <a:pt x="71" y="53"/>
                        </a:cubicBezTo>
                        <a:cubicBezTo>
                          <a:pt x="71" y="54"/>
                          <a:pt x="71" y="54"/>
                          <a:pt x="71" y="54"/>
                        </a:cubicBezTo>
                        <a:cubicBezTo>
                          <a:pt x="71" y="55"/>
                          <a:pt x="71" y="55"/>
                          <a:pt x="71" y="55"/>
                        </a:cubicBezTo>
                        <a:cubicBezTo>
                          <a:pt x="71" y="56"/>
                          <a:pt x="71" y="56"/>
                          <a:pt x="71" y="57"/>
                        </a:cubicBezTo>
                        <a:cubicBezTo>
                          <a:pt x="71" y="57"/>
                          <a:pt x="71" y="57"/>
                          <a:pt x="71" y="57"/>
                        </a:cubicBezTo>
                        <a:cubicBezTo>
                          <a:pt x="71" y="58"/>
                          <a:pt x="71" y="59"/>
                          <a:pt x="71" y="60"/>
                        </a:cubicBezTo>
                        <a:cubicBezTo>
                          <a:pt x="71" y="67"/>
                          <a:pt x="71" y="67"/>
                          <a:pt x="71" y="67"/>
                        </a:cubicBezTo>
                        <a:cubicBezTo>
                          <a:pt x="72" y="67"/>
                          <a:pt x="73" y="67"/>
                          <a:pt x="73" y="67"/>
                        </a:cubicBezTo>
                        <a:cubicBezTo>
                          <a:pt x="78" y="61"/>
                          <a:pt x="80" y="52"/>
                          <a:pt x="80" y="43"/>
                        </a:cubicBezTo>
                        <a:cubicBezTo>
                          <a:pt x="80" y="25"/>
                          <a:pt x="70" y="10"/>
                          <a:pt x="58" y="10"/>
                        </a:cubicBezTo>
                        <a:cubicBezTo>
                          <a:pt x="58" y="10"/>
                          <a:pt x="58" y="10"/>
                          <a:pt x="58" y="10"/>
                        </a:cubicBezTo>
                        <a:cubicBezTo>
                          <a:pt x="52" y="2"/>
                          <a:pt x="43" y="0"/>
                          <a:pt x="34" y="0"/>
                        </a:cubicBezTo>
                        <a:cubicBezTo>
                          <a:pt x="15" y="0"/>
                          <a:pt x="0" y="17"/>
                          <a:pt x="0" y="41"/>
                        </a:cubicBezTo>
                        <a:cubicBezTo>
                          <a:pt x="0" y="50"/>
                          <a:pt x="2" y="59"/>
                          <a:pt x="7" y="67"/>
                        </a:cubicBezTo>
                        <a:cubicBezTo>
                          <a:pt x="7" y="67"/>
                          <a:pt x="7" y="67"/>
                          <a:pt x="8" y="67"/>
                        </a:cubicBezTo>
                        <a:lnTo>
                          <a:pt x="8" y="60"/>
                        </a:lnTo>
                        <a:close/>
                      </a:path>
                    </a:pathLst>
                  </a:custGeom>
                  <a:solidFill>
                    <a:srgbClr val="634E37"/>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89" name="Freeform 404"/>
                  <p:cNvSpPr>
                    <a:spLocks/>
                  </p:cNvSpPr>
                  <p:nvPr/>
                </p:nvSpPr>
                <p:spPr bwMode="auto">
                  <a:xfrm flipH="1">
                    <a:off x="6793516" y="7297901"/>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0" name="Freeform 405"/>
                  <p:cNvSpPr>
                    <a:spLocks/>
                  </p:cNvSpPr>
                  <p:nvPr/>
                </p:nvSpPr>
                <p:spPr bwMode="auto">
                  <a:xfrm flipH="1">
                    <a:off x="6793516" y="729277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1" name="Freeform 406"/>
                  <p:cNvSpPr>
                    <a:spLocks/>
                  </p:cNvSpPr>
                  <p:nvPr/>
                </p:nvSpPr>
                <p:spPr bwMode="auto">
                  <a:xfrm flipH="1">
                    <a:off x="6801199" y="728253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2" name="Freeform 407"/>
                  <p:cNvSpPr>
                    <a:spLocks/>
                  </p:cNvSpPr>
                  <p:nvPr/>
                </p:nvSpPr>
                <p:spPr bwMode="auto">
                  <a:xfrm flipH="1">
                    <a:off x="6798637" y="728765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3" name="Freeform 408"/>
                  <p:cNvSpPr>
                    <a:spLocks/>
                  </p:cNvSpPr>
                  <p:nvPr/>
                </p:nvSpPr>
                <p:spPr bwMode="auto">
                  <a:xfrm flipH="1">
                    <a:off x="7031666" y="728253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4" name="Freeform 409"/>
                  <p:cNvSpPr>
                    <a:spLocks/>
                  </p:cNvSpPr>
                  <p:nvPr/>
                </p:nvSpPr>
                <p:spPr bwMode="auto">
                  <a:xfrm flipH="1">
                    <a:off x="6790956" y="7300463"/>
                    <a:ext cx="0" cy="512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5" name="Freeform 410"/>
                  <p:cNvSpPr>
                    <a:spLocks/>
                  </p:cNvSpPr>
                  <p:nvPr/>
                </p:nvSpPr>
                <p:spPr bwMode="auto">
                  <a:xfrm flipH="1">
                    <a:off x="6790956" y="7308144"/>
                    <a:ext cx="0" cy="7683"/>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1"/>
                          <a:pt x="0" y="0"/>
                          <a:pt x="0" y="0"/>
                        </a:cubicBezTo>
                        <a:cubicBezTo>
                          <a:pt x="0" y="0"/>
                          <a:pt x="0" y="1"/>
                          <a:pt x="0" y="2"/>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6" name="Freeform 411"/>
                  <p:cNvSpPr>
                    <a:spLocks/>
                  </p:cNvSpPr>
                  <p:nvPr/>
                </p:nvSpPr>
                <p:spPr bwMode="auto">
                  <a:xfrm flipH="1">
                    <a:off x="6801199" y="7279977"/>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7" name="Freeform 412"/>
                  <p:cNvSpPr>
                    <a:spLocks/>
                  </p:cNvSpPr>
                  <p:nvPr/>
                </p:nvSpPr>
                <p:spPr bwMode="auto">
                  <a:xfrm flipH="1">
                    <a:off x="7039348" y="7305584"/>
                    <a:ext cx="0" cy="256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8" name="Freeform 413"/>
                  <p:cNvSpPr>
                    <a:spLocks/>
                  </p:cNvSpPr>
                  <p:nvPr/>
                </p:nvSpPr>
                <p:spPr bwMode="auto">
                  <a:xfrm flipH="1">
                    <a:off x="7034227" y="729277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99" name="Freeform 414"/>
                  <p:cNvSpPr>
                    <a:spLocks/>
                  </p:cNvSpPr>
                  <p:nvPr/>
                </p:nvSpPr>
                <p:spPr bwMode="auto">
                  <a:xfrm flipH="1">
                    <a:off x="7034227" y="729022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0" name="Freeform 415"/>
                  <p:cNvSpPr>
                    <a:spLocks/>
                  </p:cNvSpPr>
                  <p:nvPr/>
                </p:nvSpPr>
                <p:spPr bwMode="auto">
                  <a:xfrm flipH="1">
                    <a:off x="7039348" y="730046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201" name="Freeform 416"/>
                  <p:cNvSpPr>
                    <a:spLocks/>
                  </p:cNvSpPr>
                  <p:nvPr/>
                </p:nvSpPr>
                <p:spPr bwMode="auto">
                  <a:xfrm flipH="1">
                    <a:off x="6770468" y="7269734"/>
                    <a:ext cx="289365" cy="256076"/>
                  </a:xfrm>
                  <a:custGeom>
                    <a:avLst/>
                    <a:gdLst>
                      <a:gd name="T0" fmla="*/ 77 w 81"/>
                      <a:gd name="T1" fmla="*/ 18 h 72"/>
                      <a:gd name="T2" fmla="*/ 75 w 81"/>
                      <a:gd name="T3" fmla="*/ 17 h 72"/>
                      <a:gd name="T4" fmla="*/ 75 w 81"/>
                      <a:gd name="T5" fmla="*/ 13 h 72"/>
                      <a:gd name="T6" fmla="*/ 75 w 81"/>
                      <a:gd name="T7" fmla="*/ 11 h 72"/>
                      <a:gd name="T8" fmla="*/ 75 w 81"/>
                      <a:gd name="T9" fmla="*/ 10 h 72"/>
                      <a:gd name="T10" fmla="*/ 75 w 81"/>
                      <a:gd name="T11" fmla="*/ 9 h 72"/>
                      <a:gd name="T12" fmla="*/ 74 w 81"/>
                      <a:gd name="T13" fmla="*/ 9 h 72"/>
                      <a:gd name="T14" fmla="*/ 74 w 81"/>
                      <a:gd name="T15" fmla="*/ 8 h 72"/>
                      <a:gd name="T16" fmla="*/ 74 w 81"/>
                      <a:gd name="T17" fmla="*/ 7 h 72"/>
                      <a:gd name="T18" fmla="*/ 74 w 81"/>
                      <a:gd name="T19" fmla="*/ 7 h 72"/>
                      <a:gd name="T20" fmla="*/ 73 w 81"/>
                      <a:gd name="T21" fmla="*/ 5 h 72"/>
                      <a:gd name="T22" fmla="*/ 73 w 81"/>
                      <a:gd name="T23" fmla="*/ 5 h 72"/>
                      <a:gd name="T24" fmla="*/ 72 w 81"/>
                      <a:gd name="T25" fmla="*/ 4 h 72"/>
                      <a:gd name="T26" fmla="*/ 72 w 81"/>
                      <a:gd name="T27" fmla="*/ 4 h 72"/>
                      <a:gd name="T28" fmla="*/ 72 w 81"/>
                      <a:gd name="T29" fmla="*/ 3 h 72"/>
                      <a:gd name="T30" fmla="*/ 72 w 81"/>
                      <a:gd name="T31" fmla="*/ 3 h 72"/>
                      <a:gd name="T32" fmla="*/ 65 w 81"/>
                      <a:gd name="T33" fmla="*/ 4 h 72"/>
                      <a:gd name="T34" fmla="*/ 54 w 81"/>
                      <a:gd name="T35" fmla="*/ 1 h 72"/>
                      <a:gd name="T36" fmla="*/ 33 w 81"/>
                      <a:gd name="T37" fmla="*/ 4 h 72"/>
                      <a:gd name="T38" fmla="*/ 11 w 81"/>
                      <a:gd name="T39" fmla="*/ 0 h 72"/>
                      <a:gd name="T40" fmla="*/ 8 w 81"/>
                      <a:gd name="T41" fmla="*/ 4 h 72"/>
                      <a:gd name="T42" fmla="*/ 8 w 81"/>
                      <a:gd name="T43" fmla="*/ 4 h 72"/>
                      <a:gd name="T44" fmla="*/ 7 w 81"/>
                      <a:gd name="T45" fmla="*/ 6 h 72"/>
                      <a:gd name="T46" fmla="*/ 7 w 81"/>
                      <a:gd name="T47" fmla="*/ 6 h 72"/>
                      <a:gd name="T48" fmla="*/ 7 w 81"/>
                      <a:gd name="T49" fmla="*/ 7 h 72"/>
                      <a:gd name="T50" fmla="*/ 7 w 81"/>
                      <a:gd name="T51" fmla="*/ 7 h 72"/>
                      <a:gd name="T52" fmla="*/ 6 w 81"/>
                      <a:gd name="T53" fmla="*/ 9 h 72"/>
                      <a:gd name="T54" fmla="*/ 6 w 81"/>
                      <a:gd name="T55" fmla="*/ 9 h 72"/>
                      <a:gd name="T56" fmla="*/ 6 w 81"/>
                      <a:gd name="T57" fmla="*/ 10 h 72"/>
                      <a:gd name="T58" fmla="*/ 6 w 81"/>
                      <a:gd name="T59" fmla="*/ 11 h 72"/>
                      <a:gd name="T60" fmla="*/ 6 w 81"/>
                      <a:gd name="T61" fmla="*/ 13 h 72"/>
                      <a:gd name="T62" fmla="*/ 6 w 81"/>
                      <a:gd name="T63" fmla="*/ 17 h 72"/>
                      <a:gd name="T64" fmla="*/ 5 w 81"/>
                      <a:gd name="T65" fmla="*/ 18 h 72"/>
                      <a:gd name="T66" fmla="*/ 0 w 81"/>
                      <a:gd name="T67" fmla="*/ 23 h 72"/>
                      <a:gd name="T68" fmla="*/ 0 w 81"/>
                      <a:gd name="T69" fmla="*/ 36 h 72"/>
                      <a:gd name="T70" fmla="*/ 6 w 81"/>
                      <a:gd name="T71" fmla="*/ 42 h 72"/>
                      <a:gd name="T72" fmla="*/ 6 w 81"/>
                      <a:gd name="T73" fmla="*/ 56 h 72"/>
                      <a:gd name="T74" fmla="*/ 23 w 81"/>
                      <a:gd name="T75" fmla="*/ 72 h 72"/>
                      <a:gd name="T76" fmla="*/ 58 w 81"/>
                      <a:gd name="T77" fmla="*/ 72 h 72"/>
                      <a:gd name="T78" fmla="*/ 75 w 81"/>
                      <a:gd name="T79" fmla="*/ 56 h 72"/>
                      <a:gd name="T80" fmla="*/ 75 w 81"/>
                      <a:gd name="T81" fmla="*/ 42 h 72"/>
                      <a:gd name="T82" fmla="*/ 81 w 81"/>
                      <a:gd name="T83" fmla="*/ 36 h 72"/>
                      <a:gd name="T84" fmla="*/ 81 w 81"/>
                      <a:gd name="T85" fmla="*/ 23 h 72"/>
                      <a:gd name="T86" fmla="*/ 77 w 81"/>
                      <a:gd name="T87" fmla="*/ 1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1" h="72">
                        <a:moveTo>
                          <a:pt x="77" y="18"/>
                        </a:moveTo>
                        <a:cubicBezTo>
                          <a:pt x="76" y="18"/>
                          <a:pt x="76" y="17"/>
                          <a:pt x="75" y="17"/>
                        </a:cubicBezTo>
                        <a:cubicBezTo>
                          <a:pt x="75" y="13"/>
                          <a:pt x="75" y="13"/>
                          <a:pt x="75" y="13"/>
                        </a:cubicBezTo>
                        <a:cubicBezTo>
                          <a:pt x="75" y="12"/>
                          <a:pt x="75" y="11"/>
                          <a:pt x="75" y="11"/>
                        </a:cubicBezTo>
                        <a:cubicBezTo>
                          <a:pt x="75" y="11"/>
                          <a:pt x="75" y="11"/>
                          <a:pt x="75" y="10"/>
                        </a:cubicBezTo>
                        <a:cubicBezTo>
                          <a:pt x="75" y="10"/>
                          <a:pt x="75" y="10"/>
                          <a:pt x="75" y="9"/>
                        </a:cubicBezTo>
                        <a:cubicBezTo>
                          <a:pt x="74" y="9"/>
                          <a:pt x="74" y="9"/>
                          <a:pt x="74" y="9"/>
                        </a:cubicBezTo>
                        <a:cubicBezTo>
                          <a:pt x="74" y="9"/>
                          <a:pt x="74" y="8"/>
                          <a:pt x="74" y="8"/>
                        </a:cubicBezTo>
                        <a:cubicBezTo>
                          <a:pt x="74" y="8"/>
                          <a:pt x="74" y="8"/>
                          <a:pt x="74" y="7"/>
                        </a:cubicBezTo>
                        <a:cubicBezTo>
                          <a:pt x="74" y="7"/>
                          <a:pt x="74" y="7"/>
                          <a:pt x="74" y="7"/>
                        </a:cubicBezTo>
                        <a:cubicBezTo>
                          <a:pt x="74" y="6"/>
                          <a:pt x="73" y="6"/>
                          <a:pt x="73" y="5"/>
                        </a:cubicBezTo>
                        <a:cubicBezTo>
                          <a:pt x="73" y="5"/>
                          <a:pt x="73" y="5"/>
                          <a:pt x="73" y="5"/>
                        </a:cubicBezTo>
                        <a:cubicBezTo>
                          <a:pt x="73" y="5"/>
                          <a:pt x="73" y="4"/>
                          <a:pt x="72" y="4"/>
                        </a:cubicBezTo>
                        <a:cubicBezTo>
                          <a:pt x="72" y="4"/>
                          <a:pt x="72" y="4"/>
                          <a:pt x="72" y="4"/>
                        </a:cubicBezTo>
                        <a:cubicBezTo>
                          <a:pt x="72" y="3"/>
                          <a:pt x="72" y="3"/>
                          <a:pt x="72" y="3"/>
                        </a:cubicBezTo>
                        <a:cubicBezTo>
                          <a:pt x="72" y="3"/>
                          <a:pt x="72" y="3"/>
                          <a:pt x="72" y="3"/>
                        </a:cubicBezTo>
                        <a:cubicBezTo>
                          <a:pt x="70" y="3"/>
                          <a:pt x="68" y="4"/>
                          <a:pt x="65" y="4"/>
                        </a:cubicBezTo>
                        <a:cubicBezTo>
                          <a:pt x="61" y="4"/>
                          <a:pt x="56" y="2"/>
                          <a:pt x="54" y="1"/>
                        </a:cubicBezTo>
                        <a:cubicBezTo>
                          <a:pt x="49" y="2"/>
                          <a:pt x="41" y="4"/>
                          <a:pt x="33" y="4"/>
                        </a:cubicBezTo>
                        <a:cubicBezTo>
                          <a:pt x="24" y="4"/>
                          <a:pt x="16" y="2"/>
                          <a:pt x="11" y="0"/>
                        </a:cubicBezTo>
                        <a:cubicBezTo>
                          <a:pt x="10" y="2"/>
                          <a:pt x="9" y="3"/>
                          <a:pt x="8" y="4"/>
                        </a:cubicBezTo>
                        <a:cubicBezTo>
                          <a:pt x="8" y="4"/>
                          <a:pt x="8" y="4"/>
                          <a:pt x="8" y="4"/>
                        </a:cubicBezTo>
                        <a:cubicBezTo>
                          <a:pt x="8" y="5"/>
                          <a:pt x="8" y="5"/>
                          <a:pt x="7" y="6"/>
                        </a:cubicBezTo>
                        <a:cubicBezTo>
                          <a:pt x="7" y="6"/>
                          <a:pt x="7" y="6"/>
                          <a:pt x="7" y="6"/>
                        </a:cubicBezTo>
                        <a:cubicBezTo>
                          <a:pt x="7" y="6"/>
                          <a:pt x="7" y="7"/>
                          <a:pt x="7" y="7"/>
                        </a:cubicBezTo>
                        <a:cubicBezTo>
                          <a:pt x="7" y="7"/>
                          <a:pt x="7" y="7"/>
                          <a:pt x="7" y="7"/>
                        </a:cubicBezTo>
                        <a:cubicBezTo>
                          <a:pt x="7" y="8"/>
                          <a:pt x="6" y="8"/>
                          <a:pt x="6" y="9"/>
                        </a:cubicBezTo>
                        <a:cubicBezTo>
                          <a:pt x="6" y="9"/>
                          <a:pt x="6" y="9"/>
                          <a:pt x="6" y="9"/>
                        </a:cubicBezTo>
                        <a:cubicBezTo>
                          <a:pt x="6" y="9"/>
                          <a:pt x="6" y="10"/>
                          <a:pt x="6" y="10"/>
                        </a:cubicBezTo>
                        <a:cubicBezTo>
                          <a:pt x="6" y="11"/>
                          <a:pt x="6" y="11"/>
                          <a:pt x="6" y="11"/>
                        </a:cubicBezTo>
                        <a:cubicBezTo>
                          <a:pt x="6" y="11"/>
                          <a:pt x="6" y="12"/>
                          <a:pt x="6" y="13"/>
                        </a:cubicBezTo>
                        <a:cubicBezTo>
                          <a:pt x="6" y="17"/>
                          <a:pt x="6" y="17"/>
                          <a:pt x="6" y="17"/>
                        </a:cubicBezTo>
                        <a:cubicBezTo>
                          <a:pt x="6" y="17"/>
                          <a:pt x="5" y="17"/>
                          <a:pt x="5" y="18"/>
                        </a:cubicBezTo>
                        <a:cubicBezTo>
                          <a:pt x="2" y="18"/>
                          <a:pt x="0" y="20"/>
                          <a:pt x="0" y="23"/>
                        </a:cubicBezTo>
                        <a:cubicBezTo>
                          <a:pt x="0" y="36"/>
                          <a:pt x="0" y="36"/>
                          <a:pt x="0" y="36"/>
                        </a:cubicBezTo>
                        <a:cubicBezTo>
                          <a:pt x="0" y="39"/>
                          <a:pt x="3" y="42"/>
                          <a:pt x="6" y="42"/>
                        </a:cubicBezTo>
                        <a:cubicBezTo>
                          <a:pt x="6" y="56"/>
                          <a:pt x="6" y="56"/>
                          <a:pt x="6" y="56"/>
                        </a:cubicBezTo>
                        <a:cubicBezTo>
                          <a:pt x="6" y="65"/>
                          <a:pt x="13" y="72"/>
                          <a:pt x="23" y="72"/>
                        </a:cubicBezTo>
                        <a:cubicBezTo>
                          <a:pt x="58" y="72"/>
                          <a:pt x="58" y="72"/>
                          <a:pt x="58" y="72"/>
                        </a:cubicBezTo>
                        <a:cubicBezTo>
                          <a:pt x="67" y="72"/>
                          <a:pt x="75" y="65"/>
                          <a:pt x="75" y="56"/>
                        </a:cubicBezTo>
                        <a:cubicBezTo>
                          <a:pt x="75" y="42"/>
                          <a:pt x="75" y="42"/>
                          <a:pt x="75" y="42"/>
                        </a:cubicBezTo>
                        <a:cubicBezTo>
                          <a:pt x="78" y="42"/>
                          <a:pt x="81" y="39"/>
                          <a:pt x="81" y="36"/>
                        </a:cubicBezTo>
                        <a:cubicBezTo>
                          <a:pt x="81" y="23"/>
                          <a:pt x="81" y="23"/>
                          <a:pt x="81" y="23"/>
                        </a:cubicBezTo>
                        <a:cubicBezTo>
                          <a:pt x="81" y="21"/>
                          <a:pt x="79" y="19"/>
                          <a:pt x="77" y="18"/>
                        </a:cubicBezTo>
                        <a:close/>
                      </a:path>
                    </a:pathLst>
                  </a:custGeom>
                  <a:solidFill>
                    <a:srgbClr val="E0BB8D"/>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grpSp>
          <p:sp>
            <p:nvSpPr>
              <p:cNvPr id="171" name="Freeform 399"/>
              <p:cNvSpPr>
                <a:spLocks/>
              </p:cNvSpPr>
              <p:nvPr/>
            </p:nvSpPr>
            <p:spPr bwMode="auto">
              <a:xfrm flipH="1">
                <a:off x="8554049" y="6763980"/>
                <a:ext cx="181814" cy="94749"/>
              </a:xfrm>
              <a:custGeom>
                <a:avLst/>
                <a:gdLst>
                  <a:gd name="T0" fmla="*/ 26 w 51"/>
                  <a:gd name="T1" fmla="*/ 0 h 26"/>
                  <a:gd name="T2" fmla="*/ 0 w 51"/>
                  <a:gd name="T3" fmla="*/ 26 h 26"/>
                  <a:gd name="T4" fmla="*/ 51 w 51"/>
                  <a:gd name="T5" fmla="*/ 26 h 26"/>
                  <a:gd name="T6" fmla="*/ 26 w 51"/>
                  <a:gd name="T7" fmla="*/ 0 h 26"/>
                </a:gdLst>
                <a:ahLst/>
                <a:cxnLst>
                  <a:cxn ang="0">
                    <a:pos x="T0" y="T1"/>
                  </a:cxn>
                  <a:cxn ang="0">
                    <a:pos x="T2" y="T3"/>
                  </a:cxn>
                  <a:cxn ang="0">
                    <a:pos x="T4" y="T5"/>
                  </a:cxn>
                  <a:cxn ang="0">
                    <a:pos x="T6" y="T7"/>
                  </a:cxn>
                </a:cxnLst>
                <a:rect l="0" t="0" r="r" b="b"/>
                <a:pathLst>
                  <a:path w="51" h="26">
                    <a:moveTo>
                      <a:pt x="26" y="0"/>
                    </a:moveTo>
                    <a:cubicBezTo>
                      <a:pt x="11" y="0"/>
                      <a:pt x="0" y="12"/>
                      <a:pt x="0" y="26"/>
                    </a:cubicBezTo>
                    <a:cubicBezTo>
                      <a:pt x="51" y="26"/>
                      <a:pt x="51" y="26"/>
                      <a:pt x="51" y="26"/>
                    </a:cubicBezTo>
                    <a:cubicBezTo>
                      <a:pt x="51" y="12"/>
                      <a:pt x="40" y="0"/>
                      <a:pt x="26" y="0"/>
                    </a:cubicBezTo>
                    <a:close/>
                  </a:path>
                </a:pathLst>
              </a:custGeom>
              <a:solidFill>
                <a:srgbClr val="404040">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sp>
            <p:nvSpPr>
              <p:cNvPr id="172" name="Freeform 400"/>
              <p:cNvSpPr>
                <a:spLocks/>
              </p:cNvSpPr>
              <p:nvPr/>
            </p:nvSpPr>
            <p:spPr bwMode="auto">
              <a:xfrm flipH="1">
                <a:off x="8328703" y="6763980"/>
                <a:ext cx="181814" cy="94749"/>
              </a:xfrm>
              <a:custGeom>
                <a:avLst/>
                <a:gdLst>
                  <a:gd name="T0" fmla="*/ 25 w 51"/>
                  <a:gd name="T1" fmla="*/ 0 h 26"/>
                  <a:gd name="T2" fmla="*/ 0 w 51"/>
                  <a:gd name="T3" fmla="*/ 26 h 26"/>
                  <a:gd name="T4" fmla="*/ 51 w 51"/>
                  <a:gd name="T5" fmla="*/ 26 h 26"/>
                  <a:gd name="T6" fmla="*/ 25 w 51"/>
                  <a:gd name="T7" fmla="*/ 0 h 26"/>
                </a:gdLst>
                <a:ahLst/>
                <a:cxnLst>
                  <a:cxn ang="0">
                    <a:pos x="T0" y="T1"/>
                  </a:cxn>
                  <a:cxn ang="0">
                    <a:pos x="T2" y="T3"/>
                  </a:cxn>
                  <a:cxn ang="0">
                    <a:pos x="T4" y="T5"/>
                  </a:cxn>
                  <a:cxn ang="0">
                    <a:pos x="T6" y="T7"/>
                  </a:cxn>
                </a:cxnLst>
                <a:rect l="0" t="0" r="r" b="b"/>
                <a:pathLst>
                  <a:path w="51" h="26">
                    <a:moveTo>
                      <a:pt x="25" y="0"/>
                    </a:moveTo>
                    <a:cubicBezTo>
                      <a:pt x="11" y="0"/>
                      <a:pt x="0" y="12"/>
                      <a:pt x="0" y="26"/>
                    </a:cubicBezTo>
                    <a:cubicBezTo>
                      <a:pt x="51" y="26"/>
                      <a:pt x="51" y="26"/>
                      <a:pt x="51" y="26"/>
                    </a:cubicBezTo>
                    <a:cubicBezTo>
                      <a:pt x="51" y="12"/>
                      <a:pt x="39" y="0"/>
                      <a:pt x="25" y="0"/>
                    </a:cubicBezTo>
                    <a:close/>
                  </a:path>
                </a:pathLst>
              </a:custGeom>
              <a:solidFill>
                <a:srgbClr val="404040">
                  <a:lumMod val="50000"/>
                </a:srgbClr>
              </a:solidFill>
              <a:ln>
                <a:noFill/>
              </a:ln>
            </p:spPr>
            <p:txBody>
              <a:bodyPr vert="horz" wrap="square" lIns="91440" tIns="45720" rIns="91440" bIns="45720" numCol="1" anchor="t" anchorCtr="0" compatLnSpc="1">
                <a:prstTxWarp prst="textNoShape">
                  <a:avLst/>
                </a:prstTxWarp>
              </a:bodyPr>
              <a:lstStyle/>
              <a:p>
                <a:pPr defTabSz="914400">
                  <a:defRPr/>
                </a:pPr>
                <a:endParaRPr lang="en-US" kern="0" smtClean="0">
                  <a:solidFill>
                    <a:srgbClr val="404040"/>
                  </a:solidFill>
                </a:endParaRPr>
              </a:p>
            </p:txBody>
          </p:sp>
        </p:grpSp>
      </p:grpSp>
    </p:spTree>
    <p:extLst>
      <p:ext uri="{BB962C8B-B14F-4D97-AF65-F5344CB8AC3E}">
        <p14:creationId xmlns:p14="http://schemas.microsoft.com/office/powerpoint/2010/main" val="3743107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p:txBody>
          <a:bodyPr/>
          <a:lstStyle/>
          <a:p>
            <a:r>
              <a:rPr lang="en-US" dirty="0" smtClean="0"/>
              <a:t>What is supported now?</a:t>
            </a:r>
            <a:endParaRPr lang="en-US" dirty="0"/>
          </a:p>
        </p:txBody>
      </p:sp>
      <p:sp>
        <p:nvSpPr>
          <p:cNvPr id="7" name="Text Placeholder 6"/>
          <p:cNvSpPr>
            <a:spLocks noGrp="1"/>
          </p:cNvSpPr>
          <p:nvPr>
            <p:ph type="body" sz="quarter" idx="12"/>
          </p:nvPr>
        </p:nvSpPr>
        <p:spPr/>
        <p:txBody>
          <a:bodyPr/>
          <a:lstStyle/>
          <a:p>
            <a:r>
              <a:rPr lang="en-US" smtClean="0"/>
              <a:t>3</a:t>
            </a:r>
            <a:endParaRPr lang="en-US" dirty="0"/>
          </a:p>
        </p:txBody>
      </p:sp>
    </p:spTree>
    <p:extLst>
      <p:ext uri="{BB962C8B-B14F-4D97-AF65-F5344CB8AC3E}">
        <p14:creationId xmlns:p14="http://schemas.microsoft.com/office/powerpoint/2010/main" val="60174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Supported functionality</a:t>
            </a:r>
            <a:endParaRPr lang="en-US" dirty="0"/>
          </a:p>
        </p:txBody>
      </p:sp>
      <p:sp>
        <p:nvSpPr>
          <p:cNvPr id="2" name="Text Placeholder 1"/>
          <p:cNvSpPr>
            <a:spLocks noGrp="1"/>
          </p:cNvSpPr>
          <p:nvPr>
            <p:ph type="body" sz="quarter" idx="10"/>
          </p:nvPr>
        </p:nvSpPr>
        <p:spPr/>
        <p:txBody>
          <a:bodyPr/>
          <a:lstStyle/>
          <a:p>
            <a:r>
              <a:rPr lang="en-US" dirty="0" smtClean="0"/>
              <a:t>Users</a:t>
            </a:r>
          </a:p>
          <a:p>
            <a:r>
              <a:rPr lang="en-US" dirty="0" smtClean="0"/>
              <a:t>Files</a:t>
            </a:r>
          </a:p>
          <a:p>
            <a:r>
              <a:rPr lang="en-US" dirty="0" smtClean="0"/>
              <a:t>Mail</a:t>
            </a:r>
          </a:p>
          <a:p>
            <a:r>
              <a:rPr lang="en-US" dirty="0" smtClean="0"/>
              <a:t>Calendar</a:t>
            </a:r>
          </a:p>
          <a:p>
            <a:r>
              <a:rPr lang="en-US" dirty="0" smtClean="0"/>
              <a:t>Org. Contacts</a:t>
            </a:r>
          </a:p>
          <a:p>
            <a:r>
              <a:rPr lang="en-US" dirty="0" smtClean="0"/>
              <a:t>Groups</a:t>
            </a:r>
          </a:p>
          <a:p>
            <a:r>
              <a:rPr lang="en-US" dirty="0" smtClean="0"/>
              <a:t>Office Graph</a:t>
            </a:r>
          </a:p>
        </p:txBody>
      </p:sp>
      <p:sp>
        <p:nvSpPr>
          <p:cNvPr id="5" name="Text Placeholder 4"/>
          <p:cNvSpPr>
            <a:spLocks noGrp="1"/>
          </p:cNvSpPr>
          <p:nvPr>
            <p:ph type="body" sz="quarter" idx="11"/>
          </p:nvPr>
        </p:nvSpPr>
        <p:spPr>
          <a:xfrm>
            <a:off x="6675439" y="1212849"/>
            <a:ext cx="5486399" cy="4653582"/>
          </a:xfrm>
        </p:spPr>
        <p:txBody>
          <a:bodyPr/>
          <a:lstStyle/>
          <a:p>
            <a:r>
              <a:rPr lang="en-US" dirty="0" smtClean="0"/>
              <a:t>Commercial </a:t>
            </a:r>
          </a:p>
          <a:p>
            <a:r>
              <a:rPr lang="en-US" dirty="0" smtClean="0"/>
              <a:t>OAuth2.0</a:t>
            </a:r>
          </a:p>
          <a:p>
            <a:r>
              <a:rPr lang="en-US" dirty="0" smtClean="0"/>
              <a:t>CORS</a:t>
            </a:r>
          </a:p>
          <a:p>
            <a:r>
              <a:rPr lang="en-US" dirty="0" smtClean="0"/>
              <a:t>CRUD</a:t>
            </a:r>
          </a:p>
          <a:p>
            <a:r>
              <a:rPr lang="en-US" dirty="0" smtClean="0"/>
              <a:t>OData query operations</a:t>
            </a:r>
          </a:p>
          <a:p>
            <a:r>
              <a:rPr lang="en-US" dirty="0" smtClean="0"/>
              <a:t>Actions and functions</a:t>
            </a:r>
          </a:p>
          <a:p>
            <a:r>
              <a:rPr lang="en-US" dirty="0" smtClean="0"/>
              <a:t>Client libraries </a:t>
            </a:r>
            <a:r>
              <a:rPr lang="en-US" dirty="0" err="1" smtClean="0"/>
              <a:t>.Net</a:t>
            </a:r>
            <a:r>
              <a:rPr lang="en-US" dirty="0" smtClean="0"/>
              <a:t>, Android, iOS</a:t>
            </a:r>
            <a:endParaRPr lang="en-US" dirty="0"/>
          </a:p>
        </p:txBody>
      </p:sp>
      <p:sp>
        <p:nvSpPr>
          <p:cNvPr id="6" name="Footer Placeholder 5"/>
          <p:cNvSpPr>
            <a:spLocks noGrp="1"/>
          </p:cNvSpPr>
          <p:nvPr>
            <p:ph type="ftr" sz="quarter" idx="12"/>
          </p:nvPr>
        </p:nvSpPr>
        <p:spPr/>
        <p:txBody>
          <a:bodyPr/>
          <a:lstStyle/>
          <a:p>
            <a:pPr lvl="0">
              <a:defRPr/>
            </a:pPr>
            <a:r>
              <a:rPr lang="en-US" sz="1400" b="1" dirty="0" smtClean="0">
                <a:gradFill>
                  <a:gsLst>
                    <a:gs pos="8367">
                      <a:schemeClr val="accent4"/>
                    </a:gs>
                    <a:gs pos="31000">
                      <a:schemeClr val="accent4"/>
                    </a:gs>
                  </a:gsLst>
                  <a:lin ang="5400000" scaled="0"/>
                </a:gradFill>
              </a:rPr>
              <a:t>3</a:t>
            </a:r>
            <a:r>
              <a:rPr lang="en-US" sz="1400" b="1" dirty="0" smtClean="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a:t>
            </a:r>
            <a:r>
              <a:rPr lang="en-US" sz="1400" dirty="0" smtClean="0">
                <a:gradFill>
                  <a:gsLst>
                    <a:gs pos="8367">
                      <a:srgbClr val="000000"/>
                    </a:gs>
                    <a:gs pos="31000">
                      <a:srgbClr val="000000"/>
                    </a:gs>
                  </a:gsLst>
                  <a:lin ang="5400000" scaled="0"/>
                </a:gradFill>
              </a:rPr>
              <a:t>supported now?</a:t>
            </a:r>
            <a:r>
              <a:rPr lang="en-US" sz="1400" dirty="0">
                <a:gradFill>
                  <a:gsLst>
                    <a:gs pos="8367">
                      <a:srgbClr val="000000"/>
                    </a:gs>
                    <a:gs pos="31000">
                      <a:srgbClr val="000000"/>
                    </a:gs>
                  </a:gsLst>
                  <a:lin ang="5400000" scaled="0"/>
                </a:gradFill>
              </a:rPr>
              <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33716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57600" y="3108960"/>
            <a:ext cx="2575317" cy="822960"/>
            <a:chOff x="3657600" y="3108960"/>
            <a:chExt cx="2575317" cy="822960"/>
          </a:xfrm>
        </p:grpSpPr>
        <p:cxnSp>
          <p:nvCxnSpPr>
            <p:cNvPr id="59" name="Straight Connector 58"/>
            <p:cNvCxnSpPr/>
            <p:nvPr/>
          </p:nvCxnSpPr>
          <p:spPr>
            <a:xfrm flipV="1">
              <a:off x="4057172" y="3292700"/>
              <a:ext cx="2175745" cy="2277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95" name="Group 194"/>
            <p:cNvGrpSpPr>
              <a:grpSpLocks noChangeAspect="1"/>
            </p:cNvGrpSpPr>
            <p:nvPr/>
          </p:nvGrpSpPr>
          <p:grpSpPr>
            <a:xfrm>
              <a:off x="3657600" y="3108960"/>
              <a:ext cx="822960" cy="822960"/>
              <a:chOff x="6583680" y="2400000"/>
              <a:chExt cx="822960" cy="822960"/>
            </a:xfrm>
          </p:grpSpPr>
          <p:sp>
            <p:nvSpPr>
              <p:cNvPr id="200" name="Oval 199"/>
              <p:cNvSpPr/>
              <p:nvPr/>
            </p:nvSpPr>
            <p:spPr>
              <a:xfrm>
                <a:off x="6583680" y="24000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201" name="Freeform 200"/>
              <p:cNvSpPr>
                <a:spLocks noChangeAspect="1" noEditPoints="1"/>
              </p:cNvSpPr>
              <p:nvPr/>
            </p:nvSpPr>
            <p:spPr bwMode="auto">
              <a:xfrm>
                <a:off x="6812280" y="2628600"/>
                <a:ext cx="365760" cy="365760"/>
              </a:xfrm>
              <a:custGeom>
                <a:avLst/>
                <a:gdLst>
                  <a:gd name="T0" fmla="*/ 0 w 284"/>
                  <a:gd name="T1" fmla="*/ 284 h 284"/>
                  <a:gd name="T2" fmla="*/ 284 w 284"/>
                  <a:gd name="T3" fmla="*/ 284 h 284"/>
                  <a:gd name="T4" fmla="*/ 284 w 284"/>
                  <a:gd name="T5" fmla="*/ 0 h 284"/>
                  <a:gd name="T6" fmla="*/ 0 w 284"/>
                  <a:gd name="T7" fmla="*/ 0 h 284"/>
                  <a:gd name="T8" fmla="*/ 0 w 284"/>
                  <a:gd name="T9" fmla="*/ 284 h 284"/>
                  <a:gd name="T10" fmla="*/ 19 w 284"/>
                  <a:gd name="T11" fmla="*/ 19 h 284"/>
                  <a:gd name="T12" fmla="*/ 265 w 284"/>
                  <a:gd name="T13" fmla="*/ 19 h 284"/>
                  <a:gd name="T14" fmla="*/ 265 w 284"/>
                  <a:gd name="T15" fmla="*/ 38 h 284"/>
                  <a:gd name="T16" fmla="*/ 19 w 284"/>
                  <a:gd name="T17" fmla="*/ 38 h 284"/>
                  <a:gd name="T18" fmla="*/ 19 w 284"/>
                  <a:gd name="T19" fmla="*/ 19 h 284"/>
                  <a:gd name="T20" fmla="*/ 19 w 284"/>
                  <a:gd name="T21" fmla="*/ 57 h 284"/>
                  <a:gd name="T22" fmla="*/ 265 w 284"/>
                  <a:gd name="T23" fmla="*/ 57 h 284"/>
                  <a:gd name="T24" fmla="*/ 265 w 284"/>
                  <a:gd name="T25" fmla="*/ 265 h 284"/>
                  <a:gd name="T26" fmla="*/ 19 w 284"/>
                  <a:gd name="T27" fmla="*/ 265 h 284"/>
                  <a:gd name="T28" fmla="*/ 19 w 284"/>
                  <a:gd name="T29" fmla="*/ 57 h 284"/>
                  <a:gd name="T30" fmla="*/ 133 w 284"/>
                  <a:gd name="T31" fmla="*/ 95 h 284"/>
                  <a:gd name="T32" fmla="*/ 152 w 284"/>
                  <a:gd name="T33" fmla="*/ 95 h 284"/>
                  <a:gd name="T34" fmla="*/ 152 w 284"/>
                  <a:gd name="T35" fmla="*/ 114 h 284"/>
                  <a:gd name="T36" fmla="*/ 133 w 284"/>
                  <a:gd name="T37" fmla="*/ 114 h 284"/>
                  <a:gd name="T38" fmla="*/ 133 w 284"/>
                  <a:gd name="T39" fmla="*/ 95 h 284"/>
                  <a:gd name="T40" fmla="*/ 208 w 284"/>
                  <a:gd name="T41" fmla="*/ 95 h 284"/>
                  <a:gd name="T42" fmla="*/ 227 w 284"/>
                  <a:gd name="T43" fmla="*/ 95 h 284"/>
                  <a:gd name="T44" fmla="*/ 227 w 284"/>
                  <a:gd name="T45" fmla="*/ 114 h 284"/>
                  <a:gd name="T46" fmla="*/ 208 w 284"/>
                  <a:gd name="T47" fmla="*/ 114 h 284"/>
                  <a:gd name="T48" fmla="*/ 208 w 284"/>
                  <a:gd name="T49" fmla="*/ 95 h 284"/>
                  <a:gd name="T50" fmla="*/ 208 w 284"/>
                  <a:gd name="T51" fmla="*/ 152 h 284"/>
                  <a:gd name="T52" fmla="*/ 227 w 284"/>
                  <a:gd name="T53" fmla="*/ 152 h 284"/>
                  <a:gd name="T54" fmla="*/ 227 w 284"/>
                  <a:gd name="T55" fmla="*/ 170 h 284"/>
                  <a:gd name="T56" fmla="*/ 208 w 284"/>
                  <a:gd name="T57" fmla="*/ 170 h 284"/>
                  <a:gd name="T58" fmla="*/ 208 w 284"/>
                  <a:gd name="T59" fmla="*/ 152 h 284"/>
                  <a:gd name="T60" fmla="*/ 133 w 284"/>
                  <a:gd name="T61" fmla="*/ 152 h 284"/>
                  <a:gd name="T62" fmla="*/ 152 w 284"/>
                  <a:gd name="T63" fmla="*/ 152 h 284"/>
                  <a:gd name="T64" fmla="*/ 152 w 284"/>
                  <a:gd name="T65" fmla="*/ 170 h 284"/>
                  <a:gd name="T66" fmla="*/ 133 w 284"/>
                  <a:gd name="T67" fmla="*/ 170 h 284"/>
                  <a:gd name="T68" fmla="*/ 133 w 284"/>
                  <a:gd name="T69" fmla="*/ 152 h 284"/>
                  <a:gd name="T70" fmla="*/ 57 w 284"/>
                  <a:gd name="T71" fmla="*/ 152 h 284"/>
                  <a:gd name="T72" fmla="*/ 76 w 284"/>
                  <a:gd name="T73" fmla="*/ 152 h 284"/>
                  <a:gd name="T74" fmla="*/ 76 w 284"/>
                  <a:gd name="T75" fmla="*/ 170 h 284"/>
                  <a:gd name="T76" fmla="*/ 57 w 284"/>
                  <a:gd name="T77" fmla="*/ 170 h 284"/>
                  <a:gd name="T78" fmla="*/ 57 w 284"/>
                  <a:gd name="T79" fmla="*/ 152 h 284"/>
                  <a:gd name="T80" fmla="*/ 57 w 284"/>
                  <a:gd name="T81" fmla="*/ 208 h 284"/>
                  <a:gd name="T82" fmla="*/ 76 w 284"/>
                  <a:gd name="T83" fmla="*/ 208 h 284"/>
                  <a:gd name="T84" fmla="*/ 76 w 284"/>
                  <a:gd name="T85" fmla="*/ 227 h 284"/>
                  <a:gd name="T86" fmla="*/ 57 w 284"/>
                  <a:gd name="T87" fmla="*/ 227 h 284"/>
                  <a:gd name="T88" fmla="*/ 57 w 284"/>
                  <a:gd name="T89" fmla="*/ 208 h 284"/>
                  <a:gd name="T90" fmla="*/ 133 w 284"/>
                  <a:gd name="T91" fmla="*/ 208 h 284"/>
                  <a:gd name="T92" fmla="*/ 152 w 284"/>
                  <a:gd name="T93" fmla="*/ 208 h 284"/>
                  <a:gd name="T94" fmla="*/ 152 w 284"/>
                  <a:gd name="T95" fmla="*/ 227 h 284"/>
                  <a:gd name="T96" fmla="*/ 133 w 284"/>
                  <a:gd name="T97" fmla="*/ 227 h 284"/>
                  <a:gd name="T98" fmla="*/ 133 w 284"/>
                  <a:gd name="T99" fmla="*/ 208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4" h="284">
                    <a:moveTo>
                      <a:pt x="0" y="284"/>
                    </a:moveTo>
                    <a:lnTo>
                      <a:pt x="284" y="284"/>
                    </a:lnTo>
                    <a:lnTo>
                      <a:pt x="284" y="0"/>
                    </a:lnTo>
                    <a:lnTo>
                      <a:pt x="0" y="0"/>
                    </a:lnTo>
                    <a:lnTo>
                      <a:pt x="0" y="284"/>
                    </a:lnTo>
                    <a:close/>
                    <a:moveTo>
                      <a:pt x="19" y="19"/>
                    </a:moveTo>
                    <a:lnTo>
                      <a:pt x="265" y="19"/>
                    </a:lnTo>
                    <a:lnTo>
                      <a:pt x="265" y="38"/>
                    </a:lnTo>
                    <a:lnTo>
                      <a:pt x="19" y="38"/>
                    </a:lnTo>
                    <a:lnTo>
                      <a:pt x="19" y="19"/>
                    </a:lnTo>
                    <a:close/>
                    <a:moveTo>
                      <a:pt x="19" y="57"/>
                    </a:moveTo>
                    <a:lnTo>
                      <a:pt x="265" y="57"/>
                    </a:lnTo>
                    <a:lnTo>
                      <a:pt x="265" y="265"/>
                    </a:lnTo>
                    <a:lnTo>
                      <a:pt x="19" y="265"/>
                    </a:lnTo>
                    <a:lnTo>
                      <a:pt x="19" y="57"/>
                    </a:lnTo>
                    <a:close/>
                    <a:moveTo>
                      <a:pt x="133" y="95"/>
                    </a:moveTo>
                    <a:lnTo>
                      <a:pt x="152" y="95"/>
                    </a:lnTo>
                    <a:lnTo>
                      <a:pt x="152" y="114"/>
                    </a:lnTo>
                    <a:lnTo>
                      <a:pt x="133" y="114"/>
                    </a:lnTo>
                    <a:lnTo>
                      <a:pt x="133" y="95"/>
                    </a:lnTo>
                    <a:close/>
                    <a:moveTo>
                      <a:pt x="208" y="95"/>
                    </a:moveTo>
                    <a:lnTo>
                      <a:pt x="227" y="95"/>
                    </a:lnTo>
                    <a:lnTo>
                      <a:pt x="227" y="114"/>
                    </a:lnTo>
                    <a:lnTo>
                      <a:pt x="208" y="114"/>
                    </a:lnTo>
                    <a:lnTo>
                      <a:pt x="208" y="95"/>
                    </a:lnTo>
                    <a:close/>
                    <a:moveTo>
                      <a:pt x="208" y="152"/>
                    </a:moveTo>
                    <a:lnTo>
                      <a:pt x="227" y="152"/>
                    </a:lnTo>
                    <a:lnTo>
                      <a:pt x="227" y="170"/>
                    </a:lnTo>
                    <a:lnTo>
                      <a:pt x="208" y="170"/>
                    </a:lnTo>
                    <a:lnTo>
                      <a:pt x="208" y="152"/>
                    </a:lnTo>
                    <a:close/>
                    <a:moveTo>
                      <a:pt x="133" y="152"/>
                    </a:moveTo>
                    <a:lnTo>
                      <a:pt x="152" y="152"/>
                    </a:lnTo>
                    <a:lnTo>
                      <a:pt x="152" y="170"/>
                    </a:lnTo>
                    <a:lnTo>
                      <a:pt x="133" y="170"/>
                    </a:lnTo>
                    <a:lnTo>
                      <a:pt x="133" y="152"/>
                    </a:lnTo>
                    <a:close/>
                    <a:moveTo>
                      <a:pt x="57" y="152"/>
                    </a:moveTo>
                    <a:lnTo>
                      <a:pt x="76" y="152"/>
                    </a:lnTo>
                    <a:lnTo>
                      <a:pt x="76" y="170"/>
                    </a:lnTo>
                    <a:lnTo>
                      <a:pt x="57" y="170"/>
                    </a:lnTo>
                    <a:lnTo>
                      <a:pt x="57" y="152"/>
                    </a:lnTo>
                    <a:close/>
                    <a:moveTo>
                      <a:pt x="57" y="208"/>
                    </a:moveTo>
                    <a:lnTo>
                      <a:pt x="76" y="208"/>
                    </a:lnTo>
                    <a:lnTo>
                      <a:pt x="76" y="227"/>
                    </a:lnTo>
                    <a:lnTo>
                      <a:pt x="57" y="227"/>
                    </a:lnTo>
                    <a:lnTo>
                      <a:pt x="57" y="208"/>
                    </a:lnTo>
                    <a:close/>
                    <a:moveTo>
                      <a:pt x="133" y="208"/>
                    </a:moveTo>
                    <a:lnTo>
                      <a:pt x="152" y="208"/>
                    </a:lnTo>
                    <a:lnTo>
                      <a:pt x="152" y="227"/>
                    </a:lnTo>
                    <a:lnTo>
                      <a:pt x="133" y="227"/>
                    </a:lnTo>
                    <a:lnTo>
                      <a:pt x="133" y="208"/>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grpSp>
        <p:nvGrpSpPr>
          <p:cNvPr id="233" name="Group 232"/>
          <p:cNvGrpSpPr/>
          <p:nvPr/>
        </p:nvGrpSpPr>
        <p:grpSpPr>
          <a:xfrm>
            <a:off x="6215431" y="1103495"/>
            <a:ext cx="3210309" cy="2161818"/>
            <a:chOff x="6215431" y="1103495"/>
            <a:chExt cx="3210309" cy="2161818"/>
          </a:xfrm>
        </p:grpSpPr>
        <p:cxnSp>
          <p:nvCxnSpPr>
            <p:cNvPr id="85" name="Straight Connector 84"/>
            <p:cNvCxnSpPr>
              <a:endCxn id="331" idx="2"/>
            </p:cNvCxnSpPr>
            <p:nvPr/>
          </p:nvCxnSpPr>
          <p:spPr>
            <a:xfrm flipV="1">
              <a:off x="6215431" y="1365386"/>
              <a:ext cx="1354456" cy="189992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331" idx="3"/>
            </p:cNvCxnSpPr>
            <p:nvPr/>
          </p:nvCxnSpPr>
          <p:spPr>
            <a:xfrm>
              <a:off x="8261860" y="1234441"/>
              <a:ext cx="116388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1" name="Rounded Rectangle 330"/>
            <p:cNvSpPr/>
            <p:nvPr/>
          </p:nvSpPr>
          <p:spPr>
            <a:xfrm>
              <a:off x="6877914" y="1103495"/>
              <a:ext cx="138394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Shared with me</a:t>
              </a:r>
            </a:p>
          </p:txBody>
        </p:sp>
      </p:grpSp>
      <p:grpSp>
        <p:nvGrpSpPr>
          <p:cNvPr id="232" name="Group 231"/>
          <p:cNvGrpSpPr/>
          <p:nvPr/>
        </p:nvGrpSpPr>
        <p:grpSpPr>
          <a:xfrm>
            <a:off x="2836948" y="1363798"/>
            <a:ext cx="3378483" cy="2165185"/>
            <a:chOff x="2836948" y="1363798"/>
            <a:chExt cx="3378483" cy="2165185"/>
          </a:xfrm>
        </p:grpSpPr>
        <p:cxnSp>
          <p:nvCxnSpPr>
            <p:cNvPr id="285" name="Straight Connector 284"/>
            <p:cNvCxnSpPr>
              <a:endCxn id="354" idx="2"/>
            </p:cNvCxnSpPr>
            <p:nvPr/>
          </p:nvCxnSpPr>
          <p:spPr>
            <a:xfrm flipH="1" flipV="1">
              <a:off x="4827499" y="1625689"/>
              <a:ext cx="1387932" cy="190329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endCxn id="354" idx="1"/>
            </p:cNvCxnSpPr>
            <p:nvPr/>
          </p:nvCxnSpPr>
          <p:spPr>
            <a:xfrm>
              <a:off x="2836948" y="1494744"/>
              <a:ext cx="1316610"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54" name="Rounded Rectangle 353"/>
            <p:cNvSpPr/>
            <p:nvPr/>
          </p:nvSpPr>
          <p:spPr>
            <a:xfrm>
              <a:off x="4153558" y="1363798"/>
              <a:ext cx="134788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trendingAround</a:t>
              </a:r>
            </a:p>
          </p:txBody>
        </p:sp>
      </p:grpSp>
      <p:grpSp>
        <p:nvGrpSpPr>
          <p:cNvPr id="153" name="Group 152"/>
          <p:cNvGrpSpPr>
            <a:grpSpLocks noChangeAspect="1"/>
          </p:cNvGrpSpPr>
          <p:nvPr/>
        </p:nvGrpSpPr>
        <p:grpSpPr>
          <a:xfrm>
            <a:off x="2419950" y="1083263"/>
            <a:ext cx="822960" cy="822960"/>
            <a:chOff x="2537808" y="3638324"/>
            <a:chExt cx="822960" cy="822960"/>
          </a:xfrm>
        </p:grpSpPr>
        <p:sp>
          <p:nvSpPr>
            <p:cNvPr id="16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4"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cxnSp>
        <p:nvCxnSpPr>
          <p:cNvPr id="125" name="Straight Connector 124"/>
          <p:cNvCxnSpPr/>
          <p:nvPr/>
        </p:nvCxnSpPr>
        <p:spPr>
          <a:xfrm>
            <a:off x="2719862" y="2696017"/>
            <a:ext cx="3498220" cy="58322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1" name="Rectangle 68"/>
          <p:cNvSpPr/>
          <p:nvPr/>
        </p:nvSpPr>
        <p:spPr bwMode="auto">
          <a:xfrm>
            <a:off x="6241594" y="3282702"/>
            <a:ext cx="4091443" cy="1034548"/>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411280 w 2411280"/>
              <a:gd name="connsiteY0" fmla="*/ 2589851 h 2589851"/>
              <a:gd name="connsiteX1" fmla="*/ 991584 w 2411280"/>
              <a:gd name="connsiteY1" fmla="*/ 2589851 h 2589851"/>
              <a:gd name="connsiteX2" fmla="*/ 0 w 2411280"/>
              <a:gd name="connsiteY2" fmla="*/ 0 h 2589851"/>
              <a:gd name="connsiteX0" fmla="*/ 2845768 w 2845768"/>
              <a:gd name="connsiteY0" fmla="*/ 2559685 h 2559685"/>
              <a:gd name="connsiteX1" fmla="*/ 1426072 w 2845768"/>
              <a:gd name="connsiteY1" fmla="*/ 2559685 h 2559685"/>
              <a:gd name="connsiteX2" fmla="*/ 0 w 2845768"/>
              <a:gd name="connsiteY2" fmla="*/ 0 h 2559685"/>
              <a:gd name="connsiteX0" fmla="*/ 2803990 w 2803990"/>
              <a:gd name="connsiteY0" fmla="*/ 2559685 h 2559685"/>
              <a:gd name="connsiteX1" fmla="*/ 1384294 w 2803990"/>
              <a:gd name="connsiteY1" fmla="*/ 2559685 h 2559685"/>
              <a:gd name="connsiteX2" fmla="*/ 0 w 2803990"/>
              <a:gd name="connsiteY2" fmla="*/ 0 h 2559685"/>
            </a:gdLst>
            <a:ahLst/>
            <a:cxnLst>
              <a:cxn ang="0">
                <a:pos x="connsiteX0" y="connsiteY0"/>
              </a:cxn>
              <a:cxn ang="0">
                <a:pos x="connsiteX1" y="connsiteY1"/>
              </a:cxn>
              <a:cxn ang="0">
                <a:pos x="connsiteX2" y="connsiteY2"/>
              </a:cxn>
            </a:cxnLst>
            <a:rect l="l" t="t" r="r" b="b"/>
            <a:pathLst>
              <a:path w="2803990" h="2559685">
                <a:moveTo>
                  <a:pt x="2803990" y="2559685"/>
                </a:moveTo>
                <a:lnTo>
                  <a:pt x="1384294" y="255968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cxnSp>
        <p:nvCxnSpPr>
          <p:cNvPr id="112" name="Straight Connector 111"/>
          <p:cNvCxnSpPr>
            <a:stCxn id="199" idx="36"/>
          </p:cNvCxnSpPr>
          <p:nvPr/>
        </p:nvCxnSpPr>
        <p:spPr>
          <a:xfrm flipH="1">
            <a:off x="2429292" y="2696017"/>
            <a:ext cx="281096" cy="16677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2425967" y="4359784"/>
            <a:ext cx="806428" cy="14466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43" name="Group 242"/>
          <p:cNvGrpSpPr/>
          <p:nvPr/>
        </p:nvGrpSpPr>
        <p:grpSpPr>
          <a:xfrm>
            <a:off x="3701537" y="2057989"/>
            <a:ext cx="2513894" cy="1223419"/>
            <a:chOff x="3701537" y="2057989"/>
            <a:chExt cx="2513894" cy="1223419"/>
          </a:xfrm>
        </p:grpSpPr>
        <p:cxnSp>
          <p:nvCxnSpPr>
            <p:cNvPr id="289" name="Straight Connector 288"/>
            <p:cNvCxnSpPr/>
            <p:nvPr/>
          </p:nvCxnSpPr>
          <p:spPr>
            <a:xfrm>
              <a:off x="3701537" y="2057989"/>
              <a:ext cx="2513894" cy="1223419"/>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9" name="Rounded Rectangle 318"/>
            <p:cNvSpPr/>
            <p:nvPr/>
          </p:nvSpPr>
          <p:spPr>
            <a:xfrm>
              <a:off x="4230963" y="2400228"/>
              <a:ext cx="86387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US" sz="1199" dirty="0" smtClean="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manager</a:t>
              </a:r>
              <a:endParaRPr lang="en-US"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endParaRPr>
            </a:p>
          </p:txBody>
        </p:sp>
      </p:grpSp>
      <p:grpSp>
        <p:nvGrpSpPr>
          <p:cNvPr id="242" name="Group 241"/>
          <p:cNvGrpSpPr/>
          <p:nvPr/>
        </p:nvGrpSpPr>
        <p:grpSpPr>
          <a:xfrm>
            <a:off x="2407985" y="3272276"/>
            <a:ext cx="3831006" cy="1201018"/>
            <a:chOff x="2407985" y="3272276"/>
            <a:chExt cx="3831006" cy="1201018"/>
          </a:xfrm>
        </p:grpSpPr>
        <p:sp>
          <p:nvSpPr>
            <p:cNvPr id="379" name="Rectangle 68"/>
            <p:cNvSpPr/>
            <p:nvPr/>
          </p:nvSpPr>
          <p:spPr bwMode="auto">
            <a:xfrm flipH="1">
              <a:off x="2407985" y="3272276"/>
              <a:ext cx="3831006" cy="107112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981484 w 2981484"/>
                <a:gd name="connsiteY0" fmla="*/ 2589851 h 2589851"/>
                <a:gd name="connsiteX1" fmla="*/ 1561788 w 2981484"/>
                <a:gd name="connsiteY1" fmla="*/ 2589851 h 2589851"/>
                <a:gd name="connsiteX2" fmla="*/ 0 w 2981484"/>
                <a:gd name="connsiteY2" fmla="*/ 0 h 2589851"/>
                <a:gd name="connsiteX0" fmla="*/ 3302543 w 3302543"/>
                <a:gd name="connsiteY0" fmla="*/ 2589851 h 2589851"/>
                <a:gd name="connsiteX1" fmla="*/ 1882847 w 3302543"/>
                <a:gd name="connsiteY1" fmla="*/ 2589851 h 2589851"/>
                <a:gd name="connsiteX2" fmla="*/ 0 w 3302543"/>
                <a:gd name="connsiteY2" fmla="*/ 0 h 2589851"/>
                <a:gd name="connsiteX0" fmla="*/ 3972602 w 3972602"/>
                <a:gd name="connsiteY0" fmla="*/ 2650182 h 2650182"/>
                <a:gd name="connsiteX1" fmla="*/ 2552906 w 3972602"/>
                <a:gd name="connsiteY1" fmla="*/ 2650182 h 2650182"/>
                <a:gd name="connsiteX2" fmla="*/ 0 w 3972602"/>
                <a:gd name="connsiteY2" fmla="*/ 0 h 2650182"/>
              </a:gdLst>
              <a:ahLst/>
              <a:cxnLst>
                <a:cxn ang="0">
                  <a:pos x="connsiteX0" y="connsiteY0"/>
                </a:cxn>
                <a:cxn ang="0">
                  <a:pos x="connsiteX1" y="connsiteY1"/>
                </a:cxn>
                <a:cxn ang="0">
                  <a:pos x="connsiteX2" y="connsiteY2"/>
                </a:cxn>
              </a:cxnLst>
              <a:rect l="l" t="t" r="r" b="b"/>
              <a:pathLst>
                <a:path w="3972602" h="2650182">
                  <a:moveTo>
                    <a:pt x="3972602" y="2650182"/>
                  </a:moveTo>
                  <a:lnTo>
                    <a:pt x="2552906" y="2650182"/>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21" name="Rounded Rectangle 320"/>
            <p:cNvSpPr/>
            <p:nvPr/>
          </p:nvSpPr>
          <p:spPr>
            <a:xfrm>
              <a:off x="3477364" y="4211403"/>
              <a:ext cx="99161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memberOf</a:t>
              </a:r>
            </a:p>
          </p:txBody>
        </p:sp>
      </p:grpSp>
      <p:sp>
        <p:nvSpPr>
          <p:cNvPr id="325" name="Title 1"/>
          <p:cNvSpPr txBox="1">
            <a:spLocks/>
          </p:cNvSpPr>
          <p:nvPr/>
        </p:nvSpPr>
        <p:spPr>
          <a:xfrm>
            <a:off x="9025465" y="3728187"/>
            <a:ext cx="876051"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35" name="Group 234"/>
          <p:cNvGrpSpPr/>
          <p:nvPr/>
        </p:nvGrpSpPr>
        <p:grpSpPr>
          <a:xfrm>
            <a:off x="6230672" y="2696017"/>
            <a:ext cx="3818058" cy="556037"/>
            <a:chOff x="6230672" y="2696017"/>
            <a:chExt cx="3818058" cy="556037"/>
          </a:xfrm>
        </p:grpSpPr>
        <p:cxnSp>
          <p:nvCxnSpPr>
            <p:cNvPr id="127" name="Straight Connector 126"/>
            <p:cNvCxnSpPr/>
            <p:nvPr/>
          </p:nvCxnSpPr>
          <p:spPr>
            <a:xfrm flipV="1">
              <a:off x="6230672" y="2696017"/>
              <a:ext cx="3818058" cy="556037"/>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0" name="Rounded Rectangle 319"/>
            <p:cNvSpPr/>
            <p:nvPr/>
          </p:nvSpPr>
          <p:spPr>
            <a:xfrm>
              <a:off x="7868950" y="2789534"/>
              <a:ext cx="117490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directReports</a:t>
              </a:r>
            </a:p>
          </p:txBody>
        </p:sp>
      </p:grpSp>
      <p:grpSp>
        <p:nvGrpSpPr>
          <p:cNvPr id="247" name="Group 246"/>
          <p:cNvGrpSpPr/>
          <p:nvPr/>
        </p:nvGrpSpPr>
        <p:grpSpPr>
          <a:xfrm>
            <a:off x="9248067" y="1234441"/>
            <a:ext cx="1015894" cy="1462284"/>
            <a:chOff x="9248067" y="1234441"/>
            <a:chExt cx="1015894" cy="1462284"/>
          </a:xfrm>
        </p:grpSpPr>
        <p:cxnSp>
          <p:nvCxnSpPr>
            <p:cNvPr id="94" name="Straight Connector 93"/>
            <p:cNvCxnSpPr/>
            <p:nvPr/>
          </p:nvCxnSpPr>
          <p:spPr>
            <a:xfrm>
              <a:off x="9412705" y="1234441"/>
              <a:ext cx="636025" cy="146228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8" name="Rounded Rectangle 337"/>
            <p:cNvSpPr/>
            <p:nvPr/>
          </p:nvSpPr>
          <p:spPr>
            <a:xfrm>
              <a:off x="9248067" y="1768005"/>
              <a:ext cx="1015894"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sp>
        <p:nvSpPr>
          <p:cNvPr id="342" name="Title 1"/>
          <p:cNvSpPr txBox="1">
            <a:spLocks/>
          </p:cNvSpPr>
          <p:nvPr/>
        </p:nvSpPr>
        <p:spPr>
          <a:xfrm>
            <a:off x="274638" y="1942799"/>
            <a:ext cx="200017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CONVERSATIONS</a:t>
            </a:r>
          </a:p>
        </p:txBody>
      </p:sp>
      <p:grpSp>
        <p:nvGrpSpPr>
          <p:cNvPr id="240" name="Group 239"/>
          <p:cNvGrpSpPr/>
          <p:nvPr/>
        </p:nvGrpSpPr>
        <p:grpSpPr>
          <a:xfrm>
            <a:off x="3244266" y="3269689"/>
            <a:ext cx="2989203" cy="2655278"/>
            <a:chOff x="3244266" y="3269689"/>
            <a:chExt cx="2989203" cy="2655278"/>
          </a:xfrm>
        </p:grpSpPr>
        <p:sp>
          <p:nvSpPr>
            <p:cNvPr id="280" name="Rectangle 68"/>
            <p:cNvSpPr/>
            <p:nvPr/>
          </p:nvSpPr>
          <p:spPr bwMode="auto">
            <a:xfrm flipH="1">
              <a:off x="3244266" y="3269689"/>
              <a:ext cx="2989203" cy="2536749"/>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 name="connsiteX0" fmla="*/ 2708342 w 2708342"/>
                <a:gd name="connsiteY0" fmla="*/ 3208755 h 3208755"/>
                <a:gd name="connsiteX1" fmla="*/ 1288646 w 2708342"/>
                <a:gd name="connsiteY1" fmla="*/ 3208755 h 3208755"/>
                <a:gd name="connsiteX2" fmla="*/ 0 w 2708342"/>
                <a:gd name="connsiteY2" fmla="*/ 0 h 3208755"/>
                <a:gd name="connsiteX0" fmla="*/ 2675335 w 2675335"/>
                <a:gd name="connsiteY0" fmla="*/ 3208755 h 3208755"/>
                <a:gd name="connsiteX1" fmla="*/ 1255639 w 2675335"/>
                <a:gd name="connsiteY1" fmla="*/ 3208755 h 3208755"/>
                <a:gd name="connsiteX2" fmla="*/ 0 w 2675335"/>
                <a:gd name="connsiteY2" fmla="*/ 0 h 3208755"/>
                <a:gd name="connsiteX0" fmla="*/ 2686337 w 2686337"/>
                <a:gd name="connsiteY0" fmla="*/ 3193333 h 3193333"/>
                <a:gd name="connsiteX1" fmla="*/ 1266641 w 2686337"/>
                <a:gd name="connsiteY1" fmla="*/ 3193333 h 3193333"/>
                <a:gd name="connsiteX2" fmla="*/ 0 w 2686337"/>
                <a:gd name="connsiteY2" fmla="*/ 0 h 3193333"/>
                <a:gd name="connsiteX0" fmla="*/ 2314067 w 2314067"/>
                <a:gd name="connsiteY0" fmla="*/ 3147068 h 3147068"/>
                <a:gd name="connsiteX1" fmla="*/ 894371 w 2314067"/>
                <a:gd name="connsiteY1" fmla="*/ 3147068 h 3147068"/>
                <a:gd name="connsiteX2" fmla="*/ 0 w 2314067"/>
                <a:gd name="connsiteY2" fmla="*/ 0 h 3147068"/>
                <a:gd name="connsiteX0" fmla="*/ 2163574 w 2163574"/>
                <a:gd name="connsiteY0" fmla="*/ 3208755 h 3208755"/>
                <a:gd name="connsiteX1" fmla="*/ 743878 w 2163574"/>
                <a:gd name="connsiteY1" fmla="*/ 3208755 h 3208755"/>
                <a:gd name="connsiteX2" fmla="*/ 0 w 2163574"/>
                <a:gd name="connsiteY2" fmla="*/ 0 h 3208755"/>
                <a:gd name="connsiteX0" fmla="*/ 1963375 w 1963375"/>
                <a:gd name="connsiteY0" fmla="*/ 3208755 h 3208755"/>
                <a:gd name="connsiteX1" fmla="*/ 543679 w 1963375"/>
                <a:gd name="connsiteY1" fmla="*/ 3208755 h 3208755"/>
                <a:gd name="connsiteX2" fmla="*/ 0 w 1963375"/>
                <a:gd name="connsiteY2" fmla="*/ 0 h 3208755"/>
              </a:gdLst>
              <a:ahLst/>
              <a:cxnLst>
                <a:cxn ang="0">
                  <a:pos x="connsiteX0" y="connsiteY0"/>
                </a:cxn>
                <a:cxn ang="0">
                  <a:pos x="connsiteX1" y="connsiteY1"/>
                </a:cxn>
                <a:cxn ang="0">
                  <a:pos x="connsiteX2" y="connsiteY2"/>
                </a:cxn>
              </a:cxnLst>
              <a:rect l="l" t="t" r="r" b="b"/>
              <a:pathLst>
                <a:path w="1963375" h="3208755">
                  <a:moveTo>
                    <a:pt x="1963375" y="3208755"/>
                  </a:moveTo>
                  <a:lnTo>
                    <a:pt x="543679" y="3208755"/>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3" name="Rounded Rectangle 342"/>
            <p:cNvSpPr/>
            <p:nvPr/>
          </p:nvSpPr>
          <p:spPr>
            <a:xfrm>
              <a:off x="4944604" y="5663076"/>
              <a:ext cx="90787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createdBy</a:t>
              </a:r>
            </a:p>
          </p:txBody>
        </p:sp>
      </p:grpSp>
      <p:sp>
        <p:nvSpPr>
          <p:cNvPr id="327" name="Title 1"/>
          <p:cNvSpPr txBox="1">
            <a:spLocks/>
          </p:cNvSpPr>
          <p:nvPr/>
        </p:nvSpPr>
        <p:spPr>
          <a:xfrm>
            <a:off x="2708184" y="2928290"/>
            <a:ext cx="1350192" cy="361341"/>
          </a:xfrm>
          <a:prstGeom prst="rect">
            <a:avLst/>
          </a:prstGeom>
        </p:spPr>
        <p:txBody>
          <a:bodyPr vert="horz" wrap="none" lIns="146304" tIns="91440" rIns="146304" bIns="91440" rtlCol="0" anchor="ctr"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EVENTS</a:t>
            </a:r>
          </a:p>
        </p:txBody>
      </p:sp>
      <p:grpSp>
        <p:nvGrpSpPr>
          <p:cNvPr id="250" name="Group 249"/>
          <p:cNvGrpSpPr/>
          <p:nvPr/>
        </p:nvGrpSpPr>
        <p:grpSpPr>
          <a:xfrm>
            <a:off x="10019038" y="1488653"/>
            <a:ext cx="1470838" cy="1208072"/>
            <a:chOff x="10019038" y="1488653"/>
            <a:chExt cx="1470838" cy="1208072"/>
          </a:xfrm>
        </p:grpSpPr>
        <p:cxnSp>
          <p:nvCxnSpPr>
            <p:cNvPr id="134" name="Straight Connector 133"/>
            <p:cNvCxnSpPr/>
            <p:nvPr/>
          </p:nvCxnSpPr>
          <p:spPr>
            <a:xfrm flipH="1">
              <a:off x="10019038" y="1488653"/>
              <a:ext cx="1470838" cy="1208072"/>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1" name="Rounded Rectangle 370"/>
            <p:cNvSpPr/>
            <p:nvPr/>
          </p:nvSpPr>
          <p:spPr>
            <a:xfrm>
              <a:off x="10435142" y="2057989"/>
              <a:ext cx="682780"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public</a:t>
              </a:r>
            </a:p>
          </p:txBody>
        </p:sp>
      </p:grpSp>
      <p:grpSp>
        <p:nvGrpSpPr>
          <p:cNvPr id="254" name="Group 253"/>
          <p:cNvGrpSpPr/>
          <p:nvPr/>
        </p:nvGrpSpPr>
        <p:grpSpPr>
          <a:xfrm>
            <a:off x="9654521" y="2696725"/>
            <a:ext cx="1044227" cy="1649895"/>
            <a:chOff x="9654521" y="2696725"/>
            <a:chExt cx="1044227" cy="1649895"/>
          </a:xfrm>
        </p:grpSpPr>
        <p:cxnSp>
          <p:nvCxnSpPr>
            <p:cNvPr id="282" name="Straight Connector 281"/>
            <p:cNvCxnSpPr/>
            <p:nvPr/>
          </p:nvCxnSpPr>
          <p:spPr>
            <a:xfrm>
              <a:off x="10050878" y="2696725"/>
              <a:ext cx="291751" cy="1649895"/>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2" name="Rounded Rectangle 371"/>
            <p:cNvSpPr/>
            <p:nvPr/>
          </p:nvSpPr>
          <p:spPr>
            <a:xfrm>
              <a:off x="9654521" y="3418249"/>
              <a:ext cx="1044227"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modifiedBy</a:t>
              </a:r>
            </a:p>
          </p:txBody>
        </p:sp>
      </p:grpSp>
      <p:grpSp>
        <p:nvGrpSpPr>
          <p:cNvPr id="253" name="Group 252"/>
          <p:cNvGrpSpPr/>
          <p:nvPr/>
        </p:nvGrpSpPr>
        <p:grpSpPr>
          <a:xfrm>
            <a:off x="10022004" y="2685419"/>
            <a:ext cx="1750309" cy="1107343"/>
            <a:chOff x="10022004" y="2685419"/>
            <a:chExt cx="1750309" cy="1107343"/>
          </a:xfrm>
        </p:grpSpPr>
        <p:cxnSp>
          <p:nvCxnSpPr>
            <p:cNvPr id="135" name="Straight Connector 134"/>
            <p:cNvCxnSpPr/>
            <p:nvPr/>
          </p:nvCxnSpPr>
          <p:spPr>
            <a:xfrm>
              <a:off x="10022004" y="2685419"/>
              <a:ext cx="1523262" cy="1107343"/>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37" name="Rounded Rectangle 136"/>
            <p:cNvSpPr/>
            <p:nvPr/>
          </p:nvSpPr>
          <p:spPr>
            <a:xfrm>
              <a:off x="10424431" y="3040067"/>
              <a:ext cx="1347882"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trendingAround</a:t>
              </a:r>
            </a:p>
          </p:txBody>
        </p:sp>
      </p:grpSp>
      <p:sp>
        <p:nvSpPr>
          <p:cNvPr id="11" name="Title 10"/>
          <p:cNvSpPr>
            <a:spLocks noGrp="1"/>
          </p:cNvSpPr>
          <p:nvPr>
            <p:ph type="title"/>
          </p:nvPr>
        </p:nvSpPr>
        <p:spPr/>
        <p:txBody>
          <a:bodyPr/>
          <a:lstStyle/>
          <a:p>
            <a:r>
              <a:rPr lang="en-US" dirty="0" smtClean="0"/>
              <a:t>API</a:t>
            </a:r>
            <a:endParaRPr lang="en-US" dirty="0"/>
          </a:p>
        </p:txBody>
      </p:sp>
      <p:grpSp>
        <p:nvGrpSpPr>
          <p:cNvPr id="236" name="Group 235"/>
          <p:cNvGrpSpPr/>
          <p:nvPr/>
        </p:nvGrpSpPr>
        <p:grpSpPr>
          <a:xfrm>
            <a:off x="6218237" y="3279246"/>
            <a:ext cx="2766865" cy="858089"/>
            <a:chOff x="6218237" y="3279246"/>
            <a:chExt cx="2766865" cy="858089"/>
          </a:xfrm>
        </p:grpSpPr>
        <p:cxnSp>
          <p:nvCxnSpPr>
            <p:cNvPr id="287" name="Straight Connector 286"/>
            <p:cNvCxnSpPr/>
            <p:nvPr/>
          </p:nvCxnSpPr>
          <p:spPr>
            <a:xfrm>
              <a:off x="6218237" y="3279246"/>
              <a:ext cx="2342906" cy="47204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5" name="Group 154"/>
            <p:cNvGrpSpPr>
              <a:grpSpLocks noChangeAspect="1"/>
            </p:cNvGrpSpPr>
            <p:nvPr/>
          </p:nvGrpSpPr>
          <p:grpSpPr>
            <a:xfrm>
              <a:off x="8162142" y="3314375"/>
              <a:ext cx="822960" cy="822960"/>
              <a:chOff x="3410463" y="2759251"/>
              <a:chExt cx="822960" cy="822960"/>
            </a:xfrm>
          </p:grpSpPr>
          <p:sp>
            <p:nvSpPr>
              <p:cNvPr id="159"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0" name="Picture 7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grpSp>
        <p:nvGrpSpPr>
          <p:cNvPr id="239" name="Group 238"/>
          <p:cNvGrpSpPr/>
          <p:nvPr/>
        </p:nvGrpSpPr>
        <p:grpSpPr>
          <a:xfrm>
            <a:off x="6126789" y="3265313"/>
            <a:ext cx="822960" cy="2948188"/>
            <a:chOff x="6126789" y="3265313"/>
            <a:chExt cx="822960" cy="2948188"/>
          </a:xfrm>
        </p:grpSpPr>
        <p:cxnSp>
          <p:nvCxnSpPr>
            <p:cNvPr id="52" name="Straight Connector 51"/>
            <p:cNvCxnSpPr/>
            <p:nvPr/>
          </p:nvCxnSpPr>
          <p:spPr>
            <a:xfrm flipH="1" flipV="1">
              <a:off x="6218237" y="3265313"/>
              <a:ext cx="320032" cy="2193191"/>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6126789" y="5029200"/>
              <a:ext cx="822960" cy="1184301"/>
              <a:chOff x="5709615" y="5029200"/>
              <a:chExt cx="822960" cy="1184301"/>
            </a:xfrm>
          </p:grpSpPr>
          <p:sp>
            <p:nvSpPr>
              <p:cNvPr id="326" name="Title 1"/>
              <p:cNvSpPr txBox="1">
                <a:spLocks/>
              </p:cNvSpPr>
              <p:nvPr/>
            </p:nvSpPr>
            <p:spPr>
              <a:xfrm>
                <a:off x="5709615"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MESSAGES</a:t>
                </a:r>
              </a:p>
            </p:txBody>
          </p:sp>
          <p:grpSp>
            <p:nvGrpSpPr>
              <p:cNvPr id="217" name="Group 216"/>
              <p:cNvGrpSpPr>
                <a:grpSpLocks noChangeAspect="1"/>
              </p:cNvGrpSpPr>
              <p:nvPr/>
            </p:nvGrpSpPr>
            <p:grpSpPr>
              <a:xfrm>
                <a:off x="5709615" y="5029200"/>
                <a:ext cx="822960" cy="822960"/>
                <a:chOff x="5082065" y="2742662"/>
                <a:chExt cx="822960" cy="822960"/>
              </a:xfrm>
            </p:grpSpPr>
            <p:sp>
              <p:nvSpPr>
                <p:cNvPr id="21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9" name="Picture 8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grpSp>
        <p:nvGrpSpPr>
          <p:cNvPr id="237" name="Group 236"/>
          <p:cNvGrpSpPr/>
          <p:nvPr/>
        </p:nvGrpSpPr>
        <p:grpSpPr>
          <a:xfrm>
            <a:off x="6232917" y="3252054"/>
            <a:ext cx="2763684" cy="2325786"/>
            <a:chOff x="6232917" y="3252054"/>
            <a:chExt cx="2763684" cy="2325786"/>
          </a:xfrm>
        </p:grpSpPr>
        <p:cxnSp>
          <p:nvCxnSpPr>
            <p:cNvPr id="61" name="Straight Connector 60"/>
            <p:cNvCxnSpPr/>
            <p:nvPr/>
          </p:nvCxnSpPr>
          <p:spPr>
            <a:xfrm>
              <a:off x="6232917" y="3252054"/>
              <a:ext cx="2335348" cy="191430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8173641" y="4434840"/>
              <a:ext cx="822960" cy="1143000"/>
              <a:chOff x="7930458" y="4434840"/>
              <a:chExt cx="822960" cy="1143000"/>
            </a:xfrm>
          </p:grpSpPr>
          <p:sp>
            <p:nvSpPr>
              <p:cNvPr id="328" name="Title 1"/>
              <p:cNvSpPr txBox="1">
                <a:spLocks/>
              </p:cNvSpPr>
              <p:nvPr/>
            </p:nvSpPr>
            <p:spPr>
              <a:xfrm>
                <a:off x="7930458" y="4434840"/>
                <a:ext cx="82296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TASKS</a:t>
                </a:r>
              </a:p>
            </p:txBody>
          </p:sp>
          <p:grpSp>
            <p:nvGrpSpPr>
              <p:cNvPr id="13" name="Group 12"/>
              <p:cNvGrpSpPr>
                <a:grpSpLocks noChangeAspect="1"/>
              </p:cNvGrpSpPr>
              <p:nvPr/>
            </p:nvGrpSpPr>
            <p:grpSpPr>
              <a:xfrm>
                <a:off x="7930458" y="4754880"/>
                <a:ext cx="822960" cy="822960"/>
                <a:chOff x="10812376" y="-1106624"/>
                <a:chExt cx="822960" cy="822960"/>
              </a:xfrm>
            </p:grpSpPr>
            <p:sp>
              <p:nvSpPr>
                <p:cNvPr id="223" name="Oval 222"/>
                <p:cNvSpPr/>
                <p:nvPr/>
              </p:nvSpPr>
              <p:spPr>
                <a:xfrm>
                  <a:off x="10812376" y="-11066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220" name="Group 219"/>
                <p:cNvGrpSpPr>
                  <a:grpSpLocks noChangeAspect="1"/>
                </p:cNvGrpSpPr>
                <p:nvPr/>
              </p:nvGrpSpPr>
              <p:grpSpPr>
                <a:xfrm>
                  <a:off x="11068556" y="-913076"/>
                  <a:ext cx="310601" cy="411480"/>
                  <a:chOff x="8387227" y="3866713"/>
                  <a:chExt cx="1303459" cy="1726804"/>
                </a:xfrm>
                <a:solidFill>
                  <a:srgbClr val="FF8C00"/>
                </a:solidFill>
              </p:grpSpPr>
              <p:sp>
                <p:nvSpPr>
                  <p:cNvPr id="221" name="Freeform 137"/>
                  <p:cNvSpPr>
                    <a:spLocks noChangeAspect="1" noEditPoints="1"/>
                  </p:cNvSpPr>
                  <p:nvPr/>
                </p:nvSpPr>
                <p:spPr bwMode="auto">
                  <a:xfrm>
                    <a:off x="8387227" y="3866713"/>
                    <a:ext cx="1303459" cy="1726804"/>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2" name="Freeform 221"/>
                  <p:cNvSpPr>
                    <a:spLocks/>
                  </p:cNvSpPr>
                  <p:nvPr/>
                </p:nvSpPr>
                <p:spPr bwMode="auto">
                  <a:xfrm>
                    <a:off x="8662203" y="4646138"/>
                    <a:ext cx="753506" cy="532388"/>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grp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grpSp>
        <p:nvGrpSpPr>
          <p:cNvPr id="180" name="Group 179"/>
          <p:cNvGrpSpPr>
            <a:grpSpLocks noChangeAspect="1"/>
          </p:cNvGrpSpPr>
          <p:nvPr/>
        </p:nvGrpSpPr>
        <p:grpSpPr>
          <a:xfrm>
            <a:off x="9637520" y="2278201"/>
            <a:ext cx="822960" cy="822960"/>
            <a:chOff x="9296150" y="3766318"/>
            <a:chExt cx="822960" cy="822960"/>
          </a:xfrm>
        </p:grpSpPr>
        <p:sp>
          <p:nvSpPr>
            <p:cNvPr id="190" name="Oval 189"/>
            <p:cNvSpPr/>
            <p:nvPr/>
          </p:nvSpPr>
          <p:spPr>
            <a:xfrm>
              <a:off x="9296150"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91" name="Picture 190"/>
            <p:cNvPicPr>
              <a:picLocks noChangeAspect="1"/>
            </p:cNvPicPr>
            <p:nvPr/>
          </p:nvPicPr>
          <p:blipFill rotWithShape="1">
            <a:blip r:embed="rId6">
              <a:extLst>
                <a:ext uri="{28A0092B-C50C-407E-A947-70E740481C1C}">
                  <a14:useLocalDpi xmlns:a14="http://schemas.microsoft.com/office/drawing/2010/main" val="0"/>
                </a:ext>
              </a:extLst>
            </a:blip>
            <a:srcRect l="8820" t="16010" r="28429" b="42156"/>
            <a:stretch/>
          </p:blipFill>
          <p:spPr>
            <a:xfrm>
              <a:off x="9341866" y="3812038"/>
              <a:ext cx="731528" cy="731520"/>
            </a:xfrm>
            <a:prstGeom prst="ellipse">
              <a:avLst/>
            </a:prstGeom>
          </p:spPr>
        </p:pic>
      </p:grpSp>
      <p:grpSp>
        <p:nvGrpSpPr>
          <p:cNvPr id="241" name="Group 240"/>
          <p:cNvGrpSpPr/>
          <p:nvPr/>
        </p:nvGrpSpPr>
        <p:grpSpPr>
          <a:xfrm>
            <a:off x="4023692" y="3268154"/>
            <a:ext cx="2197351" cy="2390745"/>
            <a:chOff x="4023692" y="3268154"/>
            <a:chExt cx="2197351" cy="2390745"/>
          </a:xfrm>
        </p:grpSpPr>
        <p:cxnSp>
          <p:nvCxnSpPr>
            <p:cNvPr id="63" name="Straight Connector 62"/>
            <p:cNvCxnSpPr/>
            <p:nvPr/>
          </p:nvCxnSpPr>
          <p:spPr>
            <a:xfrm flipV="1">
              <a:off x="4438592" y="3268154"/>
              <a:ext cx="1782451" cy="199286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0" name="Rounded Rectangle 329"/>
            <p:cNvSpPr/>
            <p:nvPr/>
          </p:nvSpPr>
          <p:spPr>
            <a:xfrm>
              <a:off x="4572335" y="4320213"/>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82" name="Group 181"/>
            <p:cNvGrpSpPr>
              <a:grpSpLocks noChangeAspect="1"/>
            </p:cNvGrpSpPr>
            <p:nvPr/>
          </p:nvGrpSpPr>
          <p:grpSpPr>
            <a:xfrm>
              <a:off x="4023692" y="4835939"/>
              <a:ext cx="822960" cy="822960"/>
              <a:chOff x="9296150" y="2600178"/>
              <a:chExt cx="822960" cy="822960"/>
            </a:xfrm>
          </p:grpSpPr>
          <p:sp>
            <p:nvSpPr>
              <p:cNvPr id="186" name="Oval 185"/>
              <p:cNvSpPr/>
              <p:nvPr/>
            </p:nvSpPr>
            <p:spPr>
              <a:xfrm>
                <a:off x="9296150"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7" name="Oval 186"/>
              <p:cNvSpPr>
                <a:spLocks noChangeAspect="1"/>
              </p:cNvSpPr>
              <p:nvPr/>
            </p:nvSpPr>
            <p:spPr>
              <a:xfrm>
                <a:off x="9341870" y="2645898"/>
                <a:ext cx="731520" cy="731520"/>
              </a:xfrm>
              <a:prstGeom prst="ellipse">
                <a:avLst/>
              </a:prstGeom>
              <a:blipFill>
                <a:blip r:embed="rId7"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234" name="Group 233"/>
          <p:cNvGrpSpPr/>
          <p:nvPr/>
        </p:nvGrpSpPr>
        <p:grpSpPr>
          <a:xfrm>
            <a:off x="6211873" y="1442933"/>
            <a:ext cx="2784728" cy="1826275"/>
            <a:chOff x="6211873" y="1442933"/>
            <a:chExt cx="2784728" cy="1826275"/>
          </a:xfrm>
        </p:grpSpPr>
        <p:cxnSp>
          <p:nvCxnSpPr>
            <p:cNvPr id="288" name="Straight Connector 287"/>
            <p:cNvCxnSpPr/>
            <p:nvPr/>
          </p:nvCxnSpPr>
          <p:spPr>
            <a:xfrm flipV="1">
              <a:off x="6211873" y="1875712"/>
              <a:ext cx="2349270" cy="1393496"/>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44" name="Rounded Rectangle 343"/>
            <p:cNvSpPr/>
            <p:nvPr/>
          </p:nvSpPr>
          <p:spPr>
            <a:xfrm>
              <a:off x="7132627" y="2229542"/>
              <a:ext cx="1133856" cy="261891"/>
            </a:xfrm>
            <a:prstGeom prst="roundRect">
              <a:avLst/>
            </a:prstGeom>
            <a:solidFill>
              <a:srgbClr val="FFFFFF"/>
            </a:solidFill>
            <a:ln w="2222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defRPr/>
              </a:pPr>
              <a:r>
                <a:rPr lang="en-GB" sz="1199" dirty="0">
                  <a:gradFill>
                    <a:gsLst>
                      <a:gs pos="100000">
                        <a:srgbClr val="797A7D"/>
                      </a:gs>
                      <a:gs pos="0">
                        <a:srgbClr val="797A7D"/>
                      </a:gs>
                    </a:gsLst>
                    <a:lin ang="5400000" scaled="1"/>
                  </a:gradFill>
                  <a:latin typeface="Segoe UI Semibold" panose="020B0702040204020203" pitchFamily="34" charset="0"/>
                  <a:cs typeface="Segoe UI Semibold" panose="020B0702040204020203" pitchFamily="34" charset="0"/>
                </a:rPr>
                <a:t>workingWith</a:t>
              </a:r>
            </a:p>
          </p:txBody>
        </p:sp>
        <p:grpSp>
          <p:nvGrpSpPr>
            <p:cNvPr id="183" name="Group 182"/>
            <p:cNvGrpSpPr>
              <a:grpSpLocks noChangeAspect="1"/>
            </p:cNvGrpSpPr>
            <p:nvPr/>
          </p:nvGrpSpPr>
          <p:grpSpPr>
            <a:xfrm>
              <a:off x="8173641" y="1442933"/>
              <a:ext cx="822960" cy="822960"/>
              <a:chOff x="8216218" y="2600178"/>
              <a:chExt cx="822960" cy="822960"/>
            </a:xfrm>
          </p:grpSpPr>
          <p:sp>
            <p:nvSpPr>
              <p:cNvPr id="184" name="Oval 183"/>
              <p:cNvSpPr/>
              <p:nvPr/>
            </p:nvSpPr>
            <p:spPr>
              <a:xfrm>
                <a:off x="8216218" y="260017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5" name="Oval 184"/>
              <p:cNvSpPr>
                <a:spLocks noChangeAspect="1"/>
              </p:cNvSpPr>
              <p:nvPr/>
            </p:nvSpPr>
            <p:spPr>
              <a:xfrm>
                <a:off x="8261938" y="2645898"/>
                <a:ext cx="731520" cy="731520"/>
              </a:xfrm>
              <a:prstGeom prst="ellipse">
                <a:avLst/>
              </a:prstGeom>
              <a:blipFill>
                <a:blip r:embed="rId8" cstate="print">
                  <a:extLst>
                    <a:ext uri="{28A0092B-C50C-407E-A947-70E740481C1C}">
                      <a14:useLocalDpi xmlns:a14="http://schemas.microsoft.com/office/drawing/2010/main" val="0"/>
                    </a:ext>
                  </a:extLst>
                </a:blip>
                <a:srcRect/>
                <a:stretch>
                  <a:fillRect t="-25000" b="-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81" name="Group 180"/>
          <p:cNvGrpSpPr>
            <a:grpSpLocks noChangeAspect="1"/>
          </p:cNvGrpSpPr>
          <p:nvPr/>
        </p:nvGrpSpPr>
        <p:grpSpPr>
          <a:xfrm>
            <a:off x="3292189" y="1668473"/>
            <a:ext cx="822960" cy="822960"/>
            <a:chOff x="8216218" y="3766318"/>
            <a:chExt cx="822960" cy="822960"/>
          </a:xfrm>
        </p:grpSpPr>
        <p:sp>
          <p:nvSpPr>
            <p:cNvPr id="188" name="Oval 187"/>
            <p:cNvSpPr/>
            <p:nvPr/>
          </p:nvSpPr>
          <p:spPr>
            <a:xfrm>
              <a:off x="8216218" y="3766318"/>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89" name="Oval 188"/>
            <p:cNvSpPr>
              <a:spLocks noChangeAspect="1"/>
            </p:cNvSpPr>
            <p:nvPr/>
          </p:nvSpPr>
          <p:spPr>
            <a:xfrm>
              <a:off x="8261938" y="3812038"/>
              <a:ext cx="731520" cy="731520"/>
            </a:xfrm>
            <a:prstGeom prst="ellipse">
              <a:avLst/>
            </a:prstGeom>
            <a:blipFill>
              <a:blip r:embed="rId9" cstate="print">
                <a:extLst>
                  <a:ext uri="{28A0092B-C50C-407E-A947-70E740481C1C}">
                    <a14:useLocalDpi xmlns:a14="http://schemas.microsoft.com/office/drawing/2010/main" val="0"/>
                  </a:ext>
                </a:extLst>
              </a:blip>
              <a:srcRect/>
              <a:stretch>
                <a:fillRect l="-25000" r="-25000"/>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196" name="Group 195"/>
          <p:cNvGrpSpPr>
            <a:grpSpLocks noChangeAspect="1"/>
          </p:cNvGrpSpPr>
          <p:nvPr/>
        </p:nvGrpSpPr>
        <p:grpSpPr>
          <a:xfrm>
            <a:off x="2286000" y="2286000"/>
            <a:ext cx="822960" cy="822960"/>
            <a:chOff x="6583680" y="3314400"/>
            <a:chExt cx="822960" cy="822960"/>
          </a:xfrm>
        </p:grpSpPr>
        <p:sp>
          <p:nvSpPr>
            <p:cNvPr id="198" name="Oval 197"/>
            <p:cNvSpPr/>
            <p:nvPr/>
          </p:nvSpPr>
          <p:spPr>
            <a:xfrm>
              <a:off x="6583680" y="3314400"/>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99" name="Freeform 128"/>
            <p:cNvSpPr>
              <a:spLocks noChangeAspect="1" noEditPoints="1"/>
            </p:cNvSpPr>
            <p:nvPr/>
          </p:nvSpPr>
          <p:spPr bwMode="auto">
            <a:xfrm>
              <a:off x="6804408" y="3543000"/>
              <a:ext cx="381504" cy="365760"/>
            </a:xfrm>
            <a:custGeom>
              <a:avLst/>
              <a:gdLst>
                <a:gd name="T0" fmla="*/ 127 w 133"/>
                <a:gd name="T1" fmla="*/ 64 h 125"/>
                <a:gd name="T2" fmla="*/ 123 w 133"/>
                <a:gd name="T3" fmla="*/ 44 h 125"/>
                <a:gd name="T4" fmla="*/ 123 w 133"/>
                <a:gd name="T5" fmla="*/ 7 h 125"/>
                <a:gd name="T6" fmla="*/ 105 w 133"/>
                <a:gd name="T7" fmla="*/ 0 h 125"/>
                <a:gd name="T8" fmla="*/ 87 w 133"/>
                <a:gd name="T9" fmla="*/ 7 h 125"/>
                <a:gd name="T10" fmla="*/ 67 w 133"/>
                <a:gd name="T11" fmla="*/ 4 h 125"/>
                <a:gd name="T12" fmla="*/ 47 w 133"/>
                <a:gd name="T13" fmla="*/ 7 h 125"/>
                <a:gd name="T14" fmla="*/ 29 w 133"/>
                <a:gd name="T15" fmla="*/ 0 h 125"/>
                <a:gd name="T16" fmla="*/ 10 w 133"/>
                <a:gd name="T17" fmla="*/ 7 h 125"/>
                <a:gd name="T18" fmla="*/ 10 w 133"/>
                <a:gd name="T19" fmla="*/ 44 h 125"/>
                <a:gd name="T20" fmla="*/ 7 w 133"/>
                <a:gd name="T21" fmla="*/ 64 h 125"/>
                <a:gd name="T22" fmla="*/ 22 w 133"/>
                <a:gd name="T23" fmla="*/ 103 h 125"/>
                <a:gd name="T24" fmla="*/ 8 w 133"/>
                <a:gd name="T25" fmla="*/ 117 h 125"/>
                <a:gd name="T26" fmla="*/ 14 w 133"/>
                <a:gd name="T27" fmla="*/ 123 h 125"/>
                <a:gd name="T28" fmla="*/ 27 w 133"/>
                <a:gd name="T29" fmla="*/ 109 h 125"/>
                <a:gd name="T30" fmla="*/ 67 w 133"/>
                <a:gd name="T31" fmla="*/ 124 h 125"/>
                <a:gd name="T32" fmla="*/ 106 w 133"/>
                <a:gd name="T33" fmla="*/ 109 h 125"/>
                <a:gd name="T34" fmla="*/ 122 w 133"/>
                <a:gd name="T35" fmla="*/ 125 h 125"/>
                <a:gd name="T36" fmla="*/ 128 w 133"/>
                <a:gd name="T37" fmla="*/ 119 h 125"/>
                <a:gd name="T38" fmla="*/ 112 w 133"/>
                <a:gd name="T39" fmla="*/ 103 h 125"/>
                <a:gd name="T40" fmla="*/ 127 w 133"/>
                <a:gd name="T41" fmla="*/ 64 h 125"/>
                <a:gd name="T42" fmla="*/ 105 w 133"/>
                <a:gd name="T43" fmla="*/ 8 h 125"/>
                <a:gd name="T44" fmla="*/ 117 w 133"/>
                <a:gd name="T45" fmla="*/ 13 h 125"/>
                <a:gd name="T46" fmla="*/ 120 w 133"/>
                <a:gd name="T47" fmla="*/ 36 h 125"/>
                <a:gd name="T48" fmla="*/ 95 w 133"/>
                <a:gd name="T49" fmla="*/ 11 h 125"/>
                <a:gd name="T50" fmla="*/ 105 w 133"/>
                <a:gd name="T51" fmla="*/ 8 h 125"/>
                <a:gd name="T52" fmla="*/ 16 w 133"/>
                <a:gd name="T53" fmla="*/ 13 h 125"/>
                <a:gd name="T54" fmla="*/ 29 w 133"/>
                <a:gd name="T55" fmla="*/ 8 h 125"/>
                <a:gd name="T56" fmla="*/ 39 w 133"/>
                <a:gd name="T57" fmla="*/ 11 h 125"/>
                <a:gd name="T58" fmla="*/ 14 w 133"/>
                <a:gd name="T59" fmla="*/ 36 h 125"/>
                <a:gd name="T60" fmla="*/ 16 w 133"/>
                <a:gd name="T61" fmla="*/ 13 h 125"/>
                <a:gd name="T62" fmla="*/ 67 w 133"/>
                <a:gd name="T63" fmla="*/ 116 h 125"/>
                <a:gd name="T64" fmla="*/ 15 w 133"/>
                <a:gd name="T65" fmla="*/ 64 h 125"/>
                <a:gd name="T66" fmla="*/ 67 w 133"/>
                <a:gd name="T67" fmla="*/ 12 h 125"/>
                <a:gd name="T68" fmla="*/ 119 w 133"/>
                <a:gd name="T69" fmla="*/ 64 h 125"/>
                <a:gd name="T70" fmla="*/ 67 w 133"/>
                <a:gd name="T71" fmla="*/ 116 h 125"/>
                <a:gd name="T72" fmla="*/ 71 w 133"/>
                <a:gd name="T73" fmla="*/ 62 h 125"/>
                <a:gd name="T74" fmla="*/ 94 w 133"/>
                <a:gd name="T75" fmla="*/ 85 h 125"/>
                <a:gd name="T76" fmla="*/ 88 w 133"/>
                <a:gd name="T77" fmla="*/ 91 h 125"/>
                <a:gd name="T78" fmla="*/ 63 w 133"/>
                <a:gd name="T79" fmla="*/ 65 h 125"/>
                <a:gd name="T80" fmla="*/ 63 w 133"/>
                <a:gd name="T81" fmla="*/ 28 h 125"/>
                <a:gd name="T82" fmla="*/ 71 w 133"/>
                <a:gd name="T83" fmla="*/ 28 h 125"/>
                <a:gd name="T84" fmla="*/ 71 w 133"/>
                <a:gd name="T85"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3" h="125">
                  <a:moveTo>
                    <a:pt x="127" y="64"/>
                  </a:moveTo>
                  <a:cubicBezTo>
                    <a:pt x="127" y="57"/>
                    <a:pt x="125" y="50"/>
                    <a:pt x="123" y="44"/>
                  </a:cubicBezTo>
                  <a:cubicBezTo>
                    <a:pt x="133" y="34"/>
                    <a:pt x="133" y="17"/>
                    <a:pt x="123" y="7"/>
                  </a:cubicBezTo>
                  <a:cubicBezTo>
                    <a:pt x="118" y="2"/>
                    <a:pt x="112" y="0"/>
                    <a:pt x="105" y="0"/>
                  </a:cubicBezTo>
                  <a:cubicBezTo>
                    <a:pt x="98" y="0"/>
                    <a:pt x="91" y="2"/>
                    <a:pt x="87" y="7"/>
                  </a:cubicBezTo>
                  <a:cubicBezTo>
                    <a:pt x="80" y="5"/>
                    <a:pt x="74" y="4"/>
                    <a:pt x="67" y="4"/>
                  </a:cubicBezTo>
                  <a:cubicBezTo>
                    <a:pt x="60" y="4"/>
                    <a:pt x="53" y="5"/>
                    <a:pt x="47" y="7"/>
                  </a:cubicBezTo>
                  <a:cubicBezTo>
                    <a:pt x="42" y="2"/>
                    <a:pt x="36" y="0"/>
                    <a:pt x="29" y="0"/>
                  </a:cubicBezTo>
                  <a:cubicBezTo>
                    <a:pt x="22" y="0"/>
                    <a:pt x="15" y="2"/>
                    <a:pt x="10" y="7"/>
                  </a:cubicBezTo>
                  <a:cubicBezTo>
                    <a:pt x="0" y="17"/>
                    <a:pt x="0" y="34"/>
                    <a:pt x="10" y="44"/>
                  </a:cubicBezTo>
                  <a:cubicBezTo>
                    <a:pt x="8" y="50"/>
                    <a:pt x="7" y="57"/>
                    <a:pt x="7" y="64"/>
                  </a:cubicBezTo>
                  <a:cubicBezTo>
                    <a:pt x="7" y="79"/>
                    <a:pt x="12" y="93"/>
                    <a:pt x="22" y="103"/>
                  </a:cubicBezTo>
                  <a:cubicBezTo>
                    <a:pt x="8" y="117"/>
                    <a:pt x="8" y="117"/>
                    <a:pt x="8" y="117"/>
                  </a:cubicBezTo>
                  <a:cubicBezTo>
                    <a:pt x="14" y="123"/>
                    <a:pt x="14" y="123"/>
                    <a:pt x="14" y="123"/>
                  </a:cubicBezTo>
                  <a:cubicBezTo>
                    <a:pt x="27" y="109"/>
                    <a:pt x="27" y="109"/>
                    <a:pt x="27" y="109"/>
                  </a:cubicBezTo>
                  <a:cubicBezTo>
                    <a:pt x="38" y="118"/>
                    <a:pt x="52" y="124"/>
                    <a:pt x="67" y="124"/>
                  </a:cubicBezTo>
                  <a:cubicBezTo>
                    <a:pt x="82" y="124"/>
                    <a:pt x="96" y="118"/>
                    <a:pt x="106" y="109"/>
                  </a:cubicBezTo>
                  <a:cubicBezTo>
                    <a:pt x="122" y="125"/>
                    <a:pt x="122" y="125"/>
                    <a:pt x="122" y="125"/>
                  </a:cubicBezTo>
                  <a:cubicBezTo>
                    <a:pt x="128" y="119"/>
                    <a:pt x="128" y="119"/>
                    <a:pt x="128" y="119"/>
                  </a:cubicBezTo>
                  <a:cubicBezTo>
                    <a:pt x="112" y="103"/>
                    <a:pt x="112" y="103"/>
                    <a:pt x="112" y="103"/>
                  </a:cubicBezTo>
                  <a:cubicBezTo>
                    <a:pt x="121" y="93"/>
                    <a:pt x="127" y="79"/>
                    <a:pt x="127" y="64"/>
                  </a:cubicBezTo>
                  <a:close/>
                  <a:moveTo>
                    <a:pt x="105" y="8"/>
                  </a:moveTo>
                  <a:cubicBezTo>
                    <a:pt x="110" y="8"/>
                    <a:pt x="114" y="10"/>
                    <a:pt x="117" y="13"/>
                  </a:cubicBezTo>
                  <a:cubicBezTo>
                    <a:pt x="124" y="19"/>
                    <a:pt x="124" y="29"/>
                    <a:pt x="120" y="36"/>
                  </a:cubicBezTo>
                  <a:cubicBezTo>
                    <a:pt x="114" y="25"/>
                    <a:pt x="105" y="16"/>
                    <a:pt x="95" y="11"/>
                  </a:cubicBezTo>
                  <a:cubicBezTo>
                    <a:pt x="98" y="9"/>
                    <a:pt x="101" y="8"/>
                    <a:pt x="105" y="8"/>
                  </a:cubicBezTo>
                  <a:close/>
                  <a:moveTo>
                    <a:pt x="16" y="13"/>
                  </a:moveTo>
                  <a:cubicBezTo>
                    <a:pt x="19" y="10"/>
                    <a:pt x="24" y="8"/>
                    <a:pt x="29" y="8"/>
                  </a:cubicBezTo>
                  <a:cubicBezTo>
                    <a:pt x="32" y="8"/>
                    <a:pt x="36" y="9"/>
                    <a:pt x="39" y="11"/>
                  </a:cubicBezTo>
                  <a:cubicBezTo>
                    <a:pt x="28" y="16"/>
                    <a:pt x="19" y="25"/>
                    <a:pt x="14" y="36"/>
                  </a:cubicBezTo>
                  <a:cubicBezTo>
                    <a:pt x="9" y="29"/>
                    <a:pt x="10" y="19"/>
                    <a:pt x="16" y="13"/>
                  </a:cubicBezTo>
                  <a:close/>
                  <a:moveTo>
                    <a:pt x="67" y="116"/>
                  </a:moveTo>
                  <a:cubicBezTo>
                    <a:pt x="38" y="116"/>
                    <a:pt x="15" y="92"/>
                    <a:pt x="15" y="64"/>
                  </a:cubicBezTo>
                  <a:cubicBezTo>
                    <a:pt x="15" y="35"/>
                    <a:pt x="38" y="12"/>
                    <a:pt x="67" y="12"/>
                  </a:cubicBezTo>
                  <a:cubicBezTo>
                    <a:pt x="95" y="12"/>
                    <a:pt x="119" y="35"/>
                    <a:pt x="119" y="64"/>
                  </a:cubicBezTo>
                  <a:cubicBezTo>
                    <a:pt x="119" y="92"/>
                    <a:pt x="95" y="116"/>
                    <a:pt x="67" y="116"/>
                  </a:cubicBezTo>
                  <a:close/>
                  <a:moveTo>
                    <a:pt x="71" y="62"/>
                  </a:moveTo>
                  <a:cubicBezTo>
                    <a:pt x="94" y="85"/>
                    <a:pt x="94" y="85"/>
                    <a:pt x="94" y="85"/>
                  </a:cubicBezTo>
                  <a:cubicBezTo>
                    <a:pt x="88" y="91"/>
                    <a:pt x="88" y="91"/>
                    <a:pt x="88" y="91"/>
                  </a:cubicBezTo>
                  <a:cubicBezTo>
                    <a:pt x="63" y="65"/>
                    <a:pt x="63" y="65"/>
                    <a:pt x="63" y="65"/>
                  </a:cubicBezTo>
                  <a:cubicBezTo>
                    <a:pt x="63" y="28"/>
                    <a:pt x="63" y="28"/>
                    <a:pt x="63" y="28"/>
                  </a:cubicBezTo>
                  <a:cubicBezTo>
                    <a:pt x="71" y="28"/>
                    <a:pt x="71" y="28"/>
                    <a:pt x="71" y="28"/>
                  </a:cubicBezTo>
                  <a:lnTo>
                    <a:pt x="71" y="62"/>
                  </a:lnTo>
                  <a:close/>
                </a:path>
              </a:pathLst>
            </a:custGeom>
            <a:solidFill>
              <a:srgbClr val="FF8C00"/>
            </a:solid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grpSp>
      <p:grpSp>
        <p:nvGrpSpPr>
          <p:cNvPr id="245" name="Group 244"/>
          <p:cNvGrpSpPr/>
          <p:nvPr/>
        </p:nvGrpSpPr>
        <p:grpSpPr>
          <a:xfrm>
            <a:off x="366141" y="3622846"/>
            <a:ext cx="2057019" cy="1143000"/>
            <a:chOff x="366141" y="3622846"/>
            <a:chExt cx="2057019" cy="1143000"/>
          </a:xfrm>
        </p:grpSpPr>
        <p:cxnSp>
          <p:nvCxnSpPr>
            <p:cNvPr id="197" name="Straight Connector 196"/>
            <p:cNvCxnSpPr/>
            <p:nvPr/>
          </p:nvCxnSpPr>
          <p:spPr>
            <a:xfrm>
              <a:off x="812494" y="4343400"/>
              <a:ext cx="1610666" cy="0"/>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11" name="Group 110"/>
            <p:cNvGrpSpPr/>
            <p:nvPr/>
          </p:nvGrpSpPr>
          <p:grpSpPr>
            <a:xfrm>
              <a:off x="366141" y="3622846"/>
              <a:ext cx="945034" cy="1143000"/>
              <a:chOff x="366141" y="3520440"/>
              <a:chExt cx="945034" cy="1143000"/>
            </a:xfrm>
          </p:grpSpPr>
          <p:sp>
            <p:nvSpPr>
              <p:cNvPr id="341" name="Title 1"/>
              <p:cNvSpPr txBox="1">
                <a:spLocks/>
              </p:cNvSpPr>
              <p:nvPr/>
            </p:nvSpPr>
            <p:spPr>
              <a:xfrm>
                <a:off x="366141" y="3520440"/>
                <a:ext cx="945034"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TASKS</a:t>
                </a:r>
              </a:p>
            </p:txBody>
          </p:sp>
          <p:grpSp>
            <p:nvGrpSpPr>
              <p:cNvPr id="224" name="Group 223"/>
              <p:cNvGrpSpPr>
                <a:grpSpLocks noChangeAspect="1"/>
              </p:cNvGrpSpPr>
              <p:nvPr/>
            </p:nvGrpSpPr>
            <p:grpSpPr>
              <a:xfrm>
                <a:off x="427178" y="3840480"/>
                <a:ext cx="822960" cy="822960"/>
                <a:chOff x="10812376" y="-1106624"/>
                <a:chExt cx="822960" cy="822960"/>
              </a:xfrm>
            </p:grpSpPr>
            <p:sp>
              <p:nvSpPr>
                <p:cNvPr id="225" name="Oval 224"/>
                <p:cNvSpPr/>
                <p:nvPr/>
              </p:nvSpPr>
              <p:spPr>
                <a:xfrm>
                  <a:off x="10812376" y="-11066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grpSp>
              <p:nvGrpSpPr>
                <p:cNvPr id="226" name="Group 225"/>
                <p:cNvGrpSpPr>
                  <a:grpSpLocks noChangeAspect="1"/>
                </p:cNvGrpSpPr>
                <p:nvPr/>
              </p:nvGrpSpPr>
              <p:grpSpPr>
                <a:xfrm>
                  <a:off x="11068556" y="-913076"/>
                  <a:ext cx="310601" cy="411480"/>
                  <a:chOff x="8387227" y="3866713"/>
                  <a:chExt cx="1303459" cy="1726804"/>
                </a:xfrm>
                <a:solidFill>
                  <a:srgbClr val="FF8C00"/>
                </a:solidFill>
              </p:grpSpPr>
              <p:sp>
                <p:nvSpPr>
                  <p:cNvPr id="227" name="Freeform 137"/>
                  <p:cNvSpPr>
                    <a:spLocks noChangeAspect="1" noEditPoints="1"/>
                  </p:cNvSpPr>
                  <p:nvPr/>
                </p:nvSpPr>
                <p:spPr bwMode="auto">
                  <a:xfrm>
                    <a:off x="8387227" y="3866713"/>
                    <a:ext cx="1303459" cy="1726804"/>
                  </a:xfrm>
                  <a:custGeom>
                    <a:avLst/>
                    <a:gdLst>
                      <a:gd name="T0" fmla="*/ 64 w 96"/>
                      <a:gd name="T1" fmla="*/ 12 h 128"/>
                      <a:gd name="T2" fmla="*/ 48 w 96"/>
                      <a:gd name="T3" fmla="*/ 0 h 128"/>
                      <a:gd name="T4" fmla="*/ 33 w 96"/>
                      <a:gd name="T5" fmla="*/ 12 h 128"/>
                      <a:gd name="T6" fmla="*/ 0 w 96"/>
                      <a:gd name="T7" fmla="*/ 12 h 128"/>
                      <a:gd name="T8" fmla="*/ 0 w 96"/>
                      <a:gd name="T9" fmla="*/ 128 h 128"/>
                      <a:gd name="T10" fmla="*/ 96 w 96"/>
                      <a:gd name="T11" fmla="*/ 128 h 128"/>
                      <a:gd name="T12" fmla="*/ 96 w 96"/>
                      <a:gd name="T13" fmla="*/ 12 h 128"/>
                      <a:gd name="T14" fmla="*/ 64 w 96"/>
                      <a:gd name="T15" fmla="*/ 12 h 128"/>
                      <a:gd name="T16" fmla="*/ 40 w 96"/>
                      <a:gd name="T17" fmla="*/ 20 h 128"/>
                      <a:gd name="T18" fmla="*/ 40 w 96"/>
                      <a:gd name="T19" fmla="*/ 16 h 128"/>
                      <a:gd name="T20" fmla="*/ 48 w 96"/>
                      <a:gd name="T21" fmla="*/ 8 h 128"/>
                      <a:gd name="T22" fmla="*/ 56 w 96"/>
                      <a:gd name="T23" fmla="*/ 16 h 128"/>
                      <a:gd name="T24" fmla="*/ 56 w 96"/>
                      <a:gd name="T25" fmla="*/ 20 h 128"/>
                      <a:gd name="T26" fmla="*/ 64 w 96"/>
                      <a:gd name="T27" fmla="*/ 20 h 128"/>
                      <a:gd name="T28" fmla="*/ 64 w 96"/>
                      <a:gd name="T29" fmla="*/ 28 h 128"/>
                      <a:gd name="T30" fmla="*/ 32 w 96"/>
                      <a:gd name="T31" fmla="*/ 28 h 128"/>
                      <a:gd name="T32" fmla="*/ 32 w 96"/>
                      <a:gd name="T33" fmla="*/ 20 h 128"/>
                      <a:gd name="T34" fmla="*/ 40 w 96"/>
                      <a:gd name="T35" fmla="*/ 20 h 128"/>
                      <a:gd name="T36" fmla="*/ 88 w 96"/>
                      <a:gd name="T37" fmla="*/ 120 h 128"/>
                      <a:gd name="T38" fmla="*/ 8 w 96"/>
                      <a:gd name="T39" fmla="*/ 120 h 128"/>
                      <a:gd name="T40" fmla="*/ 8 w 96"/>
                      <a:gd name="T41" fmla="*/ 20 h 128"/>
                      <a:gd name="T42" fmla="*/ 24 w 96"/>
                      <a:gd name="T43" fmla="*/ 20 h 128"/>
                      <a:gd name="T44" fmla="*/ 24 w 96"/>
                      <a:gd name="T45" fmla="*/ 36 h 128"/>
                      <a:gd name="T46" fmla="*/ 72 w 96"/>
                      <a:gd name="T47" fmla="*/ 36 h 128"/>
                      <a:gd name="T48" fmla="*/ 72 w 96"/>
                      <a:gd name="T49" fmla="*/ 20 h 128"/>
                      <a:gd name="T50" fmla="*/ 88 w 96"/>
                      <a:gd name="T51" fmla="*/ 20 h 128"/>
                      <a:gd name="T52" fmla="*/ 88 w 96"/>
                      <a:gd name="T53"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 h="128">
                        <a:moveTo>
                          <a:pt x="64" y="12"/>
                        </a:moveTo>
                        <a:cubicBezTo>
                          <a:pt x="62" y="5"/>
                          <a:pt x="56" y="0"/>
                          <a:pt x="48" y="0"/>
                        </a:cubicBezTo>
                        <a:cubicBezTo>
                          <a:pt x="41" y="0"/>
                          <a:pt x="35" y="5"/>
                          <a:pt x="33" y="12"/>
                        </a:cubicBezTo>
                        <a:cubicBezTo>
                          <a:pt x="0" y="12"/>
                          <a:pt x="0" y="12"/>
                          <a:pt x="0" y="12"/>
                        </a:cubicBezTo>
                        <a:cubicBezTo>
                          <a:pt x="0" y="128"/>
                          <a:pt x="0" y="128"/>
                          <a:pt x="0" y="128"/>
                        </a:cubicBezTo>
                        <a:cubicBezTo>
                          <a:pt x="96" y="128"/>
                          <a:pt x="96" y="128"/>
                          <a:pt x="96" y="128"/>
                        </a:cubicBezTo>
                        <a:cubicBezTo>
                          <a:pt x="96" y="12"/>
                          <a:pt x="96" y="12"/>
                          <a:pt x="96" y="12"/>
                        </a:cubicBezTo>
                        <a:lnTo>
                          <a:pt x="64" y="12"/>
                        </a:lnTo>
                        <a:close/>
                        <a:moveTo>
                          <a:pt x="40" y="20"/>
                        </a:moveTo>
                        <a:cubicBezTo>
                          <a:pt x="40" y="16"/>
                          <a:pt x="40" y="16"/>
                          <a:pt x="40" y="16"/>
                        </a:cubicBezTo>
                        <a:cubicBezTo>
                          <a:pt x="40" y="12"/>
                          <a:pt x="44" y="8"/>
                          <a:pt x="48" y="8"/>
                        </a:cubicBezTo>
                        <a:cubicBezTo>
                          <a:pt x="53" y="8"/>
                          <a:pt x="56" y="12"/>
                          <a:pt x="56" y="16"/>
                        </a:cubicBezTo>
                        <a:cubicBezTo>
                          <a:pt x="56" y="20"/>
                          <a:pt x="56" y="20"/>
                          <a:pt x="56" y="20"/>
                        </a:cubicBezTo>
                        <a:cubicBezTo>
                          <a:pt x="64" y="20"/>
                          <a:pt x="64" y="20"/>
                          <a:pt x="64" y="20"/>
                        </a:cubicBezTo>
                        <a:cubicBezTo>
                          <a:pt x="64" y="28"/>
                          <a:pt x="64" y="28"/>
                          <a:pt x="64" y="28"/>
                        </a:cubicBezTo>
                        <a:cubicBezTo>
                          <a:pt x="32" y="28"/>
                          <a:pt x="32" y="28"/>
                          <a:pt x="32" y="28"/>
                        </a:cubicBezTo>
                        <a:cubicBezTo>
                          <a:pt x="32" y="20"/>
                          <a:pt x="32" y="20"/>
                          <a:pt x="32" y="20"/>
                        </a:cubicBezTo>
                        <a:lnTo>
                          <a:pt x="40" y="20"/>
                        </a:lnTo>
                        <a:close/>
                        <a:moveTo>
                          <a:pt x="88" y="120"/>
                        </a:moveTo>
                        <a:cubicBezTo>
                          <a:pt x="8" y="120"/>
                          <a:pt x="8" y="120"/>
                          <a:pt x="8" y="120"/>
                        </a:cubicBezTo>
                        <a:cubicBezTo>
                          <a:pt x="8" y="20"/>
                          <a:pt x="8" y="20"/>
                          <a:pt x="8" y="20"/>
                        </a:cubicBezTo>
                        <a:cubicBezTo>
                          <a:pt x="24" y="20"/>
                          <a:pt x="24" y="20"/>
                          <a:pt x="24" y="20"/>
                        </a:cubicBezTo>
                        <a:cubicBezTo>
                          <a:pt x="24" y="36"/>
                          <a:pt x="24" y="36"/>
                          <a:pt x="24" y="36"/>
                        </a:cubicBezTo>
                        <a:cubicBezTo>
                          <a:pt x="72" y="36"/>
                          <a:pt x="72" y="36"/>
                          <a:pt x="72" y="36"/>
                        </a:cubicBezTo>
                        <a:cubicBezTo>
                          <a:pt x="72" y="20"/>
                          <a:pt x="72" y="20"/>
                          <a:pt x="72" y="20"/>
                        </a:cubicBezTo>
                        <a:cubicBezTo>
                          <a:pt x="88" y="20"/>
                          <a:pt x="88" y="20"/>
                          <a:pt x="88" y="20"/>
                        </a:cubicBezTo>
                        <a:lnTo>
                          <a:pt x="88" y="12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0000"/>
                      </a:solidFill>
                    </a:endParaRPr>
                  </a:p>
                </p:txBody>
              </p:sp>
              <p:sp>
                <p:nvSpPr>
                  <p:cNvPr id="228" name="Freeform 227"/>
                  <p:cNvSpPr>
                    <a:spLocks/>
                  </p:cNvSpPr>
                  <p:nvPr/>
                </p:nvSpPr>
                <p:spPr bwMode="auto">
                  <a:xfrm>
                    <a:off x="8662203" y="4646138"/>
                    <a:ext cx="753506" cy="532388"/>
                  </a:xfrm>
                  <a:custGeom>
                    <a:avLst/>
                    <a:gdLst>
                      <a:gd name="connsiteX0" fmla="*/ 681092 w 753506"/>
                      <a:gd name="connsiteY0" fmla="*/ 0 h 532388"/>
                      <a:gd name="connsiteX1" fmla="*/ 753506 w 753506"/>
                      <a:gd name="connsiteY1" fmla="*/ 72415 h 532388"/>
                      <a:gd name="connsiteX2" fmla="*/ 293534 w 753506"/>
                      <a:gd name="connsiteY2" fmla="*/ 532388 h 532388"/>
                      <a:gd name="connsiteX3" fmla="*/ 0 w 753506"/>
                      <a:gd name="connsiteY3" fmla="*/ 238853 h 532388"/>
                      <a:gd name="connsiteX4" fmla="*/ 72414 w 753506"/>
                      <a:gd name="connsiteY4" fmla="*/ 166439 h 532388"/>
                      <a:gd name="connsiteX5" fmla="*/ 293534 w 753506"/>
                      <a:gd name="connsiteY5" fmla="*/ 387559 h 5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506" h="532388">
                        <a:moveTo>
                          <a:pt x="681092" y="0"/>
                        </a:moveTo>
                        <a:lnTo>
                          <a:pt x="753506" y="72415"/>
                        </a:lnTo>
                        <a:lnTo>
                          <a:pt x="293534" y="532388"/>
                        </a:lnTo>
                        <a:lnTo>
                          <a:pt x="0" y="238853"/>
                        </a:lnTo>
                        <a:lnTo>
                          <a:pt x="72414" y="166439"/>
                        </a:lnTo>
                        <a:lnTo>
                          <a:pt x="293534" y="387559"/>
                        </a:lnTo>
                        <a:close/>
                      </a:path>
                    </a:pathLst>
                  </a:custGeom>
                  <a:grpFill/>
                  <a:ln>
                    <a:noFill/>
                  </a:ln>
                </p:spPr>
                <p:txBody>
                  <a:bodyPr vert="horz" wrap="square" lIns="91440" tIns="45720" rIns="91440" bIns="45720" numCol="1" anchor="t" anchorCtr="0" compatLnSpc="1">
                    <a:prstTxWarp prst="textNoShape">
                      <a:avLst/>
                    </a:prstTxWarp>
                    <a:noAutofit/>
                  </a:bodyPr>
                  <a:lstStyle/>
                  <a:p>
                    <a:endParaRPr lang="en-US">
                      <a:solidFill>
                        <a:srgbClr val="000000"/>
                      </a:solidFill>
                    </a:endParaRPr>
                  </a:p>
                </p:txBody>
              </p:sp>
            </p:grpSp>
          </p:grpSp>
        </p:grpSp>
      </p:grpSp>
      <p:grpSp>
        <p:nvGrpSpPr>
          <p:cNvPr id="246" name="Group 245"/>
          <p:cNvGrpSpPr/>
          <p:nvPr/>
        </p:nvGrpSpPr>
        <p:grpSpPr>
          <a:xfrm>
            <a:off x="640080" y="2262839"/>
            <a:ext cx="1800867" cy="2079334"/>
            <a:chOff x="640080" y="2262839"/>
            <a:chExt cx="1800867" cy="2079334"/>
          </a:xfrm>
        </p:grpSpPr>
        <p:cxnSp>
          <p:nvCxnSpPr>
            <p:cNvPr id="165" name="Straight Connector 164"/>
            <p:cNvCxnSpPr/>
            <p:nvPr/>
          </p:nvCxnSpPr>
          <p:spPr>
            <a:xfrm>
              <a:off x="1051552" y="2662119"/>
              <a:ext cx="1389395" cy="1680054"/>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44" name="Group 143"/>
            <p:cNvGrpSpPr>
              <a:grpSpLocks noChangeAspect="1"/>
            </p:cNvGrpSpPr>
            <p:nvPr/>
          </p:nvGrpSpPr>
          <p:grpSpPr>
            <a:xfrm>
              <a:off x="640080" y="2262839"/>
              <a:ext cx="822960" cy="822960"/>
              <a:chOff x="5082065" y="2742662"/>
              <a:chExt cx="822960" cy="822960"/>
            </a:xfrm>
          </p:grpSpPr>
          <p:sp>
            <p:nvSpPr>
              <p:cNvPr id="148" name="Oval 81"/>
              <p:cNvSpPr>
                <a:spLocks noChangeAspect="1"/>
              </p:cNvSpPr>
              <p:nvPr/>
            </p:nvSpPr>
            <p:spPr>
              <a:xfrm>
                <a:off x="5082065" y="2742662"/>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49" name="Picture 8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48434" y="2909031"/>
                <a:ext cx="490222" cy="490222"/>
              </a:xfrm>
              <a:prstGeom prst="rect">
                <a:avLst/>
              </a:prstGeom>
            </p:spPr>
          </p:pic>
        </p:grpSp>
      </p:grpSp>
      <p:grpSp>
        <p:nvGrpSpPr>
          <p:cNvPr id="154" name="Group 153"/>
          <p:cNvGrpSpPr>
            <a:grpSpLocks noChangeAspect="1"/>
          </p:cNvGrpSpPr>
          <p:nvPr/>
        </p:nvGrpSpPr>
        <p:grpSpPr>
          <a:xfrm>
            <a:off x="11155934" y="3405823"/>
            <a:ext cx="822960" cy="822960"/>
            <a:chOff x="3410463" y="3638324"/>
            <a:chExt cx="822960" cy="822960"/>
          </a:xfrm>
        </p:grpSpPr>
        <p:sp>
          <p:nvSpPr>
            <p:cNvPr id="161"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62" name="Picture 7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nvGrpSpPr>
          <p:cNvPr id="238" name="Group 237"/>
          <p:cNvGrpSpPr/>
          <p:nvPr/>
        </p:nvGrpSpPr>
        <p:grpSpPr>
          <a:xfrm>
            <a:off x="6230672" y="3307086"/>
            <a:ext cx="3791332" cy="2910834"/>
            <a:chOff x="6230672" y="3307086"/>
            <a:chExt cx="3791332" cy="2910834"/>
          </a:xfrm>
        </p:grpSpPr>
        <p:sp>
          <p:nvSpPr>
            <p:cNvPr id="69" name="Rectangle 68"/>
            <p:cNvSpPr/>
            <p:nvPr/>
          </p:nvSpPr>
          <p:spPr bwMode="auto">
            <a:xfrm>
              <a:off x="6230672" y="3307086"/>
              <a:ext cx="3379852" cy="2499354"/>
            </a:xfrm>
            <a:custGeom>
              <a:avLst/>
              <a:gdLst>
                <a:gd name="connsiteX0" fmla="*/ 0 w 1419696"/>
                <a:gd name="connsiteY0" fmla="*/ 0 h 548634"/>
                <a:gd name="connsiteX1" fmla="*/ 1419696 w 1419696"/>
                <a:gd name="connsiteY1" fmla="*/ 0 h 548634"/>
                <a:gd name="connsiteX2" fmla="*/ 1419696 w 1419696"/>
                <a:gd name="connsiteY2" fmla="*/ 548634 h 548634"/>
                <a:gd name="connsiteX3" fmla="*/ 0 w 1419696"/>
                <a:gd name="connsiteY3" fmla="*/ 548634 h 548634"/>
                <a:gd name="connsiteX4" fmla="*/ 0 w 1419696"/>
                <a:gd name="connsiteY4" fmla="*/ 0 h 548634"/>
                <a:gd name="connsiteX0" fmla="*/ 1419696 w 1511136"/>
                <a:gd name="connsiteY0" fmla="*/ 0 h 548634"/>
                <a:gd name="connsiteX1" fmla="*/ 1419696 w 1511136"/>
                <a:gd name="connsiteY1" fmla="*/ 548634 h 548634"/>
                <a:gd name="connsiteX2" fmla="*/ 0 w 1511136"/>
                <a:gd name="connsiteY2" fmla="*/ 548634 h 548634"/>
                <a:gd name="connsiteX3" fmla="*/ 0 w 1511136"/>
                <a:gd name="connsiteY3" fmla="*/ 0 h 548634"/>
                <a:gd name="connsiteX4" fmla="*/ 1511136 w 1511136"/>
                <a:gd name="connsiteY4" fmla="*/ 91440 h 548634"/>
                <a:gd name="connsiteX0" fmla="*/ 1419696 w 1419696"/>
                <a:gd name="connsiteY0" fmla="*/ 0 h 548634"/>
                <a:gd name="connsiteX1" fmla="*/ 1419696 w 1419696"/>
                <a:gd name="connsiteY1" fmla="*/ 548634 h 548634"/>
                <a:gd name="connsiteX2" fmla="*/ 0 w 1419696"/>
                <a:gd name="connsiteY2" fmla="*/ 548634 h 548634"/>
                <a:gd name="connsiteX3" fmla="*/ 0 w 1419696"/>
                <a:gd name="connsiteY3" fmla="*/ 0 h 548634"/>
                <a:gd name="connsiteX0" fmla="*/ 1419696 w 1419696"/>
                <a:gd name="connsiteY0" fmla="*/ 548634 h 548634"/>
                <a:gd name="connsiteX1" fmla="*/ 0 w 1419696"/>
                <a:gd name="connsiteY1" fmla="*/ 548634 h 548634"/>
                <a:gd name="connsiteX2" fmla="*/ 0 w 1419696"/>
                <a:gd name="connsiteY2" fmla="*/ 0 h 548634"/>
                <a:gd name="connsiteX0" fmla="*/ 2411280 w 2411280"/>
                <a:gd name="connsiteY0" fmla="*/ 2499354 h 2499354"/>
                <a:gd name="connsiteX1" fmla="*/ 991584 w 2411280"/>
                <a:gd name="connsiteY1" fmla="*/ 2499354 h 2499354"/>
                <a:gd name="connsiteX2" fmla="*/ 0 w 2411280"/>
                <a:gd name="connsiteY2" fmla="*/ 0 h 2499354"/>
              </a:gdLst>
              <a:ahLst/>
              <a:cxnLst>
                <a:cxn ang="0">
                  <a:pos x="connsiteX0" y="connsiteY0"/>
                </a:cxn>
                <a:cxn ang="0">
                  <a:pos x="connsiteX1" y="connsiteY1"/>
                </a:cxn>
                <a:cxn ang="0">
                  <a:pos x="connsiteX2" y="connsiteY2"/>
                </a:cxn>
              </a:cxnLst>
              <a:rect l="l" t="t" r="r" b="b"/>
              <a:pathLst>
                <a:path w="2411280" h="2499354">
                  <a:moveTo>
                    <a:pt x="2411280" y="2499354"/>
                  </a:moveTo>
                  <a:lnTo>
                    <a:pt x="991584" y="2499354"/>
                  </a:lnTo>
                  <a:lnTo>
                    <a:pt x="0" y="0"/>
                  </a:lnTo>
                </a:path>
              </a:pathLst>
            </a:cu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14" name="Group 13"/>
            <p:cNvGrpSpPr/>
            <p:nvPr/>
          </p:nvGrpSpPr>
          <p:grpSpPr>
            <a:xfrm>
              <a:off x="9199044" y="5074920"/>
              <a:ext cx="822960" cy="1143000"/>
              <a:chOff x="8955861" y="5074920"/>
              <a:chExt cx="822960" cy="1143000"/>
            </a:xfrm>
          </p:grpSpPr>
          <p:sp>
            <p:nvSpPr>
              <p:cNvPr id="329" name="Title 1"/>
              <p:cNvSpPr txBox="1">
                <a:spLocks/>
              </p:cNvSpPr>
              <p:nvPr/>
            </p:nvSpPr>
            <p:spPr>
              <a:xfrm>
                <a:off x="8955861" y="5074920"/>
                <a:ext cx="822960" cy="361341"/>
              </a:xfrm>
              <a:prstGeom prst="rect">
                <a:avLst/>
              </a:prstGeom>
            </p:spPr>
            <p:txBody>
              <a:bodyPr vert="horz" wrap="none" lIns="146304" tIns="91440" rIns="146304" bIns="91440" rtlCol="0" anchor="b"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NOTES</a:t>
                </a:r>
              </a:p>
            </p:txBody>
          </p:sp>
          <p:grpSp>
            <p:nvGrpSpPr>
              <p:cNvPr id="156" name="Group 155"/>
              <p:cNvGrpSpPr>
                <a:grpSpLocks noChangeAspect="1"/>
              </p:cNvGrpSpPr>
              <p:nvPr/>
            </p:nvGrpSpPr>
            <p:grpSpPr>
              <a:xfrm>
                <a:off x="8955861" y="5394960"/>
                <a:ext cx="822960" cy="822960"/>
                <a:chOff x="2510178" y="2759251"/>
                <a:chExt cx="822960" cy="822960"/>
              </a:xfrm>
            </p:grpSpPr>
            <p:sp>
              <p:nvSpPr>
                <p:cNvPr id="157"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58" name="Picture 15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202" name="Group 201"/>
          <p:cNvGrpSpPr>
            <a:grpSpLocks noChangeAspect="1"/>
          </p:cNvGrpSpPr>
          <p:nvPr/>
        </p:nvGrpSpPr>
        <p:grpSpPr>
          <a:xfrm>
            <a:off x="9941878" y="3899300"/>
            <a:ext cx="822960" cy="822960"/>
            <a:chOff x="2537808" y="3638324"/>
            <a:chExt cx="822960" cy="822960"/>
          </a:xfrm>
        </p:grpSpPr>
        <p:sp>
          <p:nvSpPr>
            <p:cNvPr id="203"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4"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205" name="Group 204"/>
          <p:cNvGrpSpPr>
            <a:grpSpLocks noChangeAspect="1"/>
          </p:cNvGrpSpPr>
          <p:nvPr/>
        </p:nvGrpSpPr>
        <p:grpSpPr>
          <a:xfrm>
            <a:off x="11064495" y="1119848"/>
            <a:ext cx="822960" cy="822960"/>
            <a:chOff x="2537808" y="3638324"/>
            <a:chExt cx="822960" cy="822960"/>
          </a:xfrm>
        </p:grpSpPr>
        <p:sp>
          <p:nvSpPr>
            <p:cNvPr id="206" name="Oval 66"/>
            <p:cNvSpPr>
              <a:spLocks noChangeAspect="1"/>
            </p:cNvSpPr>
            <p:nvPr/>
          </p:nvSpPr>
          <p:spPr>
            <a:xfrm>
              <a:off x="2537808"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07" name="Picture 6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109" y="3812625"/>
              <a:ext cx="474358" cy="474358"/>
            </a:xfrm>
            <a:prstGeom prst="rect">
              <a:avLst/>
            </a:prstGeom>
          </p:spPr>
        </p:pic>
      </p:grpSp>
      <p:grpSp>
        <p:nvGrpSpPr>
          <p:cNvPr id="17" name="Group 16"/>
          <p:cNvGrpSpPr/>
          <p:nvPr/>
        </p:nvGrpSpPr>
        <p:grpSpPr>
          <a:xfrm>
            <a:off x="2814490" y="5382541"/>
            <a:ext cx="822960" cy="1184301"/>
            <a:chOff x="2662647" y="5394960"/>
            <a:chExt cx="822960" cy="1184301"/>
          </a:xfrm>
        </p:grpSpPr>
        <p:sp>
          <p:nvSpPr>
            <p:cNvPr id="339" name="Title 1"/>
            <p:cNvSpPr txBox="1">
              <a:spLocks/>
            </p:cNvSpPr>
            <p:nvPr/>
          </p:nvSpPr>
          <p:spPr>
            <a:xfrm>
              <a:off x="2662647" y="621792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FILES</a:t>
              </a:r>
            </a:p>
          </p:txBody>
        </p:sp>
        <p:grpSp>
          <p:nvGrpSpPr>
            <p:cNvPr id="208" name="Group 207"/>
            <p:cNvGrpSpPr>
              <a:grpSpLocks noChangeAspect="1"/>
            </p:cNvGrpSpPr>
            <p:nvPr/>
          </p:nvGrpSpPr>
          <p:grpSpPr>
            <a:xfrm>
              <a:off x="2662647" y="5394960"/>
              <a:ext cx="822960" cy="822960"/>
              <a:chOff x="3410463" y="3638324"/>
              <a:chExt cx="822960" cy="822960"/>
            </a:xfrm>
          </p:grpSpPr>
          <p:sp>
            <p:nvSpPr>
              <p:cNvPr id="209" name="Oval 71"/>
              <p:cNvSpPr>
                <a:spLocks noChangeAspect="1"/>
              </p:cNvSpPr>
              <p:nvPr/>
            </p:nvSpPr>
            <p:spPr>
              <a:xfrm>
                <a:off x="3410463" y="3638324"/>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0" name="Picture 7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84764" y="3812625"/>
                <a:ext cx="474358" cy="474358"/>
              </a:xfrm>
              <a:prstGeom prst="rect">
                <a:avLst/>
              </a:prstGeom>
            </p:spPr>
          </p:pic>
        </p:grpSp>
      </p:grpSp>
      <p:grpSp>
        <p:nvGrpSpPr>
          <p:cNvPr id="211" name="Group 210"/>
          <p:cNvGrpSpPr>
            <a:grpSpLocks noChangeAspect="1"/>
          </p:cNvGrpSpPr>
          <p:nvPr/>
        </p:nvGrpSpPr>
        <p:grpSpPr>
          <a:xfrm>
            <a:off x="9015620" y="822960"/>
            <a:ext cx="822960" cy="822960"/>
            <a:chOff x="3410463" y="2759251"/>
            <a:chExt cx="822960" cy="822960"/>
          </a:xfrm>
        </p:grpSpPr>
        <p:sp>
          <p:nvSpPr>
            <p:cNvPr id="212" name="Oval 76"/>
            <p:cNvSpPr>
              <a:spLocks noChangeAspect="1"/>
            </p:cNvSpPr>
            <p:nvPr/>
          </p:nvSpPr>
          <p:spPr>
            <a:xfrm>
              <a:off x="3410463"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3" name="Picture 7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4798" y="2933586"/>
              <a:ext cx="474291" cy="474291"/>
            </a:xfrm>
            <a:prstGeom prst="rect">
              <a:avLst/>
            </a:prstGeom>
          </p:spPr>
        </p:pic>
      </p:grpSp>
      <p:grpSp>
        <p:nvGrpSpPr>
          <p:cNvPr id="244" name="Group 243"/>
          <p:cNvGrpSpPr/>
          <p:nvPr/>
        </p:nvGrpSpPr>
        <p:grpSpPr>
          <a:xfrm>
            <a:off x="506319" y="4357701"/>
            <a:ext cx="1907327" cy="1855800"/>
            <a:chOff x="506319" y="4357701"/>
            <a:chExt cx="1907327" cy="1855800"/>
          </a:xfrm>
        </p:grpSpPr>
        <p:cxnSp>
          <p:nvCxnSpPr>
            <p:cNvPr id="167" name="Straight Connector 166"/>
            <p:cNvCxnSpPr/>
            <p:nvPr/>
          </p:nvCxnSpPr>
          <p:spPr>
            <a:xfrm flipH="1">
              <a:off x="911179" y="4357701"/>
              <a:ext cx="1502467" cy="1100803"/>
            </a:xfrm>
            <a:prstGeom prst="line">
              <a:avLst/>
            </a:prstGeom>
            <a:ln w="2857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506319" y="5029200"/>
              <a:ext cx="822960" cy="1184301"/>
              <a:chOff x="506319" y="5029200"/>
              <a:chExt cx="822960" cy="1184301"/>
            </a:xfrm>
          </p:grpSpPr>
          <p:sp>
            <p:nvSpPr>
              <p:cNvPr id="340" name="Title 1"/>
              <p:cNvSpPr txBox="1">
                <a:spLocks/>
              </p:cNvSpPr>
              <p:nvPr/>
            </p:nvSpPr>
            <p:spPr>
              <a:xfrm>
                <a:off x="506319" y="5852160"/>
                <a:ext cx="822960" cy="361341"/>
              </a:xfrm>
              <a:prstGeom prst="rect">
                <a:avLst/>
              </a:prstGeom>
            </p:spPr>
            <p:txBody>
              <a:bodyPr vert="horz" wrap="none" lIns="146304" tIns="91440" rIns="146304" bIns="91440" rtlCol="0" anchor="t" anchorCtr="0">
                <a:noAutofit/>
              </a:bodyPr>
              <a:lstStyle>
                <a:defPPr>
                  <a:defRPr lang="en-US"/>
                </a:defPPr>
                <a:lvl1pPr algn="ctr" defTabSz="932227">
                  <a:lnSpc>
                    <a:spcPct val="90000"/>
                  </a:lnSpc>
                  <a:spcBef>
                    <a:spcPct val="0"/>
                  </a:spcBef>
                  <a:buNone/>
                  <a:defRPr sz="1600" b="1">
                    <a:gradFill>
                      <a:gsLst>
                        <a:gs pos="100000">
                          <a:srgbClr val="FF8C00"/>
                        </a:gs>
                        <a:gs pos="0">
                          <a:srgbClr val="FF8C00"/>
                        </a:gs>
                      </a:gsLst>
                      <a:lin ang="5400000" scaled="1"/>
                    </a:gradFill>
                    <a:ea typeface="+mj-ea"/>
                    <a:cs typeface="Segoe UI" panose="020B0502040204020203" pitchFamily="34" charset="0"/>
                  </a:defRPr>
                </a:lvl1pPr>
              </a:lstStyle>
              <a:p>
                <a:r>
                  <a:rPr lang="en-US" dirty="0"/>
                  <a:t>NOTES</a:t>
                </a:r>
              </a:p>
            </p:txBody>
          </p:sp>
          <p:grpSp>
            <p:nvGrpSpPr>
              <p:cNvPr id="214" name="Group 213"/>
              <p:cNvGrpSpPr>
                <a:grpSpLocks noChangeAspect="1"/>
              </p:cNvGrpSpPr>
              <p:nvPr/>
            </p:nvGrpSpPr>
            <p:grpSpPr>
              <a:xfrm>
                <a:off x="506319" y="5029200"/>
                <a:ext cx="822960" cy="822960"/>
                <a:chOff x="2510178" y="2759251"/>
                <a:chExt cx="822960" cy="822960"/>
              </a:xfrm>
            </p:grpSpPr>
            <p:sp>
              <p:nvSpPr>
                <p:cNvPr id="215" name="Oval 61"/>
                <p:cNvSpPr>
                  <a:spLocks noChangeAspect="1"/>
                </p:cNvSpPr>
                <p:nvPr/>
              </p:nvSpPr>
              <p:spPr>
                <a:xfrm>
                  <a:off x="2510178" y="2759251"/>
                  <a:ext cx="822960" cy="8229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216" name="Picture 21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257" y="2902335"/>
                  <a:ext cx="520803" cy="520803"/>
                </a:xfrm>
                <a:prstGeom prst="rect">
                  <a:avLst/>
                </a:prstGeom>
              </p:spPr>
            </p:pic>
          </p:grpSp>
        </p:grpSp>
      </p:grpSp>
      <p:grpSp>
        <p:nvGrpSpPr>
          <p:cNvPr id="130" name="Group 129"/>
          <p:cNvGrpSpPr/>
          <p:nvPr/>
        </p:nvGrpSpPr>
        <p:grpSpPr>
          <a:xfrm>
            <a:off x="5349557" y="1942799"/>
            <a:ext cx="1737360" cy="2194561"/>
            <a:chOff x="274320" y="2194559"/>
            <a:chExt cx="1737360" cy="2194561"/>
          </a:xfrm>
        </p:grpSpPr>
        <p:sp>
          <p:nvSpPr>
            <p:cNvPr id="131" name="Title 1"/>
            <p:cNvSpPr txBox="1">
              <a:spLocks/>
            </p:cNvSpPr>
            <p:nvPr/>
          </p:nvSpPr>
          <p:spPr>
            <a:xfrm>
              <a:off x="274320" y="2194559"/>
              <a:ext cx="1737360" cy="457200"/>
            </a:xfrm>
            <a:prstGeom prst="rect">
              <a:avLst/>
            </a:prstGeom>
          </p:spPr>
          <p:txBody>
            <a:bodyPr vert="horz" wrap="none" lIns="146304" tIns="91440" rIns="146304" bIns="91440" rtlCol="0" anchor="b"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USER</a:t>
              </a:r>
            </a:p>
          </p:txBody>
        </p:sp>
        <p:grpSp>
          <p:nvGrpSpPr>
            <p:cNvPr id="132" name="Group 131"/>
            <p:cNvGrpSpPr/>
            <p:nvPr/>
          </p:nvGrpSpPr>
          <p:grpSpPr>
            <a:xfrm>
              <a:off x="274320" y="2651760"/>
              <a:ext cx="1737360" cy="1737360"/>
              <a:chOff x="274320" y="2792483"/>
              <a:chExt cx="1737360" cy="1737360"/>
            </a:xfrm>
          </p:grpSpPr>
          <p:sp>
            <p:nvSpPr>
              <p:cNvPr id="133" name="Oval 132"/>
              <p:cNvSpPr>
                <a:spLocks noChangeAspect="1"/>
              </p:cNvSpPr>
              <p:nvPr/>
            </p:nvSpPr>
            <p:spPr>
              <a:xfrm>
                <a:off x="274320" y="2792483"/>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sp>
            <p:nvSpPr>
              <p:cNvPr id="136" name="Oval 135"/>
              <p:cNvSpPr>
                <a:spLocks noChangeAspect="1"/>
              </p:cNvSpPr>
              <p:nvPr/>
            </p:nvSpPr>
            <p:spPr>
              <a:xfrm>
                <a:off x="320040" y="2838203"/>
                <a:ext cx="1645920" cy="1645920"/>
              </a:xfrm>
              <a:prstGeom prst="ellipse">
                <a:avLst/>
              </a:prstGeom>
              <a:blipFill>
                <a:blip r:embed="rId12" cstate="print">
                  <a:extLst>
                    <a:ext uri="{28A0092B-C50C-407E-A947-70E740481C1C}">
                      <a14:useLocalDpi xmlns:a14="http://schemas.microsoft.com/office/drawing/2010/main" val="0"/>
                    </a:ext>
                  </a:extLst>
                </a:blip>
                <a:srcRect/>
                <a:stretch>
                  <a:fillRect l="-1" t="-24979" r="85" b="-24895"/>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grpSp>
        <p:nvGrpSpPr>
          <p:cNvPr id="12" name="Group 11"/>
          <p:cNvGrpSpPr/>
          <p:nvPr/>
        </p:nvGrpSpPr>
        <p:grpSpPr>
          <a:xfrm>
            <a:off x="1572720" y="3474720"/>
            <a:ext cx="1737360" cy="2194560"/>
            <a:chOff x="10424160" y="-2263395"/>
            <a:chExt cx="1737360" cy="2194560"/>
          </a:xfrm>
        </p:grpSpPr>
        <p:sp>
          <p:nvSpPr>
            <p:cNvPr id="173" name="Title 1"/>
            <p:cNvSpPr txBox="1">
              <a:spLocks/>
            </p:cNvSpPr>
            <p:nvPr/>
          </p:nvSpPr>
          <p:spPr>
            <a:xfrm>
              <a:off x="10652760" y="-526035"/>
              <a:ext cx="1280160" cy="457200"/>
            </a:xfrm>
            <a:prstGeom prst="rect">
              <a:avLst/>
            </a:prstGeom>
          </p:spPr>
          <p:txBody>
            <a:bodyPr vert="horz" wrap="none" lIns="146304" tIns="91440" rIns="146304" bIns="91440"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932227"/>
              <a:r>
                <a:rPr lang="en-US" sz="1600" b="1" dirty="0">
                  <a:gradFill>
                    <a:gsLst>
                      <a:gs pos="100000">
                        <a:srgbClr val="FF8C00"/>
                      </a:gs>
                      <a:gs pos="0">
                        <a:srgbClr val="FF8C00"/>
                      </a:gs>
                    </a:gsLst>
                    <a:lin ang="5400000" scaled="1"/>
                  </a:gradFill>
                  <a:latin typeface="+mn-lt"/>
                  <a:cs typeface="Segoe UI" panose="020B0502040204020203" pitchFamily="34" charset="0"/>
                </a:rPr>
                <a:t>GROUPS</a:t>
              </a:r>
            </a:p>
          </p:txBody>
        </p:sp>
        <p:grpSp>
          <p:nvGrpSpPr>
            <p:cNvPr id="174" name="Group 173"/>
            <p:cNvGrpSpPr/>
            <p:nvPr/>
          </p:nvGrpSpPr>
          <p:grpSpPr>
            <a:xfrm>
              <a:off x="10424160" y="-2263395"/>
              <a:ext cx="1737360" cy="1737360"/>
              <a:chOff x="10607040" y="2719914"/>
              <a:chExt cx="1737360" cy="1737360"/>
            </a:xfrm>
          </p:grpSpPr>
          <p:sp>
            <p:nvSpPr>
              <p:cNvPr id="175" name="Oval 174"/>
              <p:cNvSpPr>
                <a:spLocks noChangeAspect="1"/>
              </p:cNvSpPr>
              <p:nvPr/>
            </p:nvSpPr>
            <p:spPr>
              <a:xfrm>
                <a:off x="10607040" y="2719914"/>
                <a:ext cx="1737360" cy="1737360"/>
              </a:xfrm>
              <a:prstGeom prst="ellipse">
                <a:avLst/>
              </a:prstGeom>
              <a:solidFill>
                <a:srgbClr val="FFFFFF"/>
              </a:solidFill>
              <a:ln w="22225">
                <a:solidFill>
                  <a:srgbClr val="FF8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27"/>
                <a:endParaRPr lang="en-GB" sz="1600" dirty="0">
                  <a:solidFill>
                    <a:prstClr val="white"/>
                  </a:solidFill>
                  <a:latin typeface="Calibri" panose="020F0502020204030204"/>
                </a:endParaRPr>
              </a:p>
            </p:txBody>
          </p:sp>
          <p:pic>
            <p:nvPicPr>
              <p:cNvPr id="176" name="Picture 175"/>
              <p:cNvPicPr>
                <a:picLocks noChangeAspect="1"/>
              </p:cNvPicPr>
              <p:nvPr/>
            </p:nvPicPr>
            <p:blipFill rotWithShape="1">
              <a:blip r:embed="rId13">
                <a:extLst>
                  <a:ext uri="{28A0092B-C50C-407E-A947-70E740481C1C}">
                    <a14:useLocalDpi xmlns:a14="http://schemas.microsoft.com/office/drawing/2010/main" val="0"/>
                  </a:ext>
                </a:extLst>
              </a:blip>
              <a:srcRect l="45642" t="34313" r="10780" b="324"/>
              <a:stretch/>
            </p:blipFill>
            <p:spPr>
              <a:xfrm>
                <a:off x="10652760" y="2765634"/>
                <a:ext cx="1645920" cy="1645920"/>
              </a:xfrm>
              <a:prstGeom prst="ellipse">
                <a:avLst/>
              </a:prstGeom>
            </p:spPr>
          </p:pic>
        </p:grpSp>
      </p:grpSp>
      <p:sp>
        <p:nvSpPr>
          <p:cNvPr id="166" name="Title 5"/>
          <p:cNvSpPr txBox="1">
            <a:spLocks/>
          </p:cNvSpPr>
          <p:nvPr/>
        </p:nvSpPr>
        <p:spPr>
          <a:xfrm>
            <a:off x="1" y="2582872"/>
            <a:ext cx="12436474" cy="1371600"/>
          </a:xfrm>
          <a:prstGeom prst="rect">
            <a:avLst/>
          </a:prstGeom>
          <a:solidFill>
            <a:schemeClr val="accent1">
              <a:alpha val="90000"/>
            </a:schemeClr>
          </a:solidFill>
        </p:spPr>
        <p:txBody>
          <a:bodyPr vert="horz" wrap="square" lIns="146246" tIns="91403" rIns="146246" bIns="91403" rtlCol="0" anchor="ctr" anchorCtr="0">
            <a:no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ctr"/>
            <a:r>
              <a:rPr sz="4398" dirty="0">
                <a:gradFill>
                  <a:gsLst>
                    <a:gs pos="100000">
                      <a:srgbClr val="FFFFFF"/>
                    </a:gs>
                    <a:gs pos="0">
                      <a:srgbClr val="FFFFFF"/>
                    </a:gs>
                  </a:gsLst>
                  <a:lin ang="5400000" scaled="1"/>
                </a:gradFill>
              </a:rPr>
              <a:t>https://graph.microsoft.com</a:t>
            </a:r>
            <a:r>
              <a:rPr sz="4398" dirty="0" smtClean="0">
                <a:gradFill>
                  <a:gsLst>
                    <a:gs pos="100000">
                      <a:srgbClr val="FFFFFF"/>
                    </a:gs>
                    <a:gs pos="0">
                      <a:srgbClr val="FFFFFF"/>
                    </a:gs>
                  </a:gsLst>
                  <a:lin ang="5400000" scaled="1"/>
                </a:gradFill>
              </a:rPr>
              <a:t>/</a:t>
            </a:r>
            <a:endParaRPr sz="4398" dirty="0">
              <a:gradFill>
                <a:gsLst>
                  <a:gs pos="100000">
                    <a:srgbClr val="FFFFFF"/>
                  </a:gs>
                  <a:gs pos="0">
                    <a:srgbClr val="FFFFFF"/>
                  </a:gs>
                </a:gsLst>
                <a:lin ang="5400000" scaled="1"/>
              </a:gradFill>
            </a:endParaRPr>
          </a:p>
        </p:txBody>
      </p:sp>
      <p:sp>
        <p:nvSpPr>
          <p:cNvPr id="4" name="Footer Placeholder 3"/>
          <p:cNvSpPr>
            <a:spLocks noGrp="1"/>
          </p:cNvSpPr>
          <p:nvPr>
            <p:ph type="ftr" sz="quarter" idx="10"/>
          </p:nvPr>
        </p:nvSpPr>
        <p:spPr/>
        <p:txBody>
          <a:bodyPr/>
          <a:lstStyle/>
          <a:p>
            <a:pPr lvl="0">
              <a:defRPr/>
            </a:pPr>
            <a:r>
              <a:rPr lang="en-US" sz="1400" b="1" dirty="0">
                <a:gradFill>
                  <a:gsLst>
                    <a:gs pos="8367">
                      <a:schemeClr val="accent4"/>
                    </a:gs>
                    <a:gs pos="31000">
                      <a:schemeClr val="accent4"/>
                    </a:gs>
                  </a:gsLst>
                  <a:lin ang="5400000" scaled="0"/>
                </a:gradFill>
              </a:rPr>
              <a:t>3</a:t>
            </a:r>
            <a:r>
              <a:rPr lang="en-US" sz="1400" b="1" dirty="0">
                <a:gradFill>
                  <a:gsLst>
                    <a:gs pos="8367">
                      <a:srgbClr val="0078D7"/>
                    </a:gs>
                    <a:gs pos="31000">
                      <a:srgbClr val="0078D7"/>
                    </a:gs>
                  </a:gsLst>
                  <a:lin ang="5400000" scaled="0"/>
                </a:gradFill>
              </a:rPr>
              <a:t> </a:t>
            </a:r>
            <a:r>
              <a:rPr lang="en-US" sz="1400" dirty="0">
                <a:gradFill>
                  <a:gsLst>
                    <a:gs pos="8367">
                      <a:srgbClr val="000000"/>
                    </a:gs>
                    <a:gs pos="31000">
                      <a:srgbClr val="000000"/>
                    </a:gs>
                  </a:gsLst>
                  <a:lin ang="5400000" scaled="0"/>
                </a:gradFill>
              </a:rPr>
              <a:t>What is supported now?</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2186532993"/>
      </p:ext>
    </p:extLst>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 Placeholder 80"/>
          <p:cNvSpPr>
            <a:spLocks noGrp="1"/>
          </p:cNvSpPr>
          <p:nvPr>
            <p:ph type="body" sz="quarter" idx="11"/>
          </p:nvPr>
        </p:nvSpPr>
        <p:spPr/>
        <p:txBody>
          <a:bodyPr/>
          <a:lstStyle/>
          <a:p>
            <a:r>
              <a:rPr lang="en-US" dirty="0" smtClean="0"/>
              <a:t>What’s coming next?</a:t>
            </a:r>
            <a:endParaRPr lang="en-US" dirty="0"/>
          </a:p>
        </p:txBody>
      </p:sp>
      <p:sp>
        <p:nvSpPr>
          <p:cNvPr id="82" name="Text Placeholder 81"/>
          <p:cNvSpPr>
            <a:spLocks noGrp="1"/>
          </p:cNvSpPr>
          <p:nvPr>
            <p:ph type="body" sz="quarter" idx="12"/>
          </p:nvPr>
        </p:nvSpPr>
        <p:spPr/>
        <p:txBody>
          <a:bodyPr/>
          <a:lstStyle/>
          <a:p>
            <a:r>
              <a:rPr lang="en-US" smtClean="0"/>
              <a:t>4</a:t>
            </a:r>
            <a:endParaRPr lang="en-US" dirty="0"/>
          </a:p>
        </p:txBody>
      </p:sp>
    </p:spTree>
    <p:extLst>
      <p:ext uri="{BB962C8B-B14F-4D97-AF65-F5344CB8AC3E}">
        <p14:creationId xmlns:p14="http://schemas.microsoft.com/office/powerpoint/2010/main" val="2883517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srcRect l="25843" t="3119" r="1124" b="97"/>
          <a:stretch/>
        </p:blipFill>
        <p:spPr>
          <a:xfrm>
            <a:off x="2501" y="1329898"/>
            <a:ext cx="4951008" cy="4727261"/>
          </a:xfrm>
          <a:prstGeom prst="rect">
            <a:avLst/>
          </a:prstGeom>
        </p:spPr>
      </p:pic>
      <p:sp>
        <p:nvSpPr>
          <p:cNvPr id="3" name="Title 2"/>
          <p:cNvSpPr>
            <a:spLocks noGrp="1"/>
          </p:cNvSpPr>
          <p:nvPr>
            <p:ph type="title"/>
          </p:nvPr>
        </p:nvSpPr>
        <p:spPr/>
        <p:txBody>
          <a:bodyPr/>
          <a:lstStyle/>
          <a:p>
            <a:r>
              <a:rPr lang="en-US" dirty="0" smtClean="0"/>
              <a:t>Roadmap</a:t>
            </a:r>
            <a:endParaRPr lang="en-US" dirty="0"/>
          </a:p>
        </p:txBody>
      </p:sp>
      <p:grpSp>
        <p:nvGrpSpPr>
          <p:cNvPr id="70" name="Group 69"/>
          <p:cNvGrpSpPr/>
          <p:nvPr/>
        </p:nvGrpSpPr>
        <p:grpSpPr>
          <a:xfrm>
            <a:off x="5486725" y="1119848"/>
            <a:ext cx="6309360" cy="5298303"/>
            <a:chOff x="5577840" y="1211287"/>
            <a:chExt cx="6309360" cy="5298303"/>
          </a:xfrm>
        </p:grpSpPr>
        <p:grpSp>
          <p:nvGrpSpPr>
            <p:cNvPr id="29" name="Group 28"/>
            <p:cNvGrpSpPr/>
            <p:nvPr/>
          </p:nvGrpSpPr>
          <p:grpSpPr>
            <a:xfrm>
              <a:off x="5577840" y="1211287"/>
              <a:ext cx="6309360" cy="726353"/>
              <a:chOff x="5577840" y="1366737"/>
              <a:chExt cx="6309360" cy="726353"/>
            </a:xfrm>
          </p:grpSpPr>
          <p:sp>
            <p:nvSpPr>
              <p:cNvPr id="27"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Notifications/web hooks </a:t>
                </a:r>
              </a:p>
            </p:txBody>
          </p:sp>
          <p:grpSp>
            <p:nvGrpSpPr>
              <p:cNvPr id="18" name="Group 17"/>
              <p:cNvGrpSpPr/>
              <p:nvPr/>
            </p:nvGrpSpPr>
            <p:grpSpPr>
              <a:xfrm>
                <a:off x="5760782" y="1547816"/>
                <a:ext cx="364194" cy="364194"/>
                <a:chOff x="457580" y="2341896"/>
                <a:chExt cx="364194" cy="364194"/>
              </a:xfrm>
            </p:grpSpPr>
            <p:sp>
              <p:nvSpPr>
                <p:cNvPr id="19" name="Oval 18"/>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0" name="Right Arrow 19"/>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30" name="Group 29"/>
            <p:cNvGrpSpPr/>
            <p:nvPr/>
          </p:nvGrpSpPr>
          <p:grpSpPr>
            <a:xfrm>
              <a:off x="5577840" y="1782781"/>
              <a:ext cx="6309360" cy="726353"/>
              <a:chOff x="5577840" y="1366737"/>
              <a:chExt cx="6309360" cy="726353"/>
            </a:xfrm>
          </p:grpSpPr>
          <p:sp>
            <p:nvSpPr>
              <p:cNvPr id="31"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Consumer </a:t>
                </a:r>
              </a:p>
            </p:txBody>
          </p:sp>
          <p:grpSp>
            <p:nvGrpSpPr>
              <p:cNvPr id="32" name="Group 31"/>
              <p:cNvGrpSpPr/>
              <p:nvPr/>
            </p:nvGrpSpPr>
            <p:grpSpPr>
              <a:xfrm>
                <a:off x="5760782" y="1547816"/>
                <a:ext cx="364194" cy="364194"/>
                <a:chOff x="457580" y="2341896"/>
                <a:chExt cx="364194" cy="364194"/>
              </a:xfrm>
            </p:grpSpPr>
            <p:sp>
              <p:nvSpPr>
                <p:cNvPr id="33" name="Oval 32"/>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4" name="Right Arrow 33"/>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35" name="Group 34"/>
            <p:cNvGrpSpPr/>
            <p:nvPr/>
          </p:nvGrpSpPr>
          <p:grpSpPr>
            <a:xfrm>
              <a:off x="5577840" y="2354275"/>
              <a:ext cx="6309360" cy="726353"/>
              <a:chOff x="5577840" y="1366737"/>
              <a:chExt cx="6309360" cy="726353"/>
            </a:xfrm>
          </p:grpSpPr>
          <p:sp>
            <p:nvSpPr>
              <p:cNvPr id="36"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Instant on</a:t>
                </a:r>
              </a:p>
            </p:txBody>
          </p:sp>
          <p:grpSp>
            <p:nvGrpSpPr>
              <p:cNvPr id="37" name="Group 36"/>
              <p:cNvGrpSpPr/>
              <p:nvPr/>
            </p:nvGrpSpPr>
            <p:grpSpPr>
              <a:xfrm>
                <a:off x="5760782" y="1547816"/>
                <a:ext cx="364194" cy="364194"/>
                <a:chOff x="457580" y="2341896"/>
                <a:chExt cx="364194" cy="364194"/>
              </a:xfrm>
            </p:grpSpPr>
            <p:sp>
              <p:nvSpPr>
                <p:cNvPr id="38" name="Oval 37"/>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9" name="Right Arrow 38"/>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40" name="Group 39"/>
            <p:cNvGrpSpPr/>
            <p:nvPr/>
          </p:nvGrpSpPr>
          <p:grpSpPr>
            <a:xfrm>
              <a:off x="5577840" y="3497263"/>
              <a:ext cx="6309360" cy="726353"/>
              <a:chOff x="5577840" y="1366737"/>
              <a:chExt cx="6309360" cy="726353"/>
            </a:xfrm>
          </p:grpSpPr>
          <p:sp>
            <p:nvSpPr>
              <p:cNvPr id="41"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Tasks</a:t>
                </a:r>
              </a:p>
            </p:txBody>
          </p:sp>
          <p:grpSp>
            <p:nvGrpSpPr>
              <p:cNvPr id="42" name="Group 41"/>
              <p:cNvGrpSpPr/>
              <p:nvPr/>
            </p:nvGrpSpPr>
            <p:grpSpPr>
              <a:xfrm>
                <a:off x="5760782" y="1547816"/>
                <a:ext cx="364194" cy="364194"/>
                <a:chOff x="457580" y="2341896"/>
                <a:chExt cx="364194" cy="364194"/>
              </a:xfrm>
            </p:grpSpPr>
            <p:sp>
              <p:nvSpPr>
                <p:cNvPr id="43" name="Oval 42"/>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 name="Right Arrow 43"/>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45" name="Group 44"/>
            <p:cNvGrpSpPr/>
            <p:nvPr/>
          </p:nvGrpSpPr>
          <p:grpSpPr>
            <a:xfrm>
              <a:off x="5577840" y="4640251"/>
              <a:ext cx="6309360" cy="726353"/>
              <a:chOff x="5577840" y="1366737"/>
              <a:chExt cx="6309360" cy="726353"/>
            </a:xfrm>
          </p:grpSpPr>
          <p:sp>
            <p:nvSpPr>
              <p:cNvPr id="46"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Skype</a:t>
                </a:r>
              </a:p>
            </p:txBody>
          </p:sp>
          <p:grpSp>
            <p:nvGrpSpPr>
              <p:cNvPr id="47" name="Group 46"/>
              <p:cNvGrpSpPr/>
              <p:nvPr/>
            </p:nvGrpSpPr>
            <p:grpSpPr>
              <a:xfrm>
                <a:off x="5760782" y="1547816"/>
                <a:ext cx="364194" cy="364194"/>
                <a:chOff x="457580" y="2341896"/>
                <a:chExt cx="364194" cy="364194"/>
              </a:xfrm>
            </p:grpSpPr>
            <p:sp>
              <p:nvSpPr>
                <p:cNvPr id="48" name="Oval 47"/>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9" name="Right Arrow 48"/>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50" name="Group 49"/>
            <p:cNvGrpSpPr/>
            <p:nvPr/>
          </p:nvGrpSpPr>
          <p:grpSpPr>
            <a:xfrm>
              <a:off x="5577840" y="2925769"/>
              <a:ext cx="6309360" cy="726353"/>
              <a:chOff x="5577840" y="1366737"/>
              <a:chExt cx="6309360" cy="726353"/>
            </a:xfrm>
          </p:grpSpPr>
          <p:sp>
            <p:nvSpPr>
              <p:cNvPr id="51"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Personal contacts</a:t>
                </a:r>
              </a:p>
            </p:txBody>
          </p:sp>
          <p:grpSp>
            <p:nvGrpSpPr>
              <p:cNvPr id="52" name="Group 51"/>
              <p:cNvGrpSpPr/>
              <p:nvPr/>
            </p:nvGrpSpPr>
            <p:grpSpPr>
              <a:xfrm>
                <a:off x="5760782" y="1547816"/>
                <a:ext cx="364194" cy="364194"/>
                <a:chOff x="457580" y="2341896"/>
                <a:chExt cx="364194" cy="364194"/>
              </a:xfrm>
            </p:grpSpPr>
            <p:sp>
              <p:nvSpPr>
                <p:cNvPr id="53" name="Oval 52"/>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4" name="Right Arrow 53"/>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55" name="Group 54"/>
            <p:cNvGrpSpPr/>
            <p:nvPr/>
          </p:nvGrpSpPr>
          <p:grpSpPr>
            <a:xfrm>
              <a:off x="5577840" y="4068757"/>
              <a:ext cx="6309360" cy="726353"/>
              <a:chOff x="5577840" y="1366737"/>
              <a:chExt cx="6309360" cy="726353"/>
            </a:xfrm>
          </p:grpSpPr>
          <p:sp>
            <p:nvSpPr>
              <p:cNvPr id="56"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Notes</a:t>
                </a:r>
              </a:p>
            </p:txBody>
          </p:sp>
          <p:grpSp>
            <p:nvGrpSpPr>
              <p:cNvPr id="57" name="Group 56"/>
              <p:cNvGrpSpPr/>
              <p:nvPr/>
            </p:nvGrpSpPr>
            <p:grpSpPr>
              <a:xfrm>
                <a:off x="5760782" y="1547816"/>
                <a:ext cx="364194" cy="364194"/>
                <a:chOff x="457580" y="2341896"/>
                <a:chExt cx="364194" cy="364194"/>
              </a:xfrm>
            </p:grpSpPr>
            <p:sp>
              <p:nvSpPr>
                <p:cNvPr id="58" name="Oval 57"/>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9" name="Right Arrow 58"/>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60" name="Group 59"/>
            <p:cNvGrpSpPr/>
            <p:nvPr/>
          </p:nvGrpSpPr>
          <p:grpSpPr>
            <a:xfrm>
              <a:off x="5577840" y="5211745"/>
              <a:ext cx="6309360" cy="726353"/>
              <a:chOff x="5577840" y="1366737"/>
              <a:chExt cx="6309360" cy="726353"/>
            </a:xfrm>
          </p:grpSpPr>
          <p:sp>
            <p:nvSpPr>
              <p:cNvPr id="61"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Additional insights and relationships </a:t>
                </a:r>
              </a:p>
            </p:txBody>
          </p:sp>
          <p:grpSp>
            <p:nvGrpSpPr>
              <p:cNvPr id="62" name="Group 61"/>
              <p:cNvGrpSpPr/>
              <p:nvPr/>
            </p:nvGrpSpPr>
            <p:grpSpPr>
              <a:xfrm>
                <a:off x="5760782" y="1547816"/>
                <a:ext cx="364194" cy="364194"/>
                <a:chOff x="457580" y="2341896"/>
                <a:chExt cx="364194" cy="364194"/>
              </a:xfrm>
            </p:grpSpPr>
            <p:sp>
              <p:nvSpPr>
                <p:cNvPr id="63" name="Oval 62"/>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4" name="Right Arrow 63"/>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nvGrpSpPr>
            <p:cNvPr id="65" name="Group 64"/>
            <p:cNvGrpSpPr/>
            <p:nvPr/>
          </p:nvGrpSpPr>
          <p:grpSpPr>
            <a:xfrm>
              <a:off x="5577840" y="5783237"/>
              <a:ext cx="6309360" cy="726353"/>
              <a:chOff x="5577840" y="1366737"/>
              <a:chExt cx="6309360" cy="726353"/>
            </a:xfrm>
          </p:grpSpPr>
          <p:sp>
            <p:nvSpPr>
              <p:cNvPr id="66" name="Text Placeholder 4"/>
              <p:cNvSpPr txBox="1">
                <a:spLocks/>
              </p:cNvSpPr>
              <p:nvPr/>
            </p:nvSpPr>
            <p:spPr>
              <a:xfrm>
                <a:off x="5577840" y="1366737"/>
                <a:ext cx="6309360" cy="726353"/>
              </a:xfrm>
              <a:prstGeom prst="rect">
                <a:avLst/>
              </a:prstGeom>
            </p:spPr>
            <p:txBody>
              <a:bodyPr vert="horz" wrap="square" lIns="146304" tIns="146304" rIns="146304" bIns="146304" rtlCol="0" anchor="ctr" anchorCtr="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00000"/>
                  </a:lnSpc>
                  <a:spcBef>
                    <a:spcPts val="0"/>
                  </a:spcBef>
                </a:pPr>
                <a:r>
                  <a:rPr lang="en-US" sz="2800" dirty="0"/>
                  <a:t>Extensibility</a:t>
                </a:r>
              </a:p>
            </p:txBody>
          </p:sp>
          <p:grpSp>
            <p:nvGrpSpPr>
              <p:cNvPr id="67" name="Group 66"/>
              <p:cNvGrpSpPr/>
              <p:nvPr/>
            </p:nvGrpSpPr>
            <p:grpSpPr>
              <a:xfrm>
                <a:off x="5760782" y="1547816"/>
                <a:ext cx="364194" cy="364194"/>
                <a:chOff x="457580" y="2341896"/>
                <a:chExt cx="364194" cy="364194"/>
              </a:xfrm>
            </p:grpSpPr>
            <p:sp>
              <p:nvSpPr>
                <p:cNvPr id="68" name="Oval 67"/>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69" name="Right Arrow 68"/>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grpSp>
      <p:sp>
        <p:nvSpPr>
          <p:cNvPr id="4" name="Footer Placeholder 3"/>
          <p:cNvSpPr>
            <a:spLocks noGrp="1"/>
          </p:cNvSpPr>
          <p:nvPr>
            <p:ph type="ftr" sz="quarter" idx="10"/>
          </p:nvPr>
        </p:nvSpPr>
        <p:spPr/>
        <p:txBody>
          <a:bodyPr/>
          <a:lstStyle/>
          <a:p>
            <a:pPr lvl="0">
              <a:defRPr/>
            </a:pPr>
            <a:r>
              <a:rPr lang="en-US" sz="1400" b="1" dirty="0" smtClean="0">
                <a:gradFill>
                  <a:gsLst>
                    <a:gs pos="8367">
                      <a:schemeClr val="accent3"/>
                    </a:gs>
                    <a:gs pos="31000">
                      <a:schemeClr val="accent3"/>
                    </a:gs>
                  </a:gsLst>
                  <a:lin ang="5400000" scaled="0"/>
                </a:gradFill>
              </a:rPr>
              <a:t>4</a:t>
            </a:r>
            <a:r>
              <a:rPr lang="en-US" sz="1400" b="1" dirty="0" smtClean="0">
                <a:gradFill>
                  <a:gsLst>
                    <a:gs pos="8367">
                      <a:srgbClr val="0078D7"/>
                    </a:gs>
                    <a:gs pos="31000">
                      <a:srgbClr val="0078D7"/>
                    </a:gs>
                  </a:gsLst>
                  <a:lin ang="5400000" scaled="0"/>
                </a:gradFill>
              </a:rPr>
              <a:t> </a:t>
            </a:r>
            <a:r>
              <a:rPr lang="en-US" sz="1400" dirty="0" smtClean="0">
                <a:gradFill>
                  <a:gsLst>
                    <a:gs pos="8367">
                      <a:srgbClr val="000000"/>
                    </a:gs>
                    <a:gs pos="31000">
                      <a:srgbClr val="000000"/>
                    </a:gs>
                  </a:gsLst>
                  <a:lin ang="5400000" scaled="0"/>
                </a:gradFill>
              </a:rPr>
              <a:t>What’s coming next?</a:t>
            </a:r>
            <a:r>
              <a:rPr lang="en-US" sz="1400" dirty="0">
                <a:gradFill>
                  <a:gsLst>
                    <a:gs pos="8367">
                      <a:srgbClr val="000000"/>
                    </a:gs>
                    <a:gs pos="31000">
                      <a:srgbClr val="000000"/>
                    </a:gs>
                  </a:gsLst>
                  <a:lin ang="5400000" scaled="0"/>
                </a:gradFill>
              </a:rPr>
              <a:t/>
            </a:r>
            <a:br>
              <a:rPr lang="en-US" sz="1400" dirty="0">
                <a:gradFill>
                  <a:gsLst>
                    <a:gs pos="8367">
                      <a:srgbClr val="000000"/>
                    </a:gs>
                    <a:gs pos="31000">
                      <a:srgbClr val="000000"/>
                    </a:gs>
                  </a:gsLst>
                  <a:lin ang="5400000" scaled="0"/>
                </a:gradFill>
              </a:rPr>
            </a:br>
            <a:endParaRPr lang="en-US" sz="1400" dirty="0">
              <a:gradFill>
                <a:gsLst>
                  <a:gs pos="8367">
                    <a:srgbClr val="000000"/>
                  </a:gs>
                  <a:gs pos="31000">
                    <a:srgbClr val="000000"/>
                  </a:gs>
                </a:gsLst>
                <a:lin ang="5400000" scaled="0"/>
              </a:gradFill>
            </a:endParaRPr>
          </a:p>
        </p:txBody>
      </p:sp>
    </p:spTree>
    <p:extLst>
      <p:ext uri="{BB962C8B-B14F-4D97-AF65-F5344CB8AC3E}">
        <p14:creationId xmlns:p14="http://schemas.microsoft.com/office/powerpoint/2010/main" val="1673112998"/>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Summary</a:t>
            </a:r>
            <a:endParaRPr lang="en-US" dirty="0"/>
          </a:p>
        </p:txBody>
      </p:sp>
      <p:grpSp>
        <p:nvGrpSpPr>
          <p:cNvPr id="131" name="Group 130"/>
          <p:cNvGrpSpPr/>
          <p:nvPr/>
        </p:nvGrpSpPr>
        <p:grpSpPr>
          <a:xfrm>
            <a:off x="457580" y="2381971"/>
            <a:ext cx="364194" cy="364194"/>
            <a:chOff x="457580" y="2341896"/>
            <a:chExt cx="364194" cy="364194"/>
          </a:xfrm>
        </p:grpSpPr>
        <p:sp>
          <p:nvSpPr>
            <p:cNvPr id="132" name="Oval 131"/>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3" name="Right Arrow 132"/>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34" name="Group 133"/>
          <p:cNvGrpSpPr/>
          <p:nvPr/>
        </p:nvGrpSpPr>
        <p:grpSpPr>
          <a:xfrm>
            <a:off x="457580" y="1567373"/>
            <a:ext cx="364194" cy="364194"/>
            <a:chOff x="457580" y="2341896"/>
            <a:chExt cx="364194" cy="364194"/>
          </a:xfrm>
        </p:grpSpPr>
        <p:sp>
          <p:nvSpPr>
            <p:cNvPr id="135" name="Oval 134"/>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6" name="Right Arrow 135"/>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37" name="Group 136"/>
          <p:cNvGrpSpPr/>
          <p:nvPr/>
        </p:nvGrpSpPr>
        <p:grpSpPr>
          <a:xfrm>
            <a:off x="457580" y="3196569"/>
            <a:ext cx="364194" cy="364194"/>
            <a:chOff x="457580" y="2341896"/>
            <a:chExt cx="364194" cy="364194"/>
          </a:xfrm>
        </p:grpSpPr>
        <p:sp>
          <p:nvSpPr>
            <p:cNvPr id="138" name="Oval 137"/>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9" name="Right Arrow 138"/>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grpSp>
        <p:nvGrpSpPr>
          <p:cNvPr id="140" name="Group 139"/>
          <p:cNvGrpSpPr/>
          <p:nvPr/>
        </p:nvGrpSpPr>
        <p:grpSpPr>
          <a:xfrm>
            <a:off x="457580" y="4011167"/>
            <a:ext cx="364194" cy="364194"/>
            <a:chOff x="457580" y="2341896"/>
            <a:chExt cx="364194" cy="364194"/>
          </a:xfrm>
        </p:grpSpPr>
        <p:sp>
          <p:nvSpPr>
            <p:cNvPr id="141" name="Oval 140"/>
            <p:cNvSpPr/>
            <p:nvPr/>
          </p:nvSpPr>
          <p:spPr bwMode="auto">
            <a:xfrm>
              <a:off x="457580" y="2341896"/>
              <a:ext cx="364194" cy="364194"/>
            </a:xfrm>
            <a:prstGeom prst="ellipse">
              <a:avLst/>
            </a:prstGeom>
            <a:solidFill>
              <a:schemeClr val="bg1"/>
            </a:solidFill>
            <a:ln w="44450">
              <a:solidFill>
                <a:schemeClr val="tx2"/>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42" name="Right Arrow 141"/>
            <p:cNvSpPr/>
            <p:nvPr/>
          </p:nvSpPr>
          <p:spPr bwMode="auto">
            <a:xfrm>
              <a:off x="548238" y="2432554"/>
              <a:ext cx="206618" cy="182878"/>
            </a:xfrm>
            <a:prstGeom prst="rightArrow">
              <a:avLst>
                <a:gd name="adj1" fmla="val 50000"/>
                <a:gd name="adj2" fmla="val 39583"/>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143" name="Text Placeholder 4"/>
          <p:cNvSpPr txBox="1">
            <a:spLocks/>
          </p:cNvSpPr>
          <p:nvPr/>
        </p:nvSpPr>
        <p:spPr>
          <a:xfrm>
            <a:off x="274638" y="1212850"/>
            <a:ext cx="7498062" cy="3343031"/>
          </a:xfrm>
          <a:prstGeom prst="rect">
            <a:avLst/>
          </a:prstGeom>
        </p:spPr>
        <p:txBody>
          <a:bodyPr vert="horz" wrap="square" lIns="146304" tIns="91440" rIns="146304" bIns="91440" rtlCol="0">
            <a:spAutoFit/>
          </a:bodyPr>
          <a:lstStyle>
            <a:lvl1pPr marL="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4000" kern="1200" spc="0" baseline="0">
                <a:gradFill>
                  <a:gsLst>
                    <a:gs pos="1250">
                      <a:schemeClr val="tx1"/>
                    </a:gs>
                    <a:gs pos="99000">
                      <a:schemeClr val="tx1"/>
                    </a:gs>
                  </a:gsLst>
                  <a:lin ang="5400000" scaled="0"/>
                </a:gradFill>
                <a:latin typeface="+mj-lt"/>
                <a:ea typeface="+mn-ea"/>
                <a:cs typeface="+mn-cs"/>
              </a:defRPr>
            </a:lvl1pPr>
            <a:lvl2pPr marL="0" marR="0" indent="0" algn="l" defTabSz="932742" rtl="0" eaLnBrk="1" fontAlgn="auto" latinLnBrk="0" hangingPunct="1">
              <a:lnSpc>
                <a:spcPct val="90000"/>
              </a:lnSpc>
              <a:spcBef>
                <a:spcPct val="20000"/>
              </a:spcBef>
              <a:spcAft>
                <a:spcPts val="0"/>
              </a:spcAft>
              <a:buClrTx/>
              <a:buSzPct val="90000"/>
              <a:buFontTx/>
              <a:buNone/>
              <a:tabLst/>
              <a:defRPr sz="2000" kern="1200" spc="0" baseline="0">
                <a:gradFill>
                  <a:gsLst>
                    <a:gs pos="92515">
                      <a:srgbClr val="262626"/>
                    </a:gs>
                    <a:gs pos="75000">
                      <a:srgbClr val="262626"/>
                    </a:gs>
                  </a:gsLst>
                  <a:lin ang="5400000" scaled="0"/>
                </a:gradFill>
                <a:latin typeface="+mn-lt"/>
                <a:ea typeface="+mn-ea"/>
                <a:cs typeface="+mn-cs"/>
              </a:defRPr>
            </a:lvl2pPr>
            <a:lvl3pPr marL="2286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000" kern="1200" spc="0" baseline="0">
                <a:gradFill>
                  <a:gsLst>
                    <a:gs pos="92515">
                      <a:srgbClr val="262626"/>
                    </a:gs>
                    <a:gs pos="75000">
                      <a:srgbClr val="262626"/>
                    </a:gs>
                  </a:gsLst>
                  <a:lin ang="5400000" scaled="0"/>
                </a:gradFill>
                <a:latin typeface="+mn-lt"/>
                <a:ea typeface="+mn-ea"/>
                <a:cs typeface="+mn-cs"/>
              </a:defRPr>
            </a:lvl3pPr>
            <a:lvl4pPr marL="4572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4pPr>
            <a:lvl5pPr marL="6858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1800" kern="1200" spc="0" baseline="0">
                <a:gradFill>
                  <a:gsLst>
                    <a:gs pos="92515">
                      <a:srgbClr val="262626"/>
                    </a:gs>
                    <a:gs pos="75000">
                      <a:srgbClr val="262626"/>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90563">
              <a:lnSpc>
                <a:spcPct val="150000"/>
              </a:lnSpc>
            </a:pPr>
            <a:r>
              <a:rPr lang="en-US" sz="3200" dirty="0"/>
              <a:t>Why the need for Microsoft Graph API</a:t>
            </a:r>
          </a:p>
          <a:p>
            <a:pPr marL="690563">
              <a:lnSpc>
                <a:spcPct val="150000"/>
              </a:lnSpc>
            </a:pPr>
            <a:r>
              <a:rPr lang="en-US" sz="3200" dirty="0"/>
              <a:t>What is the Microsoft Graph API</a:t>
            </a:r>
          </a:p>
          <a:p>
            <a:pPr marL="690563">
              <a:lnSpc>
                <a:spcPct val="150000"/>
              </a:lnSpc>
            </a:pPr>
            <a:r>
              <a:rPr lang="en-US" sz="3200" dirty="0"/>
              <a:t>Supported areas</a:t>
            </a:r>
          </a:p>
          <a:p>
            <a:pPr marL="690563">
              <a:lnSpc>
                <a:spcPct val="150000"/>
              </a:lnSpc>
            </a:pPr>
            <a:r>
              <a:rPr lang="en-US" sz="3200" dirty="0"/>
              <a:t>Roadmap</a:t>
            </a:r>
          </a:p>
        </p:txBody>
      </p:sp>
    </p:spTree>
    <p:extLst>
      <p:ext uri="{BB962C8B-B14F-4D97-AF65-F5344CB8AC3E}">
        <p14:creationId xmlns:p14="http://schemas.microsoft.com/office/powerpoint/2010/main" val="73859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Text Placeholder 2"/>
          <p:cNvSpPr>
            <a:spLocks noGrp="1"/>
          </p:cNvSpPr>
          <p:nvPr>
            <p:ph type="body" sz="quarter" idx="10"/>
          </p:nvPr>
        </p:nvSpPr>
        <p:spPr>
          <a:xfrm>
            <a:off x="274638" y="1212850"/>
            <a:ext cx="11887200" cy="3647152"/>
          </a:xfrm>
        </p:spPr>
        <p:txBody>
          <a:bodyPr/>
          <a:lstStyle/>
          <a:p>
            <a:pPr>
              <a:spcBef>
                <a:spcPts val="1800"/>
              </a:spcBef>
            </a:pPr>
            <a:r>
              <a:rPr lang="en-US" dirty="0" smtClean="0">
                <a:hlinkClick r:id="rId3"/>
              </a:rPr>
              <a:t>Getting started with APIs</a:t>
            </a:r>
            <a:endParaRPr lang="en-US" dirty="0" smtClean="0"/>
          </a:p>
          <a:p>
            <a:pPr>
              <a:spcBef>
                <a:spcPts val="1800"/>
              </a:spcBef>
            </a:pPr>
            <a:r>
              <a:rPr lang="en-US" dirty="0" smtClean="0">
                <a:hlinkClick r:id="rId4"/>
              </a:rPr>
              <a:t>Office 365 API code samples  </a:t>
            </a:r>
            <a:endParaRPr lang="en-US" dirty="0" smtClean="0"/>
          </a:p>
          <a:p>
            <a:pPr>
              <a:spcBef>
                <a:spcPts val="1800"/>
              </a:spcBef>
            </a:pPr>
            <a:r>
              <a:rPr lang="en-US" dirty="0" smtClean="0">
                <a:hlinkClick r:id="rId5"/>
              </a:rPr>
              <a:t>Office 365 API training </a:t>
            </a:r>
            <a:br>
              <a:rPr lang="en-US" dirty="0" smtClean="0">
                <a:hlinkClick r:id="rId5"/>
              </a:rPr>
            </a:br>
            <a:r>
              <a:rPr lang="en-US" dirty="0" smtClean="0">
                <a:hlinkClick r:id="rId5"/>
              </a:rPr>
              <a:t>videos and hands on labs </a:t>
            </a:r>
            <a:endParaRPr lang="en-US" dirty="0" smtClean="0"/>
          </a:p>
          <a:p>
            <a:pPr>
              <a:spcBef>
                <a:spcPts val="1800"/>
              </a:spcBef>
            </a:pPr>
            <a:r>
              <a:rPr lang="en-US" dirty="0" smtClean="0">
                <a:hlinkClick r:id="rId6"/>
              </a:rPr>
              <a:t>Office 365 API documentation</a:t>
            </a:r>
            <a:endParaRPr lang="en-US" dirty="0"/>
          </a:p>
        </p:txBody>
      </p:sp>
      <p:grpSp>
        <p:nvGrpSpPr>
          <p:cNvPr id="19" name="Group 18"/>
          <p:cNvGrpSpPr/>
          <p:nvPr/>
        </p:nvGrpSpPr>
        <p:grpSpPr>
          <a:xfrm>
            <a:off x="8595651" y="2113047"/>
            <a:ext cx="4084253" cy="5486900"/>
            <a:chOff x="7841294" y="1339954"/>
            <a:chExt cx="4004533" cy="5379802"/>
          </a:xfrm>
        </p:grpSpPr>
        <p:sp>
          <p:nvSpPr>
            <p:cNvPr id="20" name="Freeform 5"/>
            <p:cNvSpPr>
              <a:spLocks/>
            </p:cNvSpPr>
            <p:nvPr/>
          </p:nvSpPr>
          <p:spPr bwMode="auto">
            <a:xfrm>
              <a:off x="8880534" y="3979625"/>
              <a:ext cx="1732066" cy="1738997"/>
            </a:xfrm>
            <a:custGeom>
              <a:avLst/>
              <a:gdLst>
                <a:gd name="T0" fmla="*/ 22 w 179"/>
                <a:gd name="T1" fmla="*/ 79 h 179"/>
                <a:gd name="T2" fmla="*/ 101 w 179"/>
                <a:gd name="T3" fmla="*/ 157 h 179"/>
                <a:gd name="T4" fmla="*/ 179 w 179"/>
                <a:gd name="T5" fmla="*/ 157 h 179"/>
                <a:gd name="T6" fmla="*/ 22 w 179"/>
                <a:gd name="T7" fmla="*/ 0 h 179"/>
                <a:gd name="T8" fmla="*/ 22 w 179"/>
                <a:gd name="T9" fmla="*/ 79 h 179"/>
              </a:gdLst>
              <a:ahLst/>
              <a:cxnLst>
                <a:cxn ang="0">
                  <a:pos x="T0" y="T1"/>
                </a:cxn>
                <a:cxn ang="0">
                  <a:pos x="T2" y="T3"/>
                </a:cxn>
                <a:cxn ang="0">
                  <a:pos x="T4" y="T5"/>
                </a:cxn>
                <a:cxn ang="0">
                  <a:pos x="T6" y="T7"/>
                </a:cxn>
                <a:cxn ang="0">
                  <a:pos x="T8" y="T9"/>
                </a:cxn>
              </a:cxnLst>
              <a:rect l="0" t="0" r="r" b="b"/>
              <a:pathLst>
                <a:path w="179" h="179">
                  <a:moveTo>
                    <a:pt x="22" y="79"/>
                  </a:moveTo>
                  <a:cubicBezTo>
                    <a:pt x="101" y="157"/>
                    <a:pt x="101" y="157"/>
                    <a:pt x="101" y="157"/>
                  </a:cubicBezTo>
                  <a:cubicBezTo>
                    <a:pt x="122" y="179"/>
                    <a:pt x="158" y="179"/>
                    <a:pt x="179" y="157"/>
                  </a:cubicBezTo>
                  <a:cubicBezTo>
                    <a:pt x="22" y="0"/>
                    <a:pt x="22" y="0"/>
                    <a:pt x="22" y="0"/>
                  </a:cubicBezTo>
                  <a:cubicBezTo>
                    <a:pt x="0" y="22"/>
                    <a:pt x="0" y="57"/>
                    <a:pt x="22" y="79"/>
                  </a:cubicBezTo>
                  <a:close/>
                </a:path>
              </a:pathLst>
            </a:custGeom>
            <a:solidFill>
              <a:schemeClr val="accent2">
                <a:lumMod val="75000"/>
              </a:schemeClr>
            </a:solidFill>
            <a:ln>
              <a:noFill/>
            </a:ln>
          </p:spPr>
          <p:txBody>
            <a:bodyPr vert="horz" wrap="square" lIns="93260" tIns="46630" rIns="93260" bIns="46630" numCol="1" anchor="t" anchorCtr="0" compatLnSpc="1">
              <a:prstTxWarp prst="textNoShape">
                <a:avLst/>
              </a:prstTxWarp>
            </a:bodyPr>
            <a:lstStyle/>
            <a:p>
              <a:pPr defTabSz="932597"/>
              <a:endParaRPr lang="en-US">
                <a:solidFill>
                  <a:srgbClr val="404040"/>
                </a:solidFill>
                <a:latin typeface="Segoe UI"/>
              </a:endParaRPr>
            </a:p>
          </p:txBody>
        </p:sp>
        <p:sp>
          <p:nvSpPr>
            <p:cNvPr id="21" name="Freeform 6"/>
            <p:cNvSpPr>
              <a:spLocks/>
            </p:cNvSpPr>
            <p:nvPr/>
          </p:nvSpPr>
          <p:spPr bwMode="auto">
            <a:xfrm>
              <a:off x="9095308" y="3764847"/>
              <a:ext cx="1732066" cy="1738997"/>
            </a:xfrm>
            <a:custGeom>
              <a:avLst/>
              <a:gdLst>
                <a:gd name="T0" fmla="*/ 157 w 179"/>
                <a:gd name="T1" fmla="*/ 100 h 179"/>
                <a:gd name="T2" fmla="*/ 79 w 179"/>
                <a:gd name="T3" fmla="*/ 22 h 179"/>
                <a:gd name="T4" fmla="*/ 0 w 179"/>
                <a:gd name="T5" fmla="*/ 22 h 179"/>
                <a:gd name="T6" fmla="*/ 157 w 179"/>
                <a:gd name="T7" fmla="*/ 179 h 179"/>
                <a:gd name="T8" fmla="*/ 157 w 179"/>
                <a:gd name="T9" fmla="*/ 100 h 179"/>
              </a:gdLst>
              <a:ahLst/>
              <a:cxnLst>
                <a:cxn ang="0">
                  <a:pos x="T0" y="T1"/>
                </a:cxn>
                <a:cxn ang="0">
                  <a:pos x="T2" y="T3"/>
                </a:cxn>
                <a:cxn ang="0">
                  <a:pos x="T4" y="T5"/>
                </a:cxn>
                <a:cxn ang="0">
                  <a:pos x="T6" y="T7"/>
                </a:cxn>
                <a:cxn ang="0">
                  <a:pos x="T8" y="T9"/>
                </a:cxn>
              </a:cxnLst>
              <a:rect l="0" t="0" r="r" b="b"/>
              <a:pathLst>
                <a:path w="179" h="179">
                  <a:moveTo>
                    <a:pt x="157" y="100"/>
                  </a:moveTo>
                  <a:cubicBezTo>
                    <a:pt x="79" y="22"/>
                    <a:pt x="79" y="22"/>
                    <a:pt x="79" y="22"/>
                  </a:cubicBezTo>
                  <a:cubicBezTo>
                    <a:pt x="57" y="0"/>
                    <a:pt x="22" y="0"/>
                    <a:pt x="0" y="22"/>
                  </a:cubicBezTo>
                  <a:cubicBezTo>
                    <a:pt x="157" y="179"/>
                    <a:pt x="157" y="179"/>
                    <a:pt x="157" y="179"/>
                  </a:cubicBezTo>
                  <a:cubicBezTo>
                    <a:pt x="179" y="157"/>
                    <a:pt x="179" y="122"/>
                    <a:pt x="157" y="100"/>
                  </a:cubicBezTo>
                  <a:close/>
                </a:path>
              </a:pathLst>
            </a:custGeom>
            <a:solidFill>
              <a:schemeClr val="accent2">
                <a:lumMod val="50000"/>
              </a:schemeClr>
            </a:solidFill>
            <a:ln>
              <a:noFill/>
            </a:ln>
          </p:spPr>
          <p:txBody>
            <a:bodyPr vert="horz" wrap="square" lIns="93260" tIns="46630" rIns="93260" bIns="46630" numCol="1" anchor="t" anchorCtr="0" compatLnSpc="1">
              <a:prstTxWarp prst="textNoShape">
                <a:avLst/>
              </a:prstTxWarp>
            </a:bodyPr>
            <a:lstStyle/>
            <a:p>
              <a:pPr defTabSz="932597"/>
              <a:endParaRPr lang="en-US">
                <a:solidFill>
                  <a:srgbClr val="404040"/>
                </a:solidFill>
                <a:latin typeface="Segoe UI"/>
              </a:endParaRPr>
            </a:p>
          </p:txBody>
        </p:sp>
        <p:sp>
          <p:nvSpPr>
            <p:cNvPr id="22" name="Freeform 9"/>
            <p:cNvSpPr>
              <a:spLocks noEditPoints="1"/>
            </p:cNvSpPr>
            <p:nvPr/>
          </p:nvSpPr>
          <p:spPr bwMode="auto">
            <a:xfrm>
              <a:off x="10432465" y="1901146"/>
              <a:ext cx="651257" cy="1316370"/>
            </a:xfrm>
            <a:custGeom>
              <a:avLst/>
              <a:gdLst>
                <a:gd name="T0" fmla="*/ 65 w 67"/>
                <a:gd name="T1" fmla="*/ 0 h 135"/>
                <a:gd name="T2" fmla="*/ 1 w 67"/>
                <a:gd name="T3" fmla="*/ 0 h 135"/>
                <a:gd name="T4" fmla="*/ 0 w 67"/>
                <a:gd name="T5" fmla="*/ 2 h 135"/>
                <a:gd name="T6" fmla="*/ 0 w 67"/>
                <a:gd name="T7" fmla="*/ 28 h 135"/>
                <a:gd name="T8" fmla="*/ 0 w 67"/>
                <a:gd name="T9" fmla="*/ 30 h 135"/>
                <a:gd name="T10" fmla="*/ 0 w 67"/>
                <a:gd name="T11" fmla="*/ 134 h 135"/>
                <a:gd name="T12" fmla="*/ 1 w 67"/>
                <a:gd name="T13" fmla="*/ 135 h 135"/>
                <a:gd name="T14" fmla="*/ 65 w 67"/>
                <a:gd name="T15" fmla="*/ 135 h 135"/>
                <a:gd name="T16" fmla="*/ 67 w 67"/>
                <a:gd name="T17" fmla="*/ 134 h 135"/>
                <a:gd name="T18" fmla="*/ 67 w 67"/>
                <a:gd name="T19" fmla="*/ 30 h 135"/>
                <a:gd name="T20" fmla="*/ 67 w 67"/>
                <a:gd name="T21" fmla="*/ 28 h 135"/>
                <a:gd name="T22" fmla="*/ 67 w 67"/>
                <a:gd name="T23" fmla="*/ 2 h 135"/>
                <a:gd name="T24" fmla="*/ 65 w 67"/>
                <a:gd name="T25" fmla="*/ 0 h 135"/>
                <a:gd name="T26" fmla="*/ 8 w 67"/>
                <a:gd name="T27" fmla="*/ 21 h 135"/>
                <a:gd name="T28" fmla="*/ 8 w 67"/>
                <a:gd name="T29" fmla="*/ 14 h 135"/>
                <a:gd name="T30" fmla="*/ 9 w 67"/>
                <a:gd name="T31" fmla="*/ 13 h 135"/>
                <a:gd name="T32" fmla="*/ 57 w 67"/>
                <a:gd name="T33" fmla="*/ 13 h 135"/>
                <a:gd name="T34" fmla="*/ 59 w 67"/>
                <a:gd name="T35" fmla="*/ 14 h 135"/>
                <a:gd name="T36" fmla="*/ 59 w 67"/>
                <a:gd name="T37" fmla="*/ 21 h 135"/>
                <a:gd name="T38" fmla="*/ 57 w 67"/>
                <a:gd name="T39" fmla="*/ 23 h 135"/>
                <a:gd name="T40" fmla="*/ 9 w 67"/>
                <a:gd name="T41" fmla="*/ 23 h 135"/>
                <a:gd name="T42" fmla="*/ 8 w 67"/>
                <a:gd name="T43" fmla="*/ 21 h 135"/>
                <a:gd name="T44" fmla="*/ 53 w 67"/>
                <a:gd name="T45" fmla="*/ 64 h 135"/>
                <a:gd name="T46" fmla="*/ 49 w 67"/>
                <a:gd name="T47" fmla="*/ 59 h 135"/>
                <a:gd name="T48" fmla="*/ 53 w 67"/>
                <a:gd name="T49" fmla="*/ 55 h 135"/>
                <a:gd name="T50" fmla="*/ 58 w 67"/>
                <a:gd name="T51" fmla="*/ 59 h 135"/>
                <a:gd name="T52" fmla="*/ 53 w 67"/>
                <a:gd name="T53" fmla="*/ 64 h 135"/>
                <a:gd name="T54" fmla="*/ 53 w 67"/>
                <a:gd name="T55" fmla="*/ 49 h 135"/>
                <a:gd name="T56" fmla="*/ 47 w 67"/>
                <a:gd name="T57" fmla="*/ 43 h 135"/>
                <a:gd name="T58" fmla="*/ 53 w 67"/>
                <a:gd name="T59" fmla="*/ 37 h 135"/>
                <a:gd name="T60" fmla="*/ 60 w 67"/>
                <a:gd name="T61" fmla="*/ 43 h 135"/>
                <a:gd name="T62" fmla="*/ 53 w 67"/>
                <a:gd name="T63" fmla="*/ 49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 h="135">
                  <a:moveTo>
                    <a:pt x="65" y="0"/>
                  </a:moveTo>
                  <a:cubicBezTo>
                    <a:pt x="1" y="0"/>
                    <a:pt x="1" y="0"/>
                    <a:pt x="1" y="0"/>
                  </a:cubicBezTo>
                  <a:cubicBezTo>
                    <a:pt x="0" y="0"/>
                    <a:pt x="0" y="1"/>
                    <a:pt x="0" y="2"/>
                  </a:cubicBezTo>
                  <a:cubicBezTo>
                    <a:pt x="0" y="28"/>
                    <a:pt x="0" y="28"/>
                    <a:pt x="0" y="28"/>
                  </a:cubicBezTo>
                  <a:cubicBezTo>
                    <a:pt x="0" y="30"/>
                    <a:pt x="0" y="30"/>
                    <a:pt x="0" y="30"/>
                  </a:cubicBezTo>
                  <a:cubicBezTo>
                    <a:pt x="0" y="134"/>
                    <a:pt x="0" y="134"/>
                    <a:pt x="0" y="134"/>
                  </a:cubicBezTo>
                  <a:cubicBezTo>
                    <a:pt x="0" y="135"/>
                    <a:pt x="0" y="135"/>
                    <a:pt x="1" y="135"/>
                  </a:cubicBezTo>
                  <a:cubicBezTo>
                    <a:pt x="65" y="135"/>
                    <a:pt x="65" y="135"/>
                    <a:pt x="65" y="135"/>
                  </a:cubicBezTo>
                  <a:cubicBezTo>
                    <a:pt x="66" y="135"/>
                    <a:pt x="67" y="135"/>
                    <a:pt x="67" y="134"/>
                  </a:cubicBezTo>
                  <a:cubicBezTo>
                    <a:pt x="67" y="30"/>
                    <a:pt x="67" y="30"/>
                    <a:pt x="67" y="30"/>
                  </a:cubicBezTo>
                  <a:cubicBezTo>
                    <a:pt x="67" y="28"/>
                    <a:pt x="67" y="28"/>
                    <a:pt x="67" y="28"/>
                  </a:cubicBezTo>
                  <a:cubicBezTo>
                    <a:pt x="67" y="2"/>
                    <a:pt x="67" y="2"/>
                    <a:pt x="67" y="2"/>
                  </a:cubicBezTo>
                  <a:cubicBezTo>
                    <a:pt x="67" y="1"/>
                    <a:pt x="66" y="0"/>
                    <a:pt x="65" y="0"/>
                  </a:cubicBezTo>
                  <a:close/>
                  <a:moveTo>
                    <a:pt x="8" y="21"/>
                  </a:moveTo>
                  <a:cubicBezTo>
                    <a:pt x="8" y="14"/>
                    <a:pt x="8" y="14"/>
                    <a:pt x="8" y="14"/>
                  </a:cubicBezTo>
                  <a:cubicBezTo>
                    <a:pt x="8" y="13"/>
                    <a:pt x="8" y="13"/>
                    <a:pt x="9" y="13"/>
                  </a:cubicBezTo>
                  <a:cubicBezTo>
                    <a:pt x="57" y="13"/>
                    <a:pt x="57" y="13"/>
                    <a:pt x="57" y="13"/>
                  </a:cubicBezTo>
                  <a:cubicBezTo>
                    <a:pt x="58" y="13"/>
                    <a:pt x="59" y="13"/>
                    <a:pt x="59" y="14"/>
                  </a:cubicBezTo>
                  <a:cubicBezTo>
                    <a:pt x="59" y="21"/>
                    <a:pt x="59" y="21"/>
                    <a:pt x="59" y="21"/>
                  </a:cubicBezTo>
                  <a:cubicBezTo>
                    <a:pt x="59" y="22"/>
                    <a:pt x="58" y="23"/>
                    <a:pt x="57" y="23"/>
                  </a:cubicBezTo>
                  <a:cubicBezTo>
                    <a:pt x="9" y="23"/>
                    <a:pt x="9" y="23"/>
                    <a:pt x="9" y="23"/>
                  </a:cubicBezTo>
                  <a:cubicBezTo>
                    <a:pt x="8" y="23"/>
                    <a:pt x="8" y="22"/>
                    <a:pt x="8" y="21"/>
                  </a:cubicBezTo>
                  <a:close/>
                  <a:moveTo>
                    <a:pt x="53" y="64"/>
                  </a:moveTo>
                  <a:cubicBezTo>
                    <a:pt x="51" y="64"/>
                    <a:pt x="49" y="62"/>
                    <a:pt x="49" y="59"/>
                  </a:cubicBezTo>
                  <a:cubicBezTo>
                    <a:pt x="49" y="57"/>
                    <a:pt x="51" y="55"/>
                    <a:pt x="53" y="55"/>
                  </a:cubicBezTo>
                  <a:cubicBezTo>
                    <a:pt x="56" y="55"/>
                    <a:pt x="58" y="57"/>
                    <a:pt x="58" y="59"/>
                  </a:cubicBezTo>
                  <a:cubicBezTo>
                    <a:pt x="58" y="62"/>
                    <a:pt x="56" y="64"/>
                    <a:pt x="53" y="64"/>
                  </a:cubicBezTo>
                  <a:close/>
                  <a:moveTo>
                    <a:pt x="53" y="49"/>
                  </a:moveTo>
                  <a:cubicBezTo>
                    <a:pt x="50" y="49"/>
                    <a:pt x="47" y="46"/>
                    <a:pt x="47" y="43"/>
                  </a:cubicBezTo>
                  <a:cubicBezTo>
                    <a:pt x="47" y="39"/>
                    <a:pt x="50" y="37"/>
                    <a:pt x="53" y="37"/>
                  </a:cubicBezTo>
                  <a:cubicBezTo>
                    <a:pt x="57" y="37"/>
                    <a:pt x="60" y="39"/>
                    <a:pt x="60" y="43"/>
                  </a:cubicBezTo>
                  <a:cubicBezTo>
                    <a:pt x="60" y="46"/>
                    <a:pt x="57" y="49"/>
                    <a:pt x="53" y="49"/>
                  </a:cubicBezTo>
                  <a:close/>
                </a:path>
              </a:pathLst>
            </a:custGeom>
            <a:solidFill>
              <a:schemeClr val="bg2">
                <a:lumMod val="75000"/>
              </a:schemeClr>
            </a:solidFill>
            <a:ln>
              <a:noFill/>
            </a:ln>
          </p:spPr>
          <p:txBody>
            <a:bodyPr vert="horz" wrap="square" lIns="93260" tIns="46630" rIns="93260" bIns="46630" numCol="1" anchor="t" anchorCtr="0" compatLnSpc="1">
              <a:prstTxWarp prst="textNoShape">
                <a:avLst/>
              </a:prstTxWarp>
            </a:bodyPr>
            <a:lstStyle/>
            <a:p>
              <a:pPr defTabSz="932597"/>
              <a:endParaRPr lang="en-US">
                <a:solidFill>
                  <a:srgbClr val="404040"/>
                </a:solidFill>
                <a:latin typeface="Segoe UI"/>
              </a:endParaRPr>
            </a:p>
          </p:txBody>
        </p:sp>
        <p:sp>
          <p:nvSpPr>
            <p:cNvPr id="23" name="Freeform 10"/>
            <p:cNvSpPr>
              <a:spLocks noEditPoints="1"/>
            </p:cNvSpPr>
            <p:nvPr/>
          </p:nvSpPr>
          <p:spPr bwMode="auto">
            <a:xfrm>
              <a:off x="7841294" y="1339954"/>
              <a:ext cx="2445675" cy="1877562"/>
            </a:xfrm>
            <a:custGeom>
              <a:avLst/>
              <a:gdLst>
                <a:gd name="T0" fmla="*/ 244 w 252"/>
                <a:gd name="T1" fmla="*/ 0 h 193"/>
                <a:gd name="T2" fmla="*/ 8 w 252"/>
                <a:gd name="T3" fmla="*/ 0 h 193"/>
                <a:gd name="T4" fmla="*/ 0 w 252"/>
                <a:gd name="T5" fmla="*/ 7 h 193"/>
                <a:gd name="T6" fmla="*/ 0 w 252"/>
                <a:gd name="T7" fmla="*/ 161 h 193"/>
                <a:gd name="T8" fmla="*/ 8 w 252"/>
                <a:gd name="T9" fmla="*/ 168 h 193"/>
                <a:gd name="T10" fmla="*/ 86 w 252"/>
                <a:gd name="T11" fmla="*/ 168 h 193"/>
                <a:gd name="T12" fmla="*/ 86 w 252"/>
                <a:gd name="T13" fmla="*/ 179 h 193"/>
                <a:gd name="T14" fmla="*/ 69 w 252"/>
                <a:gd name="T15" fmla="*/ 193 h 193"/>
                <a:gd name="T16" fmla="*/ 188 w 252"/>
                <a:gd name="T17" fmla="*/ 193 h 193"/>
                <a:gd name="T18" fmla="*/ 171 w 252"/>
                <a:gd name="T19" fmla="*/ 179 h 193"/>
                <a:gd name="T20" fmla="*/ 171 w 252"/>
                <a:gd name="T21" fmla="*/ 168 h 193"/>
                <a:gd name="T22" fmla="*/ 244 w 252"/>
                <a:gd name="T23" fmla="*/ 168 h 193"/>
                <a:gd name="T24" fmla="*/ 252 w 252"/>
                <a:gd name="T25" fmla="*/ 161 h 193"/>
                <a:gd name="T26" fmla="*/ 252 w 252"/>
                <a:gd name="T27" fmla="*/ 7 h 193"/>
                <a:gd name="T28" fmla="*/ 244 w 252"/>
                <a:gd name="T29" fmla="*/ 0 h 193"/>
                <a:gd name="T30" fmla="*/ 238 w 252"/>
                <a:gd name="T31" fmla="*/ 149 h 193"/>
                <a:gd name="T32" fmla="*/ 231 w 252"/>
                <a:gd name="T33" fmla="*/ 155 h 193"/>
                <a:gd name="T34" fmla="*/ 22 w 252"/>
                <a:gd name="T35" fmla="*/ 155 h 193"/>
                <a:gd name="T36" fmla="*/ 15 w 252"/>
                <a:gd name="T37" fmla="*/ 149 h 193"/>
                <a:gd name="T38" fmla="*/ 15 w 252"/>
                <a:gd name="T39" fmla="*/ 19 h 193"/>
                <a:gd name="T40" fmla="*/ 22 w 252"/>
                <a:gd name="T41" fmla="*/ 13 h 193"/>
                <a:gd name="T42" fmla="*/ 231 w 252"/>
                <a:gd name="T43" fmla="*/ 13 h 193"/>
                <a:gd name="T44" fmla="*/ 238 w 252"/>
                <a:gd name="T45" fmla="*/ 19 h 193"/>
                <a:gd name="T46" fmla="*/ 238 w 252"/>
                <a:gd name="T47" fmla="*/ 149 h 193"/>
                <a:gd name="T48" fmla="*/ 238 w 252"/>
                <a:gd name="T49" fmla="*/ 149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2" h="193">
                  <a:moveTo>
                    <a:pt x="244" y="0"/>
                  </a:moveTo>
                  <a:cubicBezTo>
                    <a:pt x="8" y="0"/>
                    <a:pt x="8" y="0"/>
                    <a:pt x="8" y="0"/>
                  </a:cubicBezTo>
                  <a:cubicBezTo>
                    <a:pt x="4" y="0"/>
                    <a:pt x="0" y="3"/>
                    <a:pt x="0" y="7"/>
                  </a:cubicBezTo>
                  <a:cubicBezTo>
                    <a:pt x="0" y="161"/>
                    <a:pt x="0" y="161"/>
                    <a:pt x="0" y="161"/>
                  </a:cubicBezTo>
                  <a:cubicBezTo>
                    <a:pt x="0" y="165"/>
                    <a:pt x="4" y="168"/>
                    <a:pt x="8" y="168"/>
                  </a:cubicBezTo>
                  <a:cubicBezTo>
                    <a:pt x="86" y="168"/>
                    <a:pt x="86" y="168"/>
                    <a:pt x="86" y="168"/>
                  </a:cubicBezTo>
                  <a:cubicBezTo>
                    <a:pt x="86" y="179"/>
                    <a:pt x="86" y="179"/>
                    <a:pt x="86" y="179"/>
                  </a:cubicBezTo>
                  <a:cubicBezTo>
                    <a:pt x="69" y="193"/>
                    <a:pt x="69" y="193"/>
                    <a:pt x="69" y="193"/>
                  </a:cubicBezTo>
                  <a:cubicBezTo>
                    <a:pt x="188" y="193"/>
                    <a:pt x="188" y="193"/>
                    <a:pt x="188" y="193"/>
                  </a:cubicBezTo>
                  <a:cubicBezTo>
                    <a:pt x="171" y="179"/>
                    <a:pt x="171" y="179"/>
                    <a:pt x="171" y="179"/>
                  </a:cubicBezTo>
                  <a:cubicBezTo>
                    <a:pt x="171" y="168"/>
                    <a:pt x="171" y="168"/>
                    <a:pt x="171" y="168"/>
                  </a:cubicBezTo>
                  <a:cubicBezTo>
                    <a:pt x="244" y="168"/>
                    <a:pt x="244" y="168"/>
                    <a:pt x="244" y="168"/>
                  </a:cubicBezTo>
                  <a:cubicBezTo>
                    <a:pt x="249" y="168"/>
                    <a:pt x="252" y="165"/>
                    <a:pt x="252" y="161"/>
                  </a:cubicBezTo>
                  <a:cubicBezTo>
                    <a:pt x="252" y="7"/>
                    <a:pt x="252" y="7"/>
                    <a:pt x="252" y="7"/>
                  </a:cubicBezTo>
                  <a:cubicBezTo>
                    <a:pt x="252" y="3"/>
                    <a:pt x="249" y="0"/>
                    <a:pt x="244" y="0"/>
                  </a:cubicBezTo>
                  <a:close/>
                  <a:moveTo>
                    <a:pt x="238" y="149"/>
                  </a:moveTo>
                  <a:cubicBezTo>
                    <a:pt x="238" y="153"/>
                    <a:pt x="235" y="155"/>
                    <a:pt x="231" y="155"/>
                  </a:cubicBezTo>
                  <a:cubicBezTo>
                    <a:pt x="22" y="155"/>
                    <a:pt x="22" y="155"/>
                    <a:pt x="22" y="155"/>
                  </a:cubicBezTo>
                  <a:cubicBezTo>
                    <a:pt x="18" y="155"/>
                    <a:pt x="15" y="153"/>
                    <a:pt x="15" y="149"/>
                  </a:cubicBezTo>
                  <a:cubicBezTo>
                    <a:pt x="15" y="19"/>
                    <a:pt x="15" y="19"/>
                    <a:pt x="15" y="19"/>
                  </a:cubicBezTo>
                  <a:cubicBezTo>
                    <a:pt x="15" y="15"/>
                    <a:pt x="18" y="13"/>
                    <a:pt x="22" y="13"/>
                  </a:cubicBezTo>
                  <a:cubicBezTo>
                    <a:pt x="231" y="13"/>
                    <a:pt x="231" y="13"/>
                    <a:pt x="231" y="13"/>
                  </a:cubicBezTo>
                  <a:cubicBezTo>
                    <a:pt x="235" y="13"/>
                    <a:pt x="238" y="15"/>
                    <a:pt x="238" y="19"/>
                  </a:cubicBezTo>
                  <a:cubicBezTo>
                    <a:pt x="238" y="149"/>
                    <a:pt x="238" y="149"/>
                    <a:pt x="238" y="149"/>
                  </a:cubicBezTo>
                  <a:cubicBezTo>
                    <a:pt x="238" y="149"/>
                    <a:pt x="238" y="149"/>
                    <a:pt x="238" y="149"/>
                  </a:cubicBezTo>
                  <a:close/>
                </a:path>
              </a:pathLst>
            </a:custGeom>
            <a:solidFill>
              <a:schemeClr val="bg2">
                <a:lumMod val="75000"/>
              </a:schemeClr>
            </a:solidFill>
            <a:ln>
              <a:noFill/>
            </a:ln>
          </p:spPr>
          <p:txBody>
            <a:bodyPr vert="horz" wrap="square" lIns="93260" tIns="46630" rIns="93260" bIns="46630" numCol="1" anchor="t" anchorCtr="0" compatLnSpc="1">
              <a:prstTxWarp prst="textNoShape">
                <a:avLst/>
              </a:prstTxWarp>
            </a:bodyPr>
            <a:lstStyle/>
            <a:p>
              <a:pPr defTabSz="932597"/>
              <a:endParaRPr lang="en-US">
                <a:solidFill>
                  <a:srgbClr val="404040"/>
                </a:solidFill>
                <a:latin typeface="Segoe UI"/>
              </a:endParaRPr>
            </a:p>
          </p:txBody>
        </p:sp>
        <p:sp>
          <p:nvSpPr>
            <p:cNvPr id="24" name="Freeform 13"/>
            <p:cNvSpPr>
              <a:spLocks/>
            </p:cNvSpPr>
            <p:nvPr/>
          </p:nvSpPr>
          <p:spPr bwMode="auto">
            <a:xfrm>
              <a:off x="10404748" y="5285603"/>
              <a:ext cx="1441079" cy="1434153"/>
            </a:xfrm>
            <a:custGeom>
              <a:avLst/>
              <a:gdLst>
                <a:gd name="T0" fmla="*/ 208 w 208"/>
                <a:gd name="T1" fmla="*/ 97 h 207"/>
                <a:gd name="T2" fmla="*/ 96 w 208"/>
                <a:gd name="T3" fmla="*/ 207 h 207"/>
                <a:gd name="T4" fmla="*/ 0 w 208"/>
                <a:gd name="T5" fmla="*/ 112 h 207"/>
                <a:gd name="T6" fmla="*/ 112 w 208"/>
                <a:gd name="T7" fmla="*/ 0 h 207"/>
                <a:gd name="T8" fmla="*/ 208 w 208"/>
                <a:gd name="T9" fmla="*/ 97 h 207"/>
              </a:gdLst>
              <a:ahLst/>
              <a:cxnLst>
                <a:cxn ang="0">
                  <a:pos x="T0" y="T1"/>
                </a:cxn>
                <a:cxn ang="0">
                  <a:pos x="T2" y="T3"/>
                </a:cxn>
                <a:cxn ang="0">
                  <a:pos x="T4" y="T5"/>
                </a:cxn>
                <a:cxn ang="0">
                  <a:pos x="T6" y="T7"/>
                </a:cxn>
                <a:cxn ang="0">
                  <a:pos x="T8" y="T9"/>
                </a:cxn>
              </a:cxnLst>
              <a:rect l="0" t="0" r="r" b="b"/>
              <a:pathLst>
                <a:path w="208" h="207">
                  <a:moveTo>
                    <a:pt x="208" y="97"/>
                  </a:moveTo>
                  <a:lnTo>
                    <a:pt x="96" y="207"/>
                  </a:lnTo>
                  <a:lnTo>
                    <a:pt x="0" y="112"/>
                  </a:lnTo>
                  <a:lnTo>
                    <a:pt x="112" y="0"/>
                  </a:lnTo>
                  <a:lnTo>
                    <a:pt x="208" y="97"/>
                  </a:lnTo>
                  <a:close/>
                </a:path>
              </a:pathLst>
            </a:custGeom>
            <a:solidFill>
              <a:srgbClr val="C1E00A"/>
            </a:solidFill>
            <a:ln>
              <a:noFill/>
            </a:ln>
          </p:spPr>
          <p:txBody>
            <a:bodyPr vert="horz" wrap="square" lIns="93260" tIns="46630" rIns="93260" bIns="46630" numCol="1" anchor="t" anchorCtr="0" compatLnSpc="1">
              <a:prstTxWarp prst="textNoShape">
                <a:avLst/>
              </a:prstTxWarp>
            </a:bodyPr>
            <a:lstStyle/>
            <a:p>
              <a:pPr defTabSz="932597"/>
              <a:endParaRPr lang="en-US">
                <a:solidFill>
                  <a:srgbClr val="404040"/>
                </a:solidFill>
                <a:latin typeface="Segoe UI"/>
              </a:endParaRPr>
            </a:p>
          </p:txBody>
        </p:sp>
        <p:sp>
          <p:nvSpPr>
            <p:cNvPr id="25" name="Freeform 14"/>
            <p:cNvSpPr>
              <a:spLocks/>
            </p:cNvSpPr>
            <p:nvPr/>
          </p:nvSpPr>
          <p:spPr bwMode="auto">
            <a:xfrm>
              <a:off x="9150734" y="4291395"/>
              <a:ext cx="1919127" cy="1669714"/>
            </a:xfrm>
            <a:custGeom>
              <a:avLst/>
              <a:gdLst>
                <a:gd name="T0" fmla="*/ 111 w 198"/>
                <a:gd name="T1" fmla="*/ 5 h 172"/>
                <a:gd name="T2" fmla="*/ 95 w 198"/>
                <a:gd name="T3" fmla="*/ 5 h 172"/>
                <a:gd name="T4" fmla="*/ 93 w 198"/>
                <a:gd name="T5" fmla="*/ 17 h 172"/>
                <a:gd name="T6" fmla="*/ 82 w 198"/>
                <a:gd name="T7" fmla="*/ 5 h 172"/>
                <a:gd name="T8" fmla="*/ 66 w 198"/>
                <a:gd name="T9" fmla="*/ 5 h 172"/>
                <a:gd name="T10" fmla="*/ 66 w 198"/>
                <a:gd name="T11" fmla="*/ 21 h 172"/>
                <a:gd name="T12" fmla="*/ 66 w 198"/>
                <a:gd name="T13" fmla="*/ 21 h 172"/>
                <a:gd name="T14" fmla="*/ 66 w 198"/>
                <a:gd name="T15" fmla="*/ 21 h 172"/>
                <a:gd name="T16" fmla="*/ 66 w 198"/>
                <a:gd name="T17" fmla="*/ 21 h 172"/>
                <a:gd name="T18" fmla="*/ 51 w 198"/>
                <a:gd name="T19" fmla="*/ 5 h 172"/>
                <a:gd name="T20" fmla="*/ 35 w 198"/>
                <a:gd name="T21" fmla="*/ 5 h 172"/>
                <a:gd name="T22" fmla="*/ 36 w 198"/>
                <a:gd name="T23" fmla="*/ 21 h 172"/>
                <a:gd name="T24" fmla="*/ 35 w 198"/>
                <a:gd name="T25" fmla="*/ 20 h 172"/>
                <a:gd name="T26" fmla="*/ 35 w 198"/>
                <a:gd name="T27" fmla="*/ 20 h 172"/>
                <a:gd name="T28" fmla="*/ 23 w 198"/>
                <a:gd name="T29" fmla="*/ 8 h 172"/>
                <a:gd name="T30" fmla="*/ 5 w 198"/>
                <a:gd name="T31" fmla="*/ 7 h 172"/>
                <a:gd name="T32" fmla="*/ 6 w 198"/>
                <a:gd name="T33" fmla="*/ 25 h 172"/>
                <a:gd name="T34" fmla="*/ 63 w 198"/>
                <a:gd name="T35" fmla="*/ 82 h 172"/>
                <a:gd name="T36" fmla="*/ 48 w 198"/>
                <a:gd name="T37" fmla="*/ 84 h 172"/>
                <a:gd name="T38" fmla="*/ 49 w 198"/>
                <a:gd name="T39" fmla="*/ 102 h 172"/>
                <a:gd name="T40" fmla="*/ 75 w 198"/>
                <a:gd name="T41" fmla="*/ 127 h 172"/>
                <a:gd name="T42" fmla="*/ 101 w 198"/>
                <a:gd name="T43" fmla="*/ 154 h 172"/>
                <a:gd name="T44" fmla="*/ 126 w 198"/>
                <a:gd name="T45" fmla="*/ 154 h 172"/>
                <a:gd name="T46" fmla="*/ 144 w 198"/>
                <a:gd name="T47" fmla="*/ 172 h 172"/>
                <a:gd name="T48" fmla="*/ 198 w 198"/>
                <a:gd name="T49" fmla="*/ 117 h 172"/>
                <a:gd name="T50" fmla="*/ 180 w 198"/>
                <a:gd name="T51" fmla="*/ 99 h 172"/>
                <a:gd name="T52" fmla="*/ 180 w 198"/>
                <a:gd name="T53" fmla="*/ 75 h 172"/>
                <a:gd name="T54" fmla="*/ 144 w 198"/>
                <a:gd name="T55" fmla="*/ 38 h 172"/>
                <a:gd name="T56" fmla="*/ 144 w 198"/>
                <a:gd name="T57" fmla="*/ 38 h 172"/>
                <a:gd name="T58" fmla="*/ 111 w 198"/>
                <a:gd name="T59" fmla="*/ 5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98" h="172">
                  <a:moveTo>
                    <a:pt x="111" y="5"/>
                  </a:moveTo>
                  <a:cubicBezTo>
                    <a:pt x="106" y="1"/>
                    <a:pt x="99" y="0"/>
                    <a:pt x="95" y="5"/>
                  </a:cubicBezTo>
                  <a:cubicBezTo>
                    <a:pt x="92" y="8"/>
                    <a:pt x="91" y="13"/>
                    <a:pt x="93" y="17"/>
                  </a:cubicBezTo>
                  <a:cubicBezTo>
                    <a:pt x="82" y="5"/>
                    <a:pt x="82" y="5"/>
                    <a:pt x="82" y="5"/>
                  </a:cubicBezTo>
                  <a:cubicBezTo>
                    <a:pt x="77" y="1"/>
                    <a:pt x="70" y="0"/>
                    <a:pt x="66" y="5"/>
                  </a:cubicBezTo>
                  <a:cubicBezTo>
                    <a:pt x="61" y="9"/>
                    <a:pt x="62" y="16"/>
                    <a:pt x="66" y="21"/>
                  </a:cubicBezTo>
                  <a:cubicBezTo>
                    <a:pt x="66" y="21"/>
                    <a:pt x="66" y="21"/>
                    <a:pt x="66" y="21"/>
                  </a:cubicBezTo>
                  <a:cubicBezTo>
                    <a:pt x="66" y="21"/>
                    <a:pt x="66" y="21"/>
                    <a:pt x="66" y="21"/>
                  </a:cubicBezTo>
                  <a:cubicBezTo>
                    <a:pt x="66" y="21"/>
                    <a:pt x="66" y="21"/>
                    <a:pt x="66" y="21"/>
                  </a:cubicBezTo>
                  <a:cubicBezTo>
                    <a:pt x="51" y="5"/>
                    <a:pt x="51" y="5"/>
                    <a:pt x="51" y="5"/>
                  </a:cubicBezTo>
                  <a:cubicBezTo>
                    <a:pt x="46" y="1"/>
                    <a:pt x="39" y="0"/>
                    <a:pt x="35" y="5"/>
                  </a:cubicBezTo>
                  <a:cubicBezTo>
                    <a:pt x="31" y="9"/>
                    <a:pt x="31" y="16"/>
                    <a:pt x="36" y="21"/>
                  </a:cubicBezTo>
                  <a:cubicBezTo>
                    <a:pt x="35" y="20"/>
                    <a:pt x="35" y="20"/>
                    <a:pt x="35" y="20"/>
                  </a:cubicBezTo>
                  <a:cubicBezTo>
                    <a:pt x="35" y="20"/>
                    <a:pt x="35" y="20"/>
                    <a:pt x="35" y="20"/>
                  </a:cubicBezTo>
                  <a:cubicBezTo>
                    <a:pt x="23" y="8"/>
                    <a:pt x="23" y="8"/>
                    <a:pt x="23" y="8"/>
                  </a:cubicBezTo>
                  <a:cubicBezTo>
                    <a:pt x="18" y="3"/>
                    <a:pt x="10" y="3"/>
                    <a:pt x="5" y="7"/>
                  </a:cubicBezTo>
                  <a:cubicBezTo>
                    <a:pt x="0" y="12"/>
                    <a:pt x="1" y="20"/>
                    <a:pt x="6" y="25"/>
                  </a:cubicBezTo>
                  <a:cubicBezTo>
                    <a:pt x="63" y="82"/>
                    <a:pt x="63" y="82"/>
                    <a:pt x="63" y="82"/>
                  </a:cubicBezTo>
                  <a:cubicBezTo>
                    <a:pt x="58" y="80"/>
                    <a:pt x="52" y="80"/>
                    <a:pt x="48" y="84"/>
                  </a:cubicBezTo>
                  <a:cubicBezTo>
                    <a:pt x="43" y="89"/>
                    <a:pt x="44" y="97"/>
                    <a:pt x="49" y="102"/>
                  </a:cubicBezTo>
                  <a:cubicBezTo>
                    <a:pt x="75" y="127"/>
                    <a:pt x="75" y="127"/>
                    <a:pt x="75" y="127"/>
                  </a:cubicBezTo>
                  <a:cubicBezTo>
                    <a:pt x="101" y="154"/>
                    <a:pt x="101" y="154"/>
                    <a:pt x="101" y="154"/>
                  </a:cubicBezTo>
                  <a:cubicBezTo>
                    <a:pt x="108" y="161"/>
                    <a:pt x="119" y="161"/>
                    <a:pt x="126" y="154"/>
                  </a:cubicBezTo>
                  <a:cubicBezTo>
                    <a:pt x="144" y="172"/>
                    <a:pt x="144" y="172"/>
                    <a:pt x="144" y="172"/>
                  </a:cubicBezTo>
                  <a:cubicBezTo>
                    <a:pt x="198" y="117"/>
                    <a:pt x="198" y="117"/>
                    <a:pt x="198" y="117"/>
                  </a:cubicBezTo>
                  <a:cubicBezTo>
                    <a:pt x="180" y="99"/>
                    <a:pt x="180" y="99"/>
                    <a:pt x="180" y="99"/>
                  </a:cubicBezTo>
                  <a:cubicBezTo>
                    <a:pt x="187" y="92"/>
                    <a:pt x="187" y="81"/>
                    <a:pt x="180" y="75"/>
                  </a:cubicBezTo>
                  <a:cubicBezTo>
                    <a:pt x="144" y="38"/>
                    <a:pt x="144" y="38"/>
                    <a:pt x="144" y="38"/>
                  </a:cubicBezTo>
                  <a:cubicBezTo>
                    <a:pt x="144" y="38"/>
                    <a:pt x="144" y="38"/>
                    <a:pt x="144" y="38"/>
                  </a:cubicBezTo>
                  <a:lnTo>
                    <a:pt x="111" y="5"/>
                  </a:lnTo>
                  <a:close/>
                </a:path>
              </a:pathLst>
            </a:custGeom>
            <a:solidFill>
              <a:srgbClr val="F5BF92"/>
            </a:solidFill>
            <a:ln>
              <a:noFill/>
            </a:ln>
          </p:spPr>
          <p:txBody>
            <a:bodyPr vert="horz" wrap="square" lIns="93260" tIns="46630" rIns="93260" bIns="46630" numCol="1" anchor="t" anchorCtr="0" compatLnSpc="1">
              <a:prstTxWarp prst="textNoShape">
                <a:avLst/>
              </a:prstTxWarp>
            </a:bodyPr>
            <a:lstStyle/>
            <a:p>
              <a:pPr defTabSz="932597"/>
              <a:endParaRPr lang="en-US">
                <a:solidFill>
                  <a:srgbClr val="404040"/>
                </a:solidFill>
                <a:latin typeface="Segoe UI"/>
              </a:endParaRPr>
            </a:p>
          </p:txBody>
        </p:sp>
        <p:sp>
          <p:nvSpPr>
            <p:cNvPr id="26" name="Freeform 15"/>
            <p:cNvSpPr>
              <a:spLocks/>
            </p:cNvSpPr>
            <p:nvPr/>
          </p:nvSpPr>
          <p:spPr bwMode="auto">
            <a:xfrm>
              <a:off x="8672686" y="2954242"/>
              <a:ext cx="2854445" cy="1053096"/>
            </a:xfrm>
            <a:custGeom>
              <a:avLst/>
              <a:gdLst>
                <a:gd name="T0" fmla="*/ 40 w 294"/>
                <a:gd name="T1" fmla="*/ 109 h 109"/>
                <a:gd name="T2" fmla="*/ 7 w 294"/>
                <a:gd name="T3" fmla="*/ 77 h 109"/>
                <a:gd name="T4" fmla="*/ 0 w 294"/>
                <a:gd name="T5" fmla="*/ 60 h 109"/>
                <a:gd name="T6" fmla="*/ 7 w 294"/>
                <a:gd name="T7" fmla="*/ 43 h 109"/>
                <a:gd name="T8" fmla="*/ 24 w 294"/>
                <a:gd name="T9" fmla="*/ 36 h 109"/>
                <a:gd name="T10" fmla="*/ 271 w 294"/>
                <a:gd name="T11" fmla="*/ 36 h 109"/>
                <a:gd name="T12" fmla="*/ 284 w 294"/>
                <a:gd name="T13" fmla="*/ 23 h 109"/>
                <a:gd name="T14" fmla="*/ 271 w 294"/>
                <a:gd name="T15" fmla="*/ 10 h 109"/>
                <a:gd name="T16" fmla="*/ 248 w 294"/>
                <a:gd name="T17" fmla="*/ 10 h 109"/>
                <a:gd name="T18" fmla="*/ 248 w 294"/>
                <a:gd name="T19" fmla="*/ 0 h 109"/>
                <a:gd name="T20" fmla="*/ 271 w 294"/>
                <a:gd name="T21" fmla="*/ 0 h 109"/>
                <a:gd name="T22" fmla="*/ 294 w 294"/>
                <a:gd name="T23" fmla="*/ 23 h 109"/>
                <a:gd name="T24" fmla="*/ 271 w 294"/>
                <a:gd name="T25" fmla="*/ 45 h 109"/>
                <a:gd name="T26" fmla="*/ 24 w 294"/>
                <a:gd name="T27" fmla="*/ 45 h 109"/>
                <a:gd name="T28" fmla="*/ 14 w 294"/>
                <a:gd name="T29" fmla="*/ 50 h 109"/>
                <a:gd name="T30" fmla="*/ 10 w 294"/>
                <a:gd name="T31" fmla="*/ 60 h 109"/>
                <a:gd name="T32" fmla="*/ 14 w 294"/>
                <a:gd name="T33" fmla="*/ 70 h 109"/>
                <a:gd name="T34" fmla="*/ 14 w 294"/>
                <a:gd name="T35" fmla="*/ 70 h 109"/>
                <a:gd name="T36" fmla="*/ 47 w 294"/>
                <a:gd name="T37" fmla="*/ 102 h 109"/>
                <a:gd name="T38" fmla="*/ 40 w 294"/>
                <a:gd name="T39" fmla="*/ 10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4" h="109">
                  <a:moveTo>
                    <a:pt x="40" y="109"/>
                  </a:moveTo>
                  <a:cubicBezTo>
                    <a:pt x="7" y="77"/>
                    <a:pt x="7" y="77"/>
                    <a:pt x="7" y="77"/>
                  </a:cubicBezTo>
                  <a:cubicBezTo>
                    <a:pt x="3" y="72"/>
                    <a:pt x="0" y="66"/>
                    <a:pt x="0" y="60"/>
                  </a:cubicBezTo>
                  <a:cubicBezTo>
                    <a:pt x="0" y="54"/>
                    <a:pt x="3" y="48"/>
                    <a:pt x="7" y="43"/>
                  </a:cubicBezTo>
                  <a:cubicBezTo>
                    <a:pt x="12" y="39"/>
                    <a:pt x="18" y="36"/>
                    <a:pt x="24" y="36"/>
                  </a:cubicBezTo>
                  <a:cubicBezTo>
                    <a:pt x="271" y="36"/>
                    <a:pt x="271" y="36"/>
                    <a:pt x="271" y="36"/>
                  </a:cubicBezTo>
                  <a:cubicBezTo>
                    <a:pt x="279" y="36"/>
                    <a:pt x="284" y="30"/>
                    <a:pt x="284" y="23"/>
                  </a:cubicBezTo>
                  <a:cubicBezTo>
                    <a:pt x="284" y="16"/>
                    <a:pt x="279" y="10"/>
                    <a:pt x="271" y="10"/>
                  </a:cubicBezTo>
                  <a:cubicBezTo>
                    <a:pt x="248" y="10"/>
                    <a:pt x="248" y="10"/>
                    <a:pt x="248" y="10"/>
                  </a:cubicBezTo>
                  <a:cubicBezTo>
                    <a:pt x="248" y="0"/>
                    <a:pt x="248" y="0"/>
                    <a:pt x="248" y="0"/>
                  </a:cubicBezTo>
                  <a:cubicBezTo>
                    <a:pt x="271" y="0"/>
                    <a:pt x="271" y="0"/>
                    <a:pt x="271" y="0"/>
                  </a:cubicBezTo>
                  <a:cubicBezTo>
                    <a:pt x="284" y="0"/>
                    <a:pt x="294" y="11"/>
                    <a:pt x="294" y="23"/>
                  </a:cubicBezTo>
                  <a:cubicBezTo>
                    <a:pt x="294" y="35"/>
                    <a:pt x="284" y="45"/>
                    <a:pt x="271" y="45"/>
                  </a:cubicBezTo>
                  <a:cubicBezTo>
                    <a:pt x="24" y="45"/>
                    <a:pt x="24" y="45"/>
                    <a:pt x="24" y="45"/>
                  </a:cubicBezTo>
                  <a:cubicBezTo>
                    <a:pt x="20" y="46"/>
                    <a:pt x="17" y="47"/>
                    <a:pt x="14" y="50"/>
                  </a:cubicBezTo>
                  <a:cubicBezTo>
                    <a:pt x="11" y="52"/>
                    <a:pt x="10" y="56"/>
                    <a:pt x="10" y="60"/>
                  </a:cubicBezTo>
                  <a:cubicBezTo>
                    <a:pt x="10" y="64"/>
                    <a:pt x="11" y="67"/>
                    <a:pt x="14" y="70"/>
                  </a:cubicBezTo>
                  <a:cubicBezTo>
                    <a:pt x="14" y="70"/>
                    <a:pt x="14" y="70"/>
                    <a:pt x="14" y="70"/>
                  </a:cubicBezTo>
                  <a:cubicBezTo>
                    <a:pt x="47" y="102"/>
                    <a:pt x="47" y="102"/>
                    <a:pt x="47" y="102"/>
                  </a:cubicBezTo>
                  <a:lnTo>
                    <a:pt x="40" y="109"/>
                  </a:lnTo>
                  <a:close/>
                </a:path>
              </a:pathLst>
            </a:custGeom>
            <a:solidFill>
              <a:schemeClr val="accent2">
                <a:lumMod val="50000"/>
              </a:schemeClr>
            </a:solidFill>
            <a:ln>
              <a:noFill/>
            </a:ln>
          </p:spPr>
          <p:txBody>
            <a:bodyPr vert="horz" wrap="square" lIns="93260" tIns="46630" rIns="93260" bIns="46630" numCol="1" anchor="t" anchorCtr="0" compatLnSpc="1">
              <a:prstTxWarp prst="textNoShape">
                <a:avLst/>
              </a:prstTxWarp>
            </a:bodyPr>
            <a:lstStyle/>
            <a:p>
              <a:pPr defTabSz="932597"/>
              <a:endParaRPr lang="en-US">
                <a:solidFill>
                  <a:srgbClr val="404040"/>
                </a:solidFill>
                <a:latin typeface="Segoe UI"/>
              </a:endParaRPr>
            </a:p>
          </p:txBody>
        </p:sp>
        <p:sp>
          <p:nvSpPr>
            <p:cNvPr id="27" name="Freeform 16"/>
            <p:cNvSpPr>
              <a:spLocks/>
            </p:cNvSpPr>
            <p:nvPr/>
          </p:nvSpPr>
          <p:spPr bwMode="auto">
            <a:xfrm>
              <a:off x="9365513" y="2192133"/>
              <a:ext cx="374126" cy="374126"/>
            </a:xfrm>
            <a:custGeom>
              <a:avLst/>
              <a:gdLst>
                <a:gd name="T0" fmla="*/ 82 w 82"/>
                <a:gd name="T1" fmla="*/ 65 h 82"/>
                <a:gd name="T2" fmla="*/ 57 w 82"/>
                <a:gd name="T3" fmla="*/ 41 h 82"/>
                <a:gd name="T4" fmla="*/ 74 w 82"/>
                <a:gd name="T5" fmla="*/ 24 h 82"/>
                <a:gd name="T6" fmla="*/ 0 w 82"/>
                <a:gd name="T7" fmla="*/ 0 h 82"/>
                <a:gd name="T8" fmla="*/ 25 w 82"/>
                <a:gd name="T9" fmla="*/ 73 h 82"/>
                <a:gd name="T10" fmla="*/ 42 w 82"/>
                <a:gd name="T11" fmla="*/ 56 h 82"/>
                <a:gd name="T12" fmla="*/ 66 w 82"/>
                <a:gd name="T13" fmla="*/ 82 h 82"/>
                <a:gd name="T14" fmla="*/ 82 w 82"/>
                <a:gd name="T15" fmla="*/ 65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 h="82">
                  <a:moveTo>
                    <a:pt x="82" y="65"/>
                  </a:moveTo>
                  <a:lnTo>
                    <a:pt x="57" y="41"/>
                  </a:lnTo>
                  <a:lnTo>
                    <a:pt x="74" y="24"/>
                  </a:lnTo>
                  <a:lnTo>
                    <a:pt x="0" y="0"/>
                  </a:lnTo>
                  <a:lnTo>
                    <a:pt x="25" y="73"/>
                  </a:lnTo>
                  <a:lnTo>
                    <a:pt x="42" y="56"/>
                  </a:lnTo>
                  <a:lnTo>
                    <a:pt x="66" y="82"/>
                  </a:lnTo>
                  <a:lnTo>
                    <a:pt x="82" y="65"/>
                  </a:lnTo>
                  <a:close/>
                </a:path>
              </a:pathLst>
            </a:custGeom>
            <a:solidFill>
              <a:schemeClr val="tx1">
                <a:lumMod val="90000"/>
                <a:lumOff val="10000"/>
              </a:schemeClr>
            </a:solidFill>
            <a:ln>
              <a:noFill/>
            </a:ln>
          </p:spPr>
          <p:txBody>
            <a:bodyPr vert="horz" wrap="square" lIns="93260" tIns="46630" rIns="93260" bIns="46630" numCol="1" anchor="t" anchorCtr="0" compatLnSpc="1">
              <a:prstTxWarp prst="textNoShape">
                <a:avLst/>
              </a:prstTxWarp>
            </a:bodyPr>
            <a:lstStyle/>
            <a:p>
              <a:pPr defTabSz="932597"/>
              <a:endParaRPr lang="en-US">
                <a:solidFill>
                  <a:srgbClr val="404040"/>
                </a:solidFill>
                <a:latin typeface="Segoe UI"/>
              </a:endParaRPr>
            </a:p>
          </p:txBody>
        </p:sp>
      </p:grpSp>
    </p:spTree>
    <p:extLst>
      <p:ext uri="{BB962C8B-B14F-4D97-AF65-F5344CB8AC3E}">
        <p14:creationId xmlns:p14="http://schemas.microsoft.com/office/powerpoint/2010/main" val="607080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type="body" sz="quarter" idx="4294967295"/>
          </p:nvPr>
        </p:nvSpPr>
        <p:spPr>
          <a:xfrm>
            <a:off x="3175" y="4883150"/>
            <a:ext cx="12433300" cy="822325"/>
          </a:xfrm>
          <a:prstGeom prst="rect">
            <a:avLst/>
          </a:prstGeom>
          <a:noFill/>
        </p:spPr>
        <p:txBody>
          <a:bodyPr anchor="ctr"/>
          <a:lstStyle/>
          <a:p>
            <a:pPr marL="0" indent="0" algn="ctr">
              <a:buNone/>
            </a:pPr>
            <a:r>
              <a:rPr lang="en-US" sz="3136" dirty="0">
                <a:hlinkClick r:id="rId3"/>
              </a:rPr>
              <a:t>http://dev.office.com/devprogram</a:t>
            </a:r>
            <a:r>
              <a:rPr lang="en-US" sz="3136" dirty="0"/>
              <a:t> </a:t>
            </a:r>
          </a:p>
        </p:txBody>
      </p:sp>
      <p:grpSp>
        <p:nvGrpSpPr>
          <p:cNvPr id="83" name="Group 82"/>
          <p:cNvGrpSpPr/>
          <p:nvPr/>
        </p:nvGrpSpPr>
        <p:grpSpPr>
          <a:xfrm>
            <a:off x="4693684" y="3204799"/>
            <a:ext cx="3052220" cy="3741378"/>
            <a:chOff x="4662488" y="3198813"/>
            <a:chExt cx="3114676" cy="3817937"/>
          </a:xfrm>
        </p:grpSpPr>
        <p:sp>
          <p:nvSpPr>
            <p:cNvPr id="84" name="AutoShape 3"/>
            <p:cNvSpPr>
              <a:spLocks noChangeAspect="1" noChangeArrowheads="1" noTextEdit="1"/>
            </p:cNvSpPr>
            <p:nvPr/>
          </p:nvSpPr>
          <p:spPr bwMode="auto">
            <a:xfrm>
              <a:off x="4732338" y="3198813"/>
              <a:ext cx="2974975"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89" name="Freeform 5"/>
            <p:cNvSpPr>
              <a:spLocks/>
            </p:cNvSpPr>
            <p:nvPr/>
          </p:nvSpPr>
          <p:spPr bwMode="auto">
            <a:xfrm>
              <a:off x="6946901" y="5176838"/>
              <a:ext cx="830263" cy="1839912"/>
            </a:xfrm>
            <a:custGeom>
              <a:avLst/>
              <a:gdLst>
                <a:gd name="T0" fmla="*/ 12 w 72"/>
                <a:gd name="T1" fmla="*/ 0 h 160"/>
                <a:gd name="T2" fmla="*/ 0 w 72"/>
                <a:gd name="T3" fmla="*/ 76 h 160"/>
                <a:gd name="T4" fmla="*/ 57 w 72"/>
                <a:gd name="T5" fmla="*/ 151 h 160"/>
                <a:gd name="T6" fmla="*/ 67 w 72"/>
                <a:gd name="T7" fmla="*/ 151 h 160"/>
                <a:gd name="T8" fmla="*/ 12 w 72"/>
                <a:gd name="T9" fmla="*/ 0 h 160"/>
              </a:gdLst>
              <a:ahLst/>
              <a:cxnLst>
                <a:cxn ang="0">
                  <a:pos x="T0" y="T1"/>
                </a:cxn>
                <a:cxn ang="0">
                  <a:pos x="T2" y="T3"/>
                </a:cxn>
                <a:cxn ang="0">
                  <a:pos x="T4" y="T5"/>
                </a:cxn>
                <a:cxn ang="0">
                  <a:pos x="T6" y="T7"/>
                </a:cxn>
                <a:cxn ang="0">
                  <a:pos x="T8" y="T9"/>
                </a:cxn>
              </a:cxnLst>
              <a:rect l="0" t="0" r="r" b="b"/>
              <a:pathLst>
                <a:path w="72" h="160">
                  <a:moveTo>
                    <a:pt x="12" y="0"/>
                  </a:moveTo>
                  <a:cubicBezTo>
                    <a:pt x="11" y="24"/>
                    <a:pt x="8" y="49"/>
                    <a:pt x="0" y="76"/>
                  </a:cubicBezTo>
                  <a:cubicBezTo>
                    <a:pt x="45" y="82"/>
                    <a:pt x="56" y="147"/>
                    <a:pt x="57" y="151"/>
                  </a:cubicBezTo>
                  <a:cubicBezTo>
                    <a:pt x="58" y="160"/>
                    <a:pt x="67" y="157"/>
                    <a:pt x="67" y="151"/>
                  </a:cubicBezTo>
                  <a:cubicBezTo>
                    <a:pt x="72" y="50"/>
                    <a:pt x="21" y="7"/>
                    <a:pt x="12" y="0"/>
                  </a:cubicBezTo>
                  <a:close/>
                </a:path>
              </a:pathLst>
            </a:custGeom>
            <a:solidFill>
              <a:srgbClr val="BAD80A"/>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96" name="Freeform 6"/>
            <p:cNvSpPr>
              <a:spLocks/>
            </p:cNvSpPr>
            <p:nvPr/>
          </p:nvSpPr>
          <p:spPr bwMode="auto">
            <a:xfrm>
              <a:off x="4662488" y="5187950"/>
              <a:ext cx="819150" cy="1828800"/>
            </a:xfrm>
            <a:custGeom>
              <a:avLst/>
              <a:gdLst>
                <a:gd name="T0" fmla="*/ 59 w 71"/>
                <a:gd name="T1" fmla="*/ 0 h 159"/>
                <a:gd name="T2" fmla="*/ 5 w 71"/>
                <a:gd name="T3" fmla="*/ 150 h 159"/>
                <a:gd name="T4" fmla="*/ 15 w 71"/>
                <a:gd name="T5" fmla="*/ 150 h 159"/>
                <a:gd name="T6" fmla="*/ 71 w 71"/>
                <a:gd name="T7" fmla="*/ 75 h 159"/>
                <a:gd name="T8" fmla="*/ 59 w 71"/>
                <a:gd name="T9" fmla="*/ 0 h 159"/>
              </a:gdLst>
              <a:ahLst/>
              <a:cxnLst>
                <a:cxn ang="0">
                  <a:pos x="T0" y="T1"/>
                </a:cxn>
                <a:cxn ang="0">
                  <a:pos x="T2" y="T3"/>
                </a:cxn>
                <a:cxn ang="0">
                  <a:pos x="T4" y="T5"/>
                </a:cxn>
                <a:cxn ang="0">
                  <a:pos x="T6" y="T7"/>
                </a:cxn>
                <a:cxn ang="0">
                  <a:pos x="T8" y="T9"/>
                </a:cxn>
              </a:cxnLst>
              <a:rect l="0" t="0" r="r" b="b"/>
              <a:pathLst>
                <a:path w="71" h="159">
                  <a:moveTo>
                    <a:pt x="59" y="0"/>
                  </a:moveTo>
                  <a:cubicBezTo>
                    <a:pt x="48" y="9"/>
                    <a:pt x="0" y="52"/>
                    <a:pt x="5" y="150"/>
                  </a:cubicBezTo>
                  <a:cubicBezTo>
                    <a:pt x="5" y="156"/>
                    <a:pt x="14" y="159"/>
                    <a:pt x="15" y="150"/>
                  </a:cubicBezTo>
                  <a:cubicBezTo>
                    <a:pt x="16" y="146"/>
                    <a:pt x="27" y="82"/>
                    <a:pt x="71" y="75"/>
                  </a:cubicBezTo>
                  <a:cubicBezTo>
                    <a:pt x="63" y="49"/>
                    <a:pt x="60" y="23"/>
                    <a:pt x="59" y="0"/>
                  </a:cubicBezTo>
                  <a:close/>
                </a:path>
              </a:pathLst>
            </a:custGeom>
            <a:solidFill>
              <a:srgbClr val="BAD80A"/>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97" name="Freeform 7"/>
            <p:cNvSpPr>
              <a:spLocks/>
            </p:cNvSpPr>
            <p:nvPr/>
          </p:nvSpPr>
          <p:spPr bwMode="auto">
            <a:xfrm>
              <a:off x="6105526" y="5119688"/>
              <a:ext cx="230188" cy="1851025"/>
            </a:xfrm>
            <a:custGeom>
              <a:avLst/>
              <a:gdLst>
                <a:gd name="T0" fmla="*/ 10 w 20"/>
                <a:gd name="T1" fmla="*/ 0 h 161"/>
                <a:gd name="T2" fmla="*/ 10 w 20"/>
                <a:gd name="T3" fmla="*/ 0 h 161"/>
                <a:gd name="T4" fmla="*/ 10 w 20"/>
                <a:gd name="T5" fmla="*/ 0 h 161"/>
                <a:gd name="T6" fmla="*/ 10 w 20"/>
                <a:gd name="T7" fmla="*/ 0 h 161"/>
                <a:gd name="T8" fmla="*/ 10 w 20"/>
                <a:gd name="T9" fmla="*/ 0 h 161"/>
                <a:gd name="T10" fmla="*/ 0 w 20"/>
                <a:gd name="T11" fmla="*/ 11 h 161"/>
                <a:gd name="T12" fmla="*/ 0 w 20"/>
                <a:gd name="T13" fmla="*/ 149 h 161"/>
                <a:gd name="T14" fmla="*/ 10 w 20"/>
                <a:gd name="T15" fmla="*/ 161 h 161"/>
                <a:gd name="T16" fmla="*/ 10 w 20"/>
                <a:gd name="T17" fmla="*/ 161 h 161"/>
                <a:gd name="T18" fmla="*/ 10 w 20"/>
                <a:gd name="T19" fmla="*/ 161 h 161"/>
                <a:gd name="T20" fmla="*/ 10 w 20"/>
                <a:gd name="T21" fmla="*/ 161 h 161"/>
                <a:gd name="T22" fmla="*/ 10 w 20"/>
                <a:gd name="T23" fmla="*/ 161 h 161"/>
                <a:gd name="T24" fmla="*/ 20 w 20"/>
                <a:gd name="T25" fmla="*/ 149 h 161"/>
                <a:gd name="T26" fmla="*/ 20 w 20"/>
                <a:gd name="T27" fmla="*/ 11 h 161"/>
                <a:gd name="T28" fmla="*/ 10 w 20"/>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61">
                  <a:moveTo>
                    <a:pt x="10" y="0"/>
                  </a:moveTo>
                  <a:cubicBezTo>
                    <a:pt x="10" y="0"/>
                    <a:pt x="10" y="0"/>
                    <a:pt x="10" y="0"/>
                  </a:cubicBezTo>
                  <a:cubicBezTo>
                    <a:pt x="10" y="0"/>
                    <a:pt x="10" y="0"/>
                    <a:pt x="10" y="0"/>
                  </a:cubicBezTo>
                  <a:cubicBezTo>
                    <a:pt x="10" y="0"/>
                    <a:pt x="10" y="0"/>
                    <a:pt x="10" y="0"/>
                  </a:cubicBezTo>
                  <a:cubicBezTo>
                    <a:pt x="10" y="0"/>
                    <a:pt x="10" y="0"/>
                    <a:pt x="10" y="0"/>
                  </a:cubicBezTo>
                  <a:cubicBezTo>
                    <a:pt x="0" y="0"/>
                    <a:pt x="0" y="11"/>
                    <a:pt x="0" y="11"/>
                  </a:cubicBezTo>
                  <a:cubicBezTo>
                    <a:pt x="0" y="11"/>
                    <a:pt x="0" y="144"/>
                    <a:pt x="0" y="149"/>
                  </a:cubicBezTo>
                  <a:cubicBezTo>
                    <a:pt x="0" y="154"/>
                    <a:pt x="0" y="161"/>
                    <a:pt x="10" y="161"/>
                  </a:cubicBezTo>
                  <a:cubicBezTo>
                    <a:pt x="10" y="161"/>
                    <a:pt x="10" y="161"/>
                    <a:pt x="10" y="161"/>
                  </a:cubicBezTo>
                  <a:cubicBezTo>
                    <a:pt x="10" y="161"/>
                    <a:pt x="10" y="161"/>
                    <a:pt x="10" y="161"/>
                  </a:cubicBezTo>
                  <a:cubicBezTo>
                    <a:pt x="10" y="161"/>
                    <a:pt x="10" y="161"/>
                    <a:pt x="10" y="161"/>
                  </a:cubicBezTo>
                  <a:cubicBezTo>
                    <a:pt x="10" y="161"/>
                    <a:pt x="10" y="161"/>
                    <a:pt x="10" y="161"/>
                  </a:cubicBezTo>
                  <a:cubicBezTo>
                    <a:pt x="20" y="161"/>
                    <a:pt x="20" y="154"/>
                    <a:pt x="20" y="149"/>
                  </a:cubicBezTo>
                  <a:cubicBezTo>
                    <a:pt x="20" y="144"/>
                    <a:pt x="20" y="11"/>
                    <a:pt x="20" y="11"/>
                  </a:cubicBezTo>
                  <a:cubicBezTo>
                    <a:pt x="20" y="11"/>
                    <a:pt x="20" y="0"/>
                    <a:pt x="10" y="0"/>
                  </a:cubicBez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98" name="Freeform 8"/>
            <p:cNvSpPr>
              <a:spLocks/>
            </p:cNvSpPr>
            <p:nvPr/>
          </p:nvSpPr>
          <p:spPr bwMode="auto">
            <a:xfrm>
              <a:off x="5851526" y="3198813"/>
              <a:ext cx="738188" cy="425450"/>
            </a:xfrm>
            <a:custGeom>
              <a:avLst/>
              <a:gdLst>
                <a:gd name="T0" fmla="*/ 64 w 64"/>
                <a:gd name="T1" fmla="*/ 37 h 37"/>
                <a:gd name="T2" fmla="*/ 32 w 64"/>
                <a:gd name="T3" fmla="*/ 0 h 37"/>
                <a:gd name="T4" fmla="*/ 32 w 64"/>
                <a:gd name="T5" fmla="*/ 0 h 37"/>
                <a:gd name="T6" fmla="*/ 0 w 64"/>
                <a:gd name="T7" fmla="*/ 37 h 37"/>
                <a:gd name="T8" fmla="*/ 64 w 64"/>
                <a:gd name="T9" fmla="*/ 37 h 37"/>
              </a:gdLst>
              <a:ahLst/>
              <a:cxnLst>
                <a:cxn ang="0">
                  <a:pos x="T0" y="T1"/>
                </a:cxn>
                <a:cxn ang="0">
                  <a:pos x="T2" y="T3"/>
                </a:cxn>
                <a:cxn ang="0">
                  <a:pos x="T4" y="T5"/>
                </a:cxn>
                <a:cxn ang="0">
                  <a:pos x="T6" y="T7"/>
                </a:cxn>
                <a:cxn ang="0">
                  <a:pos x="T8" y="T9"/>
                </a:cxn>
              </a:cxnLst>
              <a:rect l="0" t="0" r="r" b="b"/>
              <a:pathLst>
                <a:path w="64" h="37">
                  <a:moveTo>
                    <a:pt x="64" y="37"/>
                  </a:moveTo>
                  <a:cubicBezTo>
                    <a:pt x="51" y="14"/>
                    <a:pt x="38" y="0"/>
                    <a:pt x="32" y="0"/>
                  </a:cubicBezTo>
                  <a:cubicBezTo>
                    <a:pt x="32" y="0"/>
                    <a:pt x="32" y="0"/>
                    <a:pt x="32" y="0"/>
                  </a:cubicBezTo>
                  <a:cubicBezTo>
                    <a:pt x="26" y="0"/>
                    <a:pt x="13" y="14"/>
                    <a:pt x="0" y="37"/>
                  </a:cubicBezTo>
                  <a:lnTo>
                    <a:pt x="64" y="37"/>
                  </a:ln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99" name="Freeform 9"/>
            <p:cNvSpPr>
              <a:spLocks noEditPoints="1"/>
            </p:cNvSpPr>
            <p:nvPr/>
          </p:nvSpPr>
          <p:spPr bwMode="auto">
            <a:xfrm>
              <a:off x="5262563" y="3727450"/>
              <a:ext cx="1914525" cy="2484437"/>
            </a:xfrm>
            <a:custGeom>
              <a:avLst/>
              <a:gdLst>
                <a:gd name="T0" fmla="*/ 120 w 166"/>
                <a:gd name="T1" fmla="*/ 0 h 216"/>
                <a:gd name="T2" fmla="*/ 46 w 166"/>
                <a:gd name="T3" fmla="*/ 0 h 216"/>
                <a:gd name="T4" fmla="*/ 32 w 166"/>
                <a:gd name="T5" fmla="*/ 216 h 216"/>
                <a:gd name="T6" fmla="*/ 65 w 166"/>
                <a:gd name="T7" fmla="*/ 216 h 216"/>
                <a:gd name="T8" fmla="*/ 65 w 166"/>
                <a:gd name="T9" fmla="*/ 132 h 216"/>
                <a:gd name="T10" fmla="*/ 70 w 166"/>
                <a:gd name="T11" fmla="*/ 118 h 216"/>
                <a:gd name="T12" fmla="*/ 83 w 166"/>
                <a:gd name="T13" fmla="*/ 113 h 216"/>
                <a:gd name="T14" fmla="*/ 96 w 166"/>
                <a:gd name="T15" fmla="*/ 118 h 216"/>
                <a:gd name="T16" fmla="*/ 101 w 166"/>
                <a:gd name="T17" fmla="*/ 132 h 216"/>
                <a:gd name="T18" fmla="*/ 101 w 166"/>
                <a:gd name="T19" fmla="*/ 216 h 216"/>
                <a:gd name="T20" fmla="*/ 134 w 166"/>
                <a:gd name="T21" fmla="*/ 216 h 216"/>
                <a:gd name="T22" fmla="*/ 120 w 166"/>
                <a:gd name="T23" fmla="*/ 0 h 216"/>
                <a:gd name="T24" fmla="*/ 83 w 166"/>
                <a:gd name="T25" fmla="*/ 75 h 216"/>
                <a:gd name="T26" fmla="*/ 57 w 166"/>
                <a:gd name="T27" fmla="*/ 49 h 216"/>
                <a:gd name="T28" fmla="*/ 83 w 166"/>
                <a:gd name="T29" fmla="*/ 23 h 216"/>
                <a:gd name="T30" fmla="*/ 109 w 166"/>
                <a:gd name="T31" fmla="*/ 49 h 216"/>
                <a:gd name="T32" fmla="*/ 83 w 166"/>
                <a:gd name="T33" fmla="*/ 7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216">
                  <a:moveTo>
                    <a:pt x="120" y="0"/>
                  </a:moveTo>
                  <a:cubicBezTo>
                    <a:pt x="46" y="0"/>
                    <a:pt x="46" y="0"/>
                    <a:pt x="46" y="0"/>
                  </a:cubicBezTo>
                  <a:cubicBezTo>
                    <a:pt x="21" y="47"/>
                    <a:pt x="0" y="126"/>
                    <a:pt x="32" y="216"/>
                  </a:cubicBezTo>
                  <a:cubicBezTo>
                    <a:pt x="32" y="216"/>
                    <a:pt x="50" y="216"/>
                    <a:pt x="65" y="216"/>
                  </a:cubicBezTo>
                  <a:cubicBezTo>
                    <a:pt x="65" y="132"/>
                    <a:pt x="65" y="132"/>
                    <a:pt x="65" y="132"/>
                  </a:cubicBezTo>
                  <a:cubicBezTo>
                    <a:pt x="65" y="130"/>
                    <a:pt x="65" y="123"/>
                    <a:pt x="70" y="118"/>
                  </a:cubicBezTo>
                  <a:cubicBezTo>
                    <a:pt x="72" y="116"/>
                    <a:pt x="77" y="113"/>
                    <a:pt x="83" y="113"/>
                  </a:cubicBezTo>
                  <a:cubicBezTo>
                    <a:pt x="90" y="113"/>
                    <a:pt x="94" y="116"/>
                    <a:pt x="96" y="118"/>
                  </a:cubicBezTo>
                  <a:cubicBezTo>
                    <a:pt x="101" y="123"/>
                    <a:pt x="101" y="130"/>
                    <a:pt x="101" y="132"/>
                  </a:cubicBezTo>
                  <a:cubicBezTo>
                    <a:pt x="101" y="216"/>
                    <a:pt x="101" y="216"/>
                    <a:pt x="101" y="216"/>
                  </a:cubicBezTo>
                  <a:cubicBezTo>
                    <a:pt x="116" y="216"/>
                    <a:pt x="134" y="216"/>
                    <a:pt x="134" y="216"/>
                  </a:cubicBezTo>
                  <a:cubicBezTo>
                    <a:pt x="166" y="126"/>
                    <a:pt x="145" y="47"/>
                    <a:pt x="120" y="0"/>
                  </a:cubicBezTo>
                  <a:close/>
                  <a:moveTo>
                    <a:pt x="83" y="75"/>
                  </a:moveTo>
                  <a:cubicBezTo>
                    <a:pt x="69" y="75"/>
                    <a:pt x="57" y="63"/>
                    <a:pt x="57" y="49"/>
                  </a:cubicBezTo>
                  <a:cubicBezTo>
                    <a:pt x="57" y="35"/>
                    <a:pt x="69" y="23"/>
                    <a:pt x="83" y="23"/>
                  </a:cubicBezTo>
                  <a:cubicBezTo>
                    <a:pt x="97" y="23"/>
                    <a:pt x="109" y="35"/>
                    <a:pt x="109" y="49"/>
                  </a:cubicBezTo>
                  <a:cubicBezTo>
                    <a:pt x="109" y="63"/>
                    <a:pt x="97" y="75"/>
                    <a:pt x="83" y="75"/>
                  </a:cubicBezTo>
                  <a:close/>
                </a:path>
              </a:pathLst>
            </a:custGeom>
            <a:solidFill>
              <a:srgbClr val="0078D7"/>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100" name="Freeform 10"/>
            <p:cNvSpPr>
              <a:spLocks/>
            </p:cNvSpPr>
            <p:nvPr/>
          </p:nvSpPr>
          <p:spPr bwMode="auto">
            <a:xfrm>
              <a:off x="5619751" y="6292850"/>
              <a:ext cx="392113" cy="92075"/>
            </a:xfrm>
            <a:custGeom>
              <a:avLst/>
              <a:gdLst>
                <a:gd name="T0" fmla="*/ 34 w 34"/>
                <a:gd name="T1" fmla="*/ 0 h 8"/>
                <a:gd name="T2" fmla="*/ 5 w 34"/>
                <a:gd name="T3" fmla="*/ 0 h 8"/>
                <a:gd name="T4" fmla="*/ 0 w 34"/>
                <a:gd name="T5" fmla="*/ 4 h 8"/>
                <a:gd name="T6" fmla="*/ 5 w 34"/>
                <a:gd name="T7" fmla="*/ 8 h 8"/>
                <a:gd name="T8" fmla="*/ 34 w 34"/>
                <a:gd name="T9" fmla="*/ 8 h 8"/>
                <a:gd name="T10" fmla="*/ 34 w 34"/>
                <a:gd name="T11" fmla="*/ 0 h 8"/>
              </a:gdLst>
              <a:ahLst/>
              <a:cxnLst>
                <a:cxn ang="0">
                  <a:pos x="T0" y="T1"/>
                </a:cxn>
                <a:cxn ang="0">
                  <a:pos x="T2" y="T3"/>
                </a:cxn>
                <a:cxn ang="0">
                  <a:pos x="T4" y="T5"/>
                </a:cxn>
                <a:cxn ang="0">
                  <a:pos x="T6" y="T7"/>
                </a:cxn>
                <a:cxn ang="0">
                  <a:pos x="T8" y="T9"/>
                </a:cxn>
                <a:cxn ang="0">
                  <a:pos x="T10" y="T11"/>
                </a:cxn>
              </a:cxnLst>
              <a:rect l="0" t="0" r="r" b="b"/>
              <a:pathLst>
                <a:path w="34" h="8">
                  <a:moveTo>
                    <a:pt x="34" y="0"/>
                  </a:moveTo>
                  <a:cubicBezTo>
                    <a:pt x="5" y="0"/>
                    <a:pt x="5" y="0"/>
                    <a:pt x="5" y="0"/>
                  </a:cubicBezTo>
                  <a:cubicBezTo>
                    <a:pt x="2" y="0"/>
                    <a:pt x="0" y="2"/>
                    <a:pt x="0" y="4"/>
                  </a:cubicBezTo>
                  <a:cubicBezTo>
                    <a:pt x="0" y="6"/>
                    <a:pt x="2" y="8"/>
                    <a:pt x="5" y="8"/>
                  </a:cubicBezTo>
                  <a:cubicBezTo>
                    <a:pt x="34" y="8"/>
                    <a:pt x="34" y="8"/>
                    <a:pt x="34" y="8"/>
                  </a:cubicBezTo>
                  <a:lnTo>
                    <a:pt x="34" y="0"/>
                  </a:ln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sp>
          <p:nvSpPr>
            <p:cNvPr id="101" name="Freeform 11"/>
            <p:cNvSpPr>
              <a:spLocks/>
            </p:cNvSpPr>
            <p:nvPr/>
          </p:nvSpPr>
          <p:spPr bwMode="auto">
            <a:xfrm>
              <a:off x="6427788" y="6292850"/>
              <a:ext cx="392113" cy="92075"/>
            </a:xfrm>
            <a:custGeom>
              <a:avLst/>
              <a:gdLst>
                <a:gd name="T0" fmla="*/ 30 w 34"/>
                <a:gd name="T1" fmla="*/ 0 h 8"/>
                <a:gd name="T2" fmla="*/ 0 w 34"/>
                <a:gd name="T3" fmla="*/ 0 h 8"/>
                <a:gd name="T4" fmla="*/ 0 w 34"/>
                <a:gd name="T5" fmla="*/ 8 h 8"/>
                <a:gd name="T6" fmla="*/ 30 w 34"/>
                <a:gd name="T7" fmla="*/ 8 h 8"/>
                <a:gd name="T8" fmla="*/ 34 w 34"/>
                <a:gd name="T9" fmla="*/ 4 h 8"/>
                <a:gd name="T10" fmla="*/ 30 w 34"/>
                <a:gd name="T11" fmla="*/ 0 h 8"/>
              </a:gdLst>
              <a:ahLst/>
              <a:cxnLst>
                <a:cxn ang="0">
                  <a:pos x="T0" y="T1"/>
                </a:cxn>
                <a:cxn ang="0">
                  <a:pos x="T2" y="T3"/>
                </a:cxn>
                <a:cxn ang="0">
                  <a:pos x="T4" y="T5"/>
                </a:cxn>
                <a:cxn ang="0">
                  <a:pos x="T6" y="T7"/>
                </a:cxn>
                <a:cxn ang="0">
                  <a:pos x="T8" y="T9"/>
                </a:cxn>
                <a:cxn ang="0">
                  <a:pos x="T10" y="T11"/>
                </a:cxn>
              </a:cxnLst>
              <a:rect l="0" t="0" r="r" b="b"/>
              <a:pathLst>
                <a:path w="34" h="8">
                  <a:moveTo>
                    <a:pt x="30" y="0"/>
                  </a:moveTo>
                  <a:cubicBezTo>
                    <a:pt x="0" y="0"/>
                    <a:pt x="0" y="0"/>
                    <a:pt x="0" y="0"/>
                  </a:cubicBezTo>
                  <a:cubicBezTo>
                    <a:pt x="0" y="8"/>
                    <a:pt x="0" y="8"/>
                    <a:pt x="0" y="8"/>
                  </a:cubicBezTo>
                  <a:cubicBezTo>
                    <a:pt x="30" y="8"/>
                    <a:pt x="30" y="8"/>
                    <a:pt x="30" y="8"/>
                  </a:cubicBezTo>
                  <a:cubicBezTo>
                    <a:pt x="32" y="8"/>
                    <a:pt x="34" y="6"/>
                    <a:pt x="34" y="4"/>
                  </a:cubicBezTo>
                  <a:cubicBezTo>
                    <a:pt x="34" y="2"/>
                    <a:pt x="32" y="0"/>
                    <a:pt x="30" y="0"/>
                  </a:cubicBezTo>
                  <a:close/>
                </a:path>
              </a:pathLst>
            </a:custGeom>
            <a:solidFill>
              <a:srgbClr val="00188F"/>
            </a:solidFill>
            <a:ln>
              <a:noFill/>
            </a:ln>
          </p:spPr>
          <p:txBody>
            <a:bodyPr vert="horz" wrap="square" lIns="89606" tIns="44802" rIns="89606" bIns="44802" numCol="1" anchor="t" anchorCtr="0" compatLnSpc="1">
              <a:prstTxWarp prst="textNoShape">
                <a:avLst/>
              </a:prstTxWarp>
            </a:bodyPr>
            <a:lstStyle/>
            <a:p>
              <a:pPr defTabSz="914005"/>
              <a:endParaRPr lang="en-US" sz="1764" dirty="0">
                <a:noFill/>
                <a:latin typeface="Segoe UI"/>
              </a:endParaRPr>
            </a:p>
          </p:txBody>
        </p:sp>
      </p:grpSp>
      <p:sp>
        <p:nvSpPr>
          <p:cNvPr id="3" name="Rectangle 2"/>
          <p:cNvSpPr/>
          <p:nvPr/>
        </p:nvSpPr>
        <p:spPr bwMode="auto">
          <a:xfrm>
            <a:off x="0" y="0"/>
            <a:ext cx="12436475" cy="2125663"/>
          </a:xfrm>
          <a:prstGeom prst="rect">
            <a:avLst/>
          </a:prstGeom>
          <a:gradFill>
            <a:gsLst>
              <a:gs pos="91246">
                <a:schemeClr val="bg1">
                  <a:alpha val="0"/>
                </a:schemeClr>
              </a:gs>
              <a:gs pos="58000">
                <a:schemeClr val="bg1">
                  <a:alpha val="57000"/>
                </a:schemeClr>
              </a:gs>
              <a:gs pos="20000">
                <a:schemeClr val="bg1"/>
              </a:gs>
            </a:gsLst>
            <a:lin ang="5400000" scaled="0"/>
          </a:gra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94" name="Group 293"/>
          <p:cNvGrpSpPr/>
          <p:nvPr/>
        </p:nvGrpSpPr>
        <p:grpSpPr>
          <a:xfrm>
            <a:off x="581707" y="2329165"/>
            <a:ext cx="2289395" cy="1914898"/>
            <a:chOff x="457200" y="2260433"/>
            <a:chExt cx="2290317" cy="1915668"/>
          </a:xfrm>
        </p:grpSpPr>
        <p:sp>
          <p:nvSpPr>
            <p:cNvPr id="67" name="Rectangle 66"/>
            <p:cNvSpPr/>
            <p:nvPr/>
          </p:nvSpPr>
          <p:spPr>
            <a:xfrm>
              <a:off x="457200" y="3466393"/>
              <a:ext cx="2290317" cy="709708"/>
            </a:xfrm>
            <a:prstGeom prst="rect">
              <a:avLst/>
            </a:prstGeom>
          </p:spPr>
          <p:txBody>
            <a:bodyPr wrap="square">
              <a:spAutoFit/>
            </a:bodyPr>
            <a:lstStyle/>
            <a:p>
              <a:pPr algn="ctr" defTabSz="914005"/>
              <a:r>
                <a:rPr lang="en-US" sz="1960" dirty="0" smtClean="0">
                  <a:gradFill>
                    <a:gsLst>
                      <a:gs pos="28319">
                        <a:srgbClr val="000000"/>
                      </a:gs>
                      <a:gs pos="52212">
                        <a:srgbClr val="000000"/>
                      </a:gs>
                    </a:gsLst>
                    <a:lin ang="5400000" scaled="0"/>
                  </a:gradFill>
                  <a:latin typeface="Segoe UI"/>
                </a:rPr>
                <a:t>Email </a:t>
              </a:r>
              <a:r>
                <a:rPr lang="en-US" sz="1960" dirty="0">
                  <a:gradFill>
                    <a:gsLst>
                      <a:gs pos="28319">
                        <a:srgbClr val="000000"/>
                      </a:gs>
                      <a:gs pos="52212">
                        <a:srgbClr val="000000"/>
                      </a:gs>
                    </a:gsLst>
                    <a:lin ang="5400000" scaled="0"/>
                  </a:gradFill>
                  <a:latin typeface="Segoe UI"/>
                </a:rPr>
                <a:t/>
              </a:r>
              <a:br>
                <a:rPr lang="en-US" sz="1960" dirty="0">
                  <a:gradFill>
                    <a:gsLst>
                      <a:gs pos="28319">
                        <a:srgbClr val="000000"/>
                      </a:gs>
                      <a:gs pos="52212">
                        <a:srgbClr val="000000"/>
                      </a:gs>
                    </a:gsLst>
                    <a:lin ang="5400000" scaled="0"/>
                  </a:gradFill>
                  <a:latin typeface="Segoe UI"/>
                </a:rPr>
              </a:br>
              <a:r>
                <a:rPr lang="en-US" sz="1960" dirty="0">
                  <a:gradFill>
                    <a:gsLst>
                      <a:gs pos="28319">
                        <a:srgbClr val="000000"/>
                      </a:gs>
                      <a:gs pos="52212">
                        <a:srgbClr val="000000"/>
                      </a:gs>
                    </a:gsLst>
                    <a:lin ang="5400000" scaled="0"/>
                  </a:gradFill>
                  <a:latin typeface="Segoe UI"/>
                </a:rPr>
                <a:t>Newsletters</a:t>
              </a:r>
            </a:p>
          </p:txBody>
        </p:sp>
        <p:grpSp>
          <p:nvGrpSpPr>
            <p:cNvPr id="293" name="Group 292"/>
            <p:cNvGrpSpPr/>
            <p:nvPr/>
          </p:nvGrpSpPr>
          <p:grpSpPr>
            <a:xfrm>
              <a:off x="746844" y="2260433"/>
              <a:ext cx="1711028" cy="991002"/>
              <a:chOff x="860785" y="2260433"/>
              <a:chExt cx="1711028" cy="991002"/>
            </a:xfrm>
          </p:grpSpPr>
          <p:grpSp>
            <p:nvGrpSpPr>
              <p:cNvPr id="63" name="Group 62"/>
              <p:cNvGrpSpPr/>
              <p:nvPr/>
            </p:nvGrpSpPr>
            <p:grpSpPr>
              <a:xfrm>
                <a:off x="860785" y="2260433"/>
                <a:ext cx="1711028" cy="991002"/>
                <a:chOff x="506413" y="1770063"/>
                <a:chExt cx="2105025" cy="1219200"/>
              </a:xfrm>
            </p:grpSpPr>
            <p:sp>
              <p:nvSpPr>
                <p:cNvPr id="59" name="Rectangle 20"/>
                <p:cNvSpPr>
                  <a:spLocks noChangeArrowheads="1"/>
                </p:cNvSpPr>
                <p:nvPr/>
              </p:nvSpPr>
              <p:spPr bwMode="auto">
                <a:xfrm>
                  <a:off x="758825" y="1770063"/>
                  <a:ext cx="1624012" cy="11207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gradFill>
                      <a:gsLst>
                        <a:gs pos="28319">
                          <a:srgbClr val="000000"/>
                        </a:gs>
                        <a:gs pos="52212">
                          <a:srgbClr val="000000"/>
                        </a:gs>
                      </a:gsLst>
                      <a:lin ang="5400000" scaled="0"/>
                    </a:gradFill>
                    <a:latin typeface="Segoe UI"/>
                  </a:endParaRPr>
                </a:p>
              </p:txBody>
            </p:sp>
            <p:sp>
              <p:nvSpPr>
                <p:cNvPr id="60" name="Oval 21"/>
                <p:cNvSpPr>
                  <a:spLocks noChangeArrowheads="1"/>
                </p:cNvSpPr>
                <p:nvPr/>
              </p:nvSpPr>
              <p:spPr bwMode="auto">
                <a:xfrm>
                  <a:off x="1552575" y="1793876"/>
                  <a:ext cx="36512" cy="3651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gradFill>
                      <a:gsLst>
                        <a:gs pos="28319">
                          <a:srgbClr val="000000"/>
                        </a:gs>
                        <a:gs pos="52212">
                          <a:srgbClr val="000000"/>
                        </a:gs>
                      </a:gsLst>
                      <a:lin ang="5400000" scaled="0"/>
                    </a:gradFill>
                    <a:latin typeface="Segoe UI"/>
                  </a:endParaRPr>
                </a:p>
              </p:txBody>
            </p:sp>
            <p:sp>
              <p:nvSpPr>
                <p:cNvPr id="61" name="Rectangle 22"/>
                <p:cNvSpPr>
                  <a:spLocks noChangeArrowheads="1"/>
                </p:cNvSpPr>
                <p:nvPr/>
              </p:nvSpPr>
              <p:spPr bwMode="auto">
                <a:xfrm>
                  <a:off x="819150" y="1855788"/>
                  <a:ext cx="1514475" cy="987425"/>
                </a:xfrm>
                <a:prstGeom prst="rect">
                  <a:avLst/>
                </a:prstGeom>
                <a:solidFill>
                  <a:srgbClr val="5C2D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gradFill>
                      <a:gsLst>
                        <a:gs pos="28319">
                          <a:srgbClr val="000000"/>
                        </a:gs>
                        <a:gs pos="52212">
                          <a:srgbClr val="000000"/>
                        </a:gs>
                      </a:gsLst>
                      <a:lin ang="5400000" scaled="0"/>
                    </a:gradFill>
                    <a:latin typeface="Segoe UI"/>
                  </a:endParaRPr>
                </a:p>
              </p:txBody>
            </p:sp>
            <p:sp>
              <p:nvSpPr>
                <p:cNvPr id="62" name="Freeform 23"/>
                <p:cNvSpPr>
                  <a:spLocks/>
                </p:cNvSpPr>
                <p:nvPr/>
              </p:nvSpPr>
              <p:spPr bwMode="auto">
                <a:xfrm>
                  <a:off x="506413" y="2903538"/>
                  <a:ext cx="2105025" cy="85725"/>
                </a:xfrm>
                <a:custGeom>
                  <a:avLst/>
                  <a:gdLst>
                    <a:gd name="T0" fmla="*/ 0 w 175"/>
                    <a:gd name="T1" fmla="*/ 0 h 7"/>
                    <a:gd name="T2" fmla="*/ 0 w 175"/>
                    <a:gd name="T3" fmla="*/ 1 h 7"/>
                    <a:gd name="T4" fmla="*/ 7 w 175"/>
                    <a:gd name="T5" fmla="*/ 7 h 7"/>
                    <a:gd name="T6" fmla="*/ 168 w 175"/>
                    <a:gd name="T7" fmla="*/ 7 h 7"/>
                    <a:gd name="T8" fmla="*/ 175 w 175"/>
                    <a:gd name="T9" fmla="*/ 1 h 7"/>
                    <a:gd name="T10" fmla="*/ 175 w 175"/>
                    <a:gd name="T11" fmla="*/ 0 h 7"/>
                    <a:gd name="T12" fmla="*/ 0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0"/>
                      </a:moveTo>
                      <a:cubicBezTo>
                        <a:pt x="0" y="1"/>
                        <a:pt x="0" y="1"/>
                        <a:pt x="0" y="1"/>
                      </a:cubicBezTo>
                      <a:cubicBezTo>
                        <a:pt x="0" y="4"/>
                        <a:pt x="3" y="7"/>
                        <a:pt x="7" y="7"/>
                      </a:cubicBezTo>
                      <a:cubicBezTo>
                        <a:pt x="168" y="7"/>
                        <a:pt x="168" y="7"/>
                        <a:pt x="168" y="7"/>
                      </a:cubicBezTo>
                      <a:cubicBezTo>
                        <a:pt x="172" y="7"/>
                        <a:pt x="175" y="4"/>
                        <a:pt x="175" y="1"/>
                      </a:cubicBezTo>
                      <a:cubicBezTo>
                        <a:pt x="175" y="0"/>
                        <a:pt x="175" y="0"/>
                        <a:pt x="175" y="0"/>
                      </a:cubicBezTo>
                      <a:lnTo>
                        <a:pt x="0" y="0"/>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2" rIns="89606" bIns="44802" numCol="1" anchor="t" anchorCtr="0" compatLnSpc="1">
                  <a:prstTxWarp prst="textNoShape">
                    <a:avLst/>
                  </a:prstTxWarp>
                </a:bodyPr>
                <a:lstStyle/>
                <a:p>
                  <a:pPr defTabSz="914005"/>
                  <a:endParaRPr lang="en-US" sz="1764" dirty="0">
                    <a:gradFill>
                      <a:gsLst>
                        <a:gs pos="28319">
                          <a:srgbClr val="000000"/>
                        </a:gs>
                        <a:gs pos="52212">
                          <a:srgbClr val="000000"/>
                        </a:gs>
                      </a:gsLst>
                      <a:lin ang="5400000" scaled="0"/>
                    </a:gradFill>
                    <a:latin typeface="Segoe UI"/>
                  </a:endParaRPr>
                </a:p>
              </p:txBody>
            </p:sp>
          </p:grpSp>
          <p:sp>
            <p:nvSpPr>
              <p:cNvPr id="2" name="Rectangle 1"/>
              <p:cNvSpPr/>
              <p:nvPr/>
            </p:nvSpPr>
            <p:spPr bwMode="auto">
              <a:xfrm>
                <a:off x="1416844" y="2379232"/>
                <a:ext cx="846536" cy="73958"/>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latin typeface="Segoe UI"/>
                  <a:ea typeface="Segoe UI" pitchFamily="34" charset="0"/>
                  <a:cs typeface="Segoe UI" pitchFamily="34" charset="0"/>
                </a:endParaRPr>
              </a:p>
            </p:txBody>
          </p:sp>
          <p:cxnSp>
            <p:nvCxnSpPr>
              <p:cNvPr id="5" name="Straight Connector 4"/>
              <p:cNvCxnSpPr/>
              <p:nvPr/>
            </p:nvCxnSpPr>
            <p:spPr>
              <a:xfrm>
                <a:off x="1416844" y="2530614"/>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1416844" y="2608038"/>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1416844" y="2685462"/>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1416844" y="2762886"/>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bwMode="auto">
              <a:xfrm>
                <a:off x="1142807" y="2375321"/>
                <a:ext cx="234036" cy="73958"/>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latin typeface="Segoe UI"/>
                  <a:ea typeface="Segoe UI" pitchFamily="34" charset="0"/>
                  <a:cs typeface="Segoe UI" pitchFamily="34" charset="0"/>
                </a:endParaRPr>
              </a:p>
            </p:txBody>
          </p:sp>
          <p:sp>
            <p:nvSpPr>
              <p:cNvPr id="107" name="Rectangle 106"/>
              <p:cNvSpPr/>
              <p:nvPr/>
            </p:nvSpPr>
            <p:spPr bwMode="auto">
              <a:xfrm>
                <a:off x="1142807" y="2469924"/>
                <a:ext cx="234036" cy="614564"/>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03" tIns="91403" rIns="34280" bIns="34280" rtlCol="0" anchor="b" anchorCtr="0"/>
              <a:lstStyle/>
              <a:p>
                <a:pPr algn="ctr" defTabSz="932037"/>
                <a:endParaRPr lang="en-US" sz="800" dirty="0">
                  <a:gradFill>
                    <a:gsLst>
                      <a:gs pos="28319">
                        <a:srgbClr val="000000"/>
                      </a:gs>
                      <a:gs pos="52212">
                        <a:srgbClr val="000000"/>
                      </a:gs>
                    </a:gsLst>
                    <a:lin ang="5400000" scaled="0"/>
                  </a:gradFill>
                  <a:latin typeface="Segoe UI"/>
                  <a:ea typeface="Segoe UI" pitchFamily="34" charset="0"/>
                  <a:cs typeface="Segoe UI" pitchFamily="34" charset="0"/>
                </a:endParaRPr>
              </a:p>
            </p:txBody>
          </p:sp>
          <p:cxnSp>
            <p:nvCxnSpPr>
              <p:cNvPr id="108" name="Straight Connector 107"/>
              <p:cNvCxnSpPr/>
              <p:nvPr/>
            </p:nvCxnSpPr>
            <p:spPr>
              <a:xfrm>
                <a:off x="1416844" y="2840310"/>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1416844" y="2917734"/>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416844" y="2995158"/>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1416844" y="3072583"/>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297" name="Group 296"/>
          <p:cNvGrpSpPr/>
          <p:nvPr/>
        </p:nvGrpSpPr>
        <p:grpSpPr>
          <a:xfrm>
            <a:off x="3405356" y="2351551"/>
            <a:ext cx="1609841" cy="2200139"/>
            <a:chOff x="3320378" y="2282825"/>
            <a:chExt cx="1610489" cy="2201025"/>
          </a:xfrm>
        </p:grpSpPr>
        <p:sp>
          <p:nvSpPr>
            <p:cNvPr id="1041" name="Rectangle 1040"/>
            <p:cNvSpPr/>
            <p:nvPr/>
          </p:nvSpPr>
          <p:spPr>
            <a:xfrm>
              <a:off x="3320378" y="3466393"/>
              <a:ext cx="1610489" cy="1017457"/>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latin typeface="Segoe UI"/>
                </a:rPr>
                <a:t>Free Developer Subscription</a:t>
              </a:r>
            </a:p>
          </p:txBody>
        </p:sp>
        <p:grpSp>
          <p:nvGrpSpPr>
            <p:cNvPr id="1130" name="Group 1129"/>
            <p:cNvGrpSpPr/>
            <p:nvPr/>
          </p:nvGrpSpPr>
          <p:grpSpPr>
            <a:xfrm>
              <a:off x="3376613" y="2282825"/>
              <a:ext cx="1422401" cy="1065213"/>
              <a:chOff x="3376613" y="2282825"/>
              <a:chExt cx="1422401" cy="1065213"/>
            </a:xfrm>
          </p:grpSpPr>
          <p:sp>
            <p:nvSpPr>
              <p:cNvPr id="24" name="Freeform 7"/>
              <p:cNvSpPr>
                <a:spLocks/>
              </p:cNvSpPr>
              <p:nvPr/>
            </p:nvSpPr>
            <p:spPr bwMode="auto">
              <a:xfrm>
                <a:off x="3376613" y="2741613"/>
                <a:ext cx="419100" cy="555625"/>
              </a:xfrm>
              <a:custGeom>
                <a:avLst/>
                <a:gdLst>
                  <a:gd name="T0" fmla="*/ 0 w 139"/>
                  <a:gd name="T1" fmla="*/ 184 h 184"/>
                  <a:gd name="T2" fmla="*/ 34 w 139"/>
                  <a:gd name="T3" fmla="*/ 116 h 184"/>
                  <a:gd name="T4" fmla="*/ 30 w 139"/>
                  <a:gd name="T5" fmla="*/ 90 h 184"/>
                  <a:gd name="T6" fmla="*/ 30 w 139"/>
                  <a:gd name="T7" fmla="*/ 58 h 184"/>
                  <a:gd name="T8" fmla="*/ 81 w 139"/>
                  <a:gd name="T9" fmla="*/ 0 h 184"/>
                  <a:gd name="T10" fmla="*/ 139 w 139"/>
                  <a:gd name="T11" fmla="*/ 58 h 184"/>
                  <a:gd name="T12" fmla="*/ 139 w 139"/>
                  <a:gd name="T13" fmla="*/ 90 h 184"/>
                  <a:gd name="T14" fmla="*/ 106 w 139"/>
                  <a:gd name="T15" fmla="*/ 142 h 184"/>
                  <a:gd name="T16" fmla="*/ 94 w 139"/>
                  <a:gd name="T17" fmla="*/ 184 h 184"/>
                  <a:gd name="T18" fmla="*/ 0 w 139"/>
                  <a:gd name="T19"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84">
                    <a:moveTo>
                      <a:pt x="0" y="184"/>
                    </a:moveTo>
                    <a:cubicBezTo>
                      <a:pt x="34" y="116"/>
                      <a:pt x="34" y="116"/>
                      <a:pt x="34" y="116"/>
                    </a:cubicBezTo>
                    <a:cubicBezTo>
                      <a:pt x="31" y="108"/>
                      <a:pt x="30" y="99"/>
                      <a:pt x="30" y="90"/>
                    </a:cubicBezTo>
                    <a:cubicBezTo>
                      <a:pt x="30" y="58"/>
                      <a:pt x="30" y="58"/>
                      <a:pt x="30" y="58"/>
                    </a:cubicBezTo>
                    <a:cubicBezTo>
                      <a:pt x="30" y="26"/>
                      <a:pt x="48" y="0"/>
                      <a:pt x="81" y="0"/>
                    </a:cubicBezTo>
                    <a:cubicBezTo>
                      <a:pt x="113" y="0"/>
                      <a:pt x="139" y="26"/>
                      <a:pt x="139" y="58"/>
                    </a:cubicBezTo>
                    <a:cubicBezTo>
                      <a:pt x="139" y="90"/>
                      <a:pt x="139" y="90"/>
                      <a:pt x="139" y="90"/>
                    </a:cubicBezTo>
                    <a:cubicBezTo>
                      <a:pt x="139" y="113"/>
                      <a:pt x="126" y="133"/>
                      <a:pt x="106" y="142"/>
                    </a:cubicBezTo>
                    <a:cubicBezTo>
                      <a:pt x="94" y="184"/>
                      <a:pt x="94" y="184"/>
                      <a:pt x="94" y="184"/>
                    </a:cubicBezTo>
                    <a:lnTo>
                      <a:pt x="0" y="184"/>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25" name="Freeform 8"/>
              <p:cNvSpPr>
                <a:spLocks/>
              </p:cNvSpPr>
              <p:nvPr/>
            </p:nvSpPr>
            <p:spPr bwMode="auto">
              <a:xfrm>
                <a:off x="3533776" y="2282825"/>
                <a:ext cx="1238250" cy="773113"/>
              </a:xfrm>
              <a:custGeom>
                <a:avLst/>
                <a:gdLst>
                  <a:gd name="T0" fmla="*/ 411 w 411"/>
                  <a:gd name="T1" fmla="*/ 250 h 256"/>
                  <a:gd name="T2" fmla="*/ 406 w 411"/>
                  <a:gd name="T3" fmla="*/ 256 h 256"/>
                  <a:gd name="T4" fmla="*/ 6 w 411"/>
                  <a:gd name="T5" fmla="*/ 256 h 256"/>
                  <a:gd name="T6" fmla="*/ 0 w 411"/>
                  <a:gd name="T7" fmla="*/ 250 h 256"/>
                  <a:gd name="T8" fmla="*/ 0 w 411"/>
                  <a:gd name="T9" fmla="*/ 6 h 256"/>
                  <a:gd name="T10" fmla="*/ 6 w 411"/>
                  <a:gd name="T11" fmla="*/ 0 h 256"/>
                  <a:gd name="T12" fmla="*/ 406 w 411"/>
                  <a:gd name="T13" fmla="*/ 0 h 256"/>
                  <a:gd name="T14" fmla="*/ 411 w 411"/>
                  <a:gd name="T15" fmla="*/ 6 h 256"/>
                  <a:gd name="T16" fmla="*/ 411 w 411"/>
                  <a:gd name="T17" fmla="*/ 25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1" h="256">
                    <a:moveTo>
                      <a:pt x="411" y="250"/>
                    </a:moveTo>
                    <a:cubicBezTo>
                      <a:pt x="411" y="253"/>
                      <a:pt x="409" y="256"/>
                      <a:pt x="406" y="256"/>
                    </a:cubicBezTo>
                    <a:cubicBezTo>
                      <a:pt x="6" y="256"/>
                      <a:pt x="6" y="256"/>
                      <a:pt x="6" y="256"/>
                    </a:cubicBezTo>
                    <a:cubicBezTo>
                      <a:pt x="3" y="256"/>
                      <a:pt x="0" y="253"/>
                      <a:pt x="0" y="250"/>
                    </a:cubicBezTo>
                    <a:cubicBezTo>
                      <a:pt x="0" y="6"/>
                      <a:pt x="0" y="6"/>
                      <a:pt x="0" y="6"/>
                    </a:cubicBezTo>
                    <a:cubicBezTo>
                      <a:pt x="0" y="3"/>
                      <a:pt x="3" y="0"/>
                      <a:pt x="6" y="0"/>
                    </a:cubicBezTo>
                    <a:cubicBezTo>
                      <a:pt x="406" y="0"/>
                      <a:pt x="406" y="0"/>
                      <a:pt x="406" y="0"/>
                    </a:cubicBezTo>
                    <a:cubicBezTo>
                      <a:pt x="409" y="0"/>
                      <a:pt x="411" y="3"/>
                      <a:pt x="411" y="6"/>
                    </a:cubicBezTo>
                    <a:lnTo>
                      <a:pt x="411" y="2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26" name="Freeform 9"/>
              <p:cNvSpPr>
                <a:spLocks/>
              </p:cNvSpPr>
              <p:nvPr/>
            </p:nvSpPr>
            <p:spPr bwMode="auto">
              <a:xfrm>
                <a:off x="3630613" y="2376488"/>
                <a:ext cx="1047750" cy="579438"/>
              </a:xfrm>
              <a:custGeom>
                <a:avLst/>
                <a:gdLst>
                  <a:gd name="T0" fmla="*/ 348 w 348"/>
                  <a:gd name="T1" fmla="*/ 187 h 192"/>
                  <a:gd name="T2" fmla="*/ 343 w 348"/>
                  <a:gd name="T3" fmla="*/ 192 h 192"/>
                  <a:gd name="T4" fmla="*/ 5 w 348"/>
                  <a:gd name="T5" fmla="*/ 192 h 192"/>
                  <a:gd name="T6" fmla="*/ 0 w 348"/>
                  <a:gd name="T7" fmla="*/ 187 h 192"/>
                  <a:gd name="T8" fmla="*/ 0 w 348"/>
                  <a:gd name="T9" fmla="*/ 5 h 192"/>
                  <a:gd name="T10" fmla="*/ 5 w 348"/>
                  <a:gd name="T11" fmla="*/ 0 h 192"/>
                  <a:gd name="T12" fmla="*/ 343 w 348"/>
                  <a:gd name="T13" fmla="*/ 0 h 192"/>
                  <a:gd name="T14" fmla="*/ 348 w 348"/>
                  <a:gd name="T15" fmla="*/ 5 h 192"/>
                  <a:gd name="T16" fmla="*/ 348 w 348"/>
                  <a:gd name="T17" fmla="*/ 18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8" h="192">
                    <a:moveTo>
                      <a:pt x="348" y="187"/>
                    </a:moveTo>
                    <a:cubicBezTo>
                      <a:pt x="348" y="190"/>
                      <a:pt x="345" y="192"/>
                      <a:pt x="343" y="192"/>
                    </a:cubicBezTo>
                    <a:cubicBezTo>
                      <a:pt x="5" y="192"/>
                      <a:pt x="5" y="192"/>
                      <a:pt x="5" y="192"/>
                    </a:cubicBezTo>
                    <a:cubicBezTo>
                      <a:pt x="2" y="192"/>
                      <a:pt x="0" y="190"/>
                      <a:pt x="0" y="187"/>
                    </a:cubicBezTo>
                    <a:cubicBezTo>
                      <a:pt x="0" y="5"/>
                      <a:pt x="0" y="5"/>
                      <a:pt x="0" y="5"/>
                    </a:cubicBezTo>
                    <a:cubicBezTo>
                      <a:pt x="0" y="2"/>
                      <a:pt x="2" y="0"/>
                      <a:pt x="5" y="0"/>
                    </a:cubicBezTo>
                    <a:cubicBezTo>
                      <a:pt x="343" y="0"/>
                      <a:pt x="343" y="0"/>
                      <a:pt x="343" y="0"/>
                    </a:cubicBezTo>
                    <a:cubicBezTo>
                      <a:pt x="345" y="0"/>
                      <a:pt x="348" y="2"/>
                      <a:pt x="348" y="5"/>
                    </a:cubicBezTo>
                    <a:lnTo>
                      <a:pt x="348" y="187"/>
                    </a:lnTo>
                    <a:close/>
                  </a:path>
                </a:pathLst>
              </a:custGeom>
              <a:solidFill>
                <a:srgbClr val="BAD80A"/>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098" name="Freeform 161"/>
              <p:cNvSpPr>
                <a:spLocks/>
              </p:cNvSpPr>
              <p:nvPr/>
            </p:nvSpPr>
            <p:spPr bwMode="auto">
              <a:xfrm>
                <a:off x="3467101" y="2659063"/>
                <a:ext cx="144463" cy="157163"/>
              </a:xfrm>
              <a:custGeom>
                <a:avLst/>
                <a:gdLst>
                  <a:gd name="T0" fmla="*/ 43 w 48"/>
                  <a:gd name="T1" fmla="*/ 9 h 52"/>
                  <a:gd name="T2" fmla="*/ 43 w 48"/>
                  <a:gd name="T3" fmla="*/ 26 h 52"/>
                  <a:gd name="T4" fmla="*/ 22 w 48"/>
                  <a:gd name="T5" fmla="*/ 47 h 52"/>
                  <a:gd name="T6" fmla="*/ 5 w 48"/>
                  <a:gd name="T7" fmla="*/ 47 h 52"/>
                  <a:gd name="T8" fmla="*/ 5 w 48"/>
                  <a:gd name="T9" fmla="*/ 30 h 52"/>
                  <a:gd name="T10" fmla="*/ 35 w 48"/>
                  <a:gd name="T11" fmla="*/ 0 h 52"/>
                  <a:gd name="T12" fmla="*/ 43 w 48"/>
                  <a:gd name="T13" fmla="*/ 9 h 52"/>
                </a:gdLst>
                <a:ahLst/>
                <a:cxnLst>
                  <a:cxn ang="0">
                    <a:pos x="T0" y="T1"/>
                  </a:cxn>
                  <a:cxn ang="0">
                    <a:pos x="T2" y="T3"/>
                  </a:cxn>
                  <a:cxn ang="0">
                    <a:pos x="T4" y="T5"/>
                  </a:cxn>
                  <a:cxn ang="0">
                    <a:pos x="T6" y="T7"/>
                  </a:cxn>
                  <a:cxn ang="0">
                    <a:pos x="T8" y="T9"/>
                  </a:cxn>
                  <a:cxn ang="0">
                    <a:pos x="T10" y="T11"/>
                  </a:cxn>
                  <a:cxn ang="0">
                    <a:pos x="T12" y="T13"/>
                  </a:cxn>
                </a:cxnLst>
                <a:rect l="0" t="0" r="r" b="b"/>
                <a:pathLst>
                  <a:path w="48" h="52">
                    <a:moveTo>
                      <a:pt x="43" y="9"/>
                    </a:moveTo>
                    <a:cubicBezTo>
                      <a:pt x="48" y="14"/>
                      <a:pt x="48" y="21"/>
                      <a:pt x="43" y="26"/>
                    </a:cubicBezTo>
                    <a:cubicBezTo>
                      <a:pt x="22" y="47"/>
                      <a:pt x="22" y="47"/>
                      <a:pt x="22" y="47"/>
                    </a:cubicBezTo>
                    <a:cubicBezTo>
                      <a:pt x="17" y="52"/>
                      <a:pt x="9" y="52"/>
                      <a:pt x="5" y="47"/>
                    </a:cubicBezTo>
                    <a:cubicBezTo>
                      <a:pt x="0" y="43"/>
                      <a:pt x="0" y="35"/>
                      <a:pt x="5" y="30"/>
                    </a:cubicBezTo>
                    <a:cubicBezTo>
                      <a:pt x="35" y="0"/>
                      <a:pt x="35" y="0"/>
                      <a:pt x="35" y="0"/>
                    </a:cubicBezTo>
                    <a:lnTo>
                      <a:pt x="43" y="9"/>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099" name="Freeform 162"/>
              <p:cNvSpPr>
                <a:spLocks/>
              </p:cNvSpPr>
              <p:nvPr/>
            </p:nvSpPr>
            <p:spPr bwMode="auto">
              <a:xfrm>
                <a:off x="3467101" y="2732088"/>
                <a:ext cx="87313" cy="220663"/>
              </a:xfrm>
              <a:custGeom>
                <a:avLst/>
                <a:gdLst>
                  <a:gd name="T0" fmla="*/ 0 w 29"/>
                  <a:gd name="T1" fmla="*/ 55 h 73"/>
                  <a:gd name="T2" fmla="*/ 15 w 29"/>
                  <a:gd name="T3" fmla="*/ 70 h 73"/>
                  <a:gd name="T4" fmla="*/ 15 w 29"/>
                  <a:gd name="T5" fmla="*/ 70 h 73"/>
                  <a:gd name="T6" fmla="*/ 29 w 29"/>
                  <a:gd name="T7" fmla="*/ 65 h 73"/>
                  <a:gd name="T8" fmla="*/ 29 w 29"/>
                  <a:gd name="T9" fmla="*/ 8 h 73"/>
                  <a:gd name="T10" fmla="*/ 15 w 29"/>
                  <a:gd name="T11" fmla="*/ 3 h 73"/>
                  <a:gd name="T12" fmla="*/ 15 w 29"/>
                  <a:gd name="T13" fmla="*/ 3 h 73"/>
                  <a:gd name="T14" fmla="*/ 0 w 29"/>
                  <a:gd name="T15" fmla="*/ 18 h 73"/>
                  <a:gd name="T16" fmla="*/ 0 w 29"/>
                  <a:gd name="T17"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73">
                    <a:moveTo>
                      <a:pt x="0" y="55"/>
                    </a:moveTo>
                    <a:cubicBezTo>
                      <a:pt x="0" y="63"/>
                      <a:pt x="6" y="70"/>
                      <a:pt x="15" y="70"/>
                    </a:cubicBezTo>
                    <a:cubicBezTo>
                      <a:pt x="15" y="70"/>
                      <a:pt x="15" y="70"/>
                      <a:pt x="15" y="70"/>
                    </a:cubicBezTo>
                    <a:cubicBezTo>
                      <a:pt x="23" y="70"/>
                      <a:pt x="29" y="73"/>
                      <a:pt x="29" y="65"/>
                    </a:cubicBezTo>
                    <a:cubicBezTo>
                      <a:pt x="29" y="8"/>
                      <a:pt x="29" y="8"/>
                      <a:pt x="29" y="8"/>
                    </a:cubicBezTo>
                    <a:cubicBezTo>
                      <a:pt x="29" y="0"/>
                      <a:pt x="23" y="3"/>
                      <a:pt x="15" y="3"/>
                    </a:cubicBezTo>
                    <a:cubicBezTo>
                      <a:pt x="15" y="3"/>
                      <a:pt x="15" y="3"/>
                      <a:pt x="15" y="3"/>
                    </a:cubicBezTo>
                    <a:cubicBezTo>
                      <a:pt x="6" y="3"/>
                      <a:pt x="0" y="9"/>
                      <a:pt x="0" y="18"/>
                    </a:cubicBezTo>
                    <a:lnTo>
                      <a:pt x="0" y="55"/>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0" name="Freeform 163"/>
              <p:cNvSpPr>
                <a:spLocks/>
              </p:cNvSpPr>
              <p:nvPr/>
            </p:nvSpPr>
            <p:spPr bwMode="auto">
              <a:xfrm>
                <a:off x="3540126" y="2659063"/>
                <a:ext cx="41275" cy="36513"/>
              </a:xfrm>
              <a:custGeom>
                <a:avLst/>
                <a:gdLst>
                  <a:gd name="T0" fmla="*/ 11 w 14"/>
                  <a:gd name="T1" fmla="*/ 0 h 12"/>
                  <a:gd name="T2" fmla="*/ 14 w 14"/>
                  <a:gd name="T3" fmla="*/ 3 h 12"/>
                  <a:gd name="T4" fmla="*/ 9 w 14"/>
                  <a:gd name="T5" fmla="*/ 8 h 12"/>
                  <a:gd name="T6" fmla="*/ 0 w 14"/>
                  <a:gd name="T7" fmla="*/ 11 h 12"/>
                  <a:gd name="T8" fmla="*/ 11 w 14"/>
                  <a:gd name="T9" fmla="*/ 0 h 12"/>
                </a:gdLst>
                <a:ahLst/>
                <a:cxnLst>
                  <a:cxn ang="0">
                    <a:pos x="T0" y="T1"/>
                  </a:cxn>
                  <a:cxn ang="0">
                    <a:pos x="T2" y="T3"/>
                  </a:cxn>
                  <a:cxn ang="0">
                    <a:pos x="T4" y="T5"/>
                  </a:cxn>
                  <a:cxn ang="0">
                    <a:pos x="T6" y="T7"/>
                  </a:cxn>
                  <a:cxn ang="0">
                    <a:pos x="T8" y="T9"/>
                  </a:cxn>
                </a:cxnLst>
                <a:rect l="0" t="0" r="r" b="b"/>
                <a:pathLst>
                  <a:path w="14" h="12">
                    <a:moveTo>
                      <a:pt x="11" y="0"/>
                    </a:moveTo>
                    <a:cubicBezTo>
                      <a:pt x="14" y="3"/>
                      <a:pt x="14" y="3"/>
                      <a:pt x="14" y="3"/>
                    </a:cubicBezTo>
                    <a:cubicBezTo>
                      <a:pt x="9" y="8"/>
                      <a:pt x="9" y="8"/>
                      <a:pt x="9" y="8"/>
                    </a:cubicBezTo>
                    <a:cubicBezTo>
                      <a:pt x="7" y="11"/>
                      <a:pt x="3" y="12"/>
                      <a:pt x="0" y="11"/>
                    </a:cubicBezTo>
                    <a:lnTo>
                      <a:pt x="11" y="0"/>
                    </a:lnTo>
                    <a:close/>
                  </a:path>
                </a:pathLst>
              </a:custGeom>
              <a:solidFill>
                <a:srgbClr val="EFD9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1" name="Freeform 164"/>
              <p:cNvSpPr>
                <a:spLocks/>
              </p:cNvSpPr>
              <p:nvPr/>
            </p:nvSpPr>
            <p:spPr bwMode="auto">
              <a:xfrm>
                <a:off x="3524251" y="2882900"/>
                <a:ext cx="144463" cy="381000"/>
              </a:xfrm>
              <a:custGeom>
                <a:avLst/>
                <a:gdLst>
                  <a:gd name="T0" fmla="*/ 0 w 48"/>
                  <a:gd name="T1" fmla="*/ 0 h 126"/>
                  <a:gd name="T2" fmla="*/ 48 w 48"/>
                  <a:gd name="T3" fmla="*/ 63 h 126"/>
                  <a:gd name="T4" fmla="*/ 0 w 48"/>
                  <a:gd name="T5" fmla="*/ 126 h 126"/>
                  <a:gd name="T6" fmla="*/ 0 w 48"/>
                  <a:gd name="T7" fmla="*/ 0 h 126"/>
                </a:gdLst>
                <a:ahLst/>
                <a:cxnLst>
                  <a:cxn ang="0">
                    <a:pos x="T0" y="T1"/>
                  </a:cxn>
                  <a:cxn ang="0">
                    <a:pos x="T2" y="T3"/>
                  </a:cxn>
                  <a:cxn ang="0">
                    <a:pos x="T4" y="T5"/>
                  </a:cxn>
                  <a:cxn ang="0">
                    <a:pos x="T6" y="T7"/>
                  </a:cxn>
                </a:cxnLst>
                <a:rect l="0" t="0" r="r" b="b"/>
                <a:pathLst>
                  <a:path w="48" h="126">
                    <a:moveTo>
                      <a:pt x="0" y="0"/>
                    </a:moveTo>
                    <a:cubicBezTo>
                      <a:pt x="28" y="8"/>
                      <a:pt x="48" y="33"/>
                      <a:pt x="48" y="63"/>
                    </a:cubicBezTo>
                    <a:cubicBezTo>
                      <a:pt x="48" y="93"/>
                      <a:pt x="28" y="119"/>
                      <a:pt x="0" y="126"/>
                    </a:cubicBezTo>
                    <a:lnTo>
                      <a:pt x="0" y="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2" name="Freeform 165"/>
              <p:cNvSpPr>
                <a:spLocks/>
              </p:cNvSpPr>
              <p:nvPr/>
            </p:nvSpPr>
            <p:spPr bwMode="auto">
              <a:xfrm>
                <a:off x="3668713" y="3055938"/>
                <a:ext cx="120650" cy="77788"/>
              </a:xfrm>
              <a:custGeom>
                <a:avLst/>
                <a:gdLst>
                  <a:gd name="T0" fmla="*/ 26 w 40"/>
                  <a:gd name="T1" fmla="*/ 26 h 26"/>
                  <a:gd name="T2" fmla="*/ 0 w 40"/>
                  <a:gd name="T3" fmla="*/ 0 h 26"/>
                  <a:gd name="T4" fmla="*/ 40 w 40"/>
                  <a:gd name="T5" fmla="*/ 0 h 26"/>
                  <a:gd name="T6" fmla="*/ 26 w 40"/>
                  <a:gd name="T7" fmla="*/ 26 h 26"/>
                </a:gdLst>
                <a:ahLst/>
                <a:cxnLst>
                  <a:cxn ang="0">
                    <a:pos x="T0" y="T1"/>
                  </a:cxn>
                  <a:cxn ang="0">
                    <a:pos x="T2" y="T3"/>
                  </a:cxn>
                  <a:cxn ang="0">
                    <a:pos x="T4" y="T5"/>
                  </a:cxn>
                  <a:cxn ang="0">
                    <a:pos x="T6" y="T7"/>
                  </a:cxn>
                </a:cxnLst>
                <a:rect l="0" t="0" r="r" b="b"/>
                <a:pathLst>
                  <a:path w="40" h="26">
                    <a:moveTo>
                      <a:pt x="26" y="26"/>
                    </a:moveTo>
                    <a:cubicBezTo>
                      <a:pt x="0" y="0"/>
                      <a:pt x="0" y="0"/>
                      <a:pt x="0" y="0"/>
                    </a:cubicBezTo>
                    <a:cubicBezTo>
                      <a:pt x="40" y="0"/>
                      <a:pt x="40" y="0"/>
                      <a:pt x="40" y="0"/>
                    </a:cubicBezTo>
                    <a:cubicBezTo>
                      <a:pt x="38" y="10"/>
                      <a:pt x="33" y="19"/>
                      <a:pt x="26" y="26"/>
                    </a:cubicBez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6" name="TextBox 1125"/>
              <p:cNvSpPr txBox="1"/>
              <p:nvPr/>
            </p:nvSpPr>
            <p:spPr>
              <a:xfrm>
                <a:off x="3534023" y="2405361"/>
                <a:ext cx="1223320" cy="489365"/>
              </a:xfrm>
              <a:prstGeom prst="rect">
                <a:avLst/>
              </a:prstGeom>
              <a:noFill/>
            </p:spPr>
            <p:txBody>
              <a:bodyPr wrap="square" lIns="0" tIns="146246" rIns="0" bIns="146246" rtlCol="0" anchor="ctr" anchorCtr="0">
                <a:spAutoFit/>
              </a:bodyPr>
              <a:lstStyle/>
              <a:p>
                <a:pPr algn="ctr" defTabSz="932319">
                  <a:lnSpc>
                    <a:spcPct val="90000"/>
                  </a:lnSpc>
                  <a:spcAft>
                    <a:spcPts val="600"/>
                  </a:spcAft>
                </a:pPr>
                <a:r>
                  <a:rPr lang="en-US" sz="1399" dirty="0">
                    <a:gradFill>
                      <a:gsLst>
                        <a:gs pos="28319">
                          <a:srgbClr val="000000"/>
                        </a:gs>
                        <a:gs pos="52212">
                          <a:srgbClr val="000000"/>
                        </a:gs>
                      </a:gsLst>
                      <a:lin ang="5400000" scaled="0"/>
                    </a:gradFill>
                    <a:latin typeface="Segoe UI"/>
                  </a:rPr>
                  <a:t>1 YEAR FREE</a:t>
                </a:r>
              </a:p>
            </p:txBody>
          </p:sp>
          <p:cxnSp>
            <p:nvCxnSpPr>
              <p:cNvPr id="295" name="Straight Connector 294"/>
              <p:cNvCxnSpPr/>
              <p:nvPr/>
            </p:nvCxnSpPr>
            <p:spPr>
              <a:xfrm>
                <a:off x="3722415" y="2444926"/>
                <a:ext cx="846536"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p:nvCxnSpPr>
            <p:spPr>
              <a:xfrm>
                <a:off x="3660384" y="2786063"/>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3660384" y="2838450"/>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p:nvCxnSpPr>
            <p:spPr>
              <a:xfrm>
                <a:off x="3660384" y="2890045"/>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129" name="Group 1128"/>
              <p:cNvGrpSpPr/>
              <p:nvPr/>
            </p:nvGrpSpPr>
            <p:grpSpPr>
              <a:xfrm>
                <a:off x="3987801" y="2778125"/>
                <a:ext cx="811213" cy="569913"/>
                <a:chOff x="3987801" y="2778125"/>
                <a:chExt cx="811213" cy="569913"/>
              </a:xfrm>
            </p:grpSpPr>
            <p:sp>
              <p:nvSpPr>
                <p:cNvPr id="1103" name="Freeform 166"/>
                <p:cNvSpPr>
                  <a:spLocks/>
                </p:cNvSpPr>
                <p:nvPr/>
              </p:nvSpPr>
              <p:spPr bwMode="auto">
                <a:xfrm>
                  <a:off x="3987801" y="2778125"/>
                  <a:ext cx="236538" cy="231775"/>
                </a:xfrm>
                <a:custGeom>
                  <a:avLst/>
                  <a:gdLst>
                    <a:gd name="T0" fmla="*/ 78 w 78"/>
                    <a:gd name="T1" fmla="*/ 60 h 77"/>
                    <a:gd name="T2" fmla="*/ 23 w 78"/>
                    <a:gd name="T3" fmla="*/ 5 h 77"/>
                    <a:gd name="T4" fmla="*/ 5 w 78"/>
                    <a:gd name="T5" fmla="*/ 5 h 77"/>
                    <a:gd name="T6" fmla="*/ 5 w 78"/>
                    <a:gd name="T7" fmla="*/ 22 h 77"/>
                    <a:gd name="T8" fmla="*/ 60 w 78"/>
                    <a:gd name="T9" fmla="*/ 77 h 77"/>
                    <a:gd name="T10" fmla="*/ 78 w 78"/>
                    <a:gd name="T11" fmla="*/ 60 h 77"/>
                  </a:gdLst>
                  <a:ahLst/>
                  <a:cxnLst>
                    <a:cxn ang="0">
                      <a:pos x="T0" y="T1"/>
                    </a:cxn>
                    <a:cxn ang="0">
                      <a:pos x="T2" y="T3"/>
                    </a:cxn>
                    <a:cxn ang="0">
                      <a:pos x="T4" y="T5"/>
                    </a:cxn>
                    <a:cxn ang="0">
                      <a:pos x="T6" y="T7"/>
                    </a:cxn>
                    <a:cxn ang="0">
                      <a:pos x="T8" y="T9"/>
                    </a:cxn>
                    <a:cxn ang="0">
                      <a:pos x="T10" y="T11"/>
                    </a:cxn>
                  </a:cxnLst>
                  <a:rect l="0" t="0" r="r" b="b"/>
                  <a:pathLst>
                    <a:path w="78" h="77">
                      <a:moveTo>
                        <a:pt x="78" y="60"/>
                      </a:moveTo>
                      <a:cubicBezTo>
                        <a:pt x="23" y="5"/>
                        <a:pt x="23" y="5"/>
                        <a:pt x="23" y="5"/>
                      </a:cubicBezTo>
                      <a:cubicBezTo>
                        <a:pt x="18" y="0"/>
                        <a:pt x="10" y="0"/>
                        <a:pt x="5" y="5"/>
                      </a:cubicBezTo>
                      <a:cubicBezTo>
                        <a:pt x="0" y="10"/>
                        <a:pt x="0" y="17"/>
                        <a:pt x="5" y="22"/>
                      </a:cubicBezTo>
                      <a:cubicBezTo>
                        <a:pt x="60" y="77"/>
                        <a:pt x="60" y="77"/>
                        <a:pt x="60" y="77"/>
                      </a:cubicBezTo>
                      <a:lnTo>
                        <a:pt x="78" y="6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4" name="Freeform 167"/>
                <p:cNvSpPr>
                  <a:spLocks/>
                </p:cNvSpPr>
                <p:nvPr/>
              </p:nvSpPr>
              <p:spPr bwMode="auto">
                <a:xfrm>
                  <a:off x="4000501" y="2786063"/>
                  <a:ext cx="66675" cy="69850"/>
                </a:xfrm>
                <a:custGeom>
                  <a:avLst/>
                  <a:gdLst>
                    <a:gd name="T0" fmla="*/ 6 w 22"/>
                    <a:gd name="T1" fmla="*/ 6 h 23"/>
                    <a:gd name="T2" fmla="*/ 0 w 22"/>
                    <a:gd name="T3" fmla="*/ 13 h 23"/>
                    <a:gd name="T4" fmla="*/ 6 w 22"/>
                    <a:gd name="T5" fmla="*/ 19 h 23"/>
                    <a:gd name="T6" fmla="*/ 19 w 22"/>
                    <a:gd name="T7" fmla="*/ 19 h 23"/>
                    <a:gd name="T8" fmla="*/ 19 w 22"/>
                    <a:gd name="T9" fmla="*/ 7 h 23"/>
                    <a:gd name="T10" fmla="*/ 13 w 22"/>
                    <a:gd name="T11" fmla="*/ 0 h 23"/>
                    <a:gd name="T12" fmla="*/ 6 w 22"/>
                    <a:gd name="T13" fmla="*/ 6 h 23"/>
                  </a:gdLst>
                  <a:ahLst/>
                  <a:cxnLst>
                    <a:cxn ang="0">
                      <a:pos x="T0" y="T1"/>
                    </a:cxn>
                    <a:cxn ang="0">
                      <a:pos x="T2" y="T3"/>
                    </a:cxn>
                    <a:cxn ang="0">
                      <a:pos x="T4" y="T5"/>
                    </a:cxn>
                    <a:cxn ang="0">
                      <a:pos x="T6" y="T7"/>
                    </a:cxn>
                    <a:cxn ang="0">
                      <a:pos x="T8" y="T9"/>
                    </a:cxn>
                    <a:cxn ang="0">
                      <a:pos x="T10" y="T11"/>
                    </a:cxn>
                    <a:cxn ang="0">
                      <a:pos x="T12" y="T13"/>
                    </a:cxn>
                  </a:cxnLst>
                  <a:rect l="0" t="0" r="r" b="b"/>
                  <a:pathLst>
                    <a:path w="22" h="23">
                      <a:moveTo>
                        <a:pt x="6" y="6"/>
                      </a:moveTo>
                      <a:cubicBezTo>
                        <a:pt x="3" y="8"/>
                        <a:pt x="1" y="11"/>
                        <a:pt x="0" y="13"/>
                      </a:cubicBezTo>
                      <a:cubicBezTo>
                        <a:pt x="6" y="19"/>
                        <a:pt x="6" y="19"/>
                        <a:pt x="6" y="19"/>
                      </a:cubicBezTo>
                      <a:cubicBezTo>
                        <a:pt x="10" y="23"/>
                        <a:pt x="15" y="23"/>
                        <a:pt x="19" y="19"/>
                      </a:cubicBezTo>
                      <a:cubicBezTo>
                        <a:pt x="22" y="16"/>
                        <a:pt x="22" y="10"/>
                        <a:pt x="19" y="7"/>
                      </a:cubicBezTo>
                      <a:cubicBezTo>
                        <a:pt x="13" y="0"/>
                        <a:pt x="13" y="0"/>
                        <a:pt x="13" y="0"/>
                      </a:cubicBezTo>
                      <a:cubicBezTo>
                        <a:pt x="10" y="2"/>
                        <a:pt x="8" y="4"/>
                        <a:pt x="6" y="6"/>
                      </a:cubicBezTo>
                      <a:close/>
                    </a:path>
                  </a:pathLst>
                </a:custGeom>
                <a:solidFill>
                  <a:srgbClr val="F2D3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5" name="Freeform 168"/>
                <p:cNvSpPr>
                  <a:spLocks/>
                </p:cNvSpPr>
                <p:nvPr/>
              </p:nvSpPr>
              <p:spPr bwMode="auto">
                <a:xfrm>
                  <a:off x="4033838" y="2822575"/>
                  <a:ext cx="33338" cy="30163"/>
                </a:xfrm>
                <a:custGeom>
                  <a:avLst/>
                  <a:gdLst>
                    <a:gd name="T0" fmla="*/ 3 w 11"/>
                    <a:gd name="T1" fmla="*/ 3 h 10"/>
                    <a:gd name="T2" fmla="*/ 1 w 11"/>
                    <a:gd name="T3" fmla="*/ 10 h 10"/>
                    <a:gd name="T4" fmla="*/ 8 w 11"/>
                    <a:gd name="T5" fmla="*/ 7 h 10"/>
                    <a:gd name="T6" fmla="*/ 10 w 11"/>
                    <a:gd name="T7" fmla="*/ 0 h 10"/>
                    <a:gd name="T8" fmla="*/ 3 w 11"/>
                    <a:gd name="T9" fmla="*/ 3 h 10"/>
                  </a:gdLst>
                  <a:ahLst/>
                  <a:cxnLst>
                    <a:cxn ang="0">
                      <a:pos x="T0" y="T1"/>
                    </a:cxn>
                    <a:cxn ang="0">
                      <a:pos x="T2" y="T3"/>
                    </a:cxn>
                    <a:cxn ang="0">
                      <a:pos x="T4" y="T5"/>
                    </a:cxn>
                    <a:cxn ang="0">
                      <a:pos x="T6" y="T7"/>
                    </a:cxn>
                    <a:cxn ang="0">
                      <a:pos x="T8" y="T9"/>
                    </a:cxn>
                  </a:cxnLst>
                  <a:rect l="0" t="0" r="r" b="b"/>
                  <a:pathLst>
                    <a:path w="11" h="10">
                      <a:moveTo>
                        <a:pt x="3" y="3"/>
                      </a:moveTo>
                      <a:cubicBezTo>
                        <a:pt x="1" y="5"/>
                        <a:pt x="0" y="7"/>
                        <a:pt x="1" y="10"/>
                      </a:cubicBezTo>
                      <a:cubicBezTo>
                        <a:pt x="3" y="10"/>
                        <a:pt x="6" y="9"/>
                        <a:pt x="8" y="7"/>
                      </a:cubicBezTo>
                      <a:cubicBezTo>
                        <a:pt x="10" y="5"/>
                        <a:pt x="11" y="3"/>
                        <a:pt x="10" y="0"/>
                      </a:cubicBezTo>
                      <a:cubicBezTo>
                        <a:pt x="8" y="0"/>
                        <a:pt x="5" y="1"/>
                        <a:pt x="3" y="3"/>
                      </a:cubicBezTo>
                      <a:close/>
                    </a:path>
                  </a:pathLst>
                </a:custGeom>
                <a:solidFill>
                  <a:srgbClr val="E0A3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6" name="Freeform 169"/>
                <p:cNvSpPr>
                  <a:spLocks/>
                </p:cNvSpPr>
                <p:nvPr/>
              </p:nvSpPr>
              <p:spPr bwMode="auto">
                <a:xfrm>
                  <a:off x="4064001" y="2852738"/>
                  <a:ext cx="30163" cy="30163"/>
                </a:xfrm>
                <a:custGeom>
                  <a:avLst/>
                  <a:gdLst>
                    <a:gd name="T0" fmla="*/ 10 w 10"/>
                    <a:gd name="T1" fmla="*/ 0 h 10"/>
                    <a:gd name="T2" fmla="*/ 3 w 10"/>
                    <a:gd name="T3" fmla="*/ 3 h 10"/>
                    <a:gd name="T4" fmla="*/ 0 w 10"/>
                    <a:gd name="T5" fmla="*/ 10 h 10"/>
                  </a:gdLst>
                  <a:ahLst/>
                  <a:cxnLst>
                    <a:cxn ang="0">
                      <a:pos x="T0" y="T1"/>
                    </a:cxn>
                    <a:cxn ang="0">
                      <a:pos x="T2" y="T3"/>
                    </a:cxn>
                    <a:cxn ang="0">
                      <a:pos x="T4" y="T5"/>
                    </a:cxn>
                  </a:cxnLst>
                  <a:rect l="0" t="0" r="r" b="b"/>
                  <a:pathLst>
                    <a:path w="10" h="10">
                      <a:moveTo>
                        <a:pt x="10" y="0"/>
                      </a:moveTo>
                      <a:cubicBezTo>
                        <a:pt x="8" y="0"/>
                        <a:pt x="5" y="1"/>
                        <a:pt x="3" y="3"/>
                      </a:cubicBezTo>
                      <a:cubicBezTo>
                        <a:pt x="1" y="5"/>
                        <a:pt x="0" y="7"/>
                        <a:pt x="0" y="1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7" name="Freeform 170"/>
                <p:cNvSpPr>
                  <a:spLocks/>
                </p:cNvSpPr>
                <p:nvPr/>
              </p:nvSpPr>
              <p:spPr bwMode="auto">
                <a:xfrm>
                  <a:off x="4076701" y="2865438"/>
                  <a:ext cx="28575" cy="30163"/>
                </a:xfrm>
                <a:custGeom>
                  <a:avLst/>
                  <a:gdLst>
                    <a:gd name="T0" fmla="*/ 0 w 10"/>
                    <a:gd name="T1" fmla="*/ 10 h 10"/>
                    <a:gd name="T2" fmla="*/ 7 w 10"/>
                    <a:gd name="T3" fmla="*/ 7 h 10"/>
                    <a:gd name="T4" fmla="*/ 10 w 10"/>
                    <a:gd name="T5" fmla="*/ 0 h 10"/>
                  </a:gdLst>
                  <a:ahLst/>
                  <a:cxnLst>
                    <a:cxn ang="0">
                      <a:pos x="T0" y="T1"/>
                    </a:cxn>
                    <a:cxn ang="0">
                      <a:pos x="T2" y="T3"/>
                    </a:cxn>
                    <a:cxn ang="0">
                      <a:pos x="T4" y="T5"/>
                    </a:cxn>
                  </a:cxnLst>
                  <a:rect l="0" t="0" r="r" b="b"/>
                  <a:pathLst>
                    <a:path w="10" h="10">
                      <a:moveTo>
                        <a:pt x="0" y="10"/>
                      </a:moveTo>
                      <a:cubicBezTo>
                        <a:pt x="3" y="10"/>
                        <a:pt x="5" y="9"/>
                        <a:pt x="7" y="7"/>
                      </a:cubicBezTo>
                      <a:cubicBezTo>
                        <a:pt x="9" y="5"/>
                        <a:pt x="10" y="2"/>
                        <a:pt x="10"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8" name="Freeform 171"/>
                <p:cNvSpPr>
                  <a:spLocks/>
                </p:cNvSpPr>
                <p:nvPr/>
              </p:nvSpPr>
              <p:spPr bwMode="auto">
                <a:xfrm>
                  <a:off x="4076701" y="2862263"/>
                  <a:ext cx="14288" cy="14288"/>
                </a:xfrm>
                <a:custGeom>
                  <a:avLst/>
                  <a:gdLst>
                    <a:gd name="T0" fmla="*/ 5 w 5"/>
                    <a:gd name="T1" fmla="*/ 0 h 5"/>
                    <a:gd name="T2" fmla="*/ 1 w 5"/>
                    <a:gd name="T3" fmla="*/ 2 h 5"/>
                    <a:gd name="T4" fmla="*/ 0 w 5"/>
                    <a:gd name="T5" fmla="*/ 5 h 5"/>
                  </a:gdLst>
                  <a:ahLst/>
                  <a:cxnLst>
                    <a:cxn ang="0">
                      <a:pos x="T0" y="T1"/>
                    </a:cxn>
                    <a:cxn ang="0">
                      <a:pos x="T2" y="T3"/>
                    </a:cxn>
                    <a:cxn ang="0">
                      <a:pos x="T4" y="T5"/>
                    </a:cxn>
                  </a:cxnLst>
                  <a:rect l="0" t="0" r="r" b="b"/>
                  <a:pathLst>
                    <a:path w="5" h="5">
                      <a:moveTo>
                        <a:pt x="5" y="0"/>
                      </a:moveTo>
                      <a:cubicBezTo>
                        <a:pt x="3" y="0"/>
                        <a:pt x="2" y="1"/>
                        <a:pt x="1" y="2"/>
                      </a:cubicBezTo>
                      <a:cubicBezTo>
                        <a:pt x="0" y="3"/>
                        <a:pt x="0" y="4"/>
                        <a:pt x="0" y="5"/>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09" name="Freeform 172"/>
                <p:cNvSpPr>
                  <a:spLocks/>
                </p:cNvSpPr>
                <p:nvPr/>
              </p:nvSpPr>
              <p:spPr bwMode="auto">
                <a:xfrm>
                  <a:off x="4081463" y="2868613"/>
                  <a:ext cx="15875" cy="17463"/>
                </a:xfrm>
                <a:custGeom>
                  <a:avLst/>
                  <a:gdLst>
                    <a:gd name="T0" fmla="*/ 0 w 5"/>
                    <a:gd name="T1" fmla="*/ 6 h 6"/>
                    <a:gd name="T2" fmla="*/ 3 w 5"/>
                    <a:gd name="T3" fmla="*/ 4 h 6"/>
                    <a:gd name="T4" fmla="*/ 5 w 5"/>
                    <a:gd name="T5" fmla="*/ 0 h 6"/>
                  </a:gdLst>
                  <a:ahLst/>
                  <a:cxnLst>
                    <a:cxn ang="0">
                      <a:pos x="T0" y="T1"/>
                    </a:cxn>
                    <a:cxn ang="0">
                      <a:pos x="T2" y="T3"/>
                    </a:cxn>
                    <a:cxn ang="0">
                      <a:pos x="T4" y="T5"/>
                    </a:cxn>
                  </a:cxnLst>
                  <a:rect l="0" t="0" r="r" b="b"/>
                  <a:pathLst>
                    <a:path w="5" h="6">
                      <a:moveTo>
                        <a:pt x="0" y="6"/>
                      </a:moveTo>
                      <a:cubicBezTo>
                        <a:pt x="1" y="5"/>
                        <a:pt x="2" y="5"/>
                        <a:pt x="3" y="4"/>
                      </a:cubicBezTo>
                      <a:cubicBezTo>
                        <a:pt x="4" y="3"/>
                        <a:pt x="5" y="2"/>
                        <a:pt x="5"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0" name="Freeform 173"/>
                <p:cNvSpPr>
                  <a:spLocks/>
                </p:cNvSpPr>
                <p:nvPr/>
              </p:nvSpPr>
              <p:spPr bwMode="auto">
                <a:xfrm>
                  <a:off x="4130676" y="2916238"/>
                  <a:ext cx="30163" cy="30163"/>
                </a:xfrm>
                <a:custGeom>
                  <a:avLst/>
                  <a:gdLst>
                    <a:gd name="T0" fmla="*/ 10 w 10"/>
                    <a:gd name="T1" fmla="*/ 0 h 10"/>
                    <a:gd name="T2" fmla="*/ 3 w 10"/>
                    <a:gd name="T3" fmla="*/ 4 h 10"/>
                    <a:gd name="T4" fmla="*/ 0 w 10"/>
                    <a:gd name="T5" fmla="*/ 10 h 10"/>
                  </a:gdLst>
                  <a:ahLst/>
                  <a:cxnLst>
                    <a:cxn ang="0">
                      <a:pos x="T0" y="T1"/>
                    </a:cxn>
                    <a:cxn ang="0">
                      <a:pos x="T2" y="T3"/>
                    </a:cxn>
                    <a:cxn ang="0">
                      <a:pos x="T4" y="T5"/>
                    </a:cxn>
                  </a:cxnLst>
                  <a:rect l="0" t="0" r="r" b="b"/>
                  <a:pathLst>
                    <a:path w="10" h="10">
                      <a:moveTo>
                        <a:pt x="10" y="0"/>
                      </a:moveTo>
                      <a:cubicBezTo>
                        <a:pt x="7" y="1"/>
                        <a:pt x="5" y="2"/>
                        <a:pt x="3" y="4"/>
                      </a:cubicBezTo>
                      <a:cubicBezTo>
                        <a:pt x="1" y="6"/>
                        <a:pt x="0" y="8"/>
                        <a:pt x="0" y="1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1" name="Freeform 174"/>
                <p:cNvSpPr>
                  <a:spLocks/>
                </p:cNvSpPr>
                <p:nvPr/>
              </p:nvSpPr>
              <p:spPr bwMode="auto">
                <a:xfrm>
                  <a:off x="4141788" y="2932113"/>
                  <a:ext cx="30163" cy="30163"/>
                </a:xfrm>
                <a:custGeom>
                  <a:avLst/>
                  <a:gdLst>
                    <a:gd name="T0" fmla="*/ 0 w 10"/>
                    <a:gd name="T1" fmla="*/ 10 h 10"/>
                    <a:gd name="T2" fmla="*/ 7 w 10"/>
                    <a:gd name="T3" fmla="*/ 7 h 10"/>
                    <a:gd name="T4" fmla="*/ 10 w 10"/>
                    <a:gd name="T5" fmla="*/ 0 h 10"/>
                  </a:gdLst>
                  <a:ahLst/>
                  <a:cxnLst>
                    <a:cxn ang="0">
                      <a:pos x="T0" y="T1"/>
                    </a:cxn>
                    <a:cxn ang="0">
                      <a:pos x="T2" y="T3"/>
                    </a:cxn>
                    <a:cxn ang="0">
                      <a:pos x="T4" y="T5"/>
                    </a:cxn>
                  </a:cxnLst>
                  <a:rect l="0" t="0" r="r" b="b"/>
                  <a:pathLst>
                    <a:path w="10" h="10">
                      <a:moveTo>
                        <a:pt x="0" y="10"/>
                      </a:moveTo>
                      <a:cubicBezTo>
                        <a:pt x="3" y="10"/>
                        <a:pt x="5" y="9"/>
                        <a:pt x="7" y="7"/>
                      </a:cubicBezTo>
                      <a:cubicBezTo>
                        <a:pt x="9" y="5"/>
                        <a:pt x="10" y="2"/>
                        <a:pt x="10"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2" name="Freeform 175"/>
                <p:cNvSpPr>
                  <a:spLocks/>
                </p:cNvSpPr>
                <p:nvPr/>
              </p:nvSpPr>
              <p:spPr bwMode="auto">
                <a:xfrm>
                  <a:off x="4138613" y="2928938"/>
                  <a:ext cx="19050" cy="14288"/>
                </a:xfrm>
                <a:custGeom>
                  <a:avLst/>
                  <a:gdLst>
                    <a:gd name="T0" fmla="*/ 6 w 6"/>
                    <a:gd name="T1" fmla="*/ 0 h 5"/>
                    <a:gd name="T2" fmla="*/ 2 w 6"/>
                    <a:gd name="T3" fmla="*/ 2 h 5"/>
                    <a:gd name="T4" fmla="*/ 0 w 6"/>
                    <a:gd name="T5" fmla="*/ 5 h 5"/>
                  </a:gdLst>
                  <a:ahLst/>
                  <a:cxnLst>
                    <a:cxn ang="0">
                      <a:pos x="T0" y="T1"/>
                    </a:cxn>
                    <a:cxn ang="0">
                      <a:pos x="T2" y="T3"/>
                    </a:cxn>
                    <a:cxn ang="0">
                      <a:pos x="T4" y="T5"/>
                    </a:cxn>
                  </a:cxnLst>
                  <a:rect l="0" t="0" r="r" b="b"/>
                  <a:pathLst>
                    <a:path w="6" h="5">
                      <a:moveTo>
                        <a:pt x="6" y="0"/>
                      </a:moveTo>
                      <a:cubicBezTo>
                        <a:pt x="4" y="0"/>
                        <a:pt x="3" y="1"/>
                        <a:pt x="2" y="2"/>
                      </a:cubicBezTo>
                      <a:cubicBezTo>
                        <a:pt x="1" y="3"/>
                        <a:pt x="1" y="4"/>
                        <a:pt x="0" y="5"/>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3" name="Freeform 176"/>
                <p:cNvSpPr>
                  <a:spLocks/>
                </p:cNvSpPr>
                <p:nvPr/>
              </p:nvSpPr>
              <p:spPr bwMode="auto">
                <a:xfrm>
                  <a:off x="4148138" y="2933700"/>
                  <a:ext cx="15875" cy="15875"/>
                </a:xfrm>
                <a:custGeom>
                  <a:avLst/>
                  <a:gdLst>
                    <a:gd name="T0" fmla="*/ 0 w 5"/>
                    <a:gd name="T1" fmla="*/ 5 h 5"/>
                    <a:gd name="T2" fmla="*/ 3 w 5"/>
                    <a:gd name="T3" fmla="*/ 4 h 5"/>
                    <a:gd name="T4" fmla="*/ 5 w 5"/>
                    <a:gd name="T5" fmla="*/ 0 h 5"/>
                  </a:gdLst>
                  <a:ahLst/>
                  <a:cxnLst>
                    <a:cxn ang="0">
                      <a:pos x="T0" y="T1"/>
                    </a:cxn>
                    <a:cxn ang="0">
                      <a:pos x="T2" y="T3"/>
                    </a:cxn>
                    <a:cxn ang="0">
                      <a:pos x="T4" y="T5"/>
                    </a:cxn>
                  </a:cxnLst>
                  <a:rect l="0" t="0" r="r" b="b"/>
                  <a:pathLst>
                    <a:path w="5" h="5">
                      <a:moveTo>
                        <a:pt x="0" y="5"/>
                      </a:moveTo>
                      <a:cubicBezTo>
                        <a:pt x="1" y="5"/>
                        <a:pt x="2" y="5"/>
                        <a:pt x="3" y="4"/>
                      </a:cubicBezTo>
                      <a:cubicBezTo>
                        <a:pt x="4" y="3"/>
                        <a:pt x="5" y="2"/>
                        <a:pt x="5"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4" name="Freeform 177"/>
                <p:cNvSpPr>
                  <a:spLocks/>
                </p:cNvSpPr>
                <p:nvPr/>
              </p:nvSpPr>
              <p:spPr bwMode="auto">
                <a:xfrm>
                  <a:off x="4187826" y="2801938"/>
                  <a:ext cx="231775" cy="157163"/>
                </a:xfrm>
                <a:custGeom>
                  <a:avLst/>
                  <a:gdLst>
                    <a:gd name="T0" fmla="*/ 77 w 77"/>
                    <a:gd name="T1" fmla="*/ 12 h 52"/>
                    <a:gd name="T2" fmla="*/ 70 w 77"/>
                    <a:gd name="T3" fmla="*/ 5 h 52"/>
                    <a:gd name="T4" fmla="*/ 53 w 77"/>
                    <a:gd name="T5" fmla="*/ 5 h 52"/>
                    <a:gd name="T6" fmla="*/ 44 w 77"/>
                    <a:gd name="T7" fmla="*/ 14 h 52"/>
                    <a:gd name="T8" fmla="*/ 27 w 77"/>
                    <a:gd name="T9" fmla="*/ 15 h 52"/>
                    <a:gd name="T10" fmla="*/ 18 w 77"/>
                    <a:gd name="T11" fmla="*/ 25 h 52"/>
                    <a:gd name="T12" fmla="*/ 5 w 77"/>
                    <a:gd name="T13" fmla="*/ 28 h 52"/>
                    <a:gd name="T14" fmla="*/ 5 w 77"/>
                    <a:gd name="T15" fmla="*/ 45 h 52"/>
                    <a:gd name="T16" fmla="*/ 12 w 77"/>
                    <a:gd name="T17" fmla="*/ 52 h 52"/>
                    <a:gd name="T18" fmla="*/ 26 w 77"/>
                    <a:gd name="T19" fmla="*/ 38 h 52"/>
                    <a:gd name="T20" fmla="*/ 27 w 77"/>
                    <a:gd name="T21" fmla="*/ 39 h 52"/>
                    <a:gd name="T22" fmla="*/ 31 w 77"/>
                    <a:gd name="T23" fmla="*/ 36 h 52"/>
                    <a:gd name="T24" fmla="*/ 34 w 77"/>
                    <a:gd name="T25" fmla="*/ 39 h 52"/>
                    <a:gd name="T26" fmla="*/ 48 w 77"/>
                    <a:gd name="T27" fmla="*/ 25 h 52"/>
                    <a:gd name="T28" fmla="*/ 58 w 77"/>
                    <a:gd name="T29" fmla="*/ 35 h 52"/>
                    <a:gd name="T30" fmla="*/ 70 w 77"/>
                    <a:gd name="T31" fmla="*/ 22 h 52"/>
                    <a:gd name="T32" fmla="*/ 68 w 77"/>
                    <a:gd name="T33" fmla="*/ 21 h 52"/>
                    <a:gd name="T34" fmla="*/ 77 w 77"/>
                    <a:gd name="T35"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52">
                      <a:moveTo>
                        <a:pt x="77" y="12"/>
                      </a:moveTo>
                      <a:cubicBezTo>
                        <a:pt x="70" y="5"/>
                        <a:pt x="70" y="5"/>
                        <a:pt x="70" y="5"/>
                      </a:cubicBezTo>
                      <a:cubicBezTo>
                        <a:pt x="65" y="0"/>
                        <a:pt x="57" y="0"/>
                        <a:pt x="53" y="5"/>
                      </a:cubicBezTo>
                      <a:cubicBezTo>
                        <a:pt x="44" y="14"/>
                        <a:pt x="44" y="14"/>
                        <a:pt x="44" y="14"/>
                      </a:cubicBezTo>
                      <a:cubicBezTo>
                        <a:pt x="39" y="10"/>
                        <a:pt x="32" y="10"/>
                        <a:pt x="27" y="15"/>
                      </a:cubicBezTo>
                      <a:cubicBezTo>
                        <a:pt x="18" y="25"/>
                        <a:pt x="18" y="25"/>
                        <a:pt x="18" y="25"/>
                      </a:cubicBezTo>
                      <a:cubicBezTo>
                        <a:pt x="13" y="23"/>
                        <a:pt x="8" y="24"/>
                        <a:pt x="5" y="28"/>
                      </a:cubicBezTo>
                      <a:cubicBezTo>
                        <a:pt x="0" y="32"/>
                        <a:pt x="0" y="40"/>
                        <a:pt x="5" y="45"/>
                      </a:cubicBezTo>
                      <a:cubicBezTo>
                        <a:pt x="12" y="52"/>
                        <a:pt x="12" y="52"/>
                        <a:pt x="12" y="52"/>
                      </a:cubicBezTo>
                      <a:cubicBezTo>
                        <a:pt x="26" y="38"/>
                        <a:pt x="26" y="38"/>
                        <a:pt x="26" y="38"/>
                      </a:cubicBezTo>
                      <a:cubicBezTo>
                        <a:pt x="27" y="39"/>
                        <a:pt x="27" y="39"/>
                        <a:pt x="27" y="39"/>
                      </a:cubicBezTo>
                      <a:cubicBezTo>
                        <a:pt x="31" y="36"/>
                        <a:pt x="31" y="36"/>
                        <a:pt x="31" y="36"/>
                      </a:cubicBezTo>
                      <a:cubicBezTo>
                        <a:pt x="34" y="39"/>
                        <a:pt x="34" y="39"/>
                        <a:pt x="34" y="39"/>
                      </a:cubicBezTo>
                      <a:cubicBezTo>
                        <a:pt x="48" y="25"/>
                        <a:pt x="48" y="25"/>
                        <a:pt x="48" y="25"/>
                      </a:cubicBezTo>
                      <a:cubicBezTo>
                        <a:pt x="58" y="35"/>
                        <a:pt x="58" y="35"/>
                        <a:pt x="58" y="35"/>
                      </a:cubicBezTo>
                      <a:cubicBezTo>
                        <a:pt x="70" y="22"/>
                        <a:pt x="70" y="22"/>
                        <a:pt x="70" y="22"/>
                      </a:cubicBezTo>
                      <a:cubicBezTo>
                        <a:pt x="68" y="21"/>
                        <a:pt x="68" y="21"/>
                        <a:pt x="68" y="21"/>
                      </a:cubicBezTo>
                      <a:lnTo>
                        <a:pt x="77" y="12"/>
                      </a:ln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5" name="Freeform 178"/>
                <p:cNvSpPr>
                  <a:spLocks/>
                </p:cNvSpPr>
                <p:nvPr/>
              </p:nvSpPr>
              <p:spPr bwMode="auto">
                <a:xfrm>
                  <a:off x="4160838" y="2838450"/>
                  <a:ext cx="406400" cy="401638"/>
                </a:xfrm>
                <a:custGeom>
                  <a:avLst/>
                  <a:gdLst>
                    <a:gd name="T0" fmla="*/ 150 w 256"/>
                    <a:gd name="T1" fmla="*/ 253 h 253"/>
                    <a:gd name="T2" fmla="*/ 256 w 256"/>
                    <a:gd name="T3" fmla="*/ 184 h 253"/>
                    <a:gd name="T4" fmla="*/ 163 w 256"/>
                    <a:gd name="T5" fmla="*/ 0 h 253"/>
                    <a:gd name="T6" fmla="*/ 127 w 256"/>
                    <a:gd name="T7" fmla="*/ 30 h 253"/>
                    <a:gd name="T8" fmla="*/ 83 w 256"/>
                    <a:gd name="T9" fmla="*/ 53 h 253"/>
                    <a:gd name="T10" fmla="*/ 36 w 256"/>
                    <a:gd name="T11" fmla="*/ 72 h 253"/>
                    <a:gd name="T12" fmla="*/ 0 w 256"/>
                    <a:gd name="T13" fmla="*/ 102 h 253"/>
                    <a:gd name="T14" fmla="*/ 150 w 256"/>
                    <a:gd name="T15" fmla="*/ 253 h 2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6" h="253">
                      <a:moveTo>
                        <a:pt x="150" y="253"/>
                      </a:moveTo>
                      <a:lnTo>
                        <a:pt x="256" y="184"/>
                      </a:lnTo>
                      <a:lnTo>
                        <a:pt x="163" y="0"/>
                      </a:lnTo>
                      <a:lnTo>
                        <a:pt x="127" y="30"/>
                      </a:lnTo>
                      <a:lnTo>
                        <a:pt x="83" y="53"/>
                      </a:lnTo>
                      <a:lnTo>
                        <a:pt x="36" y="72"/>
                      </a:lnTo>
                      <a:lnTo>
                        <a:pt x="0" y="102"/>
                      </a:lnTo>
                      <a:lnTo>
                        <a:pt x="150" y="253"/>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6" name="Freeform 179"/>
                <p:cNvSpPr>
                  <a:spLocks/>
                </p:cNvSpPr>
                <p:nvPr/>
              </p:nvSpPr>
              <p:spPr bwMode="auto">
                <a:xfrm>
                  <a:off x="4208463" y="2889250"/>
                  <a:ext cx="87313" cy="87313"/>
                </a:xfrm>
                <a:custGeom>
                  <a:avLst/>
                  <a:gdLst>
                    <a:gd name="T0" fmla="*/ 29 w 29"/>
                    <a:gd name="T1" fmla="*/ 12 h 29"/>
                    <a:gd name="T2" fmla="*/ 22 w 29"/>
                    <a:gd name="T3" fmla="*/ 5 h 29"/>
                    <a:gd name="T4" fmla="*/ 5 w 29"/>
                    <a:gd name="T5" fmla="*/ 5 h 29"/>
                    <a:gd name="T6" fmla="*/ 5 w 29"/>
                    <a:gd name="T7" fmla="*/ 23 h 29"/>
                    <a:gd name="T8" fmla="*/ 11 w 29"/>
                    <a:gd name="T9" fmla="*/ 29 h 29"/>
                    <a:gd name="T10" fmla="*/ 29 w 29"/>
                    <a:gd name="T11" fmla="*/ 12 h 29"/>
                  </a:gdLst>
                  <a:ahLst/>
                  <a:cxnLst>
                    <a:cxn ang="0">
                      <a:pos x="T0" y="T1"/>
                    </a:cxn>
                    <a:cxn ang="0">
                      <a:pos x="T2" y="T3"/>
                    </a:cxn>
                    <a:cxn ang="0">
                      <a:pos x="T4" y="T5"/>
                    </a:cxn>
                    <a:cxn ang="0">
                      <a:pos x="T6" y="T7"/>
                    </a:cxn>
                    <a:cxn ang="0">
                      <a:pos x="T8" y="T9"/>
                    </a:cxn>
                    <a:cxn ang="0">
                      <a:pos x="T10" y="T11"/>
                    </a:cxn>
                  </a:cxnLst>
                  <a:rect l="0" t="0" r="r" b="b"/>
                  <a:pathLst>
                    <a:path w="29" h="29">
                      <a:moveTo>
                        <a:pt x="29" y="12"/>
                      </a:moveTo>
                      <a:cubicBezTo>
                        <a:pt x="22" y="5"/>
                        <a:pt x="22" y="5"/>
                        <a:pt x="22" y="5"/>
                      </a:cubicBezTo>
                      <a:cubicBezTo>
                        <a:pt x="17" y="0"/>
                        <a:pt x="9" y="0"/>
                        <a:pt x="5" y="5"/>
                      </a:cubicBezTo>
                      <a:cubicBezTo>
                        <a:pt x="0" y="10"/>
                        <a:pt x="0" y="18"/>
                        <a:pt x="5" y="23"/>
                      </a:cubicBezTo>
                      <a:cubicBezTo>
                        <a:pt x="11" y="29"/>
                        <a:pt x="11" y="29"/>
                        <a:pt x="11" y="29"/>
                      </a:cubicBezTo>
                      <a:lnTo>
                        <a:pt x="29" y="12"/>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7" name="Freeform 180"/>
                <p:cNvSpPr>
                  <a:spLocks/>
                </p:cNvSpPr>
                <p:nvPr/>
              </p:nvSpPr>
              <p:spPr bwMode="auto">
                <a:xfrm>
                  <a:off x="4275138" y="2852738"/>
                  <a:ext cx="87313" cy="87313"/>
                </a:xfrm>
                <a:custGeom>
                  <a:avLst/>
                  <a:gdLst>
                    <a:gd name="T0" fmla="*/ 29 w 29"/>
                    <a:gd name="T1" fmla="*/ 11 h 29"/>
                    <a:gd name="T2" fmla="*/ 22 w 29"/>
                    <a:gd name="T3" fmla="*/ 4 h 29"/>
                    <a:gd name="T4" fmla="*/ 5 w 29"/>
                    <a:gd name="T5" fmla="*/ 4 h 29"/>
                    <a:gd name="T6" fmla="*/ 5 w 29"/>
                    <a:gd name="T7" fmla="*/ 22 h 29"/>
                    <a:gd name="T8" fmla="*/ 12 w 29"/>
                    <a:gd name="T9" fmla="*/ 29 h 29"/>
                    <a:gd name="T10" fmla="*/ 29 w 29"/>
                    <a:gd name="T11" fmla="*/ 11 h 29"/>
                  </a:gdLst>
                  <a:ahLst/>
                  <a:cxnLst>
                    <a:cxn ang="0">
                      <a:pos x="T0" y="T1"/>
                    </a:cxn>
                    <a:cxn ang="0">
                      <a:pos x="T2" y="T3"/>
                    </a:cxn>
                    <a:cxn ang="0">
                      <a:pos x="T4" y="T5"/>
                    </a:cxn>
                    <a:cxn ang="0">
                      <a:pos x="T6" y="T7"/>
                    </a:cxn>
                    <a:cxn ang="0">
                      <a:pos x="T8" y="T9"/>
                    </a:cxn>
                    <a:cxn ang="0">
                      <a:pos x="T10" y="T11"/>
                    </a:cxn>
                  </a:cxnLst>
                  <a:rect l="0" t="0" r="r" b="b"/>
                  <a:pathLst>
                    <a:path w="29" h="29">
                      <a:moveTo>
                        <a:pt x="29" y="11"/>
                      </a:moveTo>
                      <a:cubicBezTo>
                        <a:pt x="22" y="4"/>
                        <a:pt x="22" y="4"/>
                        <a:pt x="22" y="4"/>
                      </a:cubicBezTo>
                      <a:cubicBezTo>
                        <a:pt x="18" y="0"/>
                        <a:pt x="10" y="0"/>
                        <a:pt x="5" y="4"/>
                      </a:cubicBezTo>
                      <a:cubicBezTo>
                        <a:pt x="0" y="9"/>
                        <a:pt x="0" y="17"/>
                        <a:pt x="5" y="22"/>
                      </a:cubicBezTo>
                      <a:cubicBezTo>
                        <a:pt x="12" y="29"/>
                        <a:pt x="12" y="29"/>
                        <a:pt x="12" y="29"/>
                      </a:cubicBezTo>
                      <a:lnTo>
                        <a:pt x="29" y="11"/>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19" name="Freeform 182"/>
                <p:cNvSpPr>
                  <a:spLocks/>
                </p:cNvSpPr>
                <p:nvPr/>
              </p:nvSpPr>
              <p:spPr bwMode="auto">
                <a:xfrm>
                  <a:off x="4165601" y="3027363"/>
                  <a:ext cx="266700" cy="190500"/>
                </a:xfrm>
                <a:custGeom>
                  <a:avLst/>
                  <a:gdLst>
                    <a:gd name="T0" fmla="*/ 88 w 88"/>
                    <a:gd name="T1" fmla="*/ 63 h 63"/>
                    <a:gd name="T2" fmla="*/ 23 w 88"/>
                    <a:gd name="T3" fmla="*/ 40 h 63"/>
                    <a:gd name="T4" fmla="*/ 30 w 88"/>
                    <a:gd name="T5" fmla="*/ 0 h 63"/>
                    <a:gd name="T6" fmla="*/ 88 w 88"/>
                    <a:gd name="T7" fmla="*/ 63 h 63"/>
                  </a:gdLst>
                  <a:ahLst/>
                  <a:cxnLst>
                    <a:cxn ang="0">
                      <a:pos x="T0" y="T1"/>
                    </a:cxn>
                    <a:cxn ang="0">
                      <a:pos x="T2" y="T3"/>
                    </a:cxn>
                    <a:cxn ang="0">
                      <a:pos x="T4" y="T5"/>
                    </a:cxn>
                    <a:cxn ang="0">
                      <a:pos x="T6" y="T7"/>
                    </a:cxn>
                  </a:cxnLst>
                  <a:rect l="0" t="0" r="r" b="b"/>
                  <a:pathLst>
                    <a:path w="88" h="63">
                      <a:moveTo>
                        <a:pt x="88" y="63"/>
                      </a:moveTo>
                      <a:cubicBezTo>
                        <a:pt x="88" y="63"/>
                        <a:pt x="42" y="60"/>
                        <a:pt x="23" y="40"/>
                      </a:cubicBezTo>
                      <a:cubicBezTo>
                        <a:pt x="0" y="15"/>
                        <a:pt x="30" y="0"/>
                        <a:pt x="30" y="0"/>
                      </a:cubicBezTo>
                      <a:lnTo>
                        <a:pt x="88" y="63"/>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0" name="Freeform 183"/>
                <p:cNvSpPr>
                  <a:spLocks/>
                </p:cNvSpPr>
                <p:nvPr/>
              </p:nvSpPr>
              <p:spPr bwMode="auto">
                <a:xfrm>
                  <a:off x="4148138" y="3009900"/>
                  <a:ext cx="147638" cy="153988"/>
                </a:xfrm>
                <a:custGeom>
                  <a:avLst/>
                  <a:gdLst>
                    <a:gd name="T0" fmla="*/ 45 w 49"/>
                    <a:gd name="T1" fmla="*/ 32 h 51"/>
                    <a:gd name="T2" fmla="*/ 44 w 49"/>
                    <a:gd name="T3" fmla="*/ 47 h 51"/>
                    <a:gd name="T4" fmla="*/ 44 w 49"/>
                    <a:gd name="T5" fmla="*/ 47 h 51"/>
                    <a:gd name="T6" fmla="*/ 29 w 49"/>
                    <a:gd name="T7" fmla="*/ 46 h 51"/>
                    <a:gd name="T8" fmla="*/ 4 w 49"/>
                    <a:gd name="T9" fmla="*/ 19 h 51"/>
                    <a:gd name="T10" fmla="*/ 5 w 49"/>
                    <a:gd name="T11" fmla="*/ 4 h 51"/>
                    <a:gd name="T12" fmla="*/ 5 w 49"/>
                    <a:gd name="T13" fmla="*/ 4 h 51"/>
                    <a:gd name="T14" fmla="*/ 20 w 49"/>
                    <a:gd name="T15" fmla="*/ 5 h 51"/>
                    <a:gd name="T16" fmla="*/ 45 w 49"/>
                    <a:gd name="T17" fmla="*/ 3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51">
                      <a:moveTo>
                        <a:pt x="45" y="32"/>
                      </a:moveTo>
                      <a:cubicBezTo>
                        <a:pt x="49" y="36"/>
                        <a:pt x="49" y="43"/>
                        <a:pt x="44" y="47"/>
                      </a:cubicBezTo>
                      <a:cubicBezTo>
                        <a:pt x="44" y="47"/>
                        <a:pt x="44" y="47"/>
                        <a:pt x="44" y="47"/>
                      </a:cubicBezTo>
                      <a:cubicBezTo>
                        <a:pt x="40" y="51"/>
                        <a:pt x="33" y="50"/>
                        <a:pt x="29" y="46"/>
                      </a:cubicBezTo>
                      <a:cubicBezTo>
                        <a:pt x="4" y="19"/>
                        <a:pt x="4" y="19"/>
                        <a:pt x="4" y="19"/>
                      </a:cubicBezTo>
                      <a:cubicBezTo>
                        <a:pt x="0" y="15"/>
                        <a:pt x="1" y="8"/>
                        <a:pt x="5" y="4"/>
                      </a:cubicBezTo>
                      <a:cubicBezTo>
                        <a:pt x="5" y="4"/>
                        <a:pt x="5" y="4"/>
                        <a:pt x="5" y="4"/>
                      </a:cubicBezTo>
                      <a:cubicBezTo>
                        <a:pt x="9" y="0"/>
                        <a:pt x="16" y="1"/>
                        <a:pt x="20" y="5"/>
                      </a:cubicBezTo>
                      <a:lnTo>
                        <a:pt x="45" y="32"/>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1" name="Freeform 184"/>
                <p:cNvSpPr>
                  <a:spLocks/>
                </p:cNvSpPr>
                <p:nvPr/>
              </p:nvSpPr>
              <p:spPr bwMode="auto">
                <a:xfrm>
                  <a:off x="4160838" y="3000375"/>
                  <a:ext cx="84138" cy="96838"/>
                </a:xfrm>
                <a:custGeom>
                  <a:avLst/>
                  <a:gdLst>
                    <a:gd name="T0" fmla="*/ 10 w 28"/>
                    <a:gd name="T1" fmla="*/ 27 h 32"/>
                    <a:gd name="T2" fmla="*/ 9 w 28"/>
                    <a:gd name="T3" fmla="*/ 9 h 32"/>
                    <a:gd name="T4" fmla="*/ 28 w 28"/>
                    <a:gd name="T5" fmla="*/ 18 h 32"/>
                    <a:gd name="T6" fmla="*/ 21 w 28"/>
                    <a:gd name="T7" fmla="*/ 32 h 32"/>
                    <a:gd name="T8" fmla="*/ 10 w 28"/>
                    <a:gd name="T9" fmla="*/ 27 h 32"/>
                  </a:gdLst>
                  <a:ahLst/>
                  <a:cxnLst>
                    <a:cxn ang="0">
                      <a:pos x="T0" y="T1"/>
                    </a:cxn>
                    <a:cxn ang="0">
                      <a:pos x="T2" y="T3"/>
                    </a:cxn>
                    <a:cxn ang="0">
                      <a:pos x="T4" y="T5"/>
                    </a:cxn>
                    <a:cxn ang="0">
                      <a:pos x="T6" y="T7"/>
                    </a:cxn>
                    <a:cxn ang="0">
                      <a:pos x="T8" y="T9"/>
                    </a:cxn>
                  </a:cxnLst>
                  <a:rect l="0" t="0" r="r" b="b"/>
                  <a:pathLst>
                    <a:path w="28" h="32">
                      <a:moveTo>
                        <a:pt x="10" y="27"/>
                      </a:moveTo>
                      <a:cubicBezTo>
                        <a:pt x="10" y="27"/>
                        <a:pt x="18" y="18"/>
                        <a:pt x="9" y="9"/>
                      </a:cubicBezTo>
                      <a:cubicBezTo>
                        <a:pt x="0" y="0"/>
                        <a:pt x="28" y="18"/>
                        <a:pt x="28" y="18"/>
                      </a:cubicBezTo>
                      <a:cubicBezTo>
                        <a:pt x="21" y="32"/>
                        <a:pt x="21" y="32"/>
                        <a:pt x="21" y="32"/>
                      </a:cubicBezTo>
                      <a:lnTo>
                        <a:pt x="10" y="27"/>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2" name="Freeform 185"/>
                <p:cNvSpPr>
                  <a:spLocks/>
                </p:cNvSpPr>
                <p:nvPr/>
              </p:nvSpPr>
              <p:spPr bwMode="auto">
                <a:xfrm>
                  <a:off x="4067176" y="2973388"/>
                  <a:ext cx="157163" cy="109538"/>
                </a:xfrm>
                <a:custGeom>
                  <a:avLst/>
                  <a:gdLst>
                    <a:gd name="T0" fmla="*/ 5 w 52"/>
                    <a:gd name="T1" fmla="*/ 7 h 36"/>
                    <a:gd name="T2" fmla="*/ 0 w 52"/>
                    <a:gd name="T3" fmla="*/ 16 h 36"/>
                    <a:gd name="T4" fmla="*/ 9 w 52"/>
                    <a:gd name="T5" fmla="*/ 21 h 36"/>
                    <a:gd name="T6" fmla="*/ 36 w 52"/>
                    <a:gd name="T7" fmla="*/ 34 h 36"/>
                    <a:gd name="T8" fmla="*/ 50 w 52"/>
                    <a:gd name="T9" fmla="*/ 29 h 36"/>
                    <a:gd name="T10" fmla="*/ 45 w 52"/>
                    <a:gd name="T11" fmla="*/ 16 h 36"/>
                    <a:gd name="T12" fmla="*/ 18 w 52"/>
                    <a:gd name="T13" fmla="*/ 3 h 36"/>
                    <a:gd name="T14" fmla="*/ 5 w 52"/>
                    <a:gd name="T15" fmla="*/ 7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36">
                      <a:moveTo>
                        <a:pt x="5" y="7"/>
                      </a:moveTo>
                      <a:cubicBezTo>
                        <a:pt x="0" y="16"/>
                        <a:pt x="0" y="16"/>
                        <a:pt x="0" y="16"/>
                      </a:cubicBezTo>
                      <a:cubicBezTo>
                        <a:pt x="9" y="21"/>
                        <a:pt x="9" y="21"/>
                        <a:pt x="9" y="21"/>
                      </a:cubicBezTo>
                      <a:cubicBezTo>
                        <a:pt x="36" y="34"/>
                        <a:pt x="36" y="34"/>
                        <a:pt x="36" y="34"/>
                      </a:cubicBezTo>
                      <a:cubicBezTo>
                        <a:pt x="41" y="36"/>
                        <a:pt x="47" y="34"/>
                        <a:pt x="50" y="29"/>
                      </a:cubicBezTo>
                      <a:cubicBezTo>
                        <a:pt x="52" y="25"/>
                        <a:pt x="50" y="19"/>
                        <a:pt x="45" y="16"/>
                      </a:cubicBezTo>
                      <a:cubicBezTo>
                        <a:pt x="18" y="3"/>
                        <a:pt x="18" y="3"/>
                        <a:pt x="18" y="3"/>
                      </a:cubicBezTo>
                      <a:cubicBezTo>
                        <a:pt x="13" y="0"/>
                        <a:pt x="7" y="2"/>
                        <a:pt x="5" y="7"/>
                      </a:cubicBez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3" name="Freeform 186"/>
                <p:cNvSpPr>
                  <a:spLocks/>
                </p:cNvSpPr>
                <p:nvPr/>
              </p:nvSpPr>
              <p:spPr bwMode="auto">
                <a:xfrm>
                  <a:off x="4067176" y="3006725"/>
                  <a:ext cx="57150" cy="42863"/>
                </a:xfrm>
                <a:custGeom>
                  <a:avLst/>
                  <a:gdLst>
                    <a:gd name="T0" fmla="*/ 12 w 19"/>
                    <a:gd name="T1" fmla="*/ 5 h 14"/>
                    <a:gd name="T2" fmla="*/ 3 w 19"/>
                    <a:gd name="T3" fmla="*/ 0 h 14"/>
                    <a:gd name="T4" fmla="*/ 0 w 19"/>
                    <a:gd name="T5" fmla="*/ 5 h 14"/>
                    <a:gd name="T6" fmla="*/ 9 w 19"/>
                    <a:gd name="T7" fmla="*/ 10 h 14"/>
                    <a:gd name="T8" fmla="*/ 19 w 19"/>
                    <a:gd name="T9" fmla="*/ 14 h 14"/>
                    <a:gd name="T10" fmla="*/ 12 w 19"/>
                    <a:gd name="T11" fmla="*/ 5 h 14"/>
                  </a:gdLst>
                  <a:ahLst/>
                  <a:cxnLst>
                    <a:cxn ang="0">
                      <a:pos x="T0" y="T1"/>
                    </a:cxn>
                    <a:cxn ang="0">
                      <a:pos x="T2" y="T3"/>
                    </a:cxn>
                    <a:cxn ang="0">
                      <a:pos x="T4" y="T5"/>
                    </a:cxn>
                    <a:cxn ang="0">
                      <a:pos x="T6" y="T7"/>
                    </a:cxn>
                    <a:cxn ang="0">
                      <a:pos x="T8" y="T9"/>
                    </a:cxn>
                    <a:cxn ang="0">
                      <a:pos x="T10" y="T11"/>
                    </a:cxn>
                  </a:cxnLst>
                  <a:rect l="0" t="0" r="r" b="b"/>
                  <a:pathLst>
                    <a:path w="19" h="14">
                      <a:moveTo>
                        <a:pt x="12" y="5"/>
                      </a:moveTo>
                      <a:cubicBezTo>
                        <a:pt x="3" y="0"/>
                        <a:pt x="3" y="0"/>
                        <a:pt x="3" y="0"/>
                      </a:cubicBezTo>
                      <a:cubicBezTo>
                        <a:pt x="0" y="5"/>
                        <a:pt x="0" y="5"/>
                        <a:pt x="0" y="5"/>
                      </a:cubicBezTo>
                      <a:cubicBezTo>
                        <a:pt x="9" y="10"/>
                        <a:pt x="9" y="10"/>
                        <a:pt x="9" y="10"/>
                      </a:cubicBezTo>
                      <a:cubicBezTo>
                        <a:pt x="19" y="14"/>
                        <a:pt x="19" y="14"/>
                        <a:pt x="19" y="14"/>
                      </a:cubicBezTo>
                      <a:cubicBezTo>
                        <a:pt x="18" y="10"/>
                        <a:pt x="16" y="7"/>
                        <a:pt x="12" y="5"/>
                      </a:cubicBezTo>
                      <a:close/>
                    </a:path>
                  </a:pathLst>
                </a:custGeom>
                <a:solidFill>
                  <a:srgbClr val="F2D3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4" name="Freeform 187"/>
                <p:cNvSpPr>
                  <a:spLocks/>
                </p:cNvSpPr>
                <p:nvPr/>
              </p:nvSpPr>
              <p:spPr bwMode="auto">
                <a:xfrm>
                  <a:off x="4121151" y="2982913"/>
                  <a:ext cx="84138" cy="66675"/>
                </a:xfrm>
                <a:custGeom>
                  <a:avLst/>
                  <a:gdLst>
                    <a:gd name="T0" fmla="*/ 13 w 28"/>
                    <a:gd name="T1" fmla="*/ 6 h 22"/>
                    <a:gd name="T2" fmla="*/ 28 w 28"/>
                    <a:gd name="T3" fmla="*/ 22 h 22"/>
                    <a:gd name="T4" fmla="*/ 0 w 28"/>
                    <a:gd name="T5" fmla="*/ 0 h 22"/>
                    <a:gd name="T6" fmla="*/ 13 w 28"/>
                    <a:gd name="T7" fmla="*/ 6 h 22"/>
                  </a:gdLst>
                  <a:ahLst/>
                  <a:cxnLst>
                    <a:cxn ang="0">
                      <a:pos x="T0" y="T1"/>
                    </a:cxn>
                    <a:cxn ang="0">
                      <a:pos x="T2" y="T3"/>
                    </a:cxn>
                    <a:cxn ang="0">
                      <a:pos x="T4" y="T5"/>
                    </a:cxn>
                    <a:cxn ang="0">
                      <a:pos x="T6" y="T7"/>
                    </a:cxn>
                  </a:cxnLst>
                  <a:rect l="0" t="0" r="r" b="b"/>
                  <a:pathLst>
                    <a:path w="28" h="22">
                      <a:moveTo>
                        <a:pt x="13" y="6"/>
                      </a:moveTo>
                      <a:cubicBezTo>
                        <a:pt x="28" y="22"/>
                        <a:pt x="28" y="22"/>
                        <a:pt x="28" y="22"/>
                      </a:cubicBezTo>
                      <a:cubicBezTo>
                        <a:pt x="28" y="22"/>
                        <a:pt x="3" y="22"/>
                        <a:pt x="0" y="0"/>
                      </a:cubicBezTo>
                      <a:cubicBezTo>
                        <a:pt x="8" y="4"/>
                        <a:pt x="13" y="6"/>
                        <a:pt x="13" y="6"/>
                      </a:cubicBez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25" name="Freeform 188"/>
                <p:cNvSpPr>
                  <a:spLocks/>
                </p:cNvSpPr>
                <p:nvPr/>
              </p:nvSpPr>
              <p:spPr bwMode="auto">
                <a:xfrm>
                  <a:off x="4343401" y="3043238"/>
                  <a:ext cx="455613" cy="304800"/>
                </a:xfrm>
                <a:custGeom>
                  <a:avLst/>
                  <a:gdLst>
                    <a:gd name="T0" fmla="*/ 109 w 287"/>
                    <a:gd name="T1" fmla="*/ 0 h 192"/>
                    <a:gd name="T2" fmla="*/ 287 w 287"/>
                    <a:gd name="T3" fmla="*/ 139 h 192"/>
                    <a:gd name="T4" fmla="*/ 95 w 287"/>
                    <a:gd name="T5" fmla="*/ 192 h 192"/>
                    <a:gd name="T6" fmla="*/ 0 w 287"/>
                    <a:gd name="T7" fmla="*/ 89 h 192"/>
                    <a:gd name="T8" fmla="*/ 109 w 287"/>
                    <a:gd name="T9" fmla="*/ 0 h 192"/>
                  </a:gdLst>
                  <a:ahLst/>
                  <a:cxnLst>
                    <a:cxn ang="0">
                      <a:pos x="T0" y="T1"/>
                    </a:cxn>
                    <a:cxn ang="0">
                      <a:pos x="T2" y="T3"/>
                    </a:cxn>
                    <a:cxn ang="0">
                      <a:pos x="T4" y="T5"/>
                    </a:cxn>
                    <a:cxn ang="0">
                      <a:pos x="T6" y="T7"/>
                    </a:cxn>
                    <a:cxn ang="0">
                      <a:pos x="T8" y="T9"/>
                    </a:cxn>
                  </a:cxnLst>
                  <a:rect l="0" t="0" r="r" b="b"/>
                  <a:pathLst>
                    <a:path w="287" h="192">
                      <a:moveTo>
                        <a:pt x="109" y="0"/>
                      </a:moveTo>
                      <a:lnTo>
                        <a:pt x="287" y="139"/>
                      </a:lnTo>
                      <a:lnTo>
                        <a:pt x="95" y="192"/>
                      </a:lnTo>
                      <a:lnTo>
                        <a:pt x="0" y="89"/>
                      </a:lnTo>
                      <a:lnTo>
                        <a:pt x="109" y="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grpSp>
        </p:grpSp>
      </p:grpSp>
      <p:grpSp>
        <p:nvGrpSpPr>
          <p:cNvPr id="302" name="Group 301"/>
          <p:cNvGrpSpPr/>
          <p:nvPr/>
        </p:nvGrpSpPr>
        <p:grpSpPr>
          <a:xfrm>
            <a:off x="5549453" y="2282278"/>
            <a:ext cx="1609841" cy="1961785"/>
            <a:chOff x="5503728" y="2213527"/>
            <a:chExt cx="1610489" cy="1962574"/>
          </a:xfrm>
        </p:grpSpPr>
        <p:sp>
          <p:nvSpPr>
            <p:cNvPr id="134" name="Rectangle 133"/>
            <p:cNvSpPr/>
            <p:nvPr/>
          </p:nvSpPr>
          <p:spPr>
            <a:xfrm>
              <a:off x="5503728" y="3466393"/>
              <a:ext cx="1610489" cy="70970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latin typeface="Segoe UI"/>
                </a:rPr>
                <a:t>Free </a:t>
              </a:r>
              <a:br>
                <a:rPr lang="en-US" sz="1960" dirty="0">
                  <a:gradFill>
                    <a:gsLst>
                      <a:gs pos="28319">
                        <a:srgbClr val="000000"/>
                      </a:gs>
                      <a:gs pos="52212">
                        <a:srgbClr val="000000"/>
                      </a:gs>
                    </a:gsLst>
                    <a:lin ang="5400000" scaled="0"/>
                  </a:gradFill>
                  <a:latin typeface="Segoe UI"/>
                </a:rPr>
              </a:br>
              <a:r>
                <a:rPr lang="en-US" sz="1960" dirty="0">
                  <a:gradFill>
                    <a:gsLst>
                      <a:gs pos="28319">
                        <a:srgbClr val="000000"/>
                      </a:gs>
                      <a:gs pos="52212">
                        <a:srgbClr val="000000"/>
                      </a:gs>
                    </a:gsLst>
                    <a:lin ang="5400000" scaled="0"/>
                  </a:gradFill>
                  <a:latin typeface="Segoe UI"/>
                </a:rPr>
                <a:t>Training</a:t>
              </a:r>
            </a:p>
          </p:txBody>
        </p:sp>
        <p:pic>
          <p:nvPicPr>
            <p:cNvPr id="303" name="Picture 302"/>
            <p:cNvPicPr>
              <a:picLocks noChangeAspect="1"/>
            </p:cNvPicPr>
            <p:nvPr/>
          </p:nvPicPr>
          <p:blipFill>
            <a:blip r:embed="rId4"/>
            <a:stretch>
              <a:fillRect/>
            </a:stretch>
          </p:blipFill>
          <p:spPr>
            <a:xfrm flipH="1">
              <a:off x="5899272" y="2213527"/>
              <a:ext cx="819400" cy="1205398"/>
            </a:xfrm>
            <a:prstGeom prst="rect">
              <a:avLst/>
            </a:prstGeom>
          </p:spPr>
        </p:pic>
      </p:grpSp>
      <p:grpSp>
        <p:nvGrpSpPr>
          <p:cNvPr id="298" name="Group 297"/>
          <p:cNvGrpSpPr/>
          <p:nvPr/>
        </p:nvGrpSpPr>
        <p:grpSpPr>
          <a:xfrm>
            <a:off x="7693546" y="2282127"/>
            <a:ext cx="1744304" cy="1961938"/>
            <a:chOff x="7453007" y="2213374"/>
            <a:chExt cx="1745006" cy="1962727"/>
          </a:xfrm>
        </p:grpSpPr>
        <p:sp>
          <p:nvSpPr>
            <p:cNvPr id="142" name="Rectangle 141"/>
            <p:cNvSpPr/>
            <p:nvPr/>
          </p:nvSpPr>
          <p:spPr>
            <a:xfrm>
              <a:off x="7520266" y="3466393"/>
              <a:ext cx="1610489" cy="70970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latin typeface="Segoe UI"/>
                </a:rPr>
                <a:t>Free </a:t>
              </a:r>
              <a:br>
                <a:rPr lang="en-US" sz="1960" dirty="0">
                  <a:gradFill>
                    <a:gsLst>
                      <a:gs pos="28319">
                        <a:srgbClr val="000000"/>
                      </a:gs>
                      <a:gs pos="52212">
                        <a:srgbClr val="000000"/>
                      </a:gs>
                    </a:gsLst>
                    <a:lin ang="5400000" scaled="0"/>
                  </a:gradFill>
                  <a:latin typeface="Segoe UI"/>
                </a:rPr>
              </a:br>
              <a:r>
                <a:rPr lang="en-US" sz="1960" dirty="0">
                  <a:gradFill>
                    <a:gsLst>
                      <a:gs pos="28319">
                        <a:srgbClr val="000000"/>
                      </a:gs>
                      <a:gs pos="52212">
                        <a:srgbClr val="000000"/>
                      </a:gs>
                    </a:gsLst>
                    <a:lin ang="5400000" scaled="0"/>
                  </a:gradFill>
                  <a:latin typeface="Segoe UI"/>
                </a:rPr>
                <a:t>Tools</a:t>
              </a:r>
            </a:p>
          </p:txBody>
        </p:sp>
        <p:grpSp>
          <p:nvGrpSpPr>
            <p:cNvPr id="1140" name="Group 1139"/>
            <p:cNvGrpSpPr/>
            <p:nvPr/>
          </p:nvGrpSpPr>
          <p:grpSpPr>
            <a:xfrm>
              <a:off x="7453007" y="2213374"/>
              <a:ext cx="1745006" cy="1177578"/>
              <a:chOff x="7353454" y="2213374"/>
              <a:chExt cx="1745006" cy="1177578"/>
            </a:xfrm>
          </p:grpSpPr>
          <p:grpSp>
            <p:nvGrpSpPr>
              <p:cNvPr id="1139" name="Group 1138"/>
              <p:cNvGrpSpPr/>
              <p:nvPr/>
            </p:nvGrpSpPr>
            <p:grpSpPr>
              <a:xfrm>
                <a:off x="7353454" y="2213374"/>
                <a:ext cx="1517514" cy="1152575"/>
                <a:chOff x="7377113" y="1308100"/>
                <a:chExt cx="1277937" cy="847725"/>
              </a:xfrm>
            </p:grpSpPr>
            <p:sp>
              <p:nvSpPr>
                <p:cNvPr id="1132" name="AutoShape 190"/>
                <p:cNvSpPr>
                  <a:spLocks noChangeAspect="1" noChangeArrowheads="1" noTextEdit="1"/>
                </p:cNvSpPr>
                <p:nvPr/>
              </p:nvSpPr>
              <p:spPr bwMode="auto">
                <a:xfrm>
                  <a:off x="7377113" y="1308100"/>
                  <a:ext cx="127793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33" name="Rectangle 192"/>
                <p:cNvSpPr>
                  <a:spLocks noChangeArrowheads="1"/>
                </p:cNvSpPr>
                <p:nvPr/>
              </p:nvSpPr>
              <p:spPr bwMode="auto">
                <a:xfrm>
                  <a:off x="7844201" y="1393963"/>
                  <a:ext cx="564787" cy="761862"/>
                </a:xfrm>
                <a:prstGeom prst="rect">
                  <a:avLst/>
                </a:prstGeom>
                <a:solidFill>
                  <a:srgbClr val="D83B01"/>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34" name="Rectangle 193"/>
                <p:cNvSpPr>
                  <a:spLocks noChangeArrowheads="1"/>
                </p:cNvSpPr>
                <p:nvPr/>
              </p:nvSpPr>
              <p:spPr bwMode="auto">
                <a:xfrm>
                  <a:off x="7586663" y="1393963"/>
                  <a:ext cx="271895" cy="761862"/>
                </a:xfrm>
                <a:prstGeom prst="rect">
                  <a:avLst/>
                </a:prstGeom>
                <a:solidFill>
                  <a:srgbClr val="A32B01"/>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35" name="Freeform 194"/>
                <p:cNvSpPr>
                  <a:spLocks/>
                </p:cNvSpPr>
                <p:nvPr/>
              </p:nvSpPr>
              <p:spPr bwMode="auto">
                <a:xfrm>
                  <a:off x="7466520" y="1394833"/>
                  <a:ext cx="392039" cy="216395"/>
                </a:xfrm>
                <a:custGeom>
                  <a:avLst/>
                  <a:gdLst>
                    <a:gd name="T0" fmla="*/ 215 w 348"/>
                    <a:gd name="T1" fmla="*/ 133 h 133"/>
                    <a:gd name="T2" fmla="*/ 0 w 348"/>
                    <a:gd name="T3" fmla="*/ 133 h 133"/>
                    <a:gd name="T4" fmla="*/ 130 w 348"/>
                    <a:gd name="T5" fmla="*/ 0 h 133"/>
                    <a:gd name="T6" fmla="*/ 348 w 348"/>
                    <a:gd name="T7" fmla="*/ 0 h 133"/>
                    <a:gd name="T8" fmla="*/ 215 w 348"/>
                    <a:gd name="T9" fmla="*/ 133 h 133"/>
                    <a:gd name="connsiteX0" fmla="*/ 4375 w 8197"/>
                    <a:gd name="connsiteY0" fmla="*/ 10000 h 10000"/>
                    <a:gd name="connsiteX1" fmla="*/ 0 w 8197"/>
                    <a:gd name="connsiteY1" fmla="*/ 10000 h 10000"/>
                    <a:gd name="connsiteX2" fmla="*/ 1933 w 8197"/>
                    <a:gd name="connsiteY2" fmla="*/ 0 h 10000"/>
                    <a:gd name="connsiteX3" fmla="*/ 8197 w 8197"/>
                    <a:gd name="connsiteY3" fmla="*/ 0 h 10000"/>
                    <a:gd name="connsiteX4" fmla="*/ 4375 w 8197"/>
                    <a:gd name="connsiteY4" fmla="*/ 10000 h 10000"/>
                    <a:gd name="connsiteX0" fmla="*/ 7639 w 10000"/>
                    <a:gd name="connsiteY0" fmla="*/ 10249 h 10249"/>
                    <a:gd name="connsiteX1" fmla="*/ 0 w 10000"/>
                    <a:gd name="connsiteY1" fmla="*/ 10000 h 10249"/>
                    <a:gd name="connsiteX2" fmla="*/ 2358 w 10000"/>
                    <a:gd name="connsiteY2" fmla="*/ 0 h 10249"/>
                    <a:gd name="connsiteX3" fmla="*/ 10000 w 10000"/>
                    <a:gd name="connsiteY3" fmla="*/ 0 h 10249"/>
                    <a:gd name="connsiteX4" fmla="*/ 7639 w 10000"/>
                    <a:gd name="connsiteY4" fmla="*/ 10249 h 10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249">
                      <a:moveTo>
                        <a:pt x="7639" y="10249"/>
                      </a:moveTo>
                      <a:lnTo>
                        <a:pt x="0" y="10000"/>
                      </a:lnTo>
                      <a:lnTo>
                        <a:pt x="2358" y="0"/>
                      </a:lnTo>
                      <a:lnTo>
                        <a:pt x="10000" y="0"/>
                      </a:lnTo>
                      <a:lnTo>
                        <a:pt x="7639" y="10249"/>
                      </a:lnTo>
                      <a:close/>
                    </a:path>
                  </a:pathLst>
                </a:custGeom>
                <a:solidFill>
                  <a:srgbClr val="D83B01"/>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36" name="Freeform 195"/>
                <p:cNvSpPr>
                  <a:spLocks/>
                </p:cNvSpPr>
                <p:nvPr/>
              </p:nvSpPr>
              <p:spPr bwMode="auto">
                <a:xfrm>
                  <a:off x="7864148" y="1394833"/>
                  <a:ext cx="673941" cy="209443"/>
                </a:xfrm>
                <a:custGeom>
                  <a:avLst/>
                  <a:gdLst>
                    <a:gd name="T0" fmla="*/ 457 w 457"/>
                    <a:gd name="T1" fmla="*/ 133 h 133"/>
                    <a:gd name="T2" fmla="*/ 157 w 457"/>
                    <a:gd name="T3" fmla="*/ 133 h 133"/>
                    <a:gd name="T4" fmla="*/ 0 w 457"/>
                    <a:gd name="T5" fmla="*/ 0 h 133"/>
                    <a:gd name="T6" fmla="*/ 300 w 457"/>
                    <a:gd name="T7" fmla="*/ 0 h 133"/>
                    <a:gd name="T8" fmla="*/ 457 w 457"/>
                    <a:gd name="T9" fmla="*/ 133 h 133"/>
                    <a:gd name="connsiteX0" fmla="*/ 10000 w 10000"/>
                    <a:gd name="connsiteY0" fmla="*/ 10000 h 10000"/>
                    <a:gd name="connsiteX1" fmla="*/ 3435 w 10000"/>
                    <a:gd name="connsiteY1" fmla="*/ 10000 h 10000"/>
                    <a:gd name="connsiteX2" fmla="*/ 0 w 10000"/>
                    <a:gd name="connsiteY2" fmla="*/ 0 h 10000"/>
                    <a:gd name="connsiteX3" fmla="*/ 8660 w 10000"/>
                    <a:gd name="connsiteY3" fmla="*/ 0 h 10000"/>
                    <a:gd name="connsiteX4" fmla="*/ 10000 w 10000"/>
                    <a:gd name="connsiteY4" fmla="*/ 10000 h 10000"/>
                    <a:gd name="connsiteX0" fmla="*/ 10667 w 10667"/>
                    <a:gd name="connsiteY0" fmla="*/ 10000 h 10000"/>
                    <a:gd name="connsiteX1" fmla="*/ 3435 w 10667"/>
                    <a:gd name="connsiteY1" fmla="*/ 10000 h 10000"/>
                    <a:gd name="connsiteX2" fmla="*/ 0 w 10667"/>
                    <a:gd name="connsiteY2" fmla="*/ 0 h 10000"/>
                    <a:gd name="connsiteX3" fmla="*/ 8660 w 10667"/>
                    <a:gd name="connsiteY3" fmla="*/ 0 h 10000"/>
                    <a:gd name="connsiteX4" fmla="*/ 10667 w 10667"/>
                    <a:gd name="connsiteY4" fmla="*/ 10000 h 10000"/>
                    <a:gd name="connsiteX0" fmla="*/ 10667 w 10667"/>
                    <a:gd name="connsiteY0" fmla="*/ 10000 h 10084"/>
                    <a:gd name="connsiteX1" fmla="*/ 1467 w 10667"/>
                    <a:gd name="connsiteY1" fmla="*/ 10084 h 10084"/>
                    <a:gd name="connsiteX2" fmla="*/ 0 w 10667"/>
                    <a:gd name="connsiteY2" fmla="*/ 0 h 10084"/>
                    <a:gd name="connsiteX3" fmla="*/ 8660 w 10667"/>
                    <a:gd name="connsiteY3" fmla="*/ 0 h 10084"/>
                    <a:gd name="connsiteX4" fmla="*/ 10667 w 10667"/>
                    <a:gd name="connsiteY4" fmla="*/ 10000 h 10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7" h="10084">
                      <a:moveTo>
                        <a:pt x="10667" y="10000"/>
                      </a:moveTo>
                      <a:lnTo>
                        <a:pt x="1467" y="10084"/>
                      </a:lnTo>
                      <a:lnTo>
                        <a:pt x="0" y="0"/>
                      </a:lnTo>
                      <a:lnTo>
                        <a:pt x="8660" y="0"/>
                      </a:lnTo>
                      <a:lnTo>
                        <a:pt x="10667" y="10000"/>
                      </a:lnTo>
                      <a:close/>
                    </a:path>
                  </a:pathLst>
                </a:custGeom>
                <a:solidFill>
                  <a:srgbClr val="FE4A0A"/>
                </a:solidFill>
                <a:ln>
                  <a:noFill/>
                </a:ln>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grpSp>
          <p:pic>
            <p:nvPicPr>
              <p:cNvPr id="304" name="Picture 303"/>
              <p:cNvPicPr>
                <a:picLocks noChangeAspect="1"/>
              </p:cNvPicPr>
              <p:nvPr/>
            </p:nvPicPr>
            <p:blipFill>
              <a:blip r:embed="rId5"/>
              <a:stretch>
                <a:fillRect/>
              </a:stretch>
            </p:blipFill>
            <p:spPr>
              <a:xfrm>
                <a:off x="8203393" y="2481212"/>
                <a:ext cx="895067" cy="909740"/>
              </a:xfrm>
              <a:prstGeom prst="rect">
                <a:avLst/>
              </a:prstGeom>
            </p:spPr>
          </p:pic>
        </p:grpSp>
      </p:grpSp>
      <p:grpSp>
        <p:nvGrpSpPr>
          <p:cNvPr id="301" name="Group 300"/>
          <p:cNvGrpSpPr/>
          <p:nvPr/>
        </p:nvGrpSpPr>
        <p:grpSpPr>
          <a:xfrm>
            <a:off x="9972106" y="2284902"/>
            <a:ext cx="1609841" cy="1802340"/>
            <a:chOff x="9851377" y="2216150"/>
            <a:chExt cx="1610489" cy="1803064"/>
          </a:xfrm>
        </p:grpSpPr>
        <p:sp>
          <p:nvSpPr>
            <p:cNvPr id="177" name="Rectangle 176"/>
            <p:cNvSpPr/>
            <p:nvPr/>
          </p:nvSpPr>
          <p:spPr>
            <a:xfrm>
              <a:off x="9851377" y="3617256"/>
              <a:ext cx="1610489" cy="401958"/>
            </a:xfrm>
            <a:prstGeom prst="rect">
              <a:avLst/>
            </a:prstGeom>
          </p:spPr>
          <p:txBody>
            <a:bodyPr wrap="square">
              <a:spAutoFit/>
            </a:bodyPr>
            <a:lstStyle/>
            <a:p>
              <a:pPr algn="ctr" defTabSz="914005"/>
              <a:r>
                <a:rPr lang="en-US" sz="1960" dirty="0">
                  <a:gradFill>
                    <a:gsLst>
                      <a:gs pos="28319">
                        <a:srgbClr val="000000"/>
                      </a:gs>
                      <a:gs pos="52212">
                        <a:srgbClr val="000000"/>
                      </a:gs>
                    </a:gsLst>
                    <a:lin ang="5400000" scaled="0"/>
                  </a:gradFill>
                  <a:latin typeface="Segoe UI"/>
                </a:rPr>
                <a:t>Webinars</a:t>
              </a:r>
            </a:p>
          </p:txBody>
        </p:sp>
        <p:grpSp>
          <p:nvGrpSpPr>
            <p:cNvPr id="292" name="Group 291"/>
            <p:cNvGrpSpPr/>
            <p:nvPr/>
          </p:nvGrpSpPr>
          <p:grpSpPr>
            <a:xfrm>
              <a:off x="10039877" y="2216150"/>
              <a:ext cx="1233488" cy="1268413"/>
              <a:chOff x="9902825" y="2216150"/>
              <a:chExt cx="1233488" cy="1268413"/>
            </a:xfrm>
          </p:grpSpPr>
          <p:sp>
            <p:nvSpPr>
              <p:cNvPr id="1142" name="AutoShape 199"/>
              <p:cNvSpPr>
                <a:spLocks noChangeAspect="1" noChangeArrowheads="1" noTextEdit="1"/>
              </p:cNvSpPr>
              <p:nvPr/>
            </p:nvSpPr>
            <p:spPr bwMode="auto">
              <a:xfrm>
                <a:off x="9902825" y="2216150"/>
                <a:ext cx="1228725"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3" name="Freeform 201"/>
              <p:cNvSpPr>
                <a:spLocks/>
              </p:cNvSpPr>
              <p:nvPr/>
            </p:nvSpPr>
            <p:spPr bwMode="auto">
              <a:xfrm>
                <a:off x="9907588" y="2216150"/>
                <a:ext cx="1228725" cy="1231900"/>
              </a:xfrm>
              <a:custGeom>
                <a:avLst/>
                <a:gdLst>
                  <a:gd name="T0" fmla="*/ 178 w 306"/>
                  <a:gd name="T1" fmla="*/ 305 h 307"/>
                  <a:gd name="T2" fmla="*/ 173 w 306"/>
                  <a:gd name="T3" fmla="*/ 305 h 307"/>
                  <a:gd name="T4" fmla="*/ 1 w 306"/>
                  <a:gd name="T5" fmla="*/ 133 h 307"/>
                  <a:gd name="T6" fmla="*/ 1 w 306"/>
                  <a:gd name="T7" fmla="*/ 128 h 307"/>
                  <a:gd name="T8" fmla="*/ 128 w 306"/>
                  <a:gd name="T9" fmla="*/ 2 h 307"/>
                  <a:gd name="T10" fmla="*/ 133 w 306"/>
                  <a:gd name="T11" fmla="*/ 2 h 307"/>
                  <a:gd name="T12" fmla="*/ 305 w 306"/>
                  <a:gd name="T13" fmla="*/ 174 h 307"/>
                  <a:gd name="T14" fmla="*/ 305 w 306"/>
                  <a:gd name="T15" fmla="*/ 179 h 307"/>
                  <a:gd name="T16" fmla="*/ 178 w 306"/>
                  <a:gd name="T17" fmla="*/ 305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6" h="307">
                    <a:moveTo>
                      <a:pt x="178" y="305"/>
                    </a:moveTo>
                    <a:cubicBezTo>
                      <a:pt x="177" y="307"/>
                      <a:pt x="175" y="307"/>
                      <a:pt x="173" y="305"/>
                    </a:cubicBezTo>
                    <a:cubicBezTo>
                      <a:pt x="1" y="133"/>
                      <a:pt x="1" y="133"/>
                      <a:pt x="1" y="133"/>
                    </a:cubicBezTo>
                    <a:cubicBezTo>
                      <a:pt x="0" y="132"/>
                      <a:pt x="0" y="130"/>
                      <a:pt x="1" y="128"/>
                    </a:cubicBezTo>
                    <a:cubicBezTo>
                      <a:pt x="128" y="2"/>
                      <a:pt x="128" y="2"/>
                      <a:pt x="128" y="2"/>
                    </a:cubicBezTo>
                    <a:cubicBezTo>
                      <a:pt x="129" y="0"/>
                      <a:pt x="131" y="0"/>
                      <a:pt x="133" y="2"/>
                    </a:cubicBezTo>
                    <a:cubicBezTo>
                      <a:pt x="305" y="174"/>
                      <a:pt x="305" y="174"/>
                      <a:pt x="305" y="174"/>
                    </a:cubicBezTo>
                    <a:cubicBezTo>
                      <a:pt x="306" y="175"/>
                      <a:pt x="306" y="177"/>
                      <a:pt x="305" y="179"/>
                    </a:cubicBezTo>
                    <a:lnTo>
                      <a:pt x="178" y="3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4" name="Freeform 202"/>
              <p:cNvSpPr>
                <a:spLocks/>
              </p:cNvSpPr>
              <p:nvPr/>
            </p:nvSpPr>
            <p:spPr bwMode="auto">
              <a:xfrm>
                <a:off x="10015538" y="2324100"/>
                <a:ext cx="1016000" cy="1011238"/>
              </a:xfrm>
              <a:custGeom>
                <a:avLst/>
                <a:gdLst>
                  <a:gd name="T0" fmla="*/ 151 w 253"/>
                  <a:gd name="T1" fmla="*/ 251 h 252"/>
                  <a:gd name="T2" fmla="*/ 147 w 253"/>
                  <a:gd name="T3" fmla="*/ 251 h 252"/>
                  <a:gd name="T4" fmla="*/ 2 w 253"/>
                  <a:gd name="T5" fmla="*/ 105 h 252"/>
                  <a:gd name="T6" fmla="*/ 2 w 253"/>
                  <a:gd name="T7" fmla="*/ 101 h 252"/>
                  <a:gd name="T8" fmla="*/ 102 w 253"/>
                  <a:gd name="T9" fmla="*/ 1 h 252"/>
                  <a:gd name="T10" fmla="*/ 106 w 253"/>
                  <a:gd name="T11" fmla="*/ 1 h 252"/>
                  <a:gd name="T12" fmla="*/ 251 w 253"/>
                  <a:gd name="T13" fmla="*/ 147 h 252"/>
                  <a:gd name="T14" fmla="*/ 251 w 253"/>
                  <a:gd name="T15" fmla="*/ 151 h 252"/>
                  <a:gd name="T16" fmla="*/ 151 w 253"/>
                  <a:gd name="T17" fmla="*/ 25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52">
                    <a:moveTo>
                      <a:pt x="151" y="251"/>
                    </a:moveTo>
                    <a:cubicBezTo>
                      <a:pt x="150" y="252"/>
                      <a:pt x="148" y="252"/>
                      <a:pt x="147" y="251"/>
                    </a:cubicBezTo>
                    <a:cubicBezTo>
                      <a:pt x="2" y="105"/>
                      <a:pt x="2" y="105"/>
                      <a:pt x="2" y="105"/>
                    </a:cubicBezTo>
                    <a:cubicBezTo>
                      <a:pt x="0" y="104"/>
                      <a:pt x="0" y="102"/>
                      <a:pt x="2" y="101"/>
                    </a:cubicBezTo>
                    <a:cubicBezTo>
                      <a:pt x="102" y="1"/>
                      <a:pt x="102" y="1"/>
                      <a:pt x="102" y="1"/>
                    </a:cubicBezTo>
                    <a:cubicBezTo>
                      <a:pt x="103" y="0"/>
                      <a:pt x="105" y="0"/>
                      <a:pt x="106" y="1"/>
                    </a:cubicBezTo>
                    <a:cubicBezTo>
                      <a:pt x="251" y="147"/>
                      <a:pt x="251" y="147"/>
                      <a:pt x="251" y="147"/>
                    </a:cubicBezTo>
                    <a:cubicBezTo>
                      <a:pt x="253" y="148"/>
                      <a:pt x="253" y="150"/>
                      <a:pt x="251" y="151"/>
                    </a:cubicBezTo>
                    <a:lnTo>
                      <a:pt x="151" y="251"/>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5" name="Freeform 203"/>
              <p:cNvSpPr>
                <a:spLocks/>
              </p:cNvSpPr>
              <p:nvPr/>
            </p:nvSpPr>
            <p:spPr bwMode="auto">
              <a:xfrm>
                <a:off x="10753725" y="2584450"/>
                <a:ext cx="17463" cy="17463"/>
              </a:xfrm>
              <a:custGeom>
                <a:avLst/>
                <a:gdLst>
                  <a:gd name="T0" fmla="*/ 3 w 4"/>
                  <a:gd name="T1" fmla="*/ 3 h 4"/>
                  <a:gd name="T2" fmla="*/ 0 w 4"/>
                  <a:gd name="T3" fmla="*/ 3 h 4"/>
                  <a:gd name="T4" fmla="*/ 1 w 4"/>
                  <a:gd name="T5" fmla="*/ 0 h 4"/>
                  <a:gd name="T6" fmla="*/ 3 w 4"/>
                  <a:gd name="T7" fmla="*/ 0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4"/>
                      <a:pt x="1" y="4"/>
                      <a:pt x="0" y="3"/>
                    </a:cubicBezTo>
                    <a:cubicBezTo>
                      <a:pt x="0" y="2"/>
                      <a:pt x="0" y="1"/>
                      <a:pt x="1" y="0"/>
                    </a:cubicBezTo>
                    <a:cubicBezTo>
                      <a:pt x="1" y="0"/>
                      <a:pt x="2" y="0"/>
                      <a:pt x="3" y="0"/>
                    </a:cubicBezTo>
                    <a:cubicBezTo>
                      <a:pt x="4" y="1"/>
                      <a:pt x="4" y="2"/>
                      <a:pt x="3" y="3"/>
                    </a:cubicBez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cxnSp>
            <p:nvCxnSpPr>
              <p:cNvPr id="328" name="Straight Connector 327"/>
              <p:cNvCxnSpPr/>
              <p:nvPr/>
            </p:nvCxnSpPr>
            <p:spPr>
              <a:xfrm>
                <a:off x="10104571" y="2735264"/>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2" name="Straight Connector 331"/>
              <p:cNvCxnSpPr/>
              <p:nvPr/>
            </p:nvCxnSpPr>
            <p:spPr>
              <a:xfrm>
                <a:off x="10146823" y="2694304"/>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3" name="Straight Connector 332"/>
              <p:cNvCxnSpPr/>
              <p:nvPr/>
            </p:nvCxnSpPr>
            <p:spPr>
              <a:xfrm>
                <a:off x="10272121" y="2596276"/>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p:nvCxnSpPr>
            <p:spPr>
              <a:xfrm>
                <a:off x="10314121" y="2554265"/>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91" name="Group 290"/>
              <p:cNvGrpSpPr/>
              <p:nvPr/>
            </p:nvGrpSpPr>
            <p:grpSpPr>
              <a:xfrm>
                <a:off x="10802938" y="2917825"/>
                <a:ext cx="39688" cy="566738"/>
                <a:chOff x="10802938" y="2917825"/>
                <a:chExt cx="39688" cy="566738"/>
              </a:xfrm>
            </p:grpSpPr>
            <p:sp>
              <p:nvSpPr>
                <p:cNvPr id="1146" name="Rectangle 204"/>
                <p:cNvSpPr>
                  <a:spLocks noChangeArrowheads="1"/>
                </p:cNvSpPr>
                <p:nvPr/>
              </p:nvSpPr>
              <p:spPr bwMode="auto">
                <a:xfrm>
                  <a:off x="10802938" y="3379788"/>
                  <a:ext cx="39688" cy="920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8" name="Freeform 206"/>
                <p:cNvSpPr>
                  <a:spLocks/>
                </p:cNvSpPr>
                <p:nvPr/>
              </p:nvSpPr>
              <p:spPr bwMode="auto">
                <a:xfrm>
                  <a:off x="10802938" y="3471863"/>
                  <a:ext cx="39688" cy="12700"/>
                </a:xfrm>
                <a:custGeom>
                  <a:avLst/>
                  <a:gdLst>
                    <a:gd name="T0" fmla="*/ 10 w 10"/>
                    <a:gd name="T1" fmla="*/ 1 h 3"/>
                    <a:gd name="T2" fmla="*/ 10 w 10"/>
                    <a:gd name="T3" fmla="*/ 0 h 3"/>
                    <a:gd name="T4" fmla="*/ 0 w 10"/>
                    <a:gd name="T5" fmla="*/ 0 h 3"/>
                    <a:gd name="T6" fmla="*/ 0 w 10"/>
                    <a:gd name="T7" fmla="*/ 1 h 3"/>
                    <a:gd name="T8" fmla="*/ 2 w 10"/>
                    <a:gd name="T9" fmla="*/ 3 h 3"/>
                    <a:gd name="T10" fmla="*/ 8 w 10"/>
                    <a:gd name="T11" fmla="*/ 3 h 3"/>
                    <a:gd name="T12" fmla="*/ 10 w 10"/>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10" h="3">
                      <a:moveTo>
                        <a:pt x="10" y="1"/>
                      </a:moveTo>
                      <a:cubicBezTo>
                        <a:pt x="10" y="0"/>
                        <a:pt x="10" y="0"/>
                        <a:pt x="10" y="0"/>
                      </a:cubicBezTo>
                      <a:cubicBezTo>
                        <a:pt x="0" y="0"/>
                        <a:pt x="0" y="0"/>
                        <a:pt x="0" y="0"/>
                      </a:cubicBezTo>
                      <a:cubicBezTo>
                        <a:pt x="0" y="1"/>
                        <a:pt x="0" y="1"/>
                        <a:pt x="0" y="1"/>
                      </a:cubicBezTo>
                      <a:cubicBezTo>
                        <a:pt x="0" y="2"/>
                        <a:pt x="1" y="3"/>
                        <a:pt x="2" y="3"/>
                      </a:cubicBezTo>
                      <a:cubicBezTo>
                        <a:pt x="8" y="3"/>
                        <a:pt x="8" y="3"/>
                        <a:pt x="8" y="3"/>
                      </a:cubicBezTo>
                      <a:cubicBezTo>
                        <a:pt x="9" y="3"/>
                        <a:pt x="10" y="2"/>
                        <a:pt x="10" y="1"/>
                      </a:cubicBez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9" name="Freeform 207"/>
                <p:cNvSpPr>
                  <a:spLocks/>
                </p:cNvSpPr>
                <p:nvPr/>
              </p:nvSpPr>
              <p:spPr bwMode="auto">
                <a:xfrm>
                  <a:off x="10814050" y="2917825"/>
                  <a:ext cx="15875" cy="23813"/>
                </a:xfrm>
                <a:custGeom>
                  <a:avLst/>
                  <a:gdLst>
                    <a:gd name="T0" fmla="*/ 0 w 4"/>
                    <a:gd name="T1" fmla="*/ 2 h 6"/>
                    <a:gd name="T2" fmla="*/ 0 w 4"/>
                    <a:gd name="T3" fmla="*/ 6 h 6"/>
                    <a:gd name="T4" fmla="*/ 4 w 4"/>
                    <a:gd name="T5" fmla="*/ 6 h 6"/>
                    <a:gd name="T6" fmla="*/ 4 w 4"/>
                    <a:gd name="T7" fmla="*/ 2 h 6"/>
                    <a:gd name="T8" fmla="*/ 2 w 4"/>
                    <a:gd name="T9" fmla="*/ 0 h 6"/>
                    <a:gd name="T10" fmla="*/ 2 w 4"/>
                    <a:gd name="T11" fmla="*/ 0 h 6"/>
                    <a:gd name="T12" fmla="*/ 0 w 4"/>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4" h="6">
                      <a:moveTo>
                        <a:pt x="0" y="2"/>
                      </a:moveTo>
                      <a:cubicBezTo>
                        <a:pt x="0" y="6"/>
                        <a:pt x="0" y="6"/>
                        <a:pt x="0" y="6"/>
                      </a:cubicBezTo>
                      <a:cubicBezTo>
                        <a:pt x="4" y="6"/>
                        <a:pt x="4" y="6"/>
                        <a:pt x="4" y="6"/>
                      </a:cubicBezTo>
                      <a:cubicBezTo>
                        <a:pt x="4" y="2"/>
                        <a:pt x="4" y="2"/>
                        <a:pt x="4" y="2"/>
                      </a:cubicBezTo>
                      <a:cubicBezTo>
                        <a:pt x="4" y="1"/>
                        <a:pt x="3" y="0"/>
                        <a:pt x="2" y="0"/>
                      </a:cubicBezTo>
                      <a:cubicBezTo>
                        <a:pt x="2" y="0"/>
                        <a:pt x="2" y="0"/>
                        <a:pt x="2" y="0"/>
                      </a:cubicBezTo>
                      <a:cubicBezTo>
                        <a:pt x="1" y="0"/>
                        <a:pt x="0" y="1"/>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50" name="Freeform 208"/>
                <p:cNvSpPr>
                  <a:spLocks/>
                </p:cNvSpPr>
                <p:nvPr/>
              </p:nvSpPr>
              <p:spPr bwMode="auto">
                <a:xfrm>
                  <a:off x="10802938" y="2941638"/>
                  <a:ext cx="39688" cy="84138"/>
                </a:xfrm>
                <a:custGeom>
                  <a:avLst/>
                  <a:gdLst>
                    <a:gd name="T0" fmla="*/ 10 w 10"/>
                    <a:gd name="T1" fmla="*/ 10 h 21"/>
                    <a:gd name="T2" fmla="*/ 7 w 10"/>
                    <a:gd name="T3" fmla="*/ 0 h 21"/>
                    <a:gd name="T4" fmla="*/ 3 w 10"/>
                    <a:gd name="T5" fmla="*/ 0 h 21"/>
                    <a:gd name="T6" fmla="*/ 0 w 10"/>
                    <a:gd name="T7" fmla="*/ 10 h 21"/>
                    <a:gd name="T8" fmla="*/ 0 w 10"/>
                    <a:gd name="T9" fmla="*/ 21 h 21"/>
                    <a:gd name="T10" fmla="*/ 4 w 10"/>
                    <a:gd name="T11" fmla="*/ 21 h 21"/>
                    <a:gd name="T12" fmla="*/ 5 w 10"/>
                    <a:gd name="T13" fmla="*/ 21 h 21"/>
                    <a:gd name="T14" fmla="*/ 10 w 10"/>
                    <a:gd name="T15" fmla="*/ 21 h 21"/>
                    <a:gd name="T16" fmla="*/ 10 w 10"/>
                    <a:gd name="T17" fmla="*/ 1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21">
                      <a:moveTo>
                        <a:pt x="10" y="10"/>
                      </a:moveTo>
                      <a:cubicBezTo>
                        <a:pt x="10" y="7"/>
                        <a:pt x="9" y="1"/>
                        <a:pt x="7" y="0"/>
                      </a:cubicBezTo>
                      <a:cubicBezTo>
                        <a:pt x="3" y="0"/>
                        <a:pt x="3" y="0"/>
                        <a:pt x="3" y="0"/>
                      </a:cubicBezTo>
                      <a:cubicBezTo>
                        <a:pt x="1" y="1"/>
                        <a:pt x="0" y="7"/>
                        <a:pt x="0" y="10"/>
                      </a:cubicBezTo>
                      <a:cubicBezTo>
                        <a:pt x="0" y="21"/>
                        <a:pt x="0" y="21"/>
                        <a:pt x="0" y="21"/>
                      </a:cubicBezTo>
                      <a:cubicBezTo>
                        <a:pt x="4" y="21"/>
                        <a:pt x="4" y="21"/>
                        <a:pt x="4" y="21"/>
                      </a:cubicBezTo>
                      <a:cubicBezTo>
                        <a:pt x="5" y="21"/>
                        <a:pt x="5" y="21"/>
                        <a:pt x="5" y="21"/>
                      </a:cubicBezTo>
                      <a:cubicBezTo>
                        <a:pt x="10" y="21"/>
                        <a:pt x="10" y="21"/>
                        <a:pt x="10" y="21"/>
                      </a:cubicBezTo>
                      <a:lnTo>
                        <a:pt x="10" y="1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51" name="Freeform 209"/>
                <p:cNvSpPr>
                  <a:spLocks/>
                </p:cNvSpPr>
                <p:nvPr/>
              </p:nvSpPr>
              <p:spPr bwMode="auto">
                <a:xfrm>
                  <a:off x="10814050" y="3424238"/>
                  <a:ext cx="15875" cy="47625"/>
                </a:xfrm>
                <a:custGeom>
                  <a:avLst/>
                  <a:gdLst>
                    <a:gd name="T0" fmla="*/ 1 w 4"/>
                    <a:gd name="T1" fmla="*/ 12 h 12"/>
                    <a:gd name="T2" fmla="*/ 0 w 4"/>
                    <a:gd name="T3" fmla="*/ 11 h 12"/>
                    <a:gd name="T4" fmla="*/ 0 w 4"/>
                    <a:gd name="T5" fmla="*/ 1 h 12"/>
                    <a:gd name="T6" fmla="*/ 1 w 4"/>
                    <a:gd name="T7" fmla="*/ 0 h 12"/>
                    <a:gd name="T8" fmla="*/ 2 w 4"/>
                    <a:gd name="T9" fmla="*/ 0 h 12"/>
                    <a:gd name="T10" fmla="*/ 4 w 4"/>
                    <a:gd name="T11" fmla="*/ 1 h 12"/>
                    <a:gd name="T12" fmla="*/ 4 w 4"/>
                    <a:gd name="T13" fmla="*/ 11 h 12"/>
                    <a:gd name="T14" fmla="*/ 2 w 4"/>
                    <a:gd name="T15" fmla="*/ 12 h 12"/>
                    <a:gd name="T16" fmla="*/ 1 w 4"/>
                    <a:gd name="T17"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2">
                      <a:moveTo>
                        <a:pt x="1" y="12"/>
                      </a:moveTo>
                      <a:cubicBezTo>
                        <a:pt x="0" y="12"/>
                        <a:pt x="0" y="12"/>
                        <a:pt x="0" y="11"/>
                      </a:cubicBezTo>
                      <a:cubicBezTo>
                        <a:pt x="0" y="1"/>
                        <a:pt x="0" y="1"/>
                        <a:pt x="0" y="1"/>
                      </a:cubicBezTo>
                      <a:cubicBezTo>
                        <a:pt x="0" y="0"/>
                        <a:pt x="0" y="0"/>
                        <a:pt x="1" y="0"/>
                      </a:cubicBezTo>
                      <a:cubicBezTo>
                        <a:pt x="2" y="0"/>
                        <a:pt x="2" y="0"/>
                        <a:pt x="2" y="0"/>
                      </a:cubicBezTo>
                      <a:cubicBezTo>
                        <a:pt x="3" y="0"/>
                        <a:pt x="4" y="0"/>
                        <a:pt x="4" y="1"/>
                      </a:cubicBezTo>
                      <a:cubicBezTo>
                        <a:pt x="4" y="11"/>
                        <a:pt x="4" y="11"/>
                        <a:pt x="4" y="11"/>
                      </a:cubicBezTo>
                      <a:cubicBezTo>
                        <a:pt x="4" y="12"/>
                        <a:pt x="3" y="12"/>
                        <a:pt x="2" y="12"/>
                      </a:cubicBezTo>
                      <a:lnTo>
                        <a:pt x="1" y="12"/>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sp>
              <p:nvSpPr>
                <p:cNvPr id="1147" name="Rectangle 205"/>
                <p:cNvSpPr>
                  <a:spLocks noChangeArrowheads="1"/>
                </p:cNvSpPr>
                <p:nvPr/>
              </p:nvSpPr>
              <p:spPr bwMode="auto">
                <a:xfrm>
                  <a:off x="10802938" y="3025775"/>
                  <a:ext cx="39688" cy="35401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dirty="0">
                    <a:gradFill>
                      <a:gsLst>
                        <a:gs pos="28319">
                          <a:srgbClr val="000000"/>
                        </a:gs>
                        <a:gs pos="52212">
                          <a:srgbClr val="000000"/>
                        </a:gs>
                      </a:gsLst>
                      <a:lin ang="5400000" scaled="0"/>
                    </a:gradFill>
                    <a:latin typeface="Segoe UI"/>
                  </a:endParaRPr>
                </a:p>
              </p:txBody>
            </p:sp>
          </p:grpSp>
        </p:grpSp>
      </p:grpSp>
      <p:sp>
        <p:nvSpPr>
          <p:cNvPr id="6" name="Title 5"/>
          <p:cNvSpPr>
            <a:spLocks noGrp="1"/>
          </p:cNvSpPr>
          <p:nvPr>
            <p:ph type="title"/>
          </p:nvPr>
        </p:nvSpPr>
        <p:spPr/>
        <p:txBody>
          <a:bodyPr/>
          <a:lstStyle/>
          <a:p>
            <a:r>
              <a:rPr lang="en-US" dirty="0" smtClean="0"/>
              <a:t>Developer Program launch</a:t>
            </a:r>
            <a:endParaRPr lang="en-US" dirty="0"/>
          </a:p>
        </p:txBody>
      </p:sp>
    </p:spTree>
    <p:extLst>
      <p:ext uri="{BB962C8B-B14F-4D97-AF65-F5344CB8AC3E}">
        <p14:creationId xmlns:p14="http://schemas.microsoft.com/office/powerpoint/2010/main" val="129729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25" fill="hold">
                                          <p:stCondLst>
                                            <p:cond delay="0"/>
                                          </p:stCondLst>
                                        </p:cTn>
                                        <p:tgtEl>
                                          <p:spTgt spid="83"/>
                                        </p:tgtEl>
                                        <p:attrNameLst>
                                          <p:attrName>r</p:attrName>
                                        </p:attrNameLst>
                                      </p:cBhvr>
                                    </p:animRot>
                                    <p:animRot by="-240000">
                                      <p:cBhvr>
                                        <p:cTn id="7" dur="250" fill="hold">
                                          <p:stCondLst>
                                            <p:cond delay="250"/>
                                          </p:stCondLst>
                                        </p:cTn>
                                        <p:tgtEl>
                                          <p:spTgt spid="83"/>
                                        </p:tgtEl>
                                        <p:attrNameLst>
                                          <p:attrName>r</p:attrName>
                                        </p:attrNameLst>
                                      </p:cBhvr>
                                    </p:animRot>
                                    <p:animRot by="240000">
                                      <p:cBhvr>
                                        <p:cTn id="8" dur="250" fill="hold">
                                          <p:stCondLst>
                                            <p:cond delay="500"/>
                                          </p:stCondLst>
                                        </p:cTn>
                                        <p:tgtEl>
                                          <p:spTgt spid="83"/>
                                        </p:tgtEl>
                                        <p:attrNameLst>
                                          <p:attrName>r</p:attrName>
                                        </p:attrNameLst>
                                      </p:cBhvr>
                                    </p:animRot>
                                    <p:animRot by="-240000">
                                      <p:cBhvr>
                                        <p:cTn id="9" dur="250" fill="hold">
                                          <p:stCondLst>
                                            <p:cond delay="750"/>
                                          </p:stCondLst>
                                        </p:cTn>
                                        <p:tgtEl>
                                          <p:spTgt spid="83"/>
                                        </p:tgtEl>
                                        <p:attrNameLst>
                                          <p:attrName>r</p:attrName>
                                        </p:attrNameLst>
                                      </p:cBhvr>
                                    </p:animRot>
                                    <p:animRot by="120000">
                                      <p:cBhvr>
                                        <p:cTn id="10" dur="250" fill="hold">
                                          <p:stCondLst>
                                            <p:cond delay="1000"/>
                                          </p:stCondLst>
                                        </p:cTn>
                                        <p:tgtEl>
                                          <p:spTgt spid="83"/>
                                        </p:tgtEl>
                                        <p:attrNameLst>
                                          <p:attrName>r</p:attrName>
                                        </p:attrNameLst>
                                      </p:cBhvr>
                                    </p:animRot>
                                  </p:childTnLst>
                                </p:cTn>
                              </p:par>
                            </p:childTnLst>
                          </p:cTn>
                        </p:par>
                        <p:par>
                          <p:cTn id="11" fill="hold">
                            <p:stCondLst>
                              <p:cond delay="1250"/>
                            </p:stCondLst>
                            <p:childTnLst>
                              <p:par>
                                <p:cTn id="12" presetID="64" presetClass="path" presetSubtype="0" decel="100000" fill="hold" nodeType="afterEffect">
                                  <p:stCondLst>
                                    <p:cond delay="0"/>
                                  </p:stCondLst>
                                  <p:childTnLst>
                                    <p:animMotion origin="layout" path="M -2.08333E-7 -2.59259E-6 L -2.08333E-7 -1.0169 " pathEditMode="relative" rAng="0" ptsTypes="AA">
                                      <p:cBhvr>
                                        <p:cTn id="13" dur="2000" fill="hold"/>
                                        <p:tgtEl>
                                          <p:spTgt spid="83"/>
                                        </p:tgtEl>
                                        <p:attrNameLst>
                                          <p:attrName>ppt_x</p:attrName>
                                          <p:attrName>ppt_y</p:attrName>
                                        </p:attrNameLst>
                                      </p:cBhvr>
                                      <p:rCtr x="0" y="-50856"/>
                                    </p:animMotion>
                                  </p:childTnLst>
                                </p:cTn>
                              </p:par>
                            </p:childTnLst>
                          </p:cTn>
                        </p:par>
                        <p:par>
                          <p:cTn id="14" fill="hold">
                            <p:stCondLst>
                              <p:cond delay="3250"/>
                            </p:stCondLst>
                            <p:childTnLst>
                              <p:par>
                                <p:cTn id="15" presetID="10" presetClass="entr" presetSubtype="0" fill="hold" nodeType="afterEffect">
                                  <p:stCondLst>
                                    <p:cond delay="0"/>
                                  </p:stCondLst>
                                  <p:childTnLst>
                                    <p:set>
                                      <p:cBhvr>
                                        <p:cTn id="16" dur="1" fill="hold">
                                          <p:stCondLst>
                                            <p:cond delay="0"/>
                                          </p:stCondLst>
                                        </p:cTn>
                                        <p:tgtEl>
                                          <p:spTgt spid="294"/>
                                        </p:tgtEl>
                                        <p:attrNameLst>
                                          <p:attrName>style.visibility</p:attrName>
                                        </p:attrNameLst>
                                      </p:cBhvr>
                                      <p:to>
                                        <p:strVal val="visible"/>
                                      </p:to>
                                    </p:set>
                                    <p:animEffect transition="in" filter="fade">
                                      <p:cBhvr>
                                        <p:cTn id="17" dur="1000"/>
                                        <p:tgtEl>
                                          <p:spTgt spid="294"/>
                                        </p:tgtEl>
                                      </p:cBhvr>
                                    </p:animEffect>
                                  </p:childTnLst>
                                </p:cTn>
                              </p:par>
                              <p:par>
                                <p:cTn id="18" presetID="42" presetClass="path" presetSubtype="0" accel="50000" decel="50000" fill="hold" nodeType="withEffect">
                                  <p:stCondLst>
                                    <p:cond delay="0"/>
                                  </p:stCondLst>
                                  <p:childTnLst>
                                    <p:animMotion origin="layout" path="M -2.27981E-6 -0.08375 L -2.27981E-6 -2.00182E-6 " pathEditMode="relative" rAng="0" ptsTypes="AA">
                                      <p:cBhvr>
                                        <p:cTn id="19" dur="1000" fill="hold"/>
                                        <p:tgtEl>
                                          <p:spTgt spid="294"/>
                                        </p:tgtEl>
                                        <p:attrNameLst>
                                          <p:attrName>ppt_x</p:attrName>
                                          <p:attrName>ppt_y</p:attrName>
                                        </p:attrNameLst>
                                      </p:cBhvr>
                                      <p:rCtr x="0" y="4176"/>
                                    </p:animMotion>
                                  </p:childTnLst>
                                </p:cTn>
                              </p:par>
                            </p:childTnLst>
                          </p:cTn>
                        </p:par>
                        <p:par>
                          <p:cTn id="20" fill="hold">
                            <p:stCondLst>
                              <p:cond delay="4250"/>
                            </p:stCondLst>
                            <p:childTnLst>
                              <p:par>
                                <p:cTn id="21" presetID="10" presetClass="entr" presetSubtype="0" fill="hold" nodeType="afterEffect">
                                  <p:stCondLst>
                                    <p:cond delay="0"/>
                                  </p:stCondLst>
                                  <p:childTnLst>
                                    <p:set>
                                      <p:cBhvr>
                                        <p:cTn id="22" dur="1" fill="hold">
                                          <p:stCondLst>
                                            <p:cond delay="0"/>
                                          </p:stCondLst>
                                        </p:cTn>
                                        <p:tgtEl>
                                          <p:spTgt spid="297"/>
                                        </p:tgtEl>
                                        <p:attrNameLst>
                                          <p:attrName>style.visibility</p:attrName>
                                        </p:attrNameLst>
                                      </p:cBhvr>
                                      <p:to>
                                        <p:strVal val="visible"/>
                                      </p:to>
                                    </p:set>
                                    <p:animEffect transition="in" filter="fade">
                                      <p:cBhvr>
                                        <p:cTn id="23" dur="1000"/>
                                        <p:tgtEl>
                                          <p:spTgt spid="297"/>
                                        </p:tgtEl>
                                      </p:cBhvr>
                                    </p:animEffect>
                                  </p:childTnLst>
                                </p:cTn>
                              </p:par>
                              <p:par>
                                <p:cTn id="24" presetID="42" presetClass="path" presetSubtype="0" accel="50000" decel="50000" fill="hold" nodeType="withEffect">
                                  <p:stCondLst>
                                    <p:cond delay="0"/>
                                  </p:stCondLst>
                                  <p:childTnLst>
                                    <p:animMotion origin="layout" path="M 3.75E-6 -0.0838 L 3.75E-6 1.85185E-6 " pathEditMode="relative" rAng="0" ptsTypes="AA">
                                      <p:cBhvr>
                                        <p:cTn id="25" dur="1000" fill="hold"/>
                                        <p:tgtEl>
                                          <p:spTgt spid="297"/>
                                        </p:tgtEl>
                                        <p:attrNameLst>
                                          <p:attrName>ppt_x</p:attrName>
                                          <p:attrName>ppt_y</p:attrName>
                                        </p:attrNameLst>
                                      </p:cBhvr>
                                      <p:rCtr x="0" y="4190"/>
                                    </p:animMotion>
                                  </p:childTnLst>
                                </p:cTn>
                              </p:par>
                            </p:childTnLst>
                          </p:cTn>
                        </p:par>
                        <p:par>
                          <p:cTn id="26" fill="hold">
                            <p:stCondLst>
                              <p:cond delay="5250"/>
                            </p:stCondLst>
                            <p:childTnLst>
                              <p:par>
                                <p:cTn id="27" presetID="10" presetClass="entr" presetSubtype="0" fill="hold" nodeType="afterEffect">
                                  <p:stCondLst>
                                    <p:cond delay="0"/>
                                  </p:stCondLst>
                                  <p:childTnLst>
                                    <p:set>
                                      <p:cBhvr>
                                        <p:cTn id="28" dur="1" fill="hold">
                                          <p:stCondLst>
                                            <p:cond delay="0"/>
                                          </p:stCondLst>
                                        </p:cTn>
                                        <p:tgtEl>
                                          <p:spTgt spid="302"/>
                                        </p:tgtEl>
                                        <p:attrNameLst>
                                          <p:attrName>style.visibility</p:attrName>
                                        </p:attrNameLst>
                                      </p:cBhvr>
                                      <p:to>
                                        <p:strVal val="visible"/>
                                      </p:to>
                                    </p:set>
                                    <p:animEffect transition="in" filter="fade">
                                      <p:cBhvr>
                                        <p:cTn id="29" dur="1000"/>
                                        <p:tgtEl>
                                          <p:spTgt spid="302"/>
                                        </p:tgtEl>
                                      </p:cBhvr>
                                    </p:animEffect>
                                  </p:childTnLst>
                                </p:cTn>
                              </p:par>
                              <p:par>
                                <p:cTn id="30" presetID="42" presetClass="path" presetSubtype="0" accel="50000" decel="50000" fill="hold" nodeType="withEffect">
                                  <p:stCondLst>
                                    <p:cond delay="0"/>
                                  </p:stCondLst>
                                  <p:childTnLst>
                                    <p:animMotion origin="layout" path="M 2.21088E-6 -0.08375 L 2.21088E-6 5.5833E-7 " pathEditMode="relative" rAng="0" ptsTypes="AA">
                                      <p:cBhvr>
                                        <p:cTn id="31" dur="1000" fill="hold"/>
                                        <p:tgtEl>
                                          <p:spTgt spid="302"/>
                                        </p:tgtEl>
                                        <p:attrNameLst>
                                          <p:attrName>ppt_x</p:attrName>
                                          <p:attrName>ppt_y</p:attrName>
                                        </p:attrNameLst>
                                      </p:cBhvr>
                                      <p:rCtr x="0" y="4176"/>
                                    </p:animMotion>
                                  </p:childTnLst>
                                </p:cTn>
                              </p:par>
                            </p:childTnLst>
                          </p:cTn>
                        </p:par>
                        <p:par>
                          <p:cTn id="32" fill="hold">
                            <p:stCondLst>
                              <p:cond delay="6250"/>
                            </p:stCondLst>
                            <p:childTnLst>
                              <p:par>
                                <p:cTn id="33" presetID="10" presetClass="entr" presetSubtype="0" fill="hold" nodeType="afterEffect">
                                  <p:stCondLst>
                                    <p:cond delay="0"/>
                                  </p:stCondLst>
                                  <p:childTnLst>
                                    <p:set>
                                      <p:cBhvr>
                                        <p:cTn id="34" dur="1" fill="hold">
                                          <p:stCondLst>
                                            <p:cond delay="0"/>
                                          </p:stCondLst>
                                        </p:cTn>
                                        <p:tgtEl>
                                          <p:spTgt spid="298"/>
                                        </p:tgtEl>
                                        <p:attrNameLst>
                                          <p:attrName>style.visibility</p:attrName>
                                        </p:attrNameLst>
                                      </p:cBhvr>
                                      <p:to>
                                        <p:strVal val="visible"/>
                                      </p:to>
                                    </p:set>
                                    <p:animEffect transition="in" filter="fade">
                                      <p:cBhvr>
                                        <p:cTn id="35" dur="1000"/>
                                        <p:tgtEl>
                                          <p:spTgt spid="298"/>
                                        </p:tgtEl>
                                      </p:cBhvr>
                                    </p:animEffect>
                                  </p:childTnLst>
                                </p:cTn>
                              </p:par>
                              <p:par>
                                <p:cTn id="36" presetID="42" presetClass="path" presetSubtype="0" accel="50000" decel="50000" fill="hold" nodeType="withEffect">
                                  <p:stCondLst>
                                    <p:cond delay="0"/>
                                  </p:stCondLst>
                                  <p:childTnLst>
                                    <p:animMotion origin="layout" path="M -2.27981E-6 -0.08375 L -2.27981E-6 -2.00182E-6 " pathEditMode="relative" rAng="0" ptsTypes="AA">
                                      <p:cBhvr>
                                        <p:cTn id="37" dur="1000" fill="hold"/>
                                        <p:tgtEl>
                                          <p:spTgt spid="298"/>
                                        </p:tgtEl>
                                        <p:attrNameLst>
                                          <p:attrName>ppt_x</p:attrName>
                                          <p:attrName>ppt_y</p:attrName>
                                        </p:attrNameLst>
                                      </p:cBhvr>
                                      <p:rCtr x="0" y="4176"/>
                                    </p:animMotion>
                                  </p:childTnLst>
                                </p:cTn>
                              </p:par>
                            </p:childTnLst>
                          </p:cTn>
                        </p:par>
                        <p:par>
                          <p:cTn id="38" fill="hold">
                            <p:stCondLst>
                              <p:cond delay="7250"/>
                            </p:stCondLst>
                            <p:childTnLst>
                              <p:par>
                                <p:cTn id="39" presetID="10" presetClass="entr" presetSubtype="0" fill="hold" nodeType="afterEffect">
                                  <p:stCondLst>
                                    <p:cond delay="0"/>
                                  </p:stCondLst>
                                  <p:childTnLst>
                                    <p:set>
                                      <p:cBhvr>
                                        <p:cTn id="40" dur="1" fill="hold">
                                          <p:stCondLst>
                                            <p:cond delay="0"/>
                                          </p:stCondLst>
                                        </p:cTn>
                                        <p:tgtEl>
                                          <p:spTgt spid="301"/>
                                        </p:tgtEl>
                                        <p:attrNameLst>
                                          <p:attrName>style.visibility</p:attrName>
                                        </p:attrNameLst>
                                      </p:cBhvr>
                                      <p:to>
                                        <p:strVal val="visible"/>
                                      </p:to>
                                    </p:set>
                                    <p:animEffect transition="in" filter="fade">
                                      <p:cBhvr>
                                        <p:cTn id="41" dur="1000"/>
                                        <p:tgtEl>
                                          <p:spTgt spid="301"/>
                                        </p:tgtEl>
                                      </p:cBhvr>
                                    </p:animEffect>
                                  </p:childTnLst>
                                </p:cTn>
                              </p:par>
                              <p:par>
                                <p:cTn id="42" presetID="42" presetClass="path" presetSubtype="0" accel="50000" decel="50000" fill="hold" nodeType="withEffect">
                                  <p:stCondLst>
                                    <p:cond delay="0"/>
                                  </p:stCondLst>
                                  <p:childTnLst>
                                    <p:animMotion origin="layout" path="M -2.27981E-6 -0.08375 L -2.27981E-6 -2.00182E-6 " pathEditMode="relative" rAng="0" ptsTypes="AA">
                                      <p:cBhvr>
                                        <p:cTn id="43" dur="1000" fill="hold"/>
                                        <p:tgtEl>
                                          <p:spTgt spid="301"/>
                                        </p:tgtEl>
                                        <p:attrNameLst>
                                          <p:attrName>ppt_x</p:attrName>
                                          <p:attrName>ppt_y</p:attrName>
                                        </p:attrNameLst>
                                      </p:cBhvr>
                                      <p:rCtr x="0" y="4176"/>
                                    </p:animMotion>
                                  </p:childTnLst>
                                </p:cTn>
                              </p:par>
                            </p:childTnLst>
                          </p:cTn>
                        </p:par>
                        <p:par>
                          <p:cTn id="44" fill="hold">
                            <p:stCondLst>
                              <p:cond delay="8250"/>
                            </p:stCondLst>
                            <p:childTnLst>
                              <p:par>
                                <p:cTn id="45" presetID="10" presetClass="entr" presetSubtype="0" fill="hold" grpId="0" nodeType="after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fade">
                                      <p:cBhvr>
                                        <p:cTn id="47" dur="1000"/>
                                        <p:tgtEl>
                                          <p:spTgt spid="7">
                                            <p:txEl>
                                              <p:pRg st="0" end="0"/>
                                            </p:txEl>
                                          </p:spTgt>
                                        </p:tgtEl>
                                      </p:cBhvr>
                                    </p:animEffect>
                                  </p:childTnLst>
                                </p:cTn>
                              </p:par>
                              <p:par>
                                <p:cTn id="48" presetID="42" presetClass="path" presetSubtype="0" accel="50000" decel="50000" fill="hold" grpId="1" nodeType="withEffect">
                                  <p:stCondLst>
                                    <p:cond delay="0"/>
                                  </p:stCondLst>
                                  <p:childTnLst>
                                    <p:animMotion origin="layout" path="M 4.59025E-6 -0.08375 L 4.59025E-6 -2.37857E-6 " pathEditMode="relative" rAng="0" ptsTypes="AA">
                                      <p:cBhvr>
                                        <p:cTn id="49" dur="1000" fill="hold"/>
                                        <p:tgtEl>
                                          <p:spTgt spid="7">
                                            <p:txEl>
                                              <p:pRg st="0" end="0"/>
                                            </p:txEl>
                                          </p:spTgt>
                                        </p:tgtEl>
                                        <p:attrNameLst>
                                          <p:attrName>ppt_x</p:attrName>
                                          <p:attrName>ppt_y</p:attrName>
                                        </p:attrNameLst>
                                      </p:cBhvr>
                                      <p:rCtr x="0" y="41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p:txBody>
          <a:bodyPr/>
          <a:lstStyle/>
          <a:p>
            <a:r>
              <a:rPr lang="en-US" dirty="0" smtClean="0"/>
              <a:t>Engage</a:t>
            </a:r>
            <a:endParaRPr lang="en-US" dirty="0"/>
          </a:p>
        </p:txBody>
      </p:sp>
    </p:spTree>
    <p:extLst>
      <p:ext uri="{BB962C8B-B14F-4D97-AF65-F5344CB8AC3E}">
        <p14:creationId xmlns:p14="http://schemas.microsoft.com/office/powerpoint/2010/main" val="1078406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6074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THENA.CUSTOMXMLID" val="{94ACA0B4-5F57-43EA-BA49-971E555AC2AE}"/>
  <p:tag name="ATHENA.CUSTOMXMLCONTENT" val="&lt;?xml version=&quot;1.0&quot;?&gt;&lt;athena xmlns=&quot;http://schemas.microsoft.com/edu/athena&quot; version=&quot;0.1.3396.0&quot;&gt;&lt;timings duration=&quot;81307&quot;&gt;&lt;event time=&quot;9839&quot; type=&quot;OnNext&quot; clickIndex=&quot;1&quot; wacClickIndex=&quot;1&quot;/&gt;&lt;event time=&quot;12339&quot; type=&quot;OnNext&quot; clickIndex=&quot;2&quot; wacClickIndex=&quot;2&quot;/&gt;&lt;event time=&quot;15349&quot; type=&quot;OnNext&quot; clickIndex=&quot;3&quot; wacClickIndex=&quot;3&quot;/&gt;&lt;event time=&quot;17870&quot; type=&quot;OnNext&quot; clickIndex=&quot;4&quot; wacClickIndex=&quot;4&quot;/&gt;&lt;event time=&quot;20156&quot; type=&quot;OnNext&quot; clickIndex=&quot;5&quot; wacClickIndex=&quot;5&quot;/&gt;&lt;/timings&gt;&lt;/athena&gt;"/>
</p:tagLst>
</file>

<file path=ppt/tags/tag2.xml><?xml version="1.0" encoding="utf-8"?>
<p:tagLst xmlns:a="http://schemas.openxmlformats.org/drawingml/2006/main" xmlns:r="http://schemas.openxmlformats.org/officeDocument/2006/relationships" xmlns:p="http://schemas.openxmlformats.org/presentationml/2006/main">
  <p:tag name="ATHENA.CUSTOMXMLID" val="{94ACA0B4-5F57-43EA-BA49-971E555AC2AE}"/>
  <p:tag name="ATHENA.CUSTOMXMLCONTENT" val="&lt;?xml version=&quot;1.0&quot;?&gt;&lt;athena xmlns=&quot;http://schemas.microsoft.com/edu/athena&quot; version=&quot;0.1.3396.0&quot;&gt;&lt;timings duration=&quot;81307&quot;&gt;&lt;event time=&quot;9839&quot; type=&quot;OnNext&quot; clickIndex=&quot;1&quot; wacClickIndex=&quot;1&quot;/&gt;&lt;event time=&quot;12339&quot; type=&quot;OnNext&quot; clickIndex=&quot;2&quot; wacClickIndex=&quot;2&quot;/&gt;&lt;event time=&quot;15349&quot; type=&quot;OnNext&quot; clickIndex=&quot;3&quot; wacClickIndex=&quot;3&quot;/&gt;&lt;event time=&quot;17870&quot; type=&quot;OnNext&quot; clickIndex=&quot;4&quot; wacClickIndex=&quot;4&quot;/&gt;&lt;event time=&quot;20156&quot; type=&quot;OnNext&quot; clickIndex=&quot;5&quot; wacClickIndex=&quot;5&quot;/&gt;&lt;/timings&gt;&lt;/athena&gt;"/>
</p:tagLst>
</file>

<file path=ppt/tags/tag3.xml><?xml version="1.0" encoding="utf-8"?>
<p:tagLst xmlns:a="http://schemas.openxmlformats.org/drawingml/2006/main" xmlns:r="http://schemas.openxmlformats.org/officeDocument/2006/relationships" xmlns:p="http://schemas.openxmlformats.org/presentationml/2006/main">
  <p:tag name="ATHENA.CUSTOMXMLID" val="{94ACA0B4-5F57-43EA-BA49-971E555AC2AE}"/>
  <p:tag name="ATHENA.CUSTOMXMLCONTENT" val="&lt;?xml version=&quot;1.0&quot;?&gt;&lt;athena xmlns=&quot;http://schemas.microsoft.com/edu/athena&quot; version=&quot;0.1.3396.0&quot;&gt;&lt;timings duration=&quot;81307&quot;&gt;&lt;event time=&quot;9839&quot; type=&quot;OnNext&quot; clickIndex=&quot;1&quot; wacClickIndex=&quot;1&quot;/&gt;&lt;event time=&quot;12339&quot; type=&quot;OnNext&quot; clickIndex=&quot;2&quot; wacClickIndex=&quot;2&quot;/&gt;&lt;event time=&quot;15349&quot; type=&quot;OnNext&quot; clickIndex=&quot;3&quot; wacClickIndex=&quot;3&quot;/&gt;&lt;event time=&quot;17870&quot; type=&quot;OnNext&quot; clickIndex=&quot;4&quot; wacClickIndex=&quot;4&quot;/&gt;&lt;event time=&quot;20156&quot; type=&quot;OnNext&quot; clickIndex=&quot;5&quot; wacClickIndex=&quot;5&quot;/&gt;&lt;/timings&gt;&lt;/athena&gt;"/>
</p:tagLst>
</file>

<file path=ppt/tags/tag4.xml><?xml version="1.0" encoding="utf-8"?>
<p:tagLst xmlns:a="http://schemas.openxmlformats.org/drawingml/2006/main" xmlns:r="http://schemas.openxmlformats.org/officeDocument/2006/relationships" xmlns:p="http://schemas.openxmlformats.org/presentationml/2006/main">
  <p:tag name="ATHENA.CUSTOMXMLID" val="{94ACA0B4-5F57-43EA-BA49-971E555AC2AE}"/>
  <p:tag name="ATHENA.CUSTOMXMLCONTENT" val="&lt;?xml version=&quot;1.0&quot;?&gt;&lt;athena xmlns=&quot;http://schemas.microsoft.com/edu/athena&quot; version=&quot;0.1.3396.0&quot;&gt;&lt;timings duration=&quot;81307&quot;&gt;&lt;event time=&quot;9839&quot; type=&quot;OnNext&quot; clickIndex=&quot;1&quot; wacClickIndex=&quot;1&quot;/&gt;&lt;event time=&quot;12339&quot; type=&quot;OnNext&quot; clickIndex=&quot;2&quot; wacClickIndex=&quot;2&quot;/&gt;&lt;event time=&quot;15349&quot; type=&quot;OnNext&quot; clickIndex=&quot;3&quot; wacClickIndex=&quot;3&quot;/&gt;&lt;event time=&quot;17870&quot; type=&quot;OnNext&quot; clickIndex=&quot;4&quot; wacClickIndex=&quot;4&quot;/&gt;&lt;event time=&quot;20156&quot; type=&quot;OnNext&quot; clickIndex=&quot;5&quot; wacClickIndex=&quot;5&quot;/&gt;&lt;/timings&gt;&lt;/athena&gt;"/>
</p:tagLst>
</file>

<file path=ppt/tags/tag5.xml><?xml version="1.0" encoding="utf-8"?>
<p:tagLst xmlns:a="http://schemas.openxmlformats.org/drawingml/2006/main" xmlns:r="http://schemas.openxmlformats.org/officeDocument/2006/relationships" xmlns:p="http://schemas.openxmlformats.org/presentationml/2006/main">
  <p:tag name="ATHENA.CUSTOMXMLID" val="{94ACA0B4-5F57-43EA-BA49-971E555AC2AE}"/>
  <p:tag name="ATHENA.CUSTOMXMLCONTENT" val="&lt;?xml version=&quot;1.0&quot;?&gt;&lt;athena xmlns=&quot;http://schemas.microsoft.com/edu/athena&quot; version=&quot;0.1.3396.0&quot;&gt;&lt;timings duration=&quot;81307&quot;&gt;&lt;event time=&quot;9839&quot; type=&quot;OnNext&quot; clickIndex=&quot;1&quot; wacClickIndex=&quot;1&quot;/&gt;&lt;event time=&quot;12339&quot; type=&quot;OnNext&quot; clickIndex=&quot;2&quot; wacClickIndex=&quot;2&quot;/&gt;&lt;event time=&quot;15349&quot; type=&quot;OnNext&quot; clickIndex=&quot;3&quot; wacClickIndex=&quot;3&quot;/&gt;&lt;event time=&quot;17870&quot; type=&quot;OnNext&quot; clickIndex=&quot;4&quot; wacClickIndex=&quot;4&quot;/&gt;&lt;event time=&quot;20156&quot; type=&quot;OnNext&quot; clickIndex=&quot;5&quot; wacClickIndex=&quot;5&quot;/&gt;&lt;/timings&gt;&lt;/athena&gt;"/>
</p:tagLst>
</file>

<file path=ppt/tags/tag6.xml><?xml version="1.0" encoding="utf-8"?>
<p:tagLst xmlns:a="http://schemas.openxmlformats.org/drawingml/2006/main" xmlns:r="http://schemas.openxmlformats.org/officeDocument/2006/relationships" xmlns:p="http://schemas.openxmlformats.org/presentationml/2006/main">
  <p:tag name="ATHENA.CUSTOMXMLID" val="{94ACA0B4-5F57-43EA-BA49-971E555AC2AE}"/>
  <p:tag name="ATHENA.CUSTOMXMLCONTENT" val="&lt;?xml version=&quot;1.0&quot;?&gt;&lt;athena xmlns=&quot;http://schemas.microsoft.com/edu/athena&quot; version=&quot;0.1.3396.0&quot;&gt;&lt;timings duration=&quot;81307&quot;&gt;&lt;event time=&quot;9839&quot; type=&quot;OnNext&quot; clickIndex=&quot;1&quot; wacClickIndex=&quot;1&quot;/&gt;&lt;event time=&quot;12339&quot; type=&quot;OnNext&quot; clickIndex=&quot;2&quot; wacClickIndex=&quot;2&quot;/&gt;&lt;event time=&quot;15349&quot; type=&quot;OnNext&quot; clickIndex=&quot;3&quot; wacClickIndex=&quot;3&quot;/&gt;&lt;event time=&quot;17870&quot; type=&quot;OnNext&quot; clickIndex=&quot;4&quot; wacClickIndex=&quot;4&quot;/&gt;&lt;event time=&quot;20156&quot; type=&quot;OnNext&quot; clickIndex=&quot;5&quot; wacClickIndex=&quot;5&quot;/&gt;&lt;/timings&gt;&lt;/athena&gt;"/>
</p:tagLst>
</file>

<file path=ppt/tags/tag7.xml><?xml version="1.0" encoding="utf-8"?>
<p:tagLst xmlns:a="http://schemas.openxmlformats.org/drawingml/2006/main" xmlns:r="http://schemas.openxmlformats.org/officeDocument/2006/relationships" xmlns:p="http://schemas.openxmlformats.org/presentationml/2006/main">
  <p:tag name="ATHENA.CUSTOMXMLID" val="{E2E7DB58-4385-4748-BA3B-44300596B760}"/>
  <p:tag name="ATHENA.CUSTOMXMLCONTENT" val="&lt;?xml version=&quot;1.0&quot;?&gt;&lt;athena xmlns=&quot;http://schemas.microsoft.com/edu/athena&quot; version=&quot;0.1.3396.0&quot;&gt;&lt;timings duration=&quot;11431&quot;&gt;&lt;event time=&quot;769&quot; type=&quot;OnNext&quot; clickIndex=&quot;0&quot; wacClickIndex=&quot;1&quot;/&gt;&lt;/timings&gt;&lt;/athena&gt;"/>
</p:tagLst>
</file>

<file path=ppt/tags/tag8.xml><?xml version="1.0" encoding="utf-8"?>
<p:tagLst xmlns:a="http://schemas.openxmlformats.org/drawingml/2006/main" xmlns:r="http://schemas.openxmlformats.org/officeDocument/2006/relationships" xmlns:p="http://schemas.openxmlformats.org/presentationml/2006/main">
  <p:tag name="ATHENA.CUSTOMXMLID" val="{BF5AD089-A8D0-4539-89DC-90FB8679FE8D}"/>
  <p:tag name="ATHENA.CUSTOMXMLCONTENT" val="&lt;?xml version=&quot;1.0&quot;?&gt;&lt;athena xmlns=&quot;http://schemas.microsoft.com/edu/athena&quot; version=&quot;0.1.3396.0&quot;&gt;&lt;timings duration=&quot;67288&quot;/&gt;&lt;/athena&gt;"/>
</p:tagLst>
</file>

<file path=ppt/tags/tag9.xml><?xml version="1.0" encoding="utf-8"?>
<p:tagLst xmlns:a="http://schemas.openxmlformats.org/drawingml/2006/main" xmlns:r="http://schemas.openxmlformats.org/officeDocument/2006/relationships" xmlns:p="http://schemas.openxmlformats.org/presentationml/2006/main">
  <p:tag name="ATHENA.CUSTOMXMLID" val="{C556B207-714A-467E-AC42-E37FA114FFC3}"/>
  <p:tag name="ATHENA.CUSTOMXMLCONTENT" val="&lt;?xml version=&quot;1.0&quot;?&gt;&lt;athena xmlns=&quot;http://schemas.microsoft.com/edu/athena&quot; version=&quot;0.1.3396.0&quot;&gt;&lt;ink scale=&quot;0.5713244&quot;&gt;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lt;/ink&gt;&lt;/athena&gt;"/>
</p:tagLst>
</file>

<file path=ppt/tags/tag10.xml><?xml version="1.0" encoding="utf-8"?>
<p:tagLst xmlns:a="http://schemas.openxmlformats.org/drawingml/2006/main" xmlns:r="http://schemas.openxmlformats.org/officeDocument/2006/relationships" xmlns:p="http://schemas.openxmlformats.org/presentationml/2006/main">
  <p:tag name="ATHENA.CUSTOMXMLID" val="{54B9BD1B-7B60-4B01-97FA-386735183546}"/>
  <p:tag name="ATHENA.CUSTOMXMLCONTENT" val="&lt;?xml version=&quot;1.0&quot;?&gt;&lt;athena xmlns=&quot;http://schemas.microsoft.com/edu/athena&quot; version=&quot;0.1.3396.0&quot;&gt;&lt;timings duration=&quot;17581&quot;&gt;&lt;event time=&quot;15800&quot; type=&quot;OnNext&quot; clickIndex=&quot;1&quot; wacClickIndex=&quot;1&quot;/&gt;&lt;/timings&gt;&lt;/athena&gt;"/>
</p:tagLst>
</file>

<file path=ppt/tags/tag11.xml><?xml version="1.0" encoding="utf-8"?>
<p:tagLst xmlns:a="http://schemas.openxmlformats.org/drawingml/2006/main" xmlns:r="http://schemas.openxmlformats.org/officeDocument/2006/relationships" xmlns:p="http://schemas.openxmlformats.org/presentationml/2006/main">
  <p:tag name="ATHENA.CUSTOMXMLID" val="{5DDEAC1A-AC83-4B88-A38F-3FCE89979233}"/>
  <p:tag name="ATHENA.CUSTOMXMLCONTENT" val="&lt;?xml version=&quot;1.0&quot;?&gt;&lt;athena xmlns=&quot;http://schemas.microsoft.com/edu/athena&quot; version=&quot;0.1.3396.0&quot;&gt;&lt;timings duration=&quot;21241&quot;&gt;&lt;event time=&quot;580&quot; type=&quot;OnNext&quot; clickIndex=&quot;0&quot; wacClickIndex=&quot;1&quot;/&gt;&lt;event time=&quot;3989&quot; type=&quot;OnNext&quot; clickIndex=&quot;1&quot; wacClickIndex=&quot;2&quot;/&gt;&lt;/timings&gt;&lt;/athena&gt;"/>
</p:tagLst>
</file>

<file path=ppt/tags/tag12.xml><?xml version="1.0" encoding="utf-8"?>
<p:tagLst xmlns:a="http://schemas.openxmlformats.org/drawingml/2006/main" xmlns:r="http://schemas.openxmlformats.org/officeDocument/2006/relationships" xmlns:p="http://schemas.openxmlformats.org/presentationml/2006/main">
  <p:tag name="ATHENA.CUSTOMXMLID" val="{E6E30277-0AC5-4955-ABE2-62BB12525957}"/>
  <p:tag name="ATHENA.CUSTOMXMLCONTENT" val="&lt;?xml version=&quot;1.0&quot;?&gt;&lt;athena xmlns=&quot;http://schemas.microsoft.com/edu/athena&quot; version=&quot;0.1.3396.0&quot;&gt;&lt;timings duration=&quot;9454&quot;/&gt;&lt;/athena&gt;"/>
</p:tagLst>
</file>

<file path=ppt/theme/theme1.xml><?xml version="1.0" encoding="utf-8"?>
<a:theme xmlns:a="http://schemas.openxmlformats.org/drawingml/2006/main" name="2_6-30540_Office_365_CloudRoadShow">
  <a:themeElements>
    <a:clrScheme name="Custom 3">
      <a:dk1>
        <a:srgbClr val="000000"/>
      </a:dk1>
      <a:lt1>
        <a:srgbClr val="FFFFFF"/>
      </a:lt1>
      <a:dk2>
        <a:srgbClr val="D83B01"/>
      </a:dk2>
      <a:lt2>
        <a:srgbClr val="797A7D"/>
      </a:lt2>
      <a:accent1>
        <a:srgbClr val="D83B01"/>
      </a:accent1>
      <a:accent2>
        <a:srgbClr val="0078D7"/>
      </a:accent2>
      <a:accent3>
        <a:srgbClr val="FF8C00"/>
      </a:accent3>
      <a:accent4>
        <a:srgbClr val="107C10"/>
      </a:accent4>
      <a:accent5>
        <a:srgbClr val="00188F"/>
      </a:accent5>
      <a:accent6>
        <a:srgbClr val="5C2D91"/>
      </a:accent6>
      <a:hlink>
        <a:srgbClr val="FF8C00"/>
      </a:hlink>
      <a:folHlink>
        <a:srgbClr val="FF8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2">
            <a:shade val="50000"/>
          </a:schemeClr>
        </a:lnRef>
        <a:fillRef idx="1">
          <a:schemeClr val="accent2"/>
        </a:fillRef>
        <a:effectRef idx="0">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_365_CloudRoadShow_TEMPLATE.potx" id="{AC7ADF97-CB92-4F0F-8272-748B6F9BD813}" vid="{1BC4634F-61F6-4E53-B562-C6F4424C04B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B0BB5962AB3C45A9A1CE1EC4C4F647" ma:contentTypeVersion="1" ma:contentTypeDescription="Create a new document." ma:contentTypeScope="" ma:versionID="39dd6e28de13981fc99600d481b1de5c">
  <xsd:schema xmlns:xsd="http://www.w3.org/2001/XMLSchema" xmlns:xs="http://www.w3.org/2001/XMLSchema" xmlns:p="http://schemas.microsoft.com/office/2006/metadata/properties" xmlns:ns3="630a2e83-186a-4a0f-ab27-bee8a8096abc" targetNamespace="http://schemas.microsoft.com/office/2006/metadata/properties" ma:root="true" ma:fieldsID="e5a18a002045f9f0e2a3c9cc06ab2675" ns3:_="">
    <xsd:import namespace="630a2e83-186a-4a0f-ab27-bee8a8096abc"/>
    <xsd:element name="properties">
      <xsd:complexType>
        <xsd:sequence>
          <xsd:element name="documentManagement">
            <xsd:complexType>
              <xsd:all>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0a2e83-186a-4a0f-ab27-bee8a8096ab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2678F0-6EA3-4F58-92F2-E73D80B536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0a2e83-186a-4a0f-ab27-bee8a8096a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90F116-B58F-4255-B05B-DA3808E0E5C6}">
  <ds:schemaRefs>
    <ds:schemaRef ds:uri="http://schemas.openxmlformats.org/package/2006/metadata/core-properties"/>
    <ds:schemaRef ds:uri="http://purl.org/dc/dcmitype/"/>
    <ds:schemaRef ds:uri="http://purl.org/dc/elements/1.1/"/>
    <ds:schemaRef ds:uri="630a2e83-186a-4a0f-ab27-bee8a8096abc"/>
    <ds:schemaRef ds:uri="http://schemas.microsoft.com/office/2006/documentManagement/types"/>
    <ds:schemaRef ds:uri="http://www.w3.org/XML/1998/namespace"/>
    <ds:schemaRef ds:uri="http://schemas.microsoft.com/office/infopath/2007/PartnerControl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Office_365_CloudRoadShow_TEMPLATE</Template>
  <TotalTime>427</TotalTime>
  <Words>1969</Words>
  <Application>Microsoft Office PowerPoint</Application>
  <PresentationFormat>Custom</PresentationFormat>
  <Paragraphs>624</Paragraphs>
  <Slides>46</Slides>
  <Notes>44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vt:lpstr>
      <vt:lpstr>Calibri</vt:lpstr>
      <vt:lpstr>Consolas</vt:lpstr>
      <vt:lpstr>Segoe Light</vt:lpstr>
      <vt:lpstr>Segoe UI</vt:lpstr>
      <vt:lpstr>Segoe UI Black</vt:lpstr>
      <vt:lpstr>Segoe UI Light</vt:lpstr>
      <vt:lpstr>Segoe UI Semibold</vt:lpstr>
      <vt:lpstr>Wingdings</vt:lpstr>
      <vt:lpstr>2_6-30540_Office_365_CloudRoadShow</vt:lpstr>
      <vt:lpstr>Office 365 development</vt:lpstr>
      <vt:lpstr>Deep dive into the Office 365 Microsoft Graph API</vt:lpstr>
      <vt:lpstr>Developer vision</vt:lpstr>
      <vt:lpstr>Agenda</vt:lpstr>
      <vt:lpstr>PowerPoint Presentation</vt:lpstr>
      <vt:lpstr>Data silos in the enterprise</vt:lpstr>
      <vt:lpstr>Directory</vt:lpstr>
      <vt:lpstr>Extended Profile</vt:lpstr>
      <vt:lpstr>Mail, Calendar, and Conversations</vt:lpstr>
      <vt:lpstr>Files</vt:lpstr>
      <vt:lpstr>Office Graph</vt:lpstr>
      <vt:lpstr>PowerPoint Presentation</vt:lpstr>
      <vt:lpstr>Office 365 Microsoft Graph API</vt:lpstr>
      <vt:lpstr>Breaking silos</vt:lpstr>
      <vt:lpstr>PowerPoint Presentation</vt:lpstr>
      <vt:lpstr>PowerPoint Presentation</vt:lpstr>
      <vt:lpstr>/me</vt:lpstr>
      <vt:lpstr>Code</vt:lpstr>
      <vt:lpstr>/messages</vt:lpstr>
      <vt:lpstr>Code</vt:lpstr>
      <vt:lpstr>/messages</vt:lpstr>
      <vt:lpstr>Code</vt:lpstr>
      <vt:lpstr>/events</vt:lpstr>
      <vt:lpstr>Code</vt:lpstr>
      <vt:lpstr>/drive</vt:lpstr>
      <vt:lpstr>Code</vt:lpstr>
      <vt:lpstr>/groups</vt:lpstr>
      <vt:lpstr>Code</vt:lpstr>
      <vt:lpstr>/workingWith</vt:lpstr>
      <vt:lpstr>Code</vt:lpstr>
      <vt:lpstr>/trendingAround</vt:lpstr>
      <vt:lpstr>Code</vt:lpstr>
      <vt:lpstr>API</vt:lpstr>
      <vt:lpstr>API</vt:lpstr>
      <vt:lpstr>Graph Explorer https://graphexplorer2.azurewebsites.net</vt:lpstr>
      <vt:lpstr>Documentation at Graph.Microsoft.io</vt:lpstr>
      <vt:lpstr>PowerPoint Presentation</vt:lpstr>
      <vt:lpstr>Supported functionality</vt:lpstr>
      <vt:lpstr>API</vt:lpstr>
      <vt:lpstr>PowerPoint Presentation</vt:lpstr>
      <vt:lpstr>Roadmap</vt:lpstr>
      <vt:lpstr>Summary</vt:lpstr>
      <vt:lpstr>Further reading…</vt:lpstr>
      <vt:lpstr>Developer Program launch</vt:lpstr>
      <vt:lpstr>Engage</vt:lpstr>
      <vt:lpstr>PowerPoint Presentation</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Office 365</dc:subject>
  <dc:creator>Raquel Romano</dc:creator>
  <cp:keywords>MSVID, Brand Guidelines, Branding, Visual Identity, grid</cp:keywords>
  <dc:description>Template: _x000d_
Formatting: _x000d_
Audience Type:</dc:description>
  <cp:lastModifiedBy>Alyssa Jones</cp:lastModifiedBy>
  <cp:revision>53</cp:revision>
  <dcterms:created xsi:type="dcterms:W3CDTF">2016-01-18T21:10:10Z</dcterms:created>
  <dcterms:modified xsi:type="dcterms:W3CDTF">2016-01-20T23:40:42Z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0x010100A2B0BB5962AB3C45A9A1CE1EC4C4F647</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ies>
</file>